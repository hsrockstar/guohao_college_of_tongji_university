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1" r:id="rId1"/>
  </p:sldMasterIdLst>
  <p:notesMasterIdLst>
    <p:notesMasterId r:id="rId54"/>
  </p:notesMasterIdLst>
  <p:handoutMasterIdLst>
    <p:handoutMasterId r:id="rId55"/>
  </p:handoutMasterIdLst>
  <p:sldIdLst>
    <p:sldId id="299" r:id="rId2"/>
    <p:sldId id="281" r:id="rId3"/>
    <p:sldId id="332" r:id="rId4"/>
    <p:sldId id="333" r:id="rId5"/>
    <p:sldId id="334" r:id="rId6"/>
    <p:sldId id="335" r:id="rId7"/>
    <p:sldId id="336" r:id="rId8"/>
    <p:sldId id="337" r:id="rId9"/>
    <p:sldId id="338" r:id="rId10"/>
    <p:sldId id="339" r:id="rId11"/>
    <p:sldId id="295" r:id="rId12"/>
    <p:sldId id="340" r:id="rId13"/>
    <p:sldId id="282" r:id="rId14"/>
    <p:sldId id="283" r:id="rId15"/>
    <p:sldId id="296" r:id="rId16"/>
    <p:sldId id="258" r:id="rId17"/>
    <p:sldId id="302" r:id="rId18"/>
    <p:sldId id="271" r:id="rId19"/>
    <p:sldId id="304" r:id="rId20"/>
    <p:sldId id="259" r:id="rId21"/>
    <p:sldId id="303" r:id="rId22"/>
    <p:sldId id="306" r:id="rId23"/>
    <p:sldId id="329" r:id="rId24"/>
    <p:sldId id="331" r:id="rId25"/>
    <p:sldId id="297" r:id="rId26"/>
    <p:sldId id="328" r:id="rId27"/>
    <p:sldId id="330" r:id="rId28"/>
    <p:sldId id="327" r:id="rId29"/>
    <p:sldId id="273" r:id="rId30"/>
    <p:sldId id="260" r:id="rId31"/>
    <p:sldId id="311" r:id="rId32"/>
    <p:sldId id="261" r:id="rId33"/>
    <p:sldId id="312" r:id="rId34"/>
    <p:sldId id="313" r:id="rId35"/>
    <p:sldId id="314" r:id="rId36"/>
    <p:sldId id="342" r:id="rId37"/>
    <p:sldId id="315" r:id="rId38"/>
    <p:sldId id="316" r:id="rId39"/>
    <p:sldId id="275" r:id="rId40"/>
    <p:sldId id="341" r:id="rId41"/>
    <p:sldId id="298" r:id="rId42"/>
    <p:sldId id="317" r:id="rId43"/>
    <p:sldId id="276" r:id="rId44"/>
    <p:sldId id="263" r:id="rId45"/>
    <p:sldId id="320" r:id="rId46"/>
    <p:sldId id="321" r:id="rId47"/>
    <p:sldId id="322" r:id="rId48"/>
    <p:sldId id="323" r:id="rId49"/>
    <p:sldId id="343" r:id="rId50"/>
    <p:sldId id="324" r:id="rId51"/>
    <p:sldId id="325" r:id="rId52"/>
    <p:sldId id="326" r:id="rId53"/>
  </p:sldIdLst>
  <p:sldSz cx="9144000" cy="6858000" type="screen4x3"/>
  <p:notesSz cx="6858000" cy="9144000"/>
  <p:defaultTextStyle>
    <a:defPPr>
      <a:defRPr lang="en-US"/>
    </a:defPPr>
    <a:lvl1pPr algn="l" rtl="0" fontAlgn="base">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sz="16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16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CC66"/>
    <a:srgbClr val="FFCC00"/>
    <a:srgbClr val="FF66FF"/>
    <a:srgbClr val="FF3300"/>
    <a:srgbClr val="FF5050"/>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59" autoAdjust="0"/>
    <p:restoredTop sz="90929"/>
  </p:normalViewPr>
  <p:slideViewPr>
    <p:cSldViewPr snapToGrid="0">
      <p:cViewPr varScale="1">
        <p:scale>
          <a:sx n="134" d="100"/>
          <a:sy n="134" d="100"/>
        </p:scale>
        <p:origin x="78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8" d="100"/>
          <a:sy n="58" d="100"/>
        </p:scale>
        <p:origin x="-1764"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964B5C8-72B0-4B66-A569-970F8344D428}"/>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l" eaLnBrk="0" hangingPunct="0">
              <a:spcBef>
                <a:spcPct val="0"/>
              </a:spcBef>
              <a:defRPr sz="1200">
                <a:ea typeface="+mn-ea"/>
              </a:defRPr>
            </a:lvl1pPr>
          </a:lstStyle>
          <a:p>
            <a:pPr>
              <a:defRPr/>
            </a:pPr>
            <a:endParaRPr lang="zh-CN" altLang="en-US"/>
          </a:p>
        </p:txBody>
      </p:sp>
      <p:sp>
        <p:nvSpPr>
          <p:cNvPr id="39939" name="Rectangle 3">
            <a:extLst>
              <a:ext uri="{FF2B5EF4-FFF2-40B4-BE49-F238E27FC236}">
                <a16:creationId xmlns:a16="http://schemas.microsoft.com/office/drawing/2014/main" id="{C0B8F5F6-AA82-4C61-9197-E42619567BCC}"/>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ea typeface="+mn-ea"/>
              </a:defRPr>
            </a:lvl1pPr>
          </a:lstStyle>
          <a:p>
            <a:pPr>
              <a:defRPr/>
            </a:pPr>
            <a:endParaRPr lang="en-US" altLang="zh-CN"/>
          </a:p>
        </p:txBody>
      </p:sp>
      <p:sp>
        <p:nvSpPr>
          <p:cNvPr id="39940" name="Rectangle 4">
            <a:extLst>
              <a:ext uri="{FF2B5EF4-FFF2-40B4-BE49-F238E27FC236}">
                <a16:creationId xmlns:a16="http://schemas.microsoft.com/office/drawing/2014/main" id="{95A0AEDE-89BF-4186-B6DF-DAC12234FF51}"/>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l" eaLnBrk="0" hangingPunct="0">
              <a:spcBef>
                <a:spcPct val="0"/>
              </a:spcBef>
              <a:defRPr sz="1200">
                <a:ea typeface="+mn-ea"/>
              </a:defRPr>
            </a:lvl1pPr>
          </a:lstStyle>
          <a:p>
            <a:pPr>
              <a:defRPr/>
            </a:pPr>
            <a:r>
              <a:rPr lang="en-US" altLang="zh-CN"/>
              <a:t>TJU</a:t>
            </a:r>
          </a:p>
        </p:txBody>
      </p:sp>
      <p:sp>
        <p:nvSpPr>
          <p:cNvPr id="39941" name="Rectangle 5">
            <a:extLst>
              <a:ext uri="{FF2B5EF4-FFF2-40B4-BE49-F238E27FC236}">
                <a16:creationId xmlns:a16="http://schemas.microsoft.com/office/drawing/2014/main" id="{4FD62C2F-493A-4B91-8B41-116E7CA7A6EA}"/>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fld id="{8B88F347-9886-4B8B-8787-26F84FD2799C}"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92086B3-B513-4C52-9D61-C4DE4BBC108B}"/>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l" eaLnBrk="0" hangingPunct="0">
              <a:spcBef>
                <a:spcPct val="0"/>
              </a:spcBef>
              <a:defRPr sz="1200">
                <a:ea typeface="+mn-ea"/>
              </a:defRPr>
            </a:lvl1pPr>
          </a:lstStyle>
          <a:p>
            <a:pPr>
              <a:defRPr/>
            </a:pPr>
            <a:endParaRPr lang="zh-CN" altLang="en-US"/>
          </a:p>
        </p:txBody>
      </p:sp>
      <p:sp>
        <p:nvSpPr>
          <p:cNvPr id="35843" name="Rectangle 3">
            <a:extLst>
              <a:ext uri="{FF2B5EF4-FFF2-40B4-BE49-F238E27FC236}">
                <a16:creationId xmlns:a16="http://schemas.microsoft.com/office/drawing/2014/main" id="{AF14428D-C263-4FFD-91B7-9A00AF60F0B4}"/>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ea typeface="+mn-ea"/>
              </a:defRPr>
            </a:lvl1pPr>
          </a:lstStyle>
          <a:p>
            <a:pPr>
              <a:defRPr/>
            </a:pPr>
            <a:endParaRPr lang="en-US" altLang="zh-CN"/>
          </a:p>
        </p:txBody>
      </p:sp>
      <p:sp>
        <p:nvSpPr>
          <p:cNvPr id="56324" name="Rectangle 4">
            <a:extLst>
              <a:ext uri="{FF2B5EF4-FFF2-40B4-BE49-F238E27FC236}">
                <a16:creationId xmlns:a16="http://schemas.microsoft.com/office/drawing/2014/main" id="{206C6CAC-BFB6-4094-AD6B-AA61805CD3E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C168FD8C-AA9C-4178-9C0B-74DEECCA8DB3}"/>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1FCF9148-0D7E-4956-9CAA-6E17C057A087}"/>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l" eaLnBrk="0" hangingPunct="0">
              <a:spcBef>
                <a:spcPct val="0"/>
              </a:spcBef>
              <a:defRPr sz="1200">
                <a:ea typeface="+mn-ea"/>
              </a:defRPr>
            </a:lvl1pPr>
          </a:lstStyle>
          <a:p>
            <a:pPr>
              <a:defRPr/>
            </a:pPr>
            <a:r>
              <a:rPr lang="en-US" altLang="zh-CN"/>
              <a:t>TJU</a:t>
            </a:r>
          </a:p>
        </p:txBody>
      </p:sp>
      <p:sp>
        <p:nvSpPr>
          <p:cNvPr id="35847" name="Rectangle 7">
            <a:extLst>
              <a:ext uri="{FF2B5EF4-FFF2-40B4-BE49-F238E27FC236}">
                <a16:creationId xmlns:a16="http://schemas.microsoft.com/office/drawing/2014/main" id="{E16B2DA7-CC11-4EF1-88A7-A75803CB451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fld id="{554EE807-04B4-4F93-8CEF-802B5DAEB8C4}" type="slidenum">
              <a:rPr lang="zh-CN" altLang="en-US"/>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390005BC-D131-4574-8F8D-6C7384ABB54A}"/>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26627" name="Rectangle 7">
            <a:extLst>
              <a:ext uri="{FF2B5EF4-FFF2-40B4-BE49-F238E27FC236}">
                <a16:creationId xmlns:a16="http://schemas.microsoft.com/office/drawing/2014/main" id="{2E1DEBBA-7986-4A3B-8E40-F895344CB1FF}"/>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3633F4A-417D-4921-8B19-FB8F7378F44A}" type="slidenum">
              <a:rPr lang="zh-CN" altLang="en-US"/>
              <a:pPr>
                <a:spcBef>
                  <a:spcPct val="0"/>
                </a:spcBef>
              </a:pPr>
              <a:t>11</a:t>
            </a:fld>
            <a:endParaRPr lang="en-US" altLang="zh-CN"/>
          </a:p>
        </p:txBody>
      </p:sp>
      <p:sp>
        <p:nvSpPr>
          <p:cNvPr id="57348" name="Rectangle 2">
            <a:extLst>
              <a:ext uri="{FF2B5EF4-FFF2-40B4-BE49-F238E27FC236}">
                <a16:creationId xmlns:a16="http://schemas.microsoft.com/office/drawing/2014/main" id="{B10E8E5C-44E1-4989-9371-0F7A2D0051CE}"/>
              </a:ext>
            </a:extLst>
          </p:cNvPr>
          <p:cNvSpPr>
            <a:spLocks noGrp="1" noRot="1" noChangeAspect="1" noChangeArrowheads="1" noTextEdit="1"/>
          </p:cNvSpPr>
          <p:nvPr>
            <p:ph type="sldImg"/>
          </p:nvPr>
        </p:nvSpPr>
        <p:spPr>
          <a:ln/>
        </p:spPr>
      </p:sp>
      <p:sp>
        <p:nvSpPr>
          <p:cNvPr id="57349" name="Rectangle 3">
            <a:extLst>
              <a:ext uri="{FF2B5EF4-FFF2-40B4-BE49-F238E27FC236}">
                <a16:creationId xmlns:a16="http://schemas.microsoft.com/office/drawing/2014/main" id="{68C19540-DDD2-489B-9271-EF91A94EA2E8}"/>
              </a:ext>
            </a:extLst>
          </p:cNvPr>
          <p:cNvSpPr>
            <a:spLocks noGrp="1" noChangeArrowheads="1"/>
          </p:cNvSpPr>
          <p:nvPr>
            <p:ph type="body" idx="1"/>
          </p:nvPr>
        </p:nvSpPr>
        <p:spPr>
          <a:noFill/>
        </p:spPr>
        <p:txBody>
          <a:bodyPr/>
          <a:lstStyle/>
          <a:p>
            <a:pPr eaLnBrk="1" hangingPunct="1"/>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B7394A9E-5868-4DD8-B9DD-88D4D78D8A37}"/>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24579" name="Rectangle 7">
            <a:extLst>
              <a:ext uri="{FF2B5EF4-FFF2-40B4-BE49-F238E27FC236}">
                <a16:creationId xmlns:a16="http://schemas.microsoft.com/office/drawing/2014/main" id="{7FBD7F03-0D2E-4CDC-BCD8-0581533597FC}"/>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5E24068-CB98-4DDA-8258-9A1309E2DA5D}" type="slidenum">
              <a:rPr lang="zh-CN" altLang="en-US"/>
              <a:pPr>
                <a:spcBef>
                  <a:spcPct val="0"/>
                </a:spcBef>
              </a:pPr>
              <a:t>12</a:t>
            </a:fld>
            <a:endParaRPr lang="en-US" altLang="zh-CN"/>
          </a:p>
        </p:txBody>
      </p:sp>
      <p:sp>
        <p:nvSpPr>
          <p:cNvPr id="58372" name="Rectangle 2">
            <a:extLst>
              <a:ext uri="{FF2B5EF4-FFF2-40B4-BE49-F238E27FC236}">
                <a16:creationId xmlns:a16="http://schemas.microsoft.com/office/drawing/2014/main" id="{59A3694D-16B2-49BF-80A6-3E6CFCB4F0AD}"/>
              </a:ext>
            </a:extLst>
          </p:cNvPr>
          <p:cNvSpPr>
            <a:spLocks noGrp="1" noRot="1" noChangeAspect="1" noChangeArrowheads="1" noTextEdit="1"/>
          </p:cNvSpPr>
          <p:nvPr>
            <p:ph type="sldImg"/>
          </p:nvPr>
        </p:nvSpPr>
        <p:spPr>
          <a:ln/>
        </p:spPr>
      </p:sp>
      <p:sp>
        <p:nvSpPr>
          <p:cNvPr id="58373" name="Rectangle 3">
            <a:extLst>
              <a:ext uri="{FF2B5EF4-FFF2-40B4-BE49-F238E27FC236}">
                <a16:creationId xmlns:a16="http://schemas.microsoft.com/office/drawing/2014/main" id="{3DFE6818-6AE7-4DFB-A902-35CBCE89598F}"/>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D264E768-9762-4A86-8E7B-89DC00C58D09}"/>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88E3E2-7059-449B-8DED-FC9D80E0145E}" type="slidenum">
              <a:rPr lang="en-US" altLang="zh-CN"/>
              <a:pPr>
                <a:spcBef>
                  <a:spcPct val="0"/>
                </a:spcBef>
              </a:pPr>
              <a:t>14</a:t>
            </a:fld>
            <a:endParaRPr lang="en-US" altLang="zh-CN"/>
          </a:p>
        </p:txBody>
      </p:sp>
      <p:sp>
        <p:nvSpPr>
          <p:cNvPr id="59395" name="Rectangle 2">
            <a:extLst>
              <a:ext uri="{FF2B5EF4-FFF2-40B4-BE49-F238E27FC236}">
                <a16:creationId xmlns:a16="http://schemas.microsoft.com/office/drawing/2014/main" id="{64C3C0FF-6D70-4C10-9BB5-0048CF496445}"/>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1F481785-7273-438D-A35D-8EA5775BBAA8}"/>
              </a:ext>
            </a:extLst>
          </p:cNvPr>
          <p:cNvSpPr>
            <a:spLocks noGrp="1" noChangeArrowheads="1"/>
          </p:cNvSpPr>
          <p:nvPr>
            <p:ph type="body" idx="1"/>
          </p:nvPr>
        </p:nvSpPr>
        <p:spPr>
          <a:noFill/>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4AADEAB5-8090-4EA2-ABAC-C1AC57945705}"/>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28675" name="Rectangle 7">
            <a:extLst>
              <a:ext uri="{FF2B5EF4-FFF2-40B4-BE49-F238E27FC236}">
                <a16:creationId xmlns:a16="http://schemas.microsoft.com/office/drawing/2014/main" id="{6C5CFC64-5EE5-485A-9223-3DF2BF07C423}"/>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7777BE0-8F11-4AC7-9828-D95C8A36910E}" type="slidenum">
              <a:rPr lang="zh-CN" altLang="en-US"/>
              <a:pPr>
                <a:spcBef>
                  <a:spcPct val="0"/>
                </a:spcBef>
              </a:pPr>
              <a:t>16</a:t>
            </a:fld>
            <a:endParaRPr lang="en-US" altLang="zh-CN"/>
          </a:p>
        </p:txBody>
      </p:sp>
      <p:sp>
        <p:nvSpPr>
          <p:cNvPr id="60420" name="Rectangle 2">
            <a:extLst>
              <a:ext uri="{FF2B5EF4-FFF2-40B4-BE49-F238E27FC236}">
                <a16:creationId xmlns:a16="http://schemas.microsoft.com/office/drawing/2014/main" id="{8D70C41E-2E95-44D8-9F57-6A7C10B75237}"/>
              </a:ext>
            </a:extLst>
          </p:cNvPr>
          <p:cNvSpPr>
            <a:spLocks noGrp="1" noRot="1" noChangeAspect="1" noChangeArrowheads="1" noTextEdit="1"/>
          </p:cNvSpPr>
          <p:nvPr>
            <p:ph type="sldImg"/>
          </p:nvPr>
        </p:nvSpPr>
        <p:spPr>
          <a:ln/>
        </p:spPr>
      </p:sp>
      <p:sp>
        <p:nvSpPr>
          <p:cNvPr id="60421" name="Rectangle 3">
            <a:extLst>
              <a:ext uri="{FF2B5EF4-FFF2-40B4-BE49-F238E27FC236}">
                <a16:creationId xmlns:a16="http://schemas.microsoft.com/office/drawing/2014/main" id="{7704573E-432F-4EDB-BD2B-0BDE447D18DD}"/>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a:extLst>
              <a:ext uri="{FF2B5EF4-FFF2-40B4-BE49-F238E27FC236}">
                <a16:creationId xmlns:a16="http://schemas.microsoft.com/office/drawing/2014/main" id="{B55DFC95-F2D8-4320-97DF-855CF401C14A}"/>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29699" name="Rectangle 7">
            <a:extLst>
              <a:ext uri="{FF2B5EF4-FFF2-40B4-BE49-F238E27FC236}">
                <a16:creationId xmlns:a16="http://schemas.microsoft.com/office/drawing/2014/main" id="{FA8C7185-295E-45C6-BE92-0324629F3829}"/>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B10179C-7EFF-4185-AE5B-29DD963EAFAA}" type="slidenum">
              <a:rPr lang="zh-CN" altLang="en-US"/>
              <a:pPr>
                <a:spcBef>
                  <a:spcPct val="0"/>
                </a:spcBef>
              </a:pPr>
              <a:t>18</a:t>
            </a:fld>
            <a:endParaRPr lang="en-US" altLang="zh-CN"/>
          </a:p>
        </p:txBody>
      </p:sp>
      <p:sp>
        <p:nvSpPr>
          <p:cNvPr id="61444" name="Rectangle 2">
            <a:extLst>
              <a:ext uri="{FF2B5EF4-FFF2-40B4-BE49-F238E27FC236}">
                <a16:creationId xmlns:a16="http://schemas.microsoft.com/office/drawing/2014/main" id="{9CAB2965-ABF2-4BE8-84DB-99486DCC4986}"/>
              </a:ext>
            </a:extLst>
          </p:cNvPr>
          <p:cNvSpPr>
            <a:spLocks noGrp="1" noRot="1" noChangeAspect="1" noChangeArrowheads="1" noTextEdit="1"/>
          </p:cNvSpPr>
          <p:nvPr>
            <p:ph type="sldImg"/>
          </p:nvPr>
        </p:nvSpPr>
        <p:spPr>
          <a:ln/>
        </p:spPr>
      </p:sp>
      <p:sp>
        <p:nvSpPr>
          <p:cNvPr id="61445" name="Rectangle 3">
            <a:extLst>
              <a:ext uri="{FF2B5EF4-FFF2-40B4-BE49-F238E27FC236}">
                <a16:creationId xmlns:a16="http://schemas.microsoft.com/office/drawing/2014/main" id="{1076679E-B42A-408F-95EA-3C999789A654}"/>
              </a:ext>
            </a:extLst>
          </p:cNvPr>
          <p:cNvSpPr>
            <a:spLocks noGrp="1" noChangeArrowheads="1"/>
          </p:cNvSpPr>
          <p:nvPr>
            <p:ph type="body" idx="1"/>
          </p:nvPr>
        </p:nvSpPr>
        <p:spPr>
          <a:noFill/>
        </p:spPr>
        <p:txBody>
          <a:bodyPr/>
          <a:lstStyle/>
          <a:p>
            <a:endParaRPr lang="zh-CN" altLang="en-US" sz="2400"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092A8C93-6523-4D98-ADDE-555C1C10FBAD}"/>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0723" name="Rectangle 7">
            <a:extLst>
              <a:ext uri="{FF2B5EF4-FFF2-40B4-BE49-F238E27FC236}">
                <a16:creationId xmlns:a16="http://schemas.microsoft.com/office/drawing/2014/main" id="{36FD24C9-18D3-494D-9F1D-DBF75C35CAD1}"/>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4D58879-05BC-43E7-9881-99E875B37E25}" type="slidenum">
              <a:rPr lang="zh-CN" altLang="en-US"/>
              <a:pPr>
                <a:spcBef>
                  <a:spcPct val="0"/>
                </a:spcBef>
              </a:pPr>
              <a:t>20</a:t>
            </a:fld>
            <a:endParaRPr lang="en-US" altLang="zh-CN"/>
          </a:p>
        </p:txBody>
      </p:sp>
      <p:sp>
        <p:nvSpPr>
          <p:cNvPr id="62468" name="Rectangle 2">
            <a:extLst>
              <a:ext uri="{FF2B5EF4-FFF2-40B4-BE49-F238E27FC236}">
                <a16:creationId xmlns:a16="http://schemas.microsoft.com/office/drawing/2014/main" id="{AE891E31-E4AA-40CD-8EF4-D96AE4772920}"/>
              </a:ext>
            </a:extLst>
          </p:cNvPr>
          <p:cNvSpPr>
            <a:spLocks noGrp="1" noRot="1" noChangeAspect="1" noChangeArrowheads="1" noTextEdit="1"/>
          </p:cNvSpPr>
          <p:nvPr>
            <p:ph type="sldImg"/>
          </p:nvPr>
        </p:nvSpPr>
        <p:spPr>
          <a:ln/>
        </p:spPr>
      </p:sp>
      <p:sp>
        <p:nvSpPr>
          <p:cNvPr id="62469" name="Rectangle 3">
            <a:extLst>
              <a:ext uri="{FF2B5EF4-FFF2-40B4-BE49-F238E27FC236}">
                <a16:creationId xmlns:a16="http://schemas.microsoft.com/office/drawing/2014/main" id="{1F0D65DD-D50B-4D68-8B25-1D424A193385}"/>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42F88B8C-A045-4C86-9390-ED38A30788F1}"/>
              </a:ext>
            </a:extLst>
          </p:cNvPr>
          <p:cNvSpPr>
            <a:spLocks noGrp="1" noChangeArrowheads="1"/>
          </p:cNvSpPr>
          <p:nvPr>
            <p:ph type="ftr" sz="quarter" idx="4"/>
          </p:nvPr>
        </p:nvSpPr>
        <p:spPr/>
        <p:txBody>
          <a:bodyPr/>
          <a:lstStyle/>
          <a:p>
            <a:pPr>
              <a:defRPr/>
            </a:pPr>
            <a:r>
              <a:rPr lang="zh-CN" altLang="en-US"/>
              <a:t>SJTU</a:t>
            </a:r>
            <a:endParaRPr lang="en-US" altLang="zh-CN"/>
          </a:p>
        </p:txBody>
      </p:sp>
      <p:sp>
        <p:nvSpPr>
          <p:cNvPr id="5" name="Rectangle 7">
            <a:extLst>
              <a:ext uri="{FF2B5EF4-FFF2-40B4-BE49-F238E27FC236}">
                <a16:creationId xmlns:a16="http://schemas.microsoft.com/office/drawing/2014/main" id="{5A049BC9-9FCA-48A2-9243-7372257D9C06}"/>
              </a:ext>
            </a:extLst>
          </p:cNvPr>
          <p:cNvSpPr>
            <a:spLocks noGrp="1" noChangeArrowheads="1"/>
          </p:cNvSpPr>
          <p:nvPr>
            <p:ph type="sldNum" sz="quarter" idx="5"/>
          </p:nvPr>
        </p:nvSpPr>
        <p:spPr/>
        <p:txBody>
          <a:bodyPr/>
          <a:lstStyle>
            <a:lvl1pPr eaLnBrk="0" hangingPunct="0">
              <a:defRPr sz="1600">
                <a:solidFill>
                  <a:schemeClr val="tx1"/>
                </a:solidFill>
                <a:latin typeface="Times New Roman" panose="02020603050405020304" pitchFamily="18" charset="0"/>
                <a:ea typeface="宋体" panose="02010600030101010101" pitchFamily="2" charset="-122"/>
              </a:defRPr>
            </a:lvl1pPr>
            <a:lvl2pPr marL="742950" indent="-285750" eaLnBrk="0" hangingPunct="0">
              <a:defRPr sz="1600">
                <a:solidFill>
                  <a:schemeClr val="tx1"/>
                </a:solidFill>
                <a:latin typeface="Times New Roman" panose="02020603050405020304" pitchFamily="18" charset="0"/>
                <a:ea typeface="宋体" panose="02010600030101010101" pitchFamily="2" charset="-122"/>
              </a:defRPr>
            </a:lvl2pPr>
            <a:lvl3pPr marL="1143000" indent="-228600" eaLnBrk="0" hangingPunct="0">
              <a:defRPr sz="1600">
                <a:solidFill>
                  <a:schemeClr val="tx1"/>
                </a:solidFill>
                <a:latin typeface="Times New Roman" panose="02020603050405020304" pitchFamily="18" charset="0"/>
                <a:ea typeface="宋体" panose="02010600030101010101" pitchFamily="2" charset="-122"/>
              </a:defRPr>
            </a:lvl3pPr>
            <a:lvl4pPr marL="1600200" indent="-228600" eaLnBrk="0" hangingPunct="0">
              <a:defRPr sz="1600">
                <a:solidFill>
                  <a:schemeClr val="tx1"/>
                </a:solidFill>
                <a:latin typeface="Times New Roman" panose="02020603050405020304" pitchFamily="18" charset="0"/>
                <a:ea typeface="宋体" panose="02010600030101010101" pitchFamily="2" charset="-122"/>
              </a:defRPr>
            </a:lvl4pPr>
            <a:lvl5pPr marL="2057400" indent="-228600" eaLnBrk="0" hangingPunct="0">
              <a:defRPr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ea typeface="宋体" panose="02010600030101010101" pitchFamily="2" charset="-122"/>
              </a:defRPr>
            </a:lvl9pPr>
          </a:lstStyle>
          <a:p>
            <a:fld id="{0042B8CE-BD32-45D2-BDBC-69E98D164C57}" type="slidenum">
              <a:rPr lang="zh-CN" altLang="en-US" sz="1200"/>
              <a:pPr/>
              <a:t>28</a:t>
            </a:fld>
            <a:endParaRPr lang="en-US" altLang="zh-CN" sz="1200"/>
          </a:p>
        </p:txBody>
      </p:sp>
      <p:sp>
        <p:nvSpPr>
          <p:cNvPr id="63492" name="Rectangle 1026">
            <a:extLst>
              <a:ext uri="{FF2B5EF4-FFF2-40B4-BE49-F238E27FC236}">
                <a16:creationId xmlns:a16="http://schemas.microsoft.com/office/drawing/2014/main" id="{5FAA0DE5-2005-4EFD-94B7-C1C968AE35BF}"/>
              </a:ext>
            </a:extLst>
          </p:cNvPr>
          <p:cNvSpPr>
            <a:spLocks noGrp="1" noRot="1" noChangeAspect="1" noChangeArrowheads="1" noTextEdit="1"/>
          </p:cNvSpPr>
          <p:nvPr>
            <p:ph type="sldImg"/>
          </p:nvPr>
        </p:nvSpPr>
        <p:spPr>
          <a:ln/>
        </p:spPr>
      </p:sp>
      <p:sp>
        <p:nvSpPr>
          <p:cNvPr id="63493" name="Rectangle 1027">
            <a:extLst>
              <a:ext uri="{FF2B5EF4-FFF2-40B4-BE49-F238E27FC236}">
                <a16:creationId xmlns:a16="http://schemas.microsoft.com/office/drawing/2014/main" id="{415A6C10-0534-441B-93BB-4546FB5CED77}"/>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a:extLst>
              <a:ext uri="{FF2B5EF4-FFF2-40B4-BE49-F238E27FC236}">
                <a16:creationId xmlns:a16="http://schemas.microsoft.com/office/drawing/2014/main" id="{F3641AA0-6D1E-48E5-A79E-3E9909044630}"/>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1747" name="Rectangle 7">
            <a:extLst>
              <a:ext uri="{FF2B5EF4-FFF2-40B4-BE49-F238E27FC236}">
                <a16:creationId xmlns:a16="http://schemas.microsoft.com/office/drawing/2014/main" id="{F3D3FA65-B6DE-4C8E-B40B-DEB7A79370B1}"/>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E15956A-E51A-4EF2-8CAD-5854EB91E483}" type="slidenum">
              <a:rPr lang="zh-CN" altLang="en-US"/>
              <a:pPr>
                <a:spcBef>
                  <a:spcPct val="0"/>
                </a:spcBef>
              </a:pPr>
              <a:t>29</a:t>
            </a:fld>
            <a:endParaRPr lang="en-US" altLang="zh-CN"/>
          </a:p>
        </p:txBody>
      </p:sp>
      <p:sp>
        <p:nvSpPr>
          <p:cNvPr id="64516" name="Rectangle 2">
            <a:extLst>
              <a:ext uri="{FF2B5EF4-FFF2-40B4-BE49-F238E27FC236}">
                <a16:creationId xmlns:a16="http://schemas.microsoft.com/office/drawing/2014/main" id="{53BA64D4-746E-4E9E-AD72-6B2FD3FDE194}"/>
              </a:ext>
            </a:extLst>
          </p:cNvPr>
          <p:cNvSpPr>
            <a:spLocks noGrp="1" noRot="1" noChangeAspect="1" noChangeArrowheads="1" noTextEdit="1"/>
          </p:cNvSpPr>
          <p:nvPr>
            <p:ph type="sldImg"/>
          </p:nvPr>
        </p:nvSpPr>
        <p:spPr>
          <a:ln/>
        </p:spPr>
      </p:sp>
      <p:sp>
        <p:nvSpPr>
          <p:cNvPr id="64517" name="Rectangle 3">
            <a:extLst>
              <a:ext uri="{FF2B5EF4-FFF2-40B4-BE49-F238E27FC236}">
                <a16:creationId xmlns:a16="http://schemas.microsoft.com/office/drawing/2014/main" id="{B7CBEC74-2090-43B9-9D57-7D25F0003F19}"/>
              </a:ext>
            </a:extLst>
          </p:cNvPr>
          <p:cNvSpPr>
            <a:spLocks noGrp="1" noChangeArrowheads="1"/>
          </p:cNvSpPr>
          <p:nvPr>
            <p:ph type="body" idx="1"/>
          </p:nvPr>
        </p:nvSpPr>
        <p:spPr>
          <a:noFill/>
        </p:spPr>
        <p:txBody>
          <a:bodyPr/>
          <a:lstStyle/>
          <a:p>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4294C8B9-11B6-4840-8273-C00BC79CFC30}"/>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2771" name="Rectangle 7">
            <a:extLst>
              <a:ext uri="{FF2B5EF4-FFF2-40B4-BE49-F238E27FC236}">
                <a16:creationId xmlns:a16="http://schemas.microsoft.com/office/drawing/2014/main" id="{80EF476C-8A1B-43BC-BDEF-EB4ACE2998F1}"/>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D8D91CE-771E-4B7C-85BE-FE081A713789}" type="slidenum">
              <a:rPr lang="zh-CN" altLang="en-US"/>
              <a:pPr>
                <a:spcBef>
                  <a:spcPct val="0"/>
                </a:spcBef>
              </a:pPr>
              <a:t>30</a:t>
            </a:fld>
            <a:endParaRPr lang="en-US" altLang="zh-CN"/>
          </a:p>
        </p:txBody>
      </p:sp>
      <p:sp>
        <p:nvSpPr>
          <p:cNvPr id="65540" name="Rectangle 1026">
            <a:extLst>
              <a:ext uri="{FF2B5EF4-FFF2-40B4-BE49-F238E27FC236}">
                <a16:creationId xmlns:a16="http://schemas.microsoft.com/office/drawing/2014/main" id="{7BBA57D9-D314-44AE-A09A-38999B50026E}"/>
              </a:ext>
            </a:extLst>
          </p:cNvPr>
          <p:cNvSpPr>
            <a:spLocks noGrp="1" noRot="1" noChangeAspect="1" noChangeArrowheads="1" noTextEdit="1"/>
          </p:cNvSpPr>
          <p:nvPr>
            <p:ph type="sldImg"/>
          </p:nvPr>
        </p:nvSpPr>
        <p:spPr>
          <a:ln/>
        </p:spPr>
      </p:sp>
      <p:sp>
        <p:nvSpPr>
          <p:cNvPr id="65541" name="Rectangle 1027">
            <a:extLst>
              <a:ext uri="{FF2B5EF4-FFF2-40B4-BE49-F238E27FC236}">
                <a16:creationId xmlns:a16="http://schemas.microsoft.com/office/drawing/2014/main" id="{C8E3141A-877D-41D0-B494-6A57AA82FEC0}"/>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a:extLst>
              <a:ext uri="{FF2B5EF4-FFF2-40B4-BE49-F238E27FC236}">
                <a16:creationId xmlns:a16="http://schemas.microsoft.com/office/drawing/2014/main" id="{6B5EF9D7-CCDA-45D4-AC0D-80D81E0D51B2}"/>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3795" name="Rectangle 7">
            <a:extLst>
              <a:ext uri="{FF2B5EF4-FFF2-40B4-BE49-F238E27FC236}">
                <a16:creationId xmlns:a16="http://schemas.microsoft.com/office/drawing/2014/main" id="{522B87DA-9E46-4A01-8C83-A6832C248ED3}"/>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ABDCBA3-102B-4D5C-AEDC-BCF7D2888C61}" type="slidenum">
              <a:rPr lang="zh-CN" altLang="en-US"/>
              <a:pPr>
                <a:spcBef>
                  <a:spcPct val="0"/>
                </a:spcBef>
              </a:pPr>
              <a:t>32</a:t>
            </a:fld>
            <a:endParaRPr lang="en-US" altLang="zh-CN"/>
          </a:p>
        </p:txBody>
      </p:sp>
      <p:sp>
        <p:nvSpPr>
          <p:cNvPr id="66564" name="Rectangle 2">
            <a:extLst>
              <a:ext uri="{FF2B5EF4-FFF2-40B4-BE49-F238E27FC236}">
                <a16:creationId xmlns:a16="http://schemas.microsoft.com/office/drawing/2014/main" id="{74D3BA85-6035-41E3-8443-C5098F5DC71D}"/>
              </a:ext>
            </a:extLst>
          </p:cNvPr>
          <p:cNvSpPr>
            <a:spLocks noGrp="1" noRot="1" noChangeAspect="1" noChangeArrowheads="1" noTextEdit="1"/>
          </p:cNvSpPr>
          <p:nvPr>
            <p:ph type="sldImg"/>
          </p:nvPr>
        </p:nvSpPr>
        <p:spPr>
          <a:ln/>
        </p:spPr>
      </p:sp>
      <p:sp>
        <p:nvSpPr>
          <p:cNvPr id="66565" name="Rectangle 3">
            <a:extLst>
              <a:ext uri="{FF2B5EF4-FFF2-40B4-BE49-F238E27FC236}">
                <a16:creationId xmlns:a16="http://schemas.microsoft.com/office/drawing/2014/main" id="{0F98C513-090F-40C6-B27E-B4039159DC84}"/>
              </a:ext>
            </a:extLst>
          </p:cNvPr>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1E5726EE-EEE0-4EEB-A330-A4A75BC89389}"/>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4819" name="Rectangle 7">
            <a:extLst>
              <a:ext uri="{FF2B5EF4-FFF2-40B4-BE49-F238E27FC236}">
                <a16:creationId xmlns:a16="http://schemas.microsoft.com/office/drawing/2014/main" id="{874E3D9F-DBE9-437D-9C55-95A3AC73199F}"/>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FEAC05F-75C1-49C1-BB05-EEC052704CD1}" type="slidenum">
              <a:rPr lang="zh-CN" altLang="en-US"/>
              <a:pPr>
                <a:spcBef>
                  <a:spcPct val="0"/>
                </a:spcBef>
              </a:pPr>
              <a:t>39</a:t>
            </a:fld>
            <a:endParaRPr lang="en-US" altLang="zh-CN"/>
          </a:p>
        </p:txBody>
      </p:sp>
      <p:sp>
        <p:nvSpPr>
          <p:cNvPr id="67588" name="Rectangle 2">
            <a:extLst>
              <a:ext uri="{FF2B5EF4-FFF2-40B4-BE49-F238E27FC236}">
                <a16:creationId xmlns:a16="http://schemas.microsoft.com/office/drawing/2014/main" id="{903991FC-BB3D-4041-941C-C2A79E8DC1B2}"/>
              </a:ext>
            </a:extLst>
          </p:cNvPr>
          <p:cNvSpPr>
            <a:spLocks noGrp="1" noRot="1" noChangeAspect="1" noChangeArrowheads="1" noTextEdit="1"/>
          </p:cNvSpPr>
          <p:nvPr>
            <p:ph type="sldImg"/>
          </p:nvPr>
        </p:nvSpPr>
        <p:spPr>
          <a:ln/>
        </p:spPr>
      </p:sp>
      <p:sp>
        <p:nvSpPr>
          <p:cNvPr id="67589" name="Rectangle 3">
            <a:extLst>
              <a:ext uri="{FF2B5EF4-FFF2-40B4-BE49-F238E27FC236}">
                <a16:creationId xmlns:a16="http://schemas.microsoft.com/office/drawing/2014/main" id="{4825C044-FD10-4ECC-94B6-B16C60261C0A}"/>
              </a:ext>
            </a:extLst>
          </p:cNvPr>
          <p:cNvSpPr>
            <a:spLocks noGrp="1" noChangeArrowheads="1"/>
          </p:cNvSpPr>
          <p:nvPr>
            <p:ph type="body" idx="1"/>
          </p:nvPr>
        </p:nvSpPr>
        <p:spPr>
          <a:noFill/>
        </p:spPr>
        <p:txBody>
          <a:bodyPr/>
          <a:lstStyle/>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868D519F-A28C-4FD9-900D-9BB856B20E52}"/>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5843" name="Rectangle 7">
            <a:extLst>
              <a:ext uri="{FF2B5EF4-FFF2-40B4-BE49-F238E27FC236}">
                <a16:creationId xmlns:a16="http://schemas.microsoft.com/office/drawing/2014/main" id="{54623BD4-CE92-416A-A065-23B5FD7CCD12}"/>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34A00C3-1BBB-42D2-A78B-3785A579A64D}" type="slidenum">
              <a:rPr lang="zh-CN" altLang="en-US"/>
              <a:pPr>
                <a:spcBef>
                  <a:spcPct val="0"/>
                </a:spcBef>
              </a:pPr>
              <a:t>43</a:t>
            </a:fld>
            <a:endParaRPr lang="en-US" altLang="zh-CN"/>
          </a:p>
        </p:txBody>
      </p:sp>
      <p:sp>
        <p:nvSpPr>
          <p:cNvPr id="68612" name="Rectangle 2">
            <a:extLst>
              <a:ext uri="{FF2B5EF4-FFF2-40B4-BE49-F238E27FC236}">
                <a16:creationId xmlns:a16="http://schemas.microsoft.com/office/drawing/2014/main" id="{ADF9214C-B868-4C2F-92A2-21F31772CDF2}"/>
              </a:ext>
            </a:extLst>
          </p:cNvPr>
          <p:cNvSpPr>
            <a:spLocks noGrp="1" noRot="1" noChangeAspect="1" noChangeArrowheads="1" noTextEdit="1"/>
          </p:cNvSpPr>
          <p:nvPr>
            <p:ph type="sldImg"/>
          </p:nvPr>
        </p:nvSpPr>
        <p:spPr>
          <a:ln/>
        </p:spPr>
      </p:sp>
      <p:sp>
        <p:nvSpPr>
          <p:cNvPr id="68613" name="Rectangle 3">
            <a:extLst>
              <a:ext uri="{FF2B5EF4-FFF2-40B4-BE49-F238E27FC236}">
                <a16:creationId xmlns:a16="http://schemas.microsoft.com/office/drawing/2014/main" id="{26AE6666-8EFB-43A5-898D-42893EEDD949}"/>
              </a:ext>
            </a:extLst>
          </p:cNvPr>
          <p:cNvSpPr>
            <a:spLocks noGrp="1" noChangeArrowheads="1"/>
          </p:cNvSpPr>
          <p:nvPr>
            <p:ph type="body" idx="1"/>
          </p:nvPr>
        </p:nvSpPr>
        <p:spPr>
          <a:noFill/>
        </p:spPr>
        <p:txBody>
          <a:bodyPr/>
          <a:lstStyle/>
          <a:p>
            <a:pPr algn="just"/>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a:extLst>
              <a:ext uri="{FF2B5EF4-FFF2-40B4-BE49-F238E27FC236}">
                <a16:creationId xmlns:a16="http://schemas.microsoft.com/office/drawing/2014/main" id="{D11A4DA1-3D0D-452D-A3F3-D1FF74E41615}"/>
              </a:ext>
            </a:extLst>
          </p:cNvPr>
          <p:cNvSpPr>
            <a:spLocks noGrp="1" noChangeArrowheads="1"/>
          </p:cNvSpPr>
          <p:nvPr>
            <p:ph type="ftr" sz="quarter" idx="4"/>
          </p:nvPr>
        </p:nvSpPr>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lang="en-US" altLang="zh-CN" sz="1200"/>
              <a:t>TJU</a:t>
            </a:r>
          </a:p>
        </p:txBody>
      </p:sp>
      <p:sp>
        <p:nvSpPr>
          <p:cNvPr id="37891" name="Rectangle 7">
            <a:extLst>
              <a:ext uri="{FF2B5EF4-FFF2-40B4-BE49-F238E27FC236}">
                <a16:creationId xmlns:a16="http://schemas.microsoft.com/office/drawing/2014/main" id="{87CA1E14-ED3F-4456-A93A-0E4D88442662}"/>
              </a:ext>
            </a:extLst>
          </p:cNvPr>
          <p:cNvSpPr>
            <a:spLocks noGrp="1" noChangeArrowheads="1"/>
          </p:cNvSpPr>
          <p:nvPr>
            <p:ph type="sldNum" sz="quarter" idx="5"/>
          </p:nvPr>
        </p:nvSpPr>
        <p:spPr/>
        <p:txBody>
          <a:bodyPr/>
          <a:lstStyle>
            <a:lvl1pPr eaLnBrk="0" hangingPunct="0">
              <a:spcBef>
                <a:spcPct val="30000"/>
              </a:spcBef>
              <a:defRPr sz="1200">
                <a:solidFill>
                  <a:schemeClr val="tx1"/>
                </a:solidFill>
                <a:latin typeface="Times New Roman" panose="02020603050405020304" pitchFamily="18" charset="0"/>
              </a:defRPr>
            </a:lvl1pPr>
            <a:lvl2pPr marL="742950" indent="-285750" eaLnBrk="0" hangingPunct="0">
              <a:spcBef>
                <a:spcPct val="30000"/>
              </a:spcBef>
              <a:defRPr sz="1200">
                <a:solidFill>
                  <a:schemeClr val="tx1"/>
                </a:solidFill>
                <a:latin typeface="Times New Roman" panose="02020603050405020304" pitchFamily="18" charset="0"/>
              </a:defRPr>
            </a:lvl2pPr>
            <a:lvl3pPr marL="1143000" indent="-228600" eaLnBrk="0" hangingPunct="0">
              <a:spcBef>
                <a:spcPct val="30000"/>
              </a:spcBef>
              <a:defRPr sz="1200">
                <a:solidFill>
                  <a:schemeClr val="tx1"/>
                </a:solidFill>
                <a:latin typeface="Times New Roman" panose="02020603050405020304" pitchFamily="18" charset="0"/>
              </a:defRPr>
            </a:lvl3pPr>
            <a:lvl4pPr marL="1600200" indent="-228600" eaLnBrk="0" hangingPunct="0">
              <a:spcBef>
                <a:spcPct val="30000"/>
              </a:spcBef>
              <a:defRPr sz="1200">
                <a:solidFill>
                  <a:schemeClr val="tx1"/>
                </a:solidFill>
                <a:latin typeface="Times New Roman" panose="02020603050405020304" pitchFamily="18" charset="0"/>
              </a:defRPr>
            </a:lvl4pPr>
            <a:lvl5pPr marL="2057400" indent="-228600" eaLnBrk="0" hangingPunct="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7690A4A-910A-4F31-97DB-A5482D38C024}" type="slidenum">
              <a:rPr lang="zh-CN" altLang="en-US"/>
              <a:pPr>
                <a:spcBef>
                  <a:spcPct val="0"/>
                </a:spcBef>
              </a:pPr>
              <a:t>44</a:t>
            </a:fld>
            <a:endParaRPr lang="en-US" altLang="zh-CN"/>
          </a:p>
        </p:txBody>
      </p:sp>
      <p:sp>
        <p:nvSpPr>
          <p:cNvPr id="69636" name="Rectangle 2">
            <a:extLst>
              <a:ext uri="{FF2B5EF4-FFF2-40B4-BE49-F238E27FC236}">
                <a16:creationId xmlns:a16="http://schemas.microsoft.com/office/drawing/2014/main" id="{DEE6236B-14A4-4C83-9E91-6BEFCCAFEC50}"/>
              </a:ext>
            </a:extLst>
          </p:cNvPr>
          <p:cNvSpPr>
            <a:spLocks noGrp="1" noRot="1" noChangeAspect="1" noChangeArrowheads="1" noTextEdit="1"/>
          </p:cNvSpPr>
          <p:nvPr>
            <p:ph type="sldImg"/>
          </p:nvPr>
        </p:nvSpPr>
        <p:spPr>
          <a:ln/>
        </p:spPr>
      </p:sp>
      <p:sp>
        <p:nvSpPr>
          <p:cNvPr id="69637" name="Rectangle 3">
            <a:extLst>
              <a:ext uri="{FF2B5EF4-FFF2-40B4-BE49-F238E27FC236}">
                <a16:creationId xmlns:a16="http://schemas.microsoft.com/office/drawing/2014/main" id="{E42E390C-EA22-4EC5-BE4D-281283E28479}"/>
              </a:ext>
            </a:extLst>
          </p:cNvPr>
          <p:cNvSpPr>
            <a:spLocks noGrp="1" noChangeArrowheads="1"/>
          </p:cNvSpPr>
          <p:nvPr>
            <p:ph type="body" idx="1"/>
          </p:nvPr>
        </p:nvSpPr>
        <p:spPr>
          <a:noFill/>
        </p:spPr>
        <p:txBody>
          <a:bodyPr/>
          <a:lstStyle/>
          <a:p>
            <a:r>
              <a:rPr lang="en-US" altLang="zh-CN" dirty="0"/>
              <a:t>A diamond is used to represent a dependent source. Both the dependent current source and the dependent voltage source may be controlled by either a voltage or a current elsewhere in the circuit. </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0E68988A-9D3A-4268-995C-60132F582890}"/>
              </a:ext>
            </a:extLst>
          </p:cNvPr>
          <p:cNvGrpSpPr>
            <a:grpSpLocks/>
          </p:cNvGrpSpPr>
          <p:nvPr/>
        </p:nvGrpSpPr>
        <p:grpSpPr bwMode="auto">
          <a:xfrm>
            <a:off x="0" y="0"/>
            <a:ext cx="8805863" cy="6858000"/>
            <a:chOff x="0" y="0"/>
            <a:chExt cx="5547" cy="4320"/>
          </a:xfrm>
        </p:grpSpPr>
        <p:grpSp>
          <p:nvGrpSpPr>
            <p:cNvPr id="5" name="Group 3">
              <a:extLst>
                <a:ext uri="{FF2B5EF4-FFF2-40B4-BE49-F238E27FC236}">
                  <a16:creationId xmlns:a16="http://schemas.microsoft.com/office/drawing/2014/main" id="{15D0B4E3-B584-4055-8050-77E4E0C4B98D}"/>
                </a:ext>
              </a:extLst>
            </p:cNvPr>
            <p:cNvGrpSpPr>
              <a:grpSpLocks/>
            </p:cNvGrpSpPr>
            <p:nvPr userDrawn="1"/>
          </p:nvGrpSpPr>
          <p:grpSpPr bwMode="auto">
            <a:xfrm rot="-215207">
              <a:off x="3690" y="234"/>
              <a:ext cx="1857" cy="3625"/>
              <a:chOff x="3010" y="778"/>
              <a:chExt cx="1857" cy="3625"/>
            </a:xfrm>
          </p:grpSpPr>
          <p:sp>
            <p:nvSpPr>
              <p:cNvPr id="39" name="Freeform 4">
                <a:extLst>
                  <a:ext uri="{FF2B5EF4-FFF2-40B4-BE49-F238E27FC236}">
                    <a16:creationId xmlns:a16="http://schemas.microsoft.com/office/drawing/2014/main" id="{A46B48B7-7CDF-499E-9CB3-813E7EEB29CB}"/>
                  </a:ext>
                </a:extLst>
              </p:cNvPr>
              <p:cNvSpPr>
                <a:spLocks/>
              </p:cNvSpPr>
              <p:nvPr userDrawn="1"/>
            </p:nvSpPr>
            <p:spPr bwMode="ltGray">
              <a:xfrm rot="12185230" flipV="1">
                <a:off x="3534" y="778"/>
                <a:ext cx="1333" cy="1485"/>
              </a:xfrm>
              <a:custGeom>
                <a:avLst/>
                <a:gdLst>
                  <a:gd name="T0" fmla="*/ 253576 w 596"/>
                  <a:gd name="T1" fmla="*/ 5589692 h 666"/>
                  <a:gd name="T2" fmla="*/ 90780 w 596"/>
                  <a:gd name="T3" fmla="*/ 5148091 h 666"/>
                  <a:gd name="T4" fmla="*/ 0 w 596"/>
                  <a:gd name="T5" fmla="*/ 4362214 h 666"/>
                  <a:gd name="T6" fmla="*/ 63179 w 596"/>
                  <a:gd name="T7" fmla="*/ 3354129 h 666"/>
                  <a:gd name="T8" fmla="*/ 391938 w 596"/>
                  <a:gd name="T9" fmla="*/ 2281948 h 666"/>
                  <a:gd name="T10" fmla="*/ 1077010 w 596"/>
                  <a:gd name="T11" fmla="*/ 1267010 h 666"/>
                  <a:gd name="T12" fmla="*/ 2226428 w 596"/>
                  <a:gd name="T13" fmla="*/ 467487 h 666"/>
                  <a:gd name="T14" fmla="*/ 3867552 w 596"/>
                  <a:gd name="T15" fmla="*/ 27394 h 666"/>
                  <a:gd name="T16" fmla="*/ 5954600 w 596"/>
                  <a:gd name="T17" fmla="*/ 136194 h 666"/>
                  <a:gd name="T18" fmla="*/ 7586235 w 596"/>
                  <a:gd name="T19" fmla="*/ 1030091 h 666"/>
                  <a:gd name="T20" fmla="*/ 8679456 w 596"/>
                  <a:gd name="T21" fmla="*/ 2494512 h 666"/>
                  <a:gd name="T22" fmla="*/ 9262482 w 596"/>
                  <a:gd name="T23" fmla="*/ 4285978 h 666"/>
                  <a:gd name="T24" fmla="*/ 9323841 w 596"/>
                  <a:gd name="T25" fmla="*/ 6178102 h 666"/>
                  <a:gd name="T26" fmla="*/ 8869728 w 596"/>
                  <a:gd name="T27" fmla="*/ 7930892 h 666"/>
                  <a:gd name="T28" fmla="*/ 7943105 w 596"/>
                  <a:gd name="T29" fmla="*/ 9285366 h 666"/>
                  <a:gd name="T30" fmla="*/ 6536927 w 596"/>
                  <a:gd name="T31" fmla="*/ 10011159 h 666"/>
                  <a:gd name="T32" fmla="*/ 6094975 w 596"/>
                  <a:gd name="T33" fmla="*/ 9947119 h 666"/>
                  <a:gd name="T34" fmla="*/ 6907089 w 596"/>
                  <a:gd name="T35" fmla="*/ 9319655 h 666"/>
                  <a:gd name="T36" fmla="*/ 7551168 w 596"/>
                  <a:gd name="T37" fmla="*/ 8216099 h 666"/>
                  <a:gd name="T38" fmla="*/ 7971380 w 596"/>
                  <a:gd name="T39" fmla="*/ 6852646 h 666"/>
                  <a:gd name="T40" fmla="*/ 8146088 w 596"/>
                  <a:gd name="T41" fmla="*/ 5364832 h 666"/>
                  <a:gd name="T42" fmla="*/ 8055377 w 596"/>
                  <a:gd name="T43" fmla="*/ 3895124 h 666"/>
                  <a:gd name="T44" fmla="*/ 7601390 w 596"/>
                  <a:gd name="T45" fmla="*/ 2627714 h 666"/>
                  <a:gd name="T46" fmla="*/ 6781002 w 596"/>
                  <a:gd name="T47" fmla="*/ 1691654 h 666"/>
                  <a:gd name="T48" fmla="*/ 5346544 w 596"/>
                  <a:gd name="T49" fmla="*/ 1129227 h 666"/>
                  <a:gd name="T50" fmla="*/ 3852759 w 596"/>
                  <a:gd name="T51" fmla="*/ 920689 h 666"/>
                  <a:gd name="T52" fmla="*/ 2725135 w 596"/>
                  <a:gd name="T53" fmla="*/ 1069169 h 666"/>
                  <a:gd name="T54" fmla="*/ 1897850 w 596"/>
                  <a:gd name="T55" fmla="*/ 1524337 h 666"/>
                  <a:gd name="T56" fmla="*/ 1314899 w 596"/>
                  <a:gd name="T57" fmla="*/ 2247659 h 666"/>
                  <a:gd name="T58" fmla="*/ 889064 w 596"/>
                  <a:gd name="T59" fmla="*/ 3107264 h 666"/>
                  <a:gd name="T60" fmla="*/ 622844 w 596"/>
                  <a:gd name="T61" fmla="*/ 4103298 h 666"/>
                  <a:gd name="T62" fmla="*/ 441456 w 596"/>
                  <a:gd name="T63" fmla="*/ 5121299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5">
                <a:extLst>
                  <a:ext uri="{FF2B5EF4-FFF2-40B4-BE49-F238E27FC236}">
                    <a16:creationId xmlns:a16="http://schemas.microsoft.com/office/drawing/2014/main" id="{F42AA605-D83F-4B8D-8981-0FA71FEAE3C0}"/>
                  </a:ext>
                </a:extLst>
              </p:cNvPr>
              <p:cNvSpPr>
                <a:spLocks/>
              </p:cNvSpPr>
              <p:nvPr userDrawn="1"/>
            </p:nvSpPr>
            <p:spPr bwMode="ltGray">
              <a:xfrm rot="12185230" flipV="1">
                <a:off x="4029" y="1802"/>
                <a:ext cx="571" cy="531"/>
              </a:xfrm>
              <a:custGeom>
                <a:avLst/>
                <a:gdLst>
                  <a:gd name="T0" fmla="*/ 0 w 257"/>
                  <a:gd name="T1" fmla="*/ 0 h 237"/>
                  <a:gd name="T2" fmla="*/ 0 w 257"/>
                  <a:gd name="T3" fmla="*/ 398192 h 237"/>
                  <a:gd name="T4" fmla="*/ 47542 w 257"/>
                  <a:gd name="T5" fmla="*/ 799464 h 237"/>
                  <a:gd name="T6" fmla="*/ 84184 w 257"/>
                  <a:gd name="T7" fmla="*/ 1198292 h 237"/>
                  <a:gd name="T8" fmla="*/ 155539 w 257"/>
                  <a:gd name="T9" fmla="*/ 1572087 h 237"/>
                  <a:gd name="T10" fmla="*/ 261389 w 257"/>
                  <a:gd name="T11" fmla="*/ 1906261 h 237"/>
                  <a:gd name="T12" fmla="*/ 388887 w 257"/>
                  <a:gd name="T13" fmla="*/ 2256327 h 237"/>
                  <a:gd name="T14" fmla="*/ 547294 w 257"/>
                  <a:gd name="T15" fmla="*/ 2579374 h 237"/>
                  <a:gd name="T16" fmla="*/ 736297 w 257"/>
                  <a:gd name="T17" fmla="*/ 2849689 h 237"/>
                  <a:gd name="T18" fmla="*/ 969627 w 257"/>
                  <a:gd name="T19" fmla="*/ 3107143 h 237"/>
                  <a:gd name="T20" fmla="*/ 1242676 w 257"/>
                  <a:gd name="T21" fmla="*/ 3327842 h 237"/>
                  <a:gd name="T22" fmla="*/ 1535575 w 257"/>
                  <a:gd name="T23" fmla="*/ 3506986 h 237"/>
                  <a:gd name="T24" fmla="*/ 1895869 w 257"/>
                  <a:gd name="T25" fmla="*/ 3649249 h 237"/>
                  <a:gd name="T26" fmla="*/ 2286040 w 257"/>
                  <a:gd name="T27" fmla="*/ 3741861 h 237"/>
                  <a:gd name="T28" fmla="*/ 2723055 w 257"/>
                  <a:gd name="T29" fmla="*/ 3793014 h 237"/>
                  <a:gd name="T30" fmla="*/ 3183261 w 257"/>
                  <a:gd name="T31" fmla="*/ 3777646 h 237"/>
                  <a:gd name="T32" fmla="*/ 3718805 w 257"/>
                  <a:gd name="T33" fmla="*/ 3713292 h 237"/>
                  <a:gd name="T34" fmla="*/ 3241498 w 257"/>
                  <a:gd name="T35" fmla="*/ 3633362 h 237"/>
                  <a:gd name="T36" fmla="*/ 2819249 w 257"/>
                  <a:gd name="T37" fmla="*/ 3522271 h 237"/>
                  <a:gd name="T38" fmla="*/ 2461881 w 257"/>
                  <a:gd name="T39" fmla="*/ 3391593 h 237"/>
                  <a:gd name="T40" fmla="*/ 2142296 w 257"/>
                  <a:gd name="T41" fmla="*/ 3263884 h 237"/>
                  <a:gd name="T42" fmla="*/ 1849620 w 257"/>
                  <a:gd name="T43" fmla="*/ 3086154 h 237"/>
                  <a:gd name="T44" fmla="*/ 1621680 w 257"/>
                  <a:gd name="T45" fmla="*/ 2914119 h 237"/>
                  <a:gd name="T46" fmla="*/ 1406060 w 257"/>
                  <a:gd name="T47" fmla="*/ 2705725 h 237"/>
                  <a:gd name="T48" fmla="*/ 1215972 w 257"/>
                  <a:gd name="T49" fmla="*/ 2477075 h 237"/>
                  <a:gd name="T50" fmla="*/ 1040929 w 257"/>
                  <a:gd name="T51" fmla="*/ 2256327 h 237"/>
                  <a:gd name="T52" fmla="*/ 885443 w 257"/>
                  <a:gd name="T53" fmla="*/ 1998872 h 237"/>
                  <a:gd name="T54" fmla="*/ 755784 w 257"/>
                  <a:gd name="T55" fmla="*/ 1714420 h 237"/>
                  <a:gd name="T56" fmla="*/ 624074 w 257"/>
                  <a:gd name="T57" fmla="*/ 1405759 h 237"/>
                  <a:gd name="T58" fmla="*/ 474925 w 257"/>
                  <a:gd name="T59" fmla="*/ 1105587 h 237"/>
                  <a:gd name="T60" fmla="*/ 331398 w 257"/>
                  <a:gd name="T61" fmla="*/ 749873 h 237"/>
                  <a:gd name="T62" fmla="*/ 175033 w 257"/>
                  <a:gd name="T63" fmla="*/ 38544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6">
                <a:extLst>
                  <a:ext uri="{FF2B5EF4-FFF2-40B4-BE49-F238E27FC236}">
                    <a16:creationId xmlns:a16="http://schemas.microsoft.com/office/drawing/2014/main" id="{398C808C-7205-484F-ACAA-820714F81285}"/>
                  </a:ext>
                </a:extLst>
              </p:cNvPr>
              <p:cNvSpPr>
                <a:spLocks/>
              </p:cNvSpPr>
              <p:nvPr userDrawn="1"/>
            </p:nvSpPr>
            <p:spPr bwMode="ltGray">
              <a:xfrm rot="12185230" flipV="1">
                <a:off x="3639" y="2167"/>
                <a:ext cx="277" cy="249"/>
              </a:xfrm>
              <a:custGeom>
                <a:avLst/>
                <a:gdLst>
                  <a:gd name="T0" fmla="*/ 1188591 w 124"/>
                  <a:gd name="T1" fmla="*/ 0 h 110"/>
                  <a:gd name="T2" fmla="*/ 1915426 w 124"/>
                  <a:gd name="T3" fmla="*/ 1950915 h 110"/>
                  <a:gd name="T4" fmla="*/ 1853528 w 124"/>
                  <a:gd name="T5" fmla="*/ 1935036 h 110"/>
                  <a:gd name="T6" fmla="*/ 1652459 w 124"/>
                  <a:gd name="T7" fmla="*/ 1903974 h 110"/>
                  <a:gd name="T8" fmla="*/ 1376625 w 124"/>
                  <a:gd name="T9" fmla="*/ 1830275 h 110"/>
                  <a:gd name="T10" fmla="*/ 1052928 w 124"/>
                  <a:gd name="T11" fmla="*/ 1791623 h 110"/>
                  <a:gd name="T12" fmla="*/ 699467 w 124"/>
                  <a:gd name="T13" fmla="*/ 1758825 h 110"/>
                  <a:gd name="T14" fmla="*/ 386449 w 124"/>
                  <a:gd name="T15" fmla="*/ 1777369 h 110"/>
                  <a:gd name="T16" fmla="*/ 140169 w 124"/>
                  <a:gd name="T17" fmla="*/ 1847625 h 110"/>
                  <a:gd name="T18" fmla="*/ 0 w 124"/>
                  <a:gd name="T19" fmla="*/ 1992881 h 110"/>
                  <a:gd name="T20" fmla="*/ 62747 w 124"/>
                  <a:gd name="T21" fmla="*/ 1777369 h 110"/>
                  <a:gd name="T22" fmla="*/ 123493 w 124"/>
                  <a:gd name="T23" fmla="*/ 1607675 h 110"/>
                  <a:gd name="T24" fmla="*/ 248152 w 124"/>
                  <a:gd name="T25" fmla="*/ 1487026 h 110"/>
                  <a:gd name="T26" fmla="*/ 386449 w 124"/>
                  <a:gd name="T27" fmla="*/ 1374700 h 110"/>
                  <a:gd name="T28" fmla="*/ 554340 w 124"/>
                  <a:gd name="T29" fmla="*/ 1302845 h 110"/>
                  <a:gd name="T30" fmla="*/ 727333 w 124"/>
                  <a:gd name="T31" fmla="*/ 1285804 h 110"/>
                  <a:gd name="T32" fmla="*/ 912728 w 124"/>
                  <a:gd name="T33" fmla="*/ 1285804 h 110"/>
                  <a:gd name="T34" fmla="*/ 1113658 w 124"/>
                  <a:gd name="T35" fmla="*/ 1342117 h 110"/>
                  <a:gd name="T36" fmla="*/ 1126233 w 124"/>
                  <a:gd name="T37" fmla="*/ 1285804 h 110"/>
                  <a:gd name="T38" fmla="*/ 1076507 w 124"/>
                  <a:gd name="T39" fmla="*/ 1014111 h 110"/>
                  <a:gd name="T40" fmla="*/ 1036241 w 124"/>
                  <a:gd name="T41" fmla="*/ 688005 h 110"/>
                  <a:gd name="T42" fmla="*/ 1002698 w 124"/>
                  <a:gd name="T43" fmla="*/ 544466 h 110"/>
                  <a:gd name="T44" fmla="*/ 975476 w 124"/>
                  <a:gd name="T45" fmla="*/ 544466 h 110"/>
                  <a:gd name="T46" fmla="*/ 940819 w 124"/>
                  <a:gd name="T47" fmla="*/ 525933 h 110"/>
                  <a:gd name="T48" fmla="*/ 912728 w 124"/>
                  <a:gd name="T49" fmla="*/ 472923 h 110"/>
                  <a:gd name="T50" fmla="*/ 878092 w 124"/>
                  <a:gd name="T51" fmla="*/ 416287 h 110"/>
                  <a:gd name="T52" fmla="*/ 878092 w 124"/>
                  <a:gd name="T53" fmla="*/ 343249 h 110"/>
                  <a:gd name="T54" fmla="*/ 912728 w 124"/>
                  <a:gd name="T55" fmla="*/ 254261 h 110"/>
                  <a:gd name="T56" fmla="*/ 1015107 w 124"/>
                  <a:gd name="T57" fmla="*/ 145570 h 110"/>
                  <a:gd name="T58" fmla="*/ 1188591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7">
                <a:extLst>
                  <a:ext uri="{FF2B5EF4-FFF2-40B4-BE49-F238E27FC236}">
                    <a16:creationId xmlns:a16="http://schemas.microsoft.com/office/drawing/2014/main" id="{156F1B15-E07F-4D9A-B00C-FD451A4E741A}"/>
                  </a:ext>
                </a:extLst>
              </p:cNvPr>
              <p:cNvSpPr>
                <a:spLocks/>
              </p:cNvSpPr>
              <p:nvPr userDrawn="1"/>
            </p:nvSpPr>
            <p:spPr bwMode="ltGray">
              <a:xfrm rot="12185230" flipV="1">
                <a:off x="3979" y="977"/>
                <a:ext cx="245" cy="347"/>
              </a:xfrm>
              <a:custGeom>
                <a:avLst/>
                <a:gdLst>
                  <a:gd name="T0" fmla="*/ 0 w 109"/>
                  <a:gd name="T1" fmla="*/ 0 h 156"/>
                  <a:gd name="T2" fmla="*/ 82032 w 109"/>
                  <a:gd name="T3" fmla="*/ 11874 h 156"/>
                  <a:gd name="T4" fmla="*/ 295704 w 109"/>
                  <a:gd name="T5" fmla="*/ 70626 h 156"/>
                  <a:gd name="T6" fmla="*/ 615143 w 109"/>
                  <a:gd name="T7" fmla="*/ 177313 h 156"/>
                  <a:gd name="T8" fmla="*/ 960339 w 109"/>
                  <a:gd name="T9" fmla="*/ 349442 h 156"/>
                  <a:gd name="T10" fmla="*/ 1293283 w 109"/>
                  <a:gd name="T11" fmla="*/ 646579 h 156"/>
                  <a:gd name="T12" fmla="*/ 1598789 w 109"/>
                  <a:gd name="T13" fmla="*/ 1041031 h 156"/>
                  <a:gd name="T14" fmla="*/ 1783683 w 109"/>
                  <a:gd name="T15" fmla="*/ 1583930 h 156"/>
                  <a:gd name="T16" fmla="*/ 1813016 w 109"/>
                  <a:gd name="T17" fmla="*/ 2288732 h 156"/>
                  <a:gd name="T18" fmla="*/ 1743993 w 109"/>
                  <a:gd name="T19" fmla="*/ 2288732 h 156"/>
                  <a:gd name="T20" fmla="*/ 1648911 w 109"/>
                  <a:gd name="T21" fmla="*/ 2288732 h 156"/>
                  <a:gd name="T22" fmla="*/ 1546685 w 109"/>
                  <a:gd name="T23" fmla="*/ 2288732 h 156"/>
                  <a:gd name="T24" fmla="*/ 1450993 w 109"/>
                  <a:gd name="T25" fmla="*/ 2262360 h 156"/>
                  <a:gd name="T26" fmla="*/ 1346064 w 109"/>
                  <a:gd name="T27" fmla="*/ 2241900 h 156"/>
                  <a:gd name="T28" fmla="*/ 1227529 w 109"/>
                  <a:gd name="T29" fmla="*/ 2203615 h 156"/>
                  <a:gd name="T30" fmla="*/ 1095112 w 109"/>
                  <a:gd name="T31" fmla="*/ 2128749 h 156"/>
                  <a:gd name="T32" fmla="*/ 960339 w 109"/>
                  <a:gd name="T33" fmla="*/ 2037043 h 156"/>
                  <a:gd name="T34" fmla="*/ 878817 w 109"/>
                  <a:gd name="T35" fmla="*/ 1847755 h 156"/>
                  <a:gd name="T36" fmla="*/ 878817 w 109"/>
                  <a:gd name="T37" fmla="*/ 1627555 h 156"/>
                  <a:gd name="T38" fmla="*/ 931542 w 109"/>
                  <a:gd name="T39" fmla="*/ 1412074 h 156"/>
                  <a:gd name="T40" fmla="*/ 983821 w 109"/>
                  <a:gd name="T41" fmla="*/ 1174675 h 156"/>
                  <a:gd name="T42" fmla="*/ 931542 w 109"/>
                  <a:gd name="T43" fmla="*/ 910350 h 156"/>
                  <a:gd name="T44" fmla="*/ 799428 w 109"/>
                  <a:gd name="T45" fmla="*/ 634823 h 156"/>
                  <a:gd name="T46" fmla="*/ 516464 w 109"/>
                  <a:gd name="T47" fmla="*/ 334286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8">
                <a:extLst>
                  <a:ext uri="{FF2B5EF4-FFF2-40B4-BE49-F238E27FC236}">
                    <a16:creationId xmlns:a16="http://schemas.microsoft.com/office/drawing/2014/main" id="{CF15C247-E5AD-4EBE-8B6E-9957DE7227E1}"/>
                  </a:ext>
                </a:extLst>
              </p:cNvPr>
              <p:cNvSpPr>
                <a:spLocks/>
              </p:cNvSpPr>
              <p:nvPr userDrawn="1"/>
            </p:nvSpPr>
            <p:spPr bwMode="ltGray">
              <a:xfrm rot="12185230" flipV="1">
                <a:off x="3845" y="2207"/>
                <a:ext cx="103" cy="209"/>
              </a:xfrm>
              <a:custGeom>
                <a:avLst/>
                <a:gdLst>
                  <a:gd name="T0" fmla="*/ 491028 w 46"/>
                  <a:gd name="T1" fmla="*/ 0 h 94"/>
                  <a:gd name="T2" fmla="*/ 319770 w 46"/>
                  <a:gd name="T3" fmla="*/ 552607 h 94"/>
                  <a:gd name="T4" fmla="*/ 240738 w 46"/>
                  <a:gd name="T5" fmla="*/ 907038 h 94"/>
                  <a:gd name="T6" fmla="*/ 176958 w 46"/>
                  <a:gd name="T7" fmla="*/ 1154002 h 94"/>
                  <a:gd name="T8" fmla="*/ 0 w 46"/>
                  <a:gd name="T9" fmla="*/ 1373154 h 94"/>
                  <a:gd name="T10" fmla="*/ 189679 w 46"/>
                  <a:gd name="T11" fmla="*/ 1286419 h 94"/>
                  <a:gd name="T12" fmla="*/ 367750 w 46"/>
                  <a:gd name="T13" fmla="*/ 1168724 h 94"/>
                  <a:gd name="T14" fmla="*/ 510560 w 46"/>
                  <a:gd name="T15" fmla="*/ 1004080 h 94"/>
                  <a:gd name="T16" fmla="*/ 639462 w 46"/>
                  <a:gd name="T17" fmla="*/ 832371 h 94"/>
                  <a:gd name="T18" fmla="*/ 716007 w 46"/>
                  <a:gd name="T19" fmla="*/ 643958 h 94"/>
                  <a:gd name="T20" fmla="*/ 731721 w 46"/>
                  <a:gd name="T21" fmla="*/ 439425 h 94"/>
                  <a:gd name="T22" fmla="*/ 664778 w 46"/>
                  <a:gd name="T23" fmla="*/ 214914 h 94"/>
                  <a:gd name="T24" fmla="*/ 491028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9">
                <a:extLst>
                  <a:ext uri="{FF2B5EF4-FFF2-40B4-BE49-F238E27FC236}">
                    <a16:creationId xmlns:a16="http://schemas.microsoft.com/office/drawing/2014/main" id="{EADCFDBC-9849-4A39-9A90-C031526A54B1}"/>
                  </a:ext>
                </a:extLst>
              </p:cNvPr>
              <p:cNvSpPr>
                <a:spLocks/>
              </p:cNvSpPr>
              <p:nvPr userDrawn="1"/>
            </p:nvSpPr>
            <p:spPr bwMode="ltGray">
              <a:xfrm rot="12185230" flipV="1">
                <a:off x="3895" y="1325"/>
                <a:ext cx="120" cy="90"/>
              </a:xfrm>
              <a:custGeom>
                <a:avLst/>
                <a:gdLst>
                  <a:gd name="T0" fmla="*/ 0 w 54"/>
                  <a:gd name="T1" fmla="*/ 0 h 40"/>
                  <a:gd name="T2" fmla="*/ 11807 w 54"/>
                  <a:gd name="T3" fmla="*/ 16382 h 40"/>
                  <a:gd name="T4" fmla="*/ 84542 w 54"/>
                  <a:gd name="T5" fmla="*/ 53228 h 40"/>
                  <a:gd name="T6" fmla="*/ 187871 w 54"/>
                  <a:gd name="T7" fmla="*/ 136096 h 40"/>
                  <a:gd name="T8" fmla="*/ 305051 w 54"/>
                  <a:gd name="T9" fmla="*/ 202289 h 40"/>
                  <a:gd name="T10" fmla="*/ 417491 w 54"/>
                  <a:gd name="T11" fmla="*/ 255470 h 40"/>
                  <a:gd name="T12" fmla="*/ 549398 w 54"/>
                  <a:gd name="T13" fmla="*/ 286999 h 40"/>
                  <a:gd name="T14" fmla="*/ 666073 w 54"/>
                  <a:gd name="T15" fmla="*/ 306216 h 40"/>
                  <a:gd name="T16" fmla="*/ 783838 w 54"/>
                  <a:gd name="T17" fmla="*/ 269467 h 40"/>
                  <a:gd name="T18" fmla="*/ 768836 w 54"/>
                  <a:gd name="T19" fmla="*/ 419859 h 40"/>
                  <a:gd name="T20" fmla="*/ 725476 w 54"/>
                  <a:gd name="T21" fmla="*/ 555842 h 40"/>
                  <a:gd name="T22" fmla="*/ 639858 w 54"/>
                  <a:gd name="T23" fmla="*/ 645748 h 40"/>
                  <a:gd name="T24" fmla="*/ 534231 w 54"/>
                  <a:gd name="T25" fmla="*/ 675191 h 40"/>
                  <a:gd name="T26" fmla="*/ 405738 w 54"/>
                  <a:gd name="T27" fmla="*/ 659507 h 40"/>
                  <a:gd name="T28" fmla="*/ 273516 w 54"/>
                  <a:gd name="T29" fmla="*/ 539233 h 40"/>
                  <a:gd name="T30" fmla="*/ 144053 w 54"/>
                  <a:gd name="T31" fmla="*/ 335797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10">
                <a:extLst>
                  <a:ext uri="{FF2B5EF4-FFF2-40B4-BE49-F238E27FC236}">
                    <a16:creationId xmlns:a16="http://schemas.microsoft.com/office/drawing/2014/main" id="{F8B8DA3E-1BCF-40E7-A921-F15FEBA16CC9}"/>
                  </a:ext>
                </a:extLst>
              </p:cNvPr>
              <p:cNvSpPr>
                <a:spLocks/>
              </p:cNvSpPr>
              <p:nvPr userDrawn="1"/>
            </p:nvSpPr>
            <p:spPr bwMode="ltGray">
              <a:xfrm rot="12185230" flipV="1">
                <a:off x="3010" y="2344"/>
                <a:ext cx="330" cy="2059"/>
              </a:xfrm>
              <a:custGeom>
                <a:avLst/>
                <a:gdLst>
                  <a:gd name="T0" fmla="*/ 0 w 149"/>
                  <a:gd name="T1" fmla="*/ 0 h 704"/>
                  <a:gd name="T2" fmla="*/ 82019 w 149"/>
                  <a:gd name="T3" fmla="*/ 2425315 h 704"/>
                  <a:gd name="T4" fmla="*/ 221620 w 149"/>
                  <a:gd name="T5" fmla="*/ 5499188 h 704"/>
                  <a:gd name="T6" fmla="*/ 388412 w 149"/>
                  <a:gd name="T7" fmla="*/ 9396606 h 704"/>
                  <a:gd name="T8" fmla="*/ 573230 w 149"/>
                  <a:gd name="T9" fmla="*/ 14467011 h 704"/>
                  <a:gd name="T10" fmla="*/ 804088 w 149"/>
                  <a:gd name="T11" fmla="*/ 20746054 h 704"/>
                  <a:gd name="T12" fmla="*/ 1019483 w 149"/>
                  <a:gd name="T13" fmla="*/ 27482403 h 704"/>
                  <a:gd name="T14" fmla="*/ 1227199 w 149"/>
                  <a:gd name="T15" fmla="*/ 35218540 h 704"/>
                  <a:gd name="T16" fmla="*/ 1388766 w 149"/>
                  <a:gd name="T17" fmla="*/ 44191913 h 704"/>
                  <a:gd name="T18" fmla="*/ 1558971 w 149"/>
                  <a:gd name="T19" fmla="*/ 53726964 h 704"/>
                  <a:gd name="T20" fmla="*/ 1671889 w 149"/>
                  <a:gd name="T21" fmla="*/ 64717736 h 704"/>
                  <a:gd name="T22" fmla="*/ 1729882 w 149"/>
                  <a:gd name="T23" fmla="*/ 76759210 h 704"/>
                  <a:gd name="T24" fmla="*/ 1755237 w 149"/>
                  <a:gd name="T25" fmla="*/ 89346617 h 704"/>
                  <a:gd name="T26" fmla="*/ 1671889 w 149"/>
                  <a:gd name="T27" fmla="*/ 103410614 h 704"/>
                  <a:gd name="T28" fmla="*/ 1516820 w 149"/>
                  <a:gd name="T29" fmla="*/ 118300702 h 704"/>
                  <a:gd name="T30" fmla="*/ 1283352 w 149"/>
                  <a:gd name="T31" fmla="*/ 133959213 h 704"/>
                  <a:gd name="T32" fmla="*/ 930866 w 149"/>
                  <a:gd name="T33" fmla="*/ 151215762 h 704"/>
                  <a:gd name="T34" fmla="*/ 539488 w 149"/>
                  <a:gd name="T35" fmla="*/ 170773817 h 704"/>
                  <a:gd name="T36" fmla="*/ 294570 w 149"/>
                  <a:gd name="T37" fmla="*/ 188874149 h 704"/>
                  <a:gd name="T38" fmla="*/ 139621 w 149"/>
                  <a:gd name="T39" fmla="*/ 205583692 h 704"/>
                  <a:gd name="T40" fmla="*/ 82019 w 149"/>
                  <a:gd name="T41" fmla="*/ 221661627 h 704"/>
                  <a:gd name="T42" fmla="*/ 82019 w 149"/>
                  <a:gd name="T43" fmla="*/ 236946746 h 704"/>
                  <a:gd name="T44" fmla="*/ 113972 w 149"/>
                  <a:gd name="T45" fmla="*/ 251150114 h 704"/>
                  <a:gd name="T46" fmla="*/ 170690 w 149"/>
                  <a:gd name="T47" fmla="*/ 263614916 h 704"/>
                  <a:gd name="T48" fmla="*/ 196266 w 149"/>
                  <a:gd name="T49" fmla="*/ 275795487 h 704"/>
                  <a:gd name="T50" fmla="*/ 573230 w 149"/>
                  <a:gd name="T51" fmla="*/ 269514490 h 704"/>
                  <a:gd name="T52" fmla="*/ 539488 w 149"/>
                  <a:gd name="T53" fmla="*/ 266398810 h 704"/>
                  <a:gd name="T54" fmla="*/ 502419 w 149"/>
                  <a:gd name="T55" fmla="*/ 257425285 h 704"/>
                  <a:gd name="T56" fmla="*/ 460312 w 149"/>
                  <a:gd name="T57" fmla="*/ 243633714 h 704"/>
                  <a:gd name="T58" fmla="*/ 490836 w 149"/>
                  <a:gd name="T59" fmla="*/ 225280621 h 704"/>
                  <a:gd name="T60" fmla="*/ 573230 w 149"/>
                  <a:gd name="T61" fmla="*/ 203341108 h 704"/>
                  <a:gd name="T62" fmla="*/ 804088 w 149"/>
                  <a:gd name="T63" fmla="*/ 178290228 h 704"/>
                  <a:gd name="T64" fmla="*/ 1194839 w 149"/>
                  <a:gd name="T65" fmla="*/ 151215762 h 704"/>
                  <a:gd name="T66" fmla="*/ 1797607 w 149"/>
                  <a:gd name="T67" fmla="*/ 122562346 h 704"/>
                  <a:gd name="T68" fmla="*/ 1993869 w 149"/>
                  <a:gd name="T69" fmla="*/ 109310266 h 704"/>
                  <a:gd name="T70" fmla="*/ 2076046 w 149"/>
                  <a:gd name="T71" fmla="*/ 92011773 h 704"/>
                  <a:gd name="T72" fmla="*/ 2007829 w 149"/>
                  <a:gd name="T73" fmla="*/ 72047484 h 704"/>
                  <a:gd name="T74" fmla="*/ 1822973 w 149"/>
                  <a:gd name="T75" fmla="*/ 52489426 h 704"/>
                  <a:gd name="T76" fmla="*/ 1516820 w 149"/>
                  <a:gd name="T77" fmla="*/ 33338369 h 704"/>
                  <a:gd name="T78" fmla="*/ 1124288 w 149"/>
                  <a:gd name="T79" fmla="*/ 17271693 h 704"/>
                  <a:gd name="T80" fmla="*/ 610057 w 149"/>
                  <a:gd name="T81" fmla="*/ 5499188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6" name="Freeform 11">
              <a:extLst>
                <a:ext uri="{FF2B5EF4-FFF2-40B4-BE49-F238E27FC236}">
                  <a16:creationId xmlns:a16="http://schemas.microsoft.com/office/drawing/2014/main" id="{11E66395-2D88-405C-8AF8-08D4FB840541}"/>
                </a:ext>
              </a:extLst>
            </p:cNvPr>
            <p:cNvSpPr>
              <a:spLocks/>
            </p:cNvSpPr>
            <p:nvPr userDrawn="1"/>
          </p:nvSpPr>
          <p:spPr bwMode="ltGray">
            <a:xfrm rot="373331" flipH="1">
              <a:off x="22" y="1957"/>
              <a:ext cx="323" cy="649"/>
            </a:xfrm>
            <a:custGeom>
              <a:avLst/>
              <a:gdLst>
                <a:gd name="T0" fmla="*/ 6260785 w 128"/>
                <a:gd name="T1" fmla="*/ 0 h 217"/>
                <a:gd name="T2" fmla="*/ 7004154 w 128"/>
                <a:gd name="T3" fmla="*/ 4633890 h 217"/>
                <a:gd name="T4" fmla="*/ 7663591 w 128"/>
                <a:gd name="T5" fmla="*/ 13858961 h 217"/>
                <a:gd name="T6" fmla="*/ 8185961 w 128"/>
                <a:gd name="T7" fmla="*/ 25714639 h 217"/>
                <a:gd name="T8" fmla="*/ 8534768 w 128"/>
                <a:gd name="T9" fmla="*/ 39920495 h 217"/>
                <a:gd name="T10" fmla="*/ 8459143 w 128"/>
                <a:gd name="T11" fmla="*/ 56863977 h 217"/>
                <a:gd name="T12" fmla="*/ 7737182 w 128"/>
                <a:gd name="T13" fmla="*/ 74321105 h 217"/>
                <a:gd name="T14" fmla="*/ 6260785 w 128"/>
                <a:gd name="T15" fmla="*/ 92642878 h 217"/>
                <a:gd name="T16" fmla="*/ 3986809 w 128"/>
                <a:gd name="T17" fmla="*/ 111135639 h 217"/>
                <a:gd name="T18" fmla="*/ 3278685 w 128"/>
                <a:gd name="T19" fmla="*/ 109067964 h 217"/>
                <a:gd name="T20" fmla="*/ 2535303 w 128"/>
                <a:gd name="T21" fmla="*/ 107537939 h 217"/>
                <a:gd name="T22" fmla="*/ 1746206 w 128"/>
                <a:gd name="T23" fmla="*/ 104952210 h 217"/>
                <a:gd name="T24" fmla="*/ 1057573 w 128"/>
                <a:gd name="T25" fmla="*/ 102884684 h 217"/>
                <a:gd name="T26" fmla="*/ 522548 w 128"/>
                <a:gd name="T27" fmla="*/ 100380573 h 217"/>
                <a:gd name="T28" fmla="*/ 136084 w 128"/>
                <a:gd name="T29" fmla="*/ 97276678 h 217"/>
                <a:gd name="T30" fmla="*/ 0 w 128"/>
                <a:gd name="T31" fmla="*/ 93679247 h 217"/>
                <a:gd name="T32" fmla="*/ 82062 w 128"/>
                <a:gd name="T33" fmla="*/ 91093428 h 217"/>
                <a:gd name="T34" fmla="*/ 866546 w 128"/>
                <a:gd name="T35" fmla="*/ 87495001 h 217"/>
                <a:gd name="T36" fmla="*/ 1925388 w 128"/>
                <a:gd name="T37" fmla="*/ 82572114 h 217"/>
                <a:gd name="T38" fmla="*/ 3066128 w 128"/>
                <a:gd name="T39" fmla="*/ 76906916 h 217"/>
                <a:gd name="T40" fmla="*/ 4199318 w 128"/>
                <a:gd name="T41" fmla="*/ 68655237 h 217"/>
                <a:gd name="T42" fmla="*/ 5256209 w 128"/>
                <a:gd name="T43" fmla="*/ 57375557 h 217"/>
                <a:gd name="T44" fmla="*/ 6073649 w 128"/>
                <a:gd name="T45" fmla="*/ 42486961 h 217"/>
                <a:gd name="T46" fmla="*/ 6467914 w 128"/>
                <a:gd name="T47" fmla="*/ 23646874 h 217"/>
                <a:gd name="T48" fmla="*/ 6260785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2">
              <a:extLst>
                <a:ext uri="{FF2B5EF4-FFF2-40B4-BE49-F238E27FC236}">
                  <a16:creationId xmlns:a16="http://schemas.microsoft.com/office/drawing/2014/main" id="{08A5F33B-A663-4DEE-A055-F0DA9EEC840D}"/>
                </a:ext>
              </a:extLst>
            </p:cNvPr>
            <p:cNvSpPr>
              <a:spLocks/>
            </p:cNvSpPr>
            <p:nvPr userDrawn="1"/>
          </p:nvSpPr>
          <p:spPr bwMode="ltGray">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3">
              <a:extLst>
                <a:ext uri="{FF2B5EF4-FFF2-40B4-BE49-F238E27FC236}">
                  <a16:creationId xmlns:a16="http://schemas.microsoft.com/office/drawing/2014/main" id="{4B916AD6-96FD-4B9D-8EC3-F823FF4865B0}"/>
                </a:ext>
              </a:extLst>
            </p:cNvPr>
            <p:cNvSpPr>
              <a:spLocks/>
            </p:cNvSpPr>
            <p:nvPr userDrawn="1"/>
          </p:nvSpPr>
          <p:spPr bwMode="ltGray">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4">
              <a:extLst>
                <a:ext uri="{FF2B5EF4-FFF2-40B4-BE49-F238E27FC236}">
                  <a16:creationId xmlns:a16="http://schemas.microsoft.com/office/drawing/2014/main" id="{8BA50178-8F48-4223-A116-8D23AF8CC6C0}"/>
                </a:ext>
              </a:extLst>
            </p:cNvPr>
            <p:cNvSpPr>
              <a:spLocks/>
            </p:cNvSpPr>
            <p:nvPr userDrawn="1"/>
          </p:nvSpPr>
          <p:spPr bwMode="ltGray">
            <a:xfrm rot="373331" flipH="1">
              <a:off x="898" y="2855"/>
              <a:ext cx="354" cy="464"/>
            </a:xfrm>
            <a:custGeom>
              <a:avLst/>
              <a:gdLst>
                <a:gd name="T0" fmla="*/ 44175596 w 117"/>
                <a:gd name="T1" fmla="*/ 0 h 132"/>
                <a:gd name="T2" fmla="*/ 0 w 117"/>
                <a:gd name="T3" fmla="*/ 88974422 h 132"/>
                <a:gd name="T4" fmla="*/ 1740721 w 117"/>
                <a:gd name="T5" fmla="*/ 92190898 h 132"/>
                <a:gd name="T6" fmla="*/ 8161422 w 117"/>
                <a:gd name="T7" fmla="*/ 103404305 h 132"/>
                <a:gd name="T8" fmla="*/ 17107679 w 117"/>
                <a:gd name="T9" fmla="*/ 128491752 h 132"/>
                <a:gd name="T10" fmla="*/ 27075030 w 117"/>
                <a:gd name="T11" fmla="*/ 167065520 h 132"/>
                <a:gd name="T12" fmla="*/ 38908884 w 117"/>
                <a:gd name="T13" fmla="*/ 220654676 h 132"/>
                <a:gd name="T14" fmla="*/ 49451776 w 117"/>
                <a:gd name="T15" fmla="*/ 284576188 h 132"/>
                <a:gd name="T16" fmla="*/ 60117899 w 117"/>
                <a:gd name="T17" fmla="*/ 366347731 h 132"/>
                <a:gd name="T18" fmla="*/ 68272540 w 117"/>
                <a:gd name="T19" fmla="*/ 469752036 h 132"/>
                <a:gd name="T20" fmla="*/ 68848604 w 117"/>
                <a:gd name="T21" fmla="*/ 427145137 h 132"/>
                <a:gd name="T22" fmla="*/ 67703998 w 117"/>
                <a:gd name="T23" fmla="*/ 380777617 h 132"/>
                <a:gd name="T24" fmla="*/ 63581038 w 117"/>
                <a:gd name="T25" fmla="*/ 319980207 h 132"/>
                <a:gd name="T26" fmla="*/ 58370388 w 117"/>
                <a:gd name="T27" fmla="*/ 263269210 h 132"/>
                <a:gd name="T28" fmla="*/ 52337021 w 117"/>
                <a:gd name="T29" fmla="*/ 206482998 h 132"/>
                <a:gd name="T30" fmla="*/ 45898036 w 117"/>
                <a:gd name="T31" fmla="*/ 159864767 h 132"/>
                <a:gd name="T32" fmla="*/ 39484455 w 117"/>
                <a:gd name="T33" fmla="*/ 128491752 h 132"/>
                <a:gd name="T34" fmla="*/ 34020368 w 117"/>
                <a:gd name="T35" fmla="*/ 113476933 h 132"/>
                <a:gd name="T36" fmla="*/ 40629052 w 117"/>
                <a:gd name="T37" fmla="*/ 103404305 h 132"/>
                <a:gd name="T38" fmla="*/ 46494992 w 117"/>
                <a:gd name="T39" fmla="*/ 99067360 h 132"/>
                <a:gd name="T40" fmla="*/ 52337021 w 117"/>
                <a:gd name="T41" fmla="*/ 92190898 h 132"/>
                <a:gd name="T42" fmla="*/ 57801105 w 117"/>
                <a:gd name="T43" fmla="*/ 88974422 h 132"/>
                <a:gd name="T44" fmla="*/ 61861200 w 117"/>
                <a:gd name="T45" fmla="*/ 84969216 h 132"/>
                <a:gd name="T46" fmla="*/ 64171120 w 117"/>
                <a:gd name="T47" fmla="*/ 78091098 h 132"/>
                <a:gd name="T48" fmla="*/ 66552336 w 117"/>
                <a:gd name="T49" fmla="*/ 74895551 h 132"/>
                <a:gd name="T50" fmla="*/ 67128684 w 117"/>
                <a:gd name="T51" fmla="*/ 74895551 h 132"/>
                <a:gd name="T52" fmla="*/ 44175596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5">
              <a:extLst>
                <a:ext uri="{FF2B5EF4-FFF2-40B4-BE49-F238E27FC236}">
                  <a16:creationId xmlns:a16="http://schemas.microsoft.com/office/drawing/2014/main" id="{4EEF3C18-43C1-4BA2-A96E-7DC09A25FAD9}"/>
                </a:ext>
              </a:extLst>
            </p:cNvPr>
            <p:cNvSpPr>
              <a:spLocks/>
            </p:cNvSpPr>
            <p:nvPr userDrawn="1"/>
          </p:nvSpPr>
          <p:spPr bwMode="ltGray">
            <a:xfrm rot="373331" flipH="1">
              <a:off x="799" y="2979"/>
              <a:ext cx="87" cy="274"/>
            </a:xfrm>
            <a:custGeom>
              <a:avLst/>
              <a:gdLst>
                <a:gd name="T0" fmla="*/ 15411789 w 29"/>
                <a:gd name="T1" fmla="*/ 0 h 77"/>
                <a:gd name="T2" fmla="*/ 12223143 w 29"/>
                <a:gd name="T3" fmla="*/ 0 h 77"/>
                <a:gd name="T4" fmla="*/ 8503056 w 29"/>
                <a:gd name="T5" fmla="*/ 16270547 h 77"/>
                <a:gd name="T6" fmla="*/ 4782969 w 29"/>
                <a:gd name="T7" fmla="*/ 37150073 h 77"/>
                <a:gd name="T8" fmla="*/ 2125764 w 29"/>
                <a:gd name="T9" fmla="*/ 78771057 h 77"/>
                <a:gd name="T10" fmla="*/ 531441 w 29"/>
                <a:gd name="T11" fmla="*/ 124040850 h 77"/>
                <a:gd name="T12" fmla="*/ 0 w 29"/>
                <a:gd name="T13" fmla="*/ 181967218 h 77"/>
                <a:gd name="T14" fmla="*/ 1594323 w 29"/>
                <a:gd name="T15" fmla="*/ 248087966 h 77"/>
                <a:gd name="T16" fmla="*/ 5845851 w 29"/>
                <a:gd name="T17" fmla="*/ 317344999 h 77"/>
                <a:gd name="T18" fmla="*/ 7971615 w 29"/>
                <a:gd name="T19" fmla="*/ 219088902 h 77"/>
                <a:gd name="T20" fmla="*/ 10097379 w 29"/>
                <a:gd name="T21" fmla="*/ 152968599 h 77"/>
                <a:gd name="T22" fmla="*/ 12223143 w 29"/>
                <a:gd name="T23" fmla="*/ 90468085 h 77"/>
                <a:gd name="T24" fmla="*/ 15411789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6">
              <a:extLst>
                <a:ext uri="{FF2B5EF4-FFF2-40B4-BE49-F238E27FC236}">
                  <a16:creationId xmlns:a16="http://schemas.microsoft.com/office/drawing/2014/main" id="{5EB39470-58A5-47C8-89A6-5A07687C024F}"/>
                </a:ext>
              </a:extLst>
            </p:cNvPr>
            <p:cNvSpPr>
              <a:spLocks/>
            </p:cNvSpPr>
            <p:nvPr userDrawn="1"/>
          </p:nvSpPr>
          <p:spPr bwMode="ltGray">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 name="Group 17">
              <a:extLst>
                <a:ext uri="{FF2B5EF4-FFF2-40B4-BE49-F238E27FC236}">
                  <a16:creationId xmlns:a16="http://schemas.microsoft.com/office/drawing/2014/main" id="{43A17D33-87A9-48C8-BCA1-B2B4275114A6}"/>
                </a:ext>
              </a:extLst>
            </p:cNvPr>
            <p:cNvGrpSpPr>
              <a:grpSpLocks/>
            </p:cNvGrpSpPr>
            <p:nvPr userDrawn="1"/>
          </p:nvGrpSpPr>
          <p:grpSpPr bwMode="auto">
            <a:xfrm rot="3220060">
              <a:off x="2631" y="754"/>
              <a:ext cx="569" cy="637"/>
              <a:chOff x="1727" y="866"/>
              <a:chExt cx="129" cy="157"/>
            </a:xfrm>
          </p:grpSpPr>
          <p:sp>
            <p:nvSpPr>
              <p:cNvPr id="36" name="Freeform 18">
                <a:extLst>
                  <a:ext uri="{FF2B5EF4-FFF2-40B4-BE49-F238E27FC236}">
                    <a16:creationId xmlns:a16="http://schemas.microsoft.com/office/drawing/2014/main" id="{037A07FA-6823-4C78-A877-98CD39F3FE5A}"/>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9">
                <a:extLst>
                  <a:ext uri="{FF2B5EF4-FFF2-40B4-BE49-F238E27FC236}">
                    <a16:creationId xmlns:a16="http://schemas.microsoft.com/office/drawing/2014/main" id="{9362E875-81C9-4DB1-80D5-F3745832F039}"/>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20">
                <a:extLst>
                  <a:ext uri="{FF2B5EF4-FFF2-40B4-BE49-F238E27FC236}">
                    <a16:creationId xmlns:a16="http://schemas.microsoft.com/office/drawing/2014/main" id="{9C964B1B-D838-48D8-9392-E2049BBA4A65}"/>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3" name="Group 21">
              <a:extLst>
                <a:ext uri="{FF2B5EF4-FFF2-40B4-BE49-F238E27FC236}">
                  <a16:creationId xmlns:a16="http://schemas.microsoft.com/office/drawing/2014/main" id="{7D789A1C-55E1-4CB0-851C-58186B89376F}"/>
                </a:ext>
              </a:extLst>
            </p:cNvPr>
            <p:cNvGrpSpPr>
              <a:grpSpLocks/>
            </p:cNvGrpSpPr>
            <p:nvPr userDrawn="1"/>
          </p:nvGrpSpPr>
          <p:grpSpPr bwMode="auto">
            <a:xfrm rot="-6691250">
              <a:off x="3637" y="132"/>
              <a:ext cx="356" cy="607"/>
              <a:chOff x="1727" y="866"/>
              <a:chExt cx="129" cy="157"/>
            </a:xfrm>
          </p:grpSpPr>
          <p:sp>
            <p:nvSpPr>
              <p:cNvPr id="33" name="Freeform 22">
                <a:extLst>
                  <a:ext uri="{FF2B5EF4-FFF2-40B4-BE49-F238E27FC236}">
                    <a16:creationId xmlns:a16="http://schemas.microsoft.com/office/drawing/2014/main" id="{BC32C3AD-9F5D-48B8-9385-9FD1511B48A8}"/>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23">
                <a:extLst>
                  <a:ext uri="{FF2B5EF4-FFF2-40B4-BE49-F238E27FC236}">
                    <a16:creationId xmlns:a16="http://schemas.microsoft.com/office/drawing/2014/main" id="{CE9E693F-B4CB-4A92-AD6D-5AB0235A9C55}"/>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24">
                <a:extLst>
                  <a:ext uri="{FF2B5EF4-FFF2-40B4-BE49-F238E27FC236}">
                    <a16:creationId xmlns:a16="http://schemas.microsoft.com/office/drawing/2014/main" id="{8AF7936B-8D02-4355-A7CE-4D2EEB138302}"/>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4" name="Group 25">
              <a:extLst>
                <a:ext uri="{FF2B5EF4-FFF2-40B4-BE49-F238E27FC236}">
                  <a16:creationId xmlns:a16="http://schemas.microsoft.com/office/drawing/2014/main" id="{BE53D3D9-78B5-439A-9F2F-6398C45930EB}"/>
                </a:ext>
              </a:extLst>
            </p:cNvPr>
            <p:cNvGrpSpPr>
              <a:grpSpLocks/>
            </p:cNvGrpSpPr>
            <p:nvPr userDrawn="1"/>
          </p:nvGrpSpPr>
          <p:grpSpPr bwMode="auto">
            <a:xfrm rot="8524840">
              <a:off x="668" y="3321"/>
              <a:ext cx="501" cy="502"/>
              <a:chOff x="1727" y="866"/>
              <a:chExt cx="129" cy="157"/>
            </a:xfrm>
          </p:grpSpPr>
          <p:sp>
            <p:nvSpPr>
              <p:cNvPr id="30" name="Freeform 26">
                <a:extLst>
                  <a:ext uri="{FF2B5EF4-FFF2-40B4-BE49-F238E27FC236}">
                    <a16:creationId xmlns:a16="http://schemas.microsoft.com/office/drawing/2014/main" id="{5043C416-3E1B-4914-B6BF-74EB93AFE74E}"/>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27">
                <a:extLst>
                  <a:ext uri="{FF2B5EF4-FFF2-40B4-BE49-F238E27FC236}">
                    <a16:creationId xmlns:a16="http://schemas.microsoft.com/office/drawing/2014/main" id="{31AFCDFE-1E9A-414F-BC9E-E6DB5C6FD899}"/>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28">
                <a:extLst>
                  <a:ext uri="{FF2B5EF4-FFF2-40B4-BE49-F238E27FC236}">
                    <a16:creationId xmlns:a16="http://schemas.microsoft.com/office/drawing/2014/main" id="{C9BA42DF-566A-4386-B89C-779BA32506FC}"/>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5" name="Group 29">
              <a:extLst>
                <a:ext uri="{FF2B5EF4-FFF2-40B4-BE49-F238E27FC236}">
                  <a16:creationId xmlns:a16="http://schemas.microsoft.com/office/drawing/2014/main" id="{15BFA09A-880D-4E13-9A94-E9DD561773E4}"/>
                </a:ext>
              </a:extLst>
            </p:cNvPr>
            <p:cNvGrpSpPr>
              <a:grpSpLocks/>
            </p:cNvGrpSpPr>
            <p:nvPr userDrawn="1"/>
          </p:nvGrpSpPr>
          <p:grpSpPr bwMode="auto">
            <a:xfrm rot="4106450" flipH="1">
              <a:off x="393" y="262"/>
              <a:ext cx="709" cy="892"/>
              <a:chOff x="1727" y="866"/>
              <a:chExt cx="129" cy="157"/>
            </a:xfrm>
          </p:grpSpPr>
          <p:sp>
            <p:nvSpPr>
              <p:cNvPr id="27" name="Freeform 30">
                <a:extLst>
                  <a:ext uri="{FF2B5EF4-FFF2-40B4-BE49-F238E27FC236}">
                    <a16:creationId xmlns:a16="http://schemas.microsoft.com/office/drawing/2014/main" id="{E8090E6B-8E5B-437B-BB7B-23B94ACBC044}"/>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31">
                <a:extLst>
                  <a:ext uri="{FF2B5EF4-FFF2-40B4-BE49-F238E27FC236}">
                    <a16:creationId xmlns:a16="http://schemas.microsoft.com/office/drawing/2014/main" id="{EF0AC925-1B19-4073-AFCB-16DACE4EB931}"/>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32">
                <a:extLst>
                  <a:ext uri="{FF2B5EF4-FFF2-40B4-BE49-F238E27FC236}">
                    <a16:creationId xmlns:a16="http://schemas.microsoft.com/office/drawing/2014/main" id="{987D23D7-2F39-4C67-9244-3957EC288C00}"/>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6" name="Group 33">
              <a:extLst>
                <a:ext uri="{FF2B5EF4-FFF2-40B4-BE49-F238E27FC236}">
                  <a16:creationId xmlns:a16="http://schemas.microsoft.com/office/drawing/2014/main" id="{41588F38-129B-47FA-9F5A-F78C1C5EF80C}"/>
                </a:ext>
              </a:extLst>
            </p:cNvPr>
            <p:cNvGrpSpPr>
              <a:grpSpLocks/>
            </p:cNvGrpSpPr>
            <p:nvPr userDrawn="1"/>
          </p:nvGrpSpPr>
          <p:grpSpPr bwMode="auto">
            <a:xfrm rot="10015322" flipH="1">
              <a:off x="4625" y="2382"/>
              <a:ext cx="709" cy="892"/>
              <a:chOff x="1727" y="866"/>
              <a:chExt cx="129" cy="157"/>
            </a:xfrm>
          </p:grpSpPr>
          <p:sp>
            <p:nvSpPr>
              <p:cNvPr id="24" name="Freeform 34">
                <a:extLst>
                  <a:ext uri="{FF2B5EF4-FFF2-40B4-BE49-F238E27FC236}">
                    <a16:creationId xmlns:a16="http://schemas.microsoft.com/office/drawing/2014/main" id="{53CB7927-79DB-46C3-B239-26208BF8E3D3}"/>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35">
                <a:extLst>
                  <a:ext uri="{FF2B5EF4-FFF2-40B4-BE49-F238E27FC236}">
                    <a16:creationId xmlns:a16="http://schemas.microsoft.com/office/drawing/2014/main" id="{F4784A9C-A814-4852-8361-419BFAD69C5C}"/>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36">
                <a:extLst>
                  <a:ext uri="{FF2B5EF4-FFF2-40B4-BE49-F238E27FC236}">
                    <a16:creationId xmlns:a16="http://schemas.microsoft.com/office/drawing/2014/main" id="{90F50A16-D849-4400-8180-6FF90AA505CA}"/>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7" name="Freeform 37">
              <a:extLst>
                <a:ext uri="{FF2B5EF4-FFF2-40B4-BE49-F238E27FC236}">
                  <a16:creationId xmlns:a16="http://schemas.microsoft.com/office/drawing/2014/main" id="{FBD01503-CFA3-4D13-B9F7-56BBE2D42B4B}"/>
                </a:ext>
              </a:extLst>
            </p:cNvPr>
            <p:cNvSpPr>
              <a:spLocks/>
            </p:cNvSpPr>
            <p:nvPr userDrawn="1"/>
          </p:nvSpPr>
          <p:spPr bwMode="ltGray">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38">
              <a:extLst>
                <a:ext uri="{FF2B5EF4-FFF2-40B4-BE49-F238E27FC236}">
                  <a16:creationId xmlns:a16="http://schemas.microsoft.com/office/drawing/2014/main" id="{DC1200A4-6E50-4841-940A-9AB4E45826D2}"/>
                </a:ext>
              </a:extLst>
            </p:cNvPr>
            <p:cNvSpPr>
              <a:spLocks/>
            </p:cNvSpPr>
            <p:nvPr userDrawn="1"/>
          </p:nvSpPr>
          <p:spPr bwMode="ltGray">
            <a:xfrm rot="9832527" flipV="1">
              <a:off x="2158" y="102"/>
              <a:ext cx="681" cy="593"/>
            </a:xfrm>
            <a:custGeom>
              <a:avLst/>
              <a:gdLst>
                <a:gd name="T0" fmla="*/ 0 w 257"/>
                <a:gd name="T1" fmla="*/ 0 h 237"/>
                <a:gd name="T2" fmla="*/ 0 w 257"/>
                <a:gd name="T3" fmla="*/ 1517727 h 237"/>
                <a:gd name="T4" fmla="*/ 359647 w 257"/>
                <a:gd name="T5" fmla="*/ 3009543 h 237"/>
                <a:gd name="T6" fmla="*/ 714470 w 257"/>
                <a:gd name="T7" fmla="*/ 4519406 h 237"/>
                <a:gd name="T8" fmla="*/ 1315395 w 257"/>
                <a:gd name="T9" fmla="*/ 5895994 h 237"/>
                <a:gd name="T10" fmla="*/ 2170188 w 257"/>
                <a:gd name="T11" fmla="*/ 7175413 h 237"/>
                <a:gd name="T12" fmla="*/ 3259149 w 257"/>
                <a:gd name="T13" fmla="*/ 8490632 h 237"/>
                <a:gd name="T14" fmla="*/ 4571826 w 257"/>
                <a:gd name="T15" fmla="*/ 9693233 h 237"/>
                <a:gd name="T16" fmla="*/ 6112531 w 257"/>
                <a:gd name="T17" fmla="*/ 10704413 h 237"/>
                <a:gd name="T18" fmla="*/ 8057367 w 257"/>
                <a:gd name="T19" fmla="*/ 11677076 h 237"/>
                <a:gd name="T20" fmla="*/ 10305642 w 257"/>
                <a:gd name="T21" fmla="*/ 12510651 h 237"/>
                <a:gd name="T22" fmla="*/ 12714349 w 257"/>
                <a:gd name="T23" fmla="*/ 13183711 h 237"/>
                <a:gd name="T24" fmla="*/ 15682712 w 257"/>
                <a:gd name="T25" fmla="*/ 13715462 h 237"/>
                <a:gd name="T26" fmla="*/ 18941509 w 257"/>
                <a:gd name="T27" fmla="*/ 14079384 h 237"/>
                <a:gd name="T28" fmla="*/ 22529192 w 257"/>
                <a:gd name="T29" fmla="*/ 14271789 h 237"/>
                <a:gd name="T30" fmla="*/ 26367083 w 257"/>
                <a:gd name="T31" fmla="*/ 14194221 h 237"/>
                <a:gd name="T32" fmla="*/ 30805655 w 257"/>
                <a:gd name="T33" fmla="*/ 13956695 h 237"/>
                <a:gd name="T34" fmla="*/ 26863086 w 257"/>
                <a:gd name="T35" fmla="*/ 13664426 h 237"/>
                <a:gd name="T36" fmla="*/ 23379385 w 257"/>
                <a:gd name="T37" fmla="*/ 13234496 h 237"/>
                <a:gd name="T38" fmla="*/ 20346876 w 257"/>
                <a:gd name="T39" fmla="*/ 12753861 h 237"/>
                <a:gd name="T40" fmla="*/ 17730972 w 257"/>
                <a:gd name="T41" fmla="*/ 12272675 h 237"/>
                <a:gd name="T42" fmla="*/ 15329615 w 257"/>
                <a:gd name="T43" fmla="*/ 11627244 h 237"/>
                <a:gd name="T44" fmla="*/ 13428819 w 257"/>
                <a:gd name="T45" fmla="*/ 10943890 h 237"/>
                <a:gd name="T46" fmla="*/ 11625629 w 257"/>
                <a:gd name="T47" fmla="*/ 10173886 h 237"/>
                <a:gd name="T48" fmla="*/ 10087224 w 257"/>
                <a:gd name="T49" fmla="*/ 9340371 h 237"/>
                <a:gd name="T50" fmla="*/ 8636111 w 257"/>
                <a:gd name="T51" fmla="*/ 8490632 h 237"/>
                <a:gd name="T52" fmla="*/ 7323413 w 257"/>
                <a:gd name="T53" fmla="*/ 7530207 h 237"/>
                <a:gd name="T54" fmla="*/ 6246580 w 257"/>
                <a:gd name="T55" fmla="*/ 6453421 h 237"/>
                <a:gd name="T56" fmla="*/ 5153434 w 257"/>
                <a:gd name="T57" fmla="*/ 5289335 h 237"/>
                <a:gd name="T58" fmla="*/ 3942513 w 257"/>
                <a:gd name="T59" fmla="*/ 4163318 h 237"/>
                <a:gd name="T60" fmla="*/ 2763755 w 257"/>
                <a:gd name="T61" fmla="*/ 2837065 h 237"/>
                <a:gd name="T62" fmla="*/ 1448368 w 257"/>
                <a:gd name="T63" fmla="*/ 1440830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39">
              <a:extLst>
                <a:ext uri="{FF2B5EF4-FFF2-40B4-BE49-F238E27FC236}">
                  <a16:creationId xmlns:a16="http://schemas.microsoft.com/office/drawing/2014/main" id="{A48542FC-EE01-41EE-96B7-DB98F688EF9D}"/>
                </a:ext>
              </a:extLst>
            </p:cNvPr>
            <p:cNvSpPr>
              <a:spLocks/>
            </p:cNvSpPr>
            <p:nvPr userDrawn="1"/>
          </p:nvSpPr>
          <p:spPr bwMode="ltGray">
            <a:xfrm rot="9832527" flipV="1">
              <a:off x="1997" y="858"/>
              <a:ext cx="330" cy="278"/>
            </a:xfrm>
            <a:custGeom>
              <a:avLst/>
              <a:gdLst>
                <a:gd name="T0" fmla="*/ 9729685 w 124"/>
                <a:gd name="T1" fmla="*/ 0 h 110"/>
                <a:gd name="T2" fmla="*/ 15648419 w 124"/>
                <a:gd name="T3" fmla="*/ 7335907 h 110"/>
                <a:gd name="T4" fmla="*/ 15127503 w 124"/>
                <a:gd name="T5" fmla="*/ 7250970 h 110"/>
                <a:gd name="T6" fmla="*/ 13506895 w 124"/>
                <a:gd name="T7" fmla="*/ 7121160 h 110"/>
                <a:gd name="T8" fmla="*/ 11242451 w 124"/>
                <a:gd name="T9" fmla="*/ 6846614 h 110"/>
                <a:gd name="T10" fmla="*/ 8590336 w 124"/>
                <a:gd name="T11" fmla="*/ 6716796 h 110"/>
                <a:gd name="T12" fmla="*/ 5684274 w 124"/>
                <a:gd name="T13" fmla="*/ 6578415 h 110"/>
                <a:gd name="T14" fmla="*/ 3172902 w 124"/>
                <a:gd name="T15" fmla="*/ 6666774 h 110"/>
                <a:gd name="T16" fmla="*/ 1137507 w 124"/>
                <a:gd name="T17" fmla="*/ 6931538 h 110"/>
                <a:gd name="T18" fmla="*/ 0 w 124"/>
                <a:gd name="T19" fmla="*/ 7474275 h 110"/>
                <a:gd name="T20" fmla="*/ 516205 w 124"/>
                <a:gd name="T21" fmla="*/ 6666774 h 110"/>
                <a:gd name="T22" fmla="*/ 999307 w 124"/>
                <a:gd name="T23" fmla="*/ 6047683 h 110"/>
                <a:gd name="T24" fmla="*/ 2027930 w 124"/>
                <a:gd name="T25" fmla="*/ 5560425 h 110"/>
                <a:gd name="T26" fmla="*/ 3172902 w 124"/>
                <a:gd name="T27" fmla="*/ 5155533 h 110"/>
                <a:gd name="T28" fmla="*/ 4546673 w 124"/>
                <a:gd name="T29" fmla="*/ 4891496 h 110"/>
                <a:gd name="T30" fmla="*/ 5932982 w 124"/>
                <a:gd name="T31" fmla="*/ 4803264 h 110"/>
                <a:gd name="T32" fmla="*/ 7445590 w 124"/>
                <a:gd name="T33" fmla="*/ 4803264 h 110"/>
                <a:gd name="T34" fmla="*/ 9105876 w 124"/>
                <a:gd name="T35" fmla="*/ 5025722 h 110"/>
                <a:gd name="T36" fmla="*/ 9193566 w 124"/>
                <a:gd name="T37" fmla="*/ 4803264 h 110"/>
                <a:gd name="T38" fmla="*/ 8819511 w 124"/>
                <a:gd name="T39" fmla="*/ 3814635 h 110"/>
                <a:gd name="T40" fmla="*/ 8444013 w 124"/>
                <a:gd name="T41" fmla="*/ 2582665 h 110"/>
                <a:gd name="T42" fmla="*/ 8195305 w 124"/>
                <a:gd name="T43" fmla="*/ 2039959 h 110"/>
                <a:gd name="T44" fmla="*/ 7968220 w 124"/>
                <a:gd name="T45" fmla="*/ 2039959 h 110"/>
                <a:gd name="T46" fmla="*/ 7681913 w 124"/>
                <a:gd name="T47" fmla="*/ 1955808 h 110"/>
                <a:gd name="T48" fmla="*/ 7445590 w 124"/>
                <a:gd name="T49" fmla="*/ 1776018 h 110"/>
                <a:gd name="T50" fmla="*/ 7218675 w 124"/>
                <a:gd name="T51" fmla="*/ 1564657 h 110"/>
                <a:gd name="T52" fmla="*/ 7218675 w 124"/>
                <a:gd name="T53" fmla="*/ 1286678 h 110"/>
                <a:gd name="T54" fmla="*/ 7445590 w 124"/>
                <a:gd name="T55" fmla="*/ 933878 h 110"/>
                <a:gd name="T56" fmla="*/ 8336311 w 124"/>
                <a:gd name="T57" fmla="*/ 542535 h 110"/>
                <a:gd name="T58" fmla="*/ 9729685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40">
              <a:extLst>
                <a:ext uri="{FF2B5EF4-FFF2-40B4-BE49-F238E27FC236}">
                  <a16:creationId xmlns:a16="http://schemas.microsoft.com/office/drawing/2014/main" id="{CED3793C-4361-4CAF-BA49-F53D58C9E60A}"/>
                </a:ext>
              </a:extLst>
            </p:cNvPr>
            <p:cNvSpPr>
              <a:spLocks/>
            </p:cNvSpPr>
            <p:nvPr userDrawn="1"/>
          </p:nvSpPr>
          <p:spPr bwMode="ltGray">
            <a:xfrm rot="9832527" flipV="1">
              <a:off x="2224" y="808"/>
              <a:ext cx="123" cy="233"/>
            </a:xfrm>
            <a:custGeom>
              <a:avLst/>
              <a:gdLst>
                <a:gd name="T0" fmla="*/ 4149501 w 46"/>
                <a:gd name="T1" fmla="*/ 0 h 94"/>
                <a:gd name="T2" fmla="*/ 2655311 w 46"/>
                <a:gd name="T3" fmla="*/ 2041995 h 94"/>
                <a:gd name="T4" fmla="*/ 1999646 w 46"/>
                <a:gd name="T5" fmla="*/ 3344770 h 94"/>
                <a:gd name="T6" fmla="*/ 1461208 w 46"/>
                <a:gd name="T7" fmla="*/ 4256526 h 94"/>
                <a:gd name="T8" fmla="*/ 0 w 46"/>
                <a:gd name="T9" fmla="*/ 5061541 h 94"/>
                <a:gd name="T10" fmla="*/ 1606792 w 46"/>
                <a:gd name="T11" fmla="*/ 4729642 h 94"/>
                <a:gd name="T12" fmla="*/ 3102047 w 46"/>
                <a:gd name="T13" fmla="*/ 4299185 h 94"/>
                <a:gd name="T14" fmla="*/ 4296422 w 46"/>
                <a:gd name="T15" fmla="*/ 3712149 h 94"/>
                <a:gd name="T16" fmla="*/ 5346880 w 46"/>
                <a:gd name="T17" fmla="*/ 3066709 h 94"/>
                <a:gd name="T18" fmla="*/ 5994916 w 46"/>
                <a:gd name="T19" fmla="*/ 2362942 h 94"/>
                <a:gd name="T20" fmla="*/ 6149144 w 46"/>
                <a:gd name="T21" fmla="*/ 1603345 h 94"/>
                <a:gd name="T22" fmla="*/ 5590366 w 46"/>
                <a:gd name="T23" fmla="*/ 804817 h 94"/>
                <a:gd name="T24" fmla="*/ 4149501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41">
              <a:extLst>
                <a:ext uri="{FF2B5EF4-FFF2-40B4-BE49-F238E27FC236}">
                  <a16:creationId xmlns:a16="http://schemas.microsoft.com/office/drawing/2014/main" id="{B668B397-582B-4D1E-8C5C-47027DF206C5}"/>
                </a:ext>
              </a:extLst>
            </p:cNvPr>
            <p:cNvSpPr>
              <a:spLocks/>
            </p:cNvSpPr>
            <p:nvPr userDrawn="1"/>
          </p:nvSpPr>
          <p:spPr bwMode="ltGray">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42">
              <a:extLst>
                <a:ext uri="{FF2B5EF4-FFF2-40B4-BE49-F238E27FC236}">
                  <a16:creationId xmlns:a16="http://schemas.microsoft.com/office/drawing/2014/main" id="{6A329FC9-F88E-4686-A89B-2CF2110226A6}"/>
                </a:ext>
              </a:extLst>
            </p:cNvPr>
            <p:cNvSpPr>
              <a:spLocks/>
            </p:cNvSpPr>
            <p:nvPr userDrawn="1"/>
          </p:nvSpPr>
          <p:spPr bwMode="ltGray">
            <a:xfrm rot="9832527" flipV="1">
              <a:off x="2173" y="1238"/>
              <a:ext cx="393" cy="2300"/>
            </a:xfrm>
            <a:custGeom>
              <a:avLst/>
              <a:gdLst>
                <a:gd name="T0" fmla="*/ 0 w 149"/>
                <a:gd name="T1" fmla="*/ 0 h 704"/>
                <a:gd name="T2" fmla="*/ 686524 w 149"/>
                <a:gd name="T3" fmla="*/ 8994545 h 704"/>
                <a:gd name="T4" fmla="*/ 1810765 w 149"/>
                <a:gd name="T5" fmla="*/ 20781356 h 704"/>
                <a:gd name="T6" fmla="*/ 3176775 w 149"/>
                <a:gd name="T7" fmla="*/ 35317232 h 704"/>
                <a:gd name="T8" fmla="*/ 4644643 w 149"/>
                <a:gd name="T9" fmla="*/ 54691710 h 704"/>
                <a:gd name="T10" fmla="*/ 6586786 w 149"/>
                <a:gd name="T11" fmla="*/ 78278383 h 704"/>
                <a:gd name="T12" fmla="*/ 8296201 w 149"/>
                <a:gd name="T13" fmla="*/ 103635246 h 704"/>
                <a:gd name="T14" fmla="*/ 9971230 w 149"/>
                <a:gd name="T15" fmla="*/ 133153658 h 704"/>
                <a:gd name="T16" fmla="*/ 11343908 w 149"/>
                <a:gd name="T17" fmla="*/ 167064015 h 704"/>
                <a:gd name="T18" fmla="*/ 12677201 w 149"/>
                <a:gd name="T19" fmla="*/ 202810396 h 704"/>
                <a:gd name="T20" fmla="*/ 13622992 w 149"/>
                <a:gd name="T21" fmla="*/ 243940336 h 704"/>
                <a:gd name="T22" fmla="*/ 14049230 w 149"/>
                <a:gd name="T23" fmla="*/ 289654270 h 704"/>
                <a:gd name="T24" fmla="*/ 14276617 w 149"/>
                <a:gd name="T25" fmla="*/ 337194901 h 704"/>
                <a:gd name="T26" fmla="*/ 13622992 w 149"/>
                <a:gd name="T27" fmla="*/ 390524792 h 704"/>
                <a:gd name="T28" fmla="*/ 12336935 w 149"/>
                <a:gd name="T29" fmla="*/ 446761889 h 704"/>
                <a:gd name="T30" fmla="*/ 10447377 w 149"/>
                <a:gd name="T31" fmla="*/ 505478638 h 704"/>
                <a:gd name="T32" fmla="*/ 7612344 w 149"/>
                <a:gd name="T33" fmla="*/ 570738312 h 704"/>
                <a:gd name="T34" fmla="*/ 4429550 w 149"/>
                <a:gd name="T35" fmla="*/ 644448304 h 704"/>
                <a:gd name="T36" fmla="*/ 2361184 w 149"/>
                <a:gd name="T37" fmla="*/ 712885820 h 704"/>
                <a:gd name="T38" fmla="*/ 1124220 w 149"/>
                <a:gd name="T39" fmla="*/ 776182781 h 704"/>
                <a:gd name="T40" fmla="*/ 686524 w 149"/>
                <a:gd name="T41" fmla="*/ 836862093 h 704"/>
                <a:gd name="T42" fmla="*/ 686524 w 149"/>
                <a:gd name="T43" fmla="*/ 894783365 h 704"/>
                <a:gd name="T44" fmla="*/ 895207 w 149"/>
                <a:gd name="T45" fmla="*/ 947699825 h 704"/>
                <a:gd name="T46" fmla="*/ 1373039 w 149"/>
                <a:gd name="T47" fmla="*/ 995206246 h 704"/>
                <a:gd name="T48" fmla="*/ 1593251 w 149"/>
                <a:gd name="T49" fmla="*/ 1040955510 h 704"/>
                <a:gd name="T50" fmla="*/ 4644643 w 149"/>
                <a:gd name="T51" fmla="*/ 1017374110 h 704"/>
                <a:gd name="T52" fmla="*/ 4429550 w 149"/>
                <a:gd name="T53" fmla="*/ 1005587260 h 704"/>
                <a:gd name="T54" fmla="*/ 4089521 w 149"/>
                <a:gd name="T55" fmla="*/ 971246244 h 704"/>
                <a:gd name="T56" fmla="*/ 3731564 w 149"/>
                <a:gd name="T57" fmla="*/ 919716296 h 704"/>
                <a:gd name="T58" fmla="*/ 3960965 w 149"/>
                <a:gd name="T59" fmla="*/ 850436196 h 704"/>
                <a:gd name="T60" fmla="*/ 4644643 w 149"/>
                <a:gd name="T61" fmla="*/ 767617280 h 704"/>
                <a:gd name="T62" fmla="*/ 6586786 w 149"/>
                <a:gd name="T63" fmla="*/ 672976684 h 704"/>
                <a:gd name="T64" fmla="*/ 9760857 w 149"/>
                <a:gd name="T65" fmla="*/ 570738312 h 704"/>
                <a:gd name="T66" fmla="*/ 14618350 w 149"/>
                <a:gd name="T67" fmla="*/ 462962684 h 704"/>
                <a:gd name="T68" fmla="*/ 16200080 w 149"/>
                <a:gd name="T69" fmla="*/ 412835596 h 704"/>
                <a:gd name="T70" fmla="*/ 16898066 w 149"/>
                <a:gd name="T71" fmla="*/ 347575572 h 704"/>
                <a:gd name="T72" fmla="*/ 16328781 w 149"/>
                <a:gd name="T73" fmla="*/ 271936031 h 704"/>
                <a:gd name="T74" fmla="*/ 14875920 w 149"/>
                <a:gd name="T75" fmla="*/ 198229806 h 704"/>
                <a:gd name="T76" fmla="*/ 12336935 w 149"/>
                <a:gd name="T77" fmla="*/ 125767751 h 704"/>
                <a:gd name="T78" fmla="*/ 9194214 w 149"/>
                <a:gd name="T79" fmla="*/ 65128558 h 704"/>
                <a:gd name="T80" fmla="*/ 4986524 w 149"/>
                <a:gd name="T81" fmla="*/ 20781356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43">
              <a:extLst>
                <a:ext uri="{FF2B5EF4-FFF2-40B4-BE49-F238E27FC236}">
                  <a16:creationId xmlns:a16="http://schemas.microsoft.com/office/drawing/2014/main" id="{BC938A4D-8D66-43AE-A2A9-BE31F12E1D3D}"/>
                </a:ext>
              </a:extLst>
            </p:cNvPr>
            <p:cNvSpPr>
              <a:spLocks/>
            </p:cNvSpPr>
            <p:nvPr userDrawn="1"/>
          </p:nvSpPr>
          <p:spPr bwMode="ltGray">
            <a:xfrm>
              <a:off x="0" y="1848"/>
              <a:ext cx="36" cy="132"/>
            </a:xfrm>
            <a:custGeom>
              <a:avLst/>
              <a:gdLst>
                <a:gd name="T0" fmla="*/ 0 w 36"/>
                <a:gd name="T1" fmla="*/ 0 h 132"/>
                <a:gd name="T2" fmla="*/ 36 w 36"/>
                <a:gd name="T3" fmla="*/ 12 h 132"/>
                <a:gd name="T4" fmla="*/ 0 w 36"/>
                <a:gd name="T5" fmla="*/ 132 h 132"/>
                <a:gd name="T6" fmla="*/ 0 w 36"/>
                <a:gd name="T7" fmla="*/ 0 h 1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132">
                  <a:moveTo>
                    <a:pt x="0" y="0"/>
                  </a:moveTo>
                  <a:lnTo>
                    <a:pt x="36" y="12"/>
                  </a:lnTo>
                  <a:lnTo>
                    <a:pt x="0" y="132"/>
                  </a:lnTo>
                  <a:lnTo>
                    <a:pt x="0" y="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959" name="Rectangle 47"/>
          <p:cNvSpPr>
            <a:spLocks noGrp="1" noChangeArrowheads="1"/>
          </p:cNvSpPr>
          <p:nvPr>
            <p:ph type="ctrTitle"/>
          </p:nvPr>
        </p:nvSpPr>
        <p:spPr>
          <a:xfrm>
            <a:off x="2455863" y="596900"/>
            <a:ext cx="6192837" cy="3581400"/>
          </a:xfrm>
          <a:extLst>
            <a:ext uri="{909E8E84-426E-40DD-AFC4-6F175D3DCCD1}">
              <a14:hiddenFill xmlns:a14="http://schemas.microsoft.com/office/drawing/2010/main">
                <a:solidFill>
                  <a:srgbClr val="FF3300"/>
                </a:solidFill>
              </a14:hiddenFill>
            </a:ext>
            <a:ext uri="{AF507438-7753-43E0-B8FC-AC1667EBCBE1}">
              <a14:hiddenEffects xmlns:a14="http://schemas.microsoft.com/office/drawing/2010/main">
                <a:effectLst>
                  <a:outerShdw dist="45791" dir="3378596" algn="ctr" rotWithShape="0">
                    <a:srgbClr val="993366"/>
                  </a:outerShdw>
                </a:effectLst>
              </a14:hiddenEffects>
            </a:ext>
          </a:extLst>
        </p:spPr>
        <p:txBody>
          <a:bodyPr/>
          <a:lstStyle>
            <a:lvl1pPr>
              <a:defRPr sz="5200" b="1"/>
            </a:lvl1pPr>
          </a:lstStyle>
          <a:p>
            <a:pPr lvl="0"/>
            <a:r>
              <a:rPr lang="en-US" altLang="zh-CN" noProof="0"/>
              <a:t>Click to edit Master title style</a:t>
            </a:r>
          </a:p>
        </p:txBody>
      </p:sp>
      <p:sp>
        <p:nvSpPr>
          <p:cNvPr id="38960" name="Rectangle 48"/>
          <p:cNvSpPr>
            <a:spLocks noGrp="1" noChangeArrowheads="1"/>
          </p:cNvSpPr>
          <p:nvPr>
            <p:ph type="subTitle" idx="1"/>
          </p:nvPr>
        </p:nvSpPr>
        <p:spPr>
          <a:xfrm>
            <a:off x="2489200" y="4279900"/>
            <a:ext cx="6146800" cy="1485900"/>
          </a:xfrm>
        </p:spPr>
        <p:txBody>
          <a:bodyPr/>
          <a:lstStyle>
            <a:lvl1pPr marL="0" indent="0" algn="ctr">
              <a:buFontTx/>
              <a:buNone/>
              <a:defRPr b="1">
                <a:effectLst>
                  <a:outerShdw blurRad="38100" dist="38100" dir="2700000" algn="tl">
                    <a:srgbClr val="C0C0C0"/>
                  </a:outerShdw>
                </a:effectLst>
              </a:defRPr>
            </a:lvl1pPr>
          </a:lstStyle>
          <a:p>
            <a:pPr lvl="0"/>
            <a:r>
              <a:rPr lang="en-US" altLang="zh-CN" noProof="0"/>
              <a:t>Click to edit Master subtitle style</a:t>
            </a:r>
          </a:p>
        </p:txBody>
      </p:sp>
      <p:sp>
        <p:nvSpPr>
          <p:cNvPr id="46" name="Rectangle 44">
            <a:extLst>
              <a:ext uri="{FF2B5EF4-FFF2-40B4-BE49-F238E27FC236}">
                <a16:creationId xmlns:a16="http://schemas.microsoft.com/office/drawing/2014/main" id="{307C1A9C-83A5-4ED1-8D4C-DF613AD29C8E}"/>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47" name="Rectangle 45">
            <a:extLst>
              <a:ext uri="{FF2B5EF4-FFF2-40B4-BE49-F238E27FC236}">
                <a16:creationId xmlns:a16="http://schemas.microsoft.com/office/drawing/2014/main" id="{4C0F74E8-F871-494C-A287-EF04E8541F73}"/>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8" name="Rectangle 46">
            <a:extLst>
              <a:ext uri="{FF2B5EF4-FFF2-40B4-BE49-F238E27FC236}">
                <a16:creationId xmlns:a16="http://schemas.microsoft.com/office/drawing/2014/main" id="{717E37FD-2F55-4BA3-8C17-4011772334FE}"/>
              </a:ext>
            </a:extLst>
          </p:cNvPr>
          <p:cNvSpPr>
            <a:spLocks noGrp="1" noChangeArrowheads="1"/>
          </p:cNvSpPr>
          <p:nvPr>
            <p:ph type="sldNum" sz="quarter" idx="12"/>
          </p:nvPr>
        </p:nvSpPr>
        <p:spPr/>
        <p:txBody>
          <a:bodyPr/>
          <a:lstStyle>
            <a:lvl1pPr>
              <a:defRPr/>
            </a:lvl1pPr>
          </a:lstStyle>
          <a:p>
            <a:fld id="{2FBE76C9-680D-48FB-912A-423C420EA795}" type="slidenum">
              <a:rPr lang="en-US" altLang="zh-CN"/>
              <a:pPr/>
              <a:t>‹#›</a:t>
            </a:fld>
            <a:endParaRPr lang="en-US" altLang="zh-CN"/>
          </a:p>
        </p:txBody>
      </p:sp>
    </p:spTree>
    <p:extLst>
      <p:ext uri="{BB962C8B-B14F-4D97-AF65-F5344CB8AC3E}">
        <p14:creationId xmlns:p14="http://schemas.microsoft.com/office/powerpoint/2010/main" val="449025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7">
            <a:extLst>
              <a:ext uri="{FF2B5EF4-FFF2-40B4-BE49-F238E27FC236}">
                <a16:creationId xmlns:a16="http://schemas.microsoft.com/office/drawing/2014/main" id="{F6108F9D-90BA-4392-A906-0E7EF3F484E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09EA57D0-D4FC-4E5F-B6B8-02469BEC34B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5589468E-3C07-4347-8B0B-CDC242AD0F8E}"/>
              </a:ext>
            </a:extLst>
          </p:cNvPr>
          <p:cNvSpPr>
            <a:spLocks noGrp="1" noChangeArrowheads="1"/>
          </p:cNvSpPr>
          <p:nvPr>
            <p:ph type="sldNum" sz="quarter" idx="12"/>
          </p:nvPr>
        </p:nvSpPr>
        <p:spPr>
          <a:ln/>
        </p:spPr>
        <p:txBody>
          <a:bodyPr/>
          <a:lstStyle>
            <a:lvl1pPr>
              <a:defRPr/>
            </a:lvl1pPr>
          </a:lstStyle>
          <a:p>
            <a:fld id="{2FFCDB2B-1B71-4E9C-BE4B-C10A1C761E0A}" type="slidenum">
              <a:rPr lang="en-US" altLang="zh-CN"/>
              <a:pPr/>
              <a:t>‹#›</a:t>
            </a:fld>
            <a:endParaRPr lang="en-US" altLang="zh-CN"/>
          </a:p>
        </p:txBody>
      </p:sp>
    </p:spTree>
    <p:extLst>
      <p:ext uri="{BB962C8B-B14F-4D97-AF65-F5344CB8AC3E}">
        <p14:creationId xmlns:p14="http://schemas.microsoft.com/office/powerpoint/2010/main" val="2160530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7">
            <a:extLst>
              <a:ext uri="{FF2B5EF4-FFF2-40B4-BE49-F238E27FC236}">
                <a16:creationId xmlns:a16="http://schemas.microsoft.com/office/drawing/2014/main" id="{CA1C6EC2-29F3-436D-BDEB-27FD6386E6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1E7CC6A0-8368-4636-AFCA-72BEBC566C1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D11CF72F-708E-4619-AD59-3EDB85607776}"/>
              </a:ext>
            </a:extLst>
          </p:cNvPr>
          <p:cNvSpPr>
            <a:spLocks noGrp="1" noChangeArrowheads="1"/>
          </p:cNvSpPr>
          <p:nvPr>
            <p:ph type="sldNum" sz="quarter" idx="12"/>
          </p:nvPr>
        </p:nvSpPr>
        <p:spPr>
          <a:ln/>
        </p:spPr>
        <p:txBody>
          <a:bodyPr/>
          <a:lstStyle>
            <a:lvl1pPr>
              <a:defRPr/>
            </a:lvl1pPr>
          </a:lstStyle>
          <a:p>
            <a:fld id="{95151A6B-3630-48E2-8F25-27B8F735D93B}" type="slidenum">
              <a:rPr lang="en-US" altLang="zh-CN"/>
              <a:pPr/>
              <a:t>‹#›</a:t>
            </a:fld>
            <a:endParaRPr lang="en-US" altLang="zh-CN"/>
          </a:p>
        </p:txBody>
      </p:sp>
    </p:spTree>
    <p:extLst>
      <p:ext uri="{BB962C8B-B14F-4D97-AF65-F5344CB8AC3E}">
        <p14:creationId xmlns:p14="http://schemas.microsoft.com/office/powerpoint/2010/main" val="2749241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7">
            <a:extLst>
              <a:ext uri="{FF2B5EF4-FFF2-40B4-BE49-F238E27FC236}">
                <a16:creationId xmlns:a16="http://schemas.microsoft.com/office/drawing/2014/main" id="{EF82ABFB-DD95-4F2F-8F63-6B3F4068F0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FCA87060-EA46-4F77-8B11-40000F13FB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9BE83201-F0CE-4DED-98E3-EDCD9E4570BC}"/>
              </a:ext>
            </a:extLst>
          </p:cNvPr>
          <p:cNvSpPr>
            <a:spLocks noGrp="1" noChangeArrowheads="1"/>
          </p:cNvSpPr>
          <p:nvPr>
            <p:ph type="sldNum" sz="quarter" idx="12"/>
          </p:nvPr>
        </p:nvSpPr>
        <p:spPr>
          <a:ln/>
        </p:spPr>
        <p:txBody>
          <a:bodyPr/>
          <a:lstStyle>
            <a:lvl1pPr>
              <a:defRPr/>
            </a:lvl1pPr>
          </a:lstStyle>
          <a:p>
            <a:fld id="{0C908D0A-0236-451D-A25B-C8DBD07F81EA}" type="slidenum">
              <a:rPr lang="en-US" altLang="zh-CN"/>
              <a:pPr/>
              <a:t>‹#›</a:t>
            </a:fld>
            <a:endParaRPr lang="en-US" altLang="zh-CN"/>
          </a:p>
        </p:txBody>
      </p:sp>
    </p:spTree>
    <p:extLst>
      <p:ext uri="{BB962C8B-B14F-4D97-AF65-F5344CB8AC3E}">
        <p14:creationId xmlns:p14="http://schemas.microsoft.com/office/powerpoint/2010/main" val="3623754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7">
            <a:extLst>
              <a:ext uri="{FF2B5EF4-FFF2-40B4-BE49-F238E27FC236}">
                <a16:creationId xmlns:a16="http://schemas.microsoft.com/office/drawing/2014/main" id="{BFC581FF-4184-4A48-A042-2948029640E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8">
            <a:extLst>
              <a:ext uri="{FF2B5EF4-FFF2-40B4-BE49-F238E27FC236}">
                <a16:creationId xmlns:a16="http://schemas.microsoft.com/office/drawing/2014/main" id="{28491260-8F5D-46A6-9ACA-60731BB6A0F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9">
            <a:extLst>
              <a:ext uri="{FF2B5EF4-FFF2-40B4-BE49-F238E27FC236}">
                <a16:creationId xmlns:a16="http://schemas.microsoft.com/office/drawing/2014/main" id="{3E253B80-C13F-4383-92D6-67C124B29215}"/>
              </a:ext>
            </a:extLst>
          </p:cNvPr>
          <p:cNvSpPr>
            <a:spLocks noGrp="1" noChangeArrowheads="1"/>
          </p:cNvSpPr>
          <p:nvPr>
            <p:ph type="sldNum" sz="quarter" idx="12"/>
          </p:nvPr>
        </p:nvSpPr>
        <p:spPr>
          <a:ln/>
        </p:spPr>
        <p:txBody>
          <a:bodyPr/>
          <a:lstStyle>
            <a:lvl1pPr>
              <a:defRPr/>
            </a:lvl1pPr>
          </a:lstStyle>
          <a:p>
            <a:fld id="{A02EEA54-3F23-447A-ADDE-51E88FBFB3DA}" type="slidenum">
              <a:rPr lang="en-US" altLang="zh-CN"/>
              <a:pPr/>
              <a:t>‹#›</a:t>
            </a:fld>
            <a:endParaRPr lang="en-US" altLang="zh-CN"/>
          </a:p>
        </p:txBody>
      </p:sp>
    </p:spTree>
    <p:extLst>
      <p:ext uri="{BB962C8B-B14F-4D97-AF65-F5344CB8AC3E}">
        <p14:creationId xmlns:p14="http://schemas.microsoft.com/office/powerpoint/2010/main" val="786523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7">
            <a:extLst>
              <a:ext uri="{FF2B5EF4-FFF2-40B4-BE49-F238E27FC236}">
                <a16:creationId xmlns:a16="http://schemas.microsoft.com/office/drawing/2014/main" id="{88145B44-CF89-4C86-BC0F-CC1D694E396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8">
            <a:extLst>
              <a:ext uri="{FF2B5EF4-FFF2-40B4-BE49-F238E27FC236}">
                <a16:creationId xmlns:a16="http://schemas.microsoft.com/office/drawing/2014/main" id="{4E3C084F-7256-49E9-85C1-906FDBAD1A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9">
            <a:extLst>
              <a:ext uri="{FF2B5EF4-FFF2-40B4-BE49-F238E27FC236}">
                <a16:creationId xmlns:a16="http://schemas.microsoft.com/office/drawing/2014/main" id="{AF89525F-29C5-480F-A710-A33286DFC730}"/>
              </a:ext>
            </a:extLst>
          </p:cNvPr>
          <p:cNvSpPr>
            <a:spLocks noGrp="1" noChangeArrowheads="1"/>
          </p:cNvSpPr>
          <p:nvPr>
            <p:ph type="sldNum" sz="quarter" idx="12"/>
          </p:nvPr>
        </p:nvSpPr>
        <p:spPr>
          <a:ln/>
        </p:spPr>
        <p:txBody>
          <a:bodyPr/>
          <a:lstStyle>
            <a:lvl1pPr>
              <a:defRPr/>
            </a:lvl1pPr>
          </a:lstStyle>
          <a:p>
            <a:fld id="{29779F1A-85C8-43AC-A2CD-56ABBE4533B9}" type="slidenum">
              <a:rPr lang="en-US" altLang="zh-CN"/>
              <a:pPr/>
              <a:t>‹#›</a:t>
            </a:fld>
            <a:endParaRPr lang="en-US" altLang="zh-CN"/>
          </a:p>
        </p:txBody>
      </p:sp>
    </p:spTree>
    <p:extLst>
      <p:ext uri="{BB962C8B-B14F-4D97-AF65-F5344CB8AC3E}">
        <p14:creationId xmlns:p14="http://schemas.microsoft.com/office/powerpoint/2010/main" val="584370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a:extLst>
              <a:ext uri="{FF2B5EF4-FFF2-40B4-BE49-F238E27FC236}">
                <a16:creationId xmlns:a16="http://schemas.microsoft.com/office/drawing/2014/main" id="{0464AE40-A447-4D01-BD4D-A873FB3E64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8">
            <a:extLst>
              <a:ext uri="{FF2B5EF4-FFF2-40B4-BE49-F238E27FC236}">
                <a16:creationId xmlns:a16="http://schemas.microsoft.com/office/drawing/2014/main" id="{E58A91E3-9AC1-4E37-B6D9-4BEFFFC5541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9">
            <a:extLst>
              <a:ext uri="{FF2B5EF4-FFF2-40B4-BE49-F238E27FC236}">
                <a16:creationId xmlns:a16="http://schemas.microsoft.com/office/drawing/2014/main" id="{49225C7A-D79D-4D72-8654-74277AABA176}"/>
              </a:ext>
            </a:extLst>
          </p:cNvPr>
          <p:cNvSpPr>
            <a:spLocks noGrp="1" noChangeArrowheads="1"/>
          </p:cNvSpPr>
          <p:nvPr>
            <p:ph type="sldNum" sz="quarter" idx="12"/>
          </p:nvPr>
        </p:nvSpPr>
        <p:spPr>
          <a:ln/>
        </p:spPr>
        <p:txBody>
          <a:bodyPr/>
          <a:lstStyle>
            <a:lvl1pPr>
              <a:defRPr/>
            </a:lvl1pPr>
          </a:lstStyle>
          <a:p>
            <a:fld id="{C283541E-DC47-47D6-9777-C1D9B877410C}" type="slidenum">
              <a:rPr lang="en-US" altLang="zh-CN"/>
              <a:pPr/>
              <a:t>‹#›</a:t>
            </a:fld>
            <a:endParaRPr lang="en-US" altLang="zh-CN"/>
          </a:p>
        </p:txBody>
      </p:sp>
    </p:spTree>
    <p:extLst>
      <p:ext uri="{BB962C8B-B14F-4D97-AF65-F5344CB8AC3E}">
        <p14:creationId xmlns:p14="http://schemas.microsoft.com/office/powerpoint/2010/main" val="179345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7">
            <a:extLst>
              <a:ext uri="{FF2B5EF4-FFF2-40B4-BE49-F238E27FC236}">
                <a16:creationId xmlns:a16="http://schemas.microsoft.com/office/drawing/2014/main" id="{96E3843B-3023-4EBD-831B-5FADDB81146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005F3EB4-C798-487B-9EC5-59D42CDF3AF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6444A360-A947-48F6-A259-187571E27FDC}"/>
              </a:ext>
            </a:extLst>
          </p:cNvPr>
          <p:cNvSpPr>
            <a:spLocks noGrp="1" noChangeArrowheads="1"/>
          </p:cNvSpPr>
          <p:nvPr>
            <p:ph type="sldNum" sz="quarter" idx="12"/>
          </p:nvPr>
        </p:nvSpPr>
        <p:spPr>
          <a:ln/>
        </p:spPr>
        <p:txBody>
          <a:bodyPr/>
          <a:lstStyle>
            <a:lvl1pPr>
              <a:defRPr/>
            </a:lvl1pPr>
          </a:lstStyle>
          <a:p>
            <a:fld id="{D9656E10-237A-42B0-A5BF-1B2EF772F172}" type="slidenum">
              <a:rPr lang="en-US" altLang="zh-CN"/>
              <a:pPr/>
              <a:t>‹#›</a:t>
            </a:fld>
            <a:endParaRPr lang="en-US" altLang="zh-CN"/>
          </a:p>
        </p:txBody>
      </p:sp>
    </p:spTree>
    <p:extLst>
      <p:ext uri="{BB962C8B-B14F-4D97-AF65-F5344CB8AC3E}">
        <p14:creationId xmlns:p14="http://schemas.microsoft.com/office/powerpoint/2010/main" val="1354839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7">
            <a:extLst>
              <a:ext uri="{FF2B5EF4-FFF2-40B4-BE49-F238E27FC236}">
                <a16:creationId xmlns:a16="http://schemas.microsoft.com/office/drawing/2014/main" id="{A4D9260F-FFBF-495D-AC4F-D4A97DD83B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643F2D8A-D9BD-42D5-95B1-AEFD0168AEC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831DAD0E-9582-41E3-A15B-BBFA3D0F7CC9}"/>
              </a:ext>
            </a:extLst>
          </p:cNvPr>
          <p:cNvSpPr>
            <a:spLocks noGrp="1" noChangeArrowheads="1"/>
          </p:cNvSpPr>
          <p:nvPr>
            <p:ph type="sldNum" sz="quarter" idx="12"/>
          </p:nvPr>
        </p:nvSpPr>
        <p:spPr>
          <a:ln/>
        </p:spPr>
        <p:txBody>
          <a:bodyPr/>
          <a:lstStyle>
            <a:lvl1pPr>
              <a:defRPr/>
            </a:lvl1pPr>
          </a:lstStyle>
          <a:p>
            <a:fld id="{B5172A88-FD17-4187-B3E0-3965C0F8D12F}" type="slidenum">
              <a:rPr lang="en-US" altLang="zh-CN"/>
              <a:pPr/>
              <a:t>‹#›</a:t>
            </a:fld>
            <a:endParaRPr lang="en-US" altLang="zh-CN"/>
          </a:p>
        </p:txBody>
      </p:sp>
    </p:spTree>
    <p:extLst>
      <p:ext uri="{BB962C8B-B14F-4D97-AF65-F5344CB8AC3E}">
        <p14:creationId xmlns:p14="http://schemas.microsoft.com/office/powerpoint/2010/main" val="2930609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7">
            <a:extLst>
              <a:ext uri="{FF2B5EF4-FFF2-40B4-BE49-F238E27FC236}">
                <a16:creationId xmlns:a16="http://schemas.microsoft.com/office/drawing/2014/main" id="{B01D690B-4265-4132-BD0B-E19DED36415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FE4176AF-830C-436A-8F9D-1C79BDCA56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2B52F81D-CEB2-4132-97CD-5F389D5B94BC}"/>
              </a:ext>
            </a:extLst>
          </p:cNvPr>
          <p:cNvSpPr>
            <a:spLocks noGrp="1" noChangeArrowheads="1"/>
          </p:cNvSpPr>
          <p:nvPr>
            <p:ph type="sldNum" sz="quarter" idx="12"/>
          </p:nvPr>
        </p:nvSpPr>
        <p:spPr>
          <a:ln/>
        </p:spPr>
        <p:txBody>
          <a:bodyPr/>
          <a:lstStyle>
            <a:lvl1pPr>
              <a:defRPr/>
            </a:lvl1pPr>
          </a:lstStyle>
          <a:p>
            <a:fld id="{F74D1122-A5AA-410B-BB2F-69E933E92A93}" type="slidenum">
              <a:rPr lang="en-US" altLang="zh-CN"/>
              <a:pPr/>
              <a:t>‹#›</a:t>
            </a:fld>
            <a:endParaRPr lang="en-US" altLang="zh-CN"/>
          </a:p>
        </p:txBody>
      </p:sp>
    </p:spTree>
    <p:extLst>
      <p:ext uri="{BB962C8B-B14F-4D97-AF65-F5344CB8AC3E}">
        <p14:creationId xmlns:p14="http://schemas.microsoft.com/office/powerpoint/2010/main" val="1186643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7">
            <a:extLst>
              <a:ext uri="{FF2B5EF4-FFF2-40B4-BE49-F238E27FC236}">
                <a16:creationId xmlns:a16="http://schemas.microsoft.com/office/drawing/2014/main" id="{C388359D-2839-46CA-A903-72BDCD9F3A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778B17E6-319F-4F9B-BCC4-EE2E982AB4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4A7E3F7D-FAE8-422A-BA9F-F28D676F0F76}"/>
              </a:ext>
            </a:extLst>
          </p:cNvPr>
          <p:cNvSpPr>
            <a:spLocks noGrp="1" noChangeArrowheads="1"/>
          </p:cNvSpPr>
          <p:nvPr>
            <p:ph type="sldNum" sz="quarter" idx="12"/>
          </p:nvPr>
        </p:nvSpPr>
        <p:spPr>
          <a:ln/>
        </p:spPr>
        <p:txBody>
          <a:bodyPr/>
          <a:lstStyle>
            <a:lvl1pPr>
              <a:defRPr/>
            </a:lvl1pPr>
          </a:lstStyle>
          <a:p>
            <a:fld id="{043BAC53-82D4-4115-A7AE-2AC41548AEEB}" type="slidenum">
              <a:rPr lang="en-US" altLang="zh-CN"/>
              <a:pPr/>
              <a:t>‹#›</a:t>
            </a:fld>
            <a:endParaRPr lang="en-US" altLang="zh-CN"/>
          </a:p>
        </p:txBody>
      </p:sp>
    </p:spTree>
    <p:extLst>
      <p:ext uri="{BB962C8B-B14F-4D97-AF65-F5344CB8AC3E}">
        <p14:creationId xmlns:p14="http://schemas.microsoft.com/office/powerpoint/2010/main" val="1851126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42913" y="103188"/>
            <a:ext cx="8243887" cy="131445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456113"/>
          </a:xfrm>
        </p:spPr>
        <p:txBody>
          <a:bodyPr/>
          <a:lstStyle/>
          <a:p>
            <a:pPr lvl="0"/>
            <a:endParaRPr lang="zh-CN" altLang="en-US" noProof="0"/>
          </a:p>
        </p:txBody>
      </p:sp>
      <p:sp>
        <p:nvSpPr>
          <p:cNvPr id="4" name="Rectangle 47">
            <a:extLst>
              <a:ext uri="{FF2B5EF4-FFF2-40B4-BE49-F238E27FC236}">
                <a16:creationId xmlns:a16="http://schemas.microsoft.com/office/drawing/2014/main" id="{6591B71F-8088-4632-AAE8-0D2820D459E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8">
            <a:extLst>
              <a:ext uri="{FF2B5EF4-FFF2-40B4-BE49-F238E27FC236}">
                <a16:creationId xmlns:a16="http://schemas.microsoft.com/office/drawing/2014/main" id="{EE7BC079-D1F7-4768-83CE-DA714C8BB9F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9">
            <a:extLst>
              <a:ext uri="{FF2B5EF4-FFF2-40B4-BE49-F238E27FC236}">
                <a16:creationId xmlns:a16="http://schemas.microsoft.com/office/drawing/2014/main" id="{D54DCF96-C04A-44D8-BF04-0148B6FC742B}"/>
              </a:ext>
            </a:extLst>
          </p:cNvPr>
          <p:cNvSpPr>
            <a:spLocks noGrp="1" noChangeArrowheads="1"/>
          </p:cNvSpPr>
          <p:nvPr>
            <p:ph type="sldNum" sz="quarter" idx="12"/>
          </p:nvPr>
        </p:nvSpPr>
        <p:spPr>
          <a:ln/>
        </p:spPr>
        <p:txBody>
          <a:bodyPr/>
          <a:lstStyle>
            <a:lvl1pPr>
              <a:defRPr/>
            </a:lvl1pPr>
          </a:lstStyle>
          <a:p>
            <a:fld id="{DDBF9FA3-1F41-4BD5-921E-CF9D6E0E636A}" type="slidenum">
              <a:rPr lang="en-US" altLang="zh-CN"/>
              <a:pPr/>
              <a:t>‹#›</a:t>
            </a:fld>
            <a:endParaRPr lang="en-US" altLang="zh-CN"/>
          </a:p>
        </p:txBody>
      </p:sp>
    </p:spTree>
    <p:extLst>
      <p:ext uri="{BB962C8B-B14F-4D97-AF65-F5344CB8AC3E}">
        <p14:creationId xmlns:p14="http://schemas.microsoft.com/office/powerpoint/2010/main" val="7252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42913" y="103188"/>
            <a:ext cx="8243887" cy="13144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4561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4561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7">
            <a:extLst>
              <a:ext uri="{FF2B5EF4-FFF2-40B4-BE49-F238E27FC236}">
                <a16:creationId xmlns:a16="http://schemas.microsoft.com/office/drawing/2014/main" id="{4BBE53A7-4029-4537-90B5-3656DA3133E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8">
            <a:extLst>
              <a:ext uri="{FF2B5EF4-FFF2-40B4-BE49-F238E27FC236}">
                <a16:creationId xmlns:a16="http://schemas.microsoft.com/office/drawing/2014/main" id="{9184396A-3355-413E-83E4-EC0049B964B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9">
            <a:extLst>
              <a:ext uri="{FF2B5EF4-FFF2-40B4-BE49-F238E27FC236}">
                <a16:creationId xmlns:a16="http://schemas.microsoft.com/office/drawing/2014/main" id="{5B316F70-DE9A-4AB4-873F-485F803B977F}"/>
              </a:ext>
            </a:extLst>
          </p:cNvPr>
          <p:cNvSpPr>
            <a:spLocks noGrp="1" noChangeArrowheads="1"/>
          </p:cNvSpPr>
          <p:nvPr>
            <p:ph type="sldNum" sz="quarter" idx="12"/>
          </p:nvPr>
        </p:nvSpPr>
        <p:spPr>
          <a:ln/>
        </p:spPr>
        <p:txBody>
          <a:bodyPr/>
          <a:lstStyle>
            <a:lvl1pPr>
              <a:defRPr/>
            </a:lvl1pPr>
          </a:lstStyle>
          <a:p>
            <a:fld id="{DDD51D3A-4B65-4E92-9F7A-A5721BDA721F}" type="slidenum">
              <a:rPr lang="en-US" altLang="zh-CN"/>
              <a:pPr/>
              <a:t>‹#›</a:t>
            </a:fld>
            <a:endParaRPr lang="en-US" altLang="zh-CN"/>
          </a:p>
        </p:txBody>
      </p:sp>
    </p:spTree>
    <p:extLst>
      <p:ext uri="{BB962C8B-B14F-4D97-AF65-F5344CB8AC3E}">
        <p14:creationId xmlns:p14="http://schemas.microsoft.com/office/powerpoint/2010/main" val="396816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标题 3"/>
          <p:cNvSpPr>
            <a:spLocks noGrp="1"/>
          </p:cNvSpPr>
          <p:nvPr>
            <p:ph type="title"/>
          </p:nvPr>
        </p:nvSpPr>
        <p:spPr/>
        <p:txBody>
          <a:bodyPr/>
          <a:lstStyle/>
          <a:p>
            <a:r>
              <a:rPr lang="zh-CN" altLang="en-US"/>
              <a:t>单击此处编辑母版标题样式</a:t>
            </a:r>
          </a:p>
        </p:txBody>
      </p:sp>
      <p:sp>
        <p:nvSpPr>
          <p:cNvPr id="5" name="页脚占位符 1">
            <a:extLst>
              <a:ext uri="{FF2B5EF4-FFF2-40B4-BE49-F238E27FC236}">
                <a16:creationId xmlns:a16="http://schemas.microsoft.com/office/drawing/2014/main" id="{409EE5FC-7074-4F83-9613-2E0F8EB77B71}"/>
              </a:ext>
            </a:extLst>
          </p:cNvPr>
          <p:cNvSpPr>
            <a:spLocks noGrp="1"/>
          </p:cNvSpPr>
          <p:nvPr>
            <p:ph type="ftr" sz="quarter" idx="10"/>
          </p:nvPr>
        </p:nvSpPr>
        <p:spPr/>
        <p:txBody>
          <a:bodyPr/>
          <a:lstStyle>
            <a:lvl1pPr>
              <a:defRPr/>
            </a:lvl1pPr>
          </a:lstStyle>
          <a:p>
            <a:pPr>
              <a:defRPr/>
            </a:pPr>
            <a:r>
              <a:rPr lang="en-US" altLang="zh-CN"/>
              <a:t>TJU</a:t>
            </a:r>
            <a:endParaRPr lang="zh-CN" altLang="en-US"/>
          </a:p>
        </p:txBody>
      </p:sp>
      <p:sp>
        <p:nvSpPr>
          <p:cNvPr id="6" name="灯片编号占位符 2">
            <a:extLst>
              <a:ext uri="{FF2B5EF4-FFF2-40B4-BE49-F238E27FC236}">
                <a16:creationId xmlns:a16="http://schemas.microsoft.com/office/drawing/2014/main" id="{E6965FED-61AE-4186-BA26-2FDCF397D558}"/>
              </a:ext>
            </a:extLst>
          </p:cNvPr>
          <p:cNvSpPr>
            <a:spLocks noGrp="1"/>
          </p:cNvSpPr>
          <p:nvPr>
            <p:ph type="sldNum" sz="quarter" idx="11"/>
          </p:nvPr>
        </p:nvSpPr>
        <p:spPr/>
        <p:txBody>
          <a:bodyPr/>
          <a:lstStyle>
            <a:lvl1pPr>
              <a:defRPr/>
            </a:lvl1pPr>
          </a:lstStyle>
          <a:p>
            <a:fld id="{5402A7D1-228D-436B-8FC6-4E8F58D3C3C6}" type="slidenum">
              <a:rPr lang="zh-CN" altLang="en-US"/>
              <a:pPr/>
              <a:t>‹#›</a:t>
            </a:fld>
            <a:endParaRPr lang="zh-CN" altLang="en-US"/>
          </a:p>
        </p:txBody>
      </p:sp>
    </p:spTree>
    <p:extLst>
      <p:ext uri="{BB962C8B-B14F-4D97-AF65-F5344CB8AC3E}">
        <p14:creationId xmlns:p14="http://schemas.microsoft.com/office/powerpoint/2010/main" val="2808567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42913" y="103188"/>
            <a:ext cx="8243887" cy="5953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57E5D452-992A-480E-A111-A3FE9EE582C8}"/>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216E59A6-5796-43CA-81EC-170B4781F586}"/>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E202EBFC-6ACE-4569-A255-46BFA7F58B95}"/>
              </a:ext>
            </a:extLst>
          </p:cNvPr>
          <p:cNvSpPr>
            <a:spLocks noGrp="1"/>
          </p:cNvSpPr>
          <p:nvPr>
            <p:ph type="sldNum" sz="quarter" idx="12"/>
          </p:nvPr>
        </p:nvSpPr>
        <p:spPr/>
        <p:txBody>
          <a:bodyPr/>
          <a:lstStyle>
            <a:lvl1pPr>
              <a:defRPr/>
            </a:lvl1pPr>
          </a:lstStyle>
          <a:p>
            <a:fld id="{80A9C129-C971-4C9A-809A-F2A2393C46C9}" type="slidenum">
              <a:rPr lang="zh-CN" altLang="en-US"/>
              <a:pPr/>
              <a:t>‹#›</a:t>
            </a:fld>
            <a:endParaRPr lang="en-US" altLang="zh-CN"/>
          </a:p>
        </p:txBody>
      </p:sp>
    </p:spTree>
    <p:extLst>
      <p:ext uri="{BB962C8B-B14F-4D97-AF65-F5344CB8AC3E}">
        <p14:creationId xmlns:p14="http://schemas.microsoft.com/office/powerpoint/2010/main" val="2367117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lipArtAndVertTx">
  <p:cSld name="标题，剪贴画与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42913" y="103188"/>
            <a:ext cx="8243887" cy="1314450"/>
          </a:xfrm>
        </p:spPr>
        <p:txBody>
          <a:bodyPr/>
          <a:lstStyle/>
          <a:p>
            <a:r>
              <a:rPr lang="zh-CN" altLang="en-US"/>
              <a:t>单击此处编辑母版标题样式</a:t>
            </a:r>
          </a:p>
        </p:txBody>
      </p:sp>
      <p:sp>
        <p:nvSpPr>
          <p:cNvPr id="3" name="剪贴画占位符 2"/>
          <p:cNvSpPr>
            <a:spLocks noGrp="1"/>
          </p:cNvSpPr>
          <p:nvPr>
            <p:ph type="clipArt" sz="half" idx="1"/>
          </p:nvPr>
        </p:nvSpPr>
        <p:spPr>
          <a:xfrm>
            <a:off x="457200" y="1600200"/>
            <a:ext cx="4038600" cy="4456113"/>
          </a:xfrm>
        </p:spPr>
        <p:txBody>
          <a:bodyPr/>
          <a:lstStyle/>
          <a:p>
            <a:pPr lvl="0"/>
            <a:endParaRPr lang="zh-CN" altLang="en-US" noProof="0"/>
          </a:p>
        </p:txBody>
      </p:sp>
      <p:sp>
        <p:nvSpPr>
          <p:cNvPr id="4" name="竖排文字占位符 3"/>
          <p:cNvSpPr>
            <a:spLocks noGrp="1"/>
          </p:cNvSpPr>
          <p:nvPr>
            <p:ph type="body" orient="vert" sz="half" idx="2"/>
          </p:nvPr>
        </p:nvSpPr>
        <p:spPr>
          <a:xfrm>
            <a:off x="4648200" y="1600200"/>
            <a:ext cx="4038600" cy="44561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C9F0FFF5-9505-446E-AD86-17A9951A0DBB}"/>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943FEB3A-EE81-4DC5-B1A8-D7CDE8970594}"/>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7C2E6214-BC4F-4794-8912-9586B36BBA84}"/>
              </a:ext>
            </a:extLst>
          </p:cNvPr>
          <p:cNvSpPr>
            <a:spLocks noGrp="1"/>
          </p:cNvSpPr>
          <p:nvPr>
            <p:ph type="sldNum" sz="quarter" idx="12"/>
          </p:nvPr>
        </p:nvSpPr>
        <p:spPr/>
        <p:txBody>
          <a:bodyPr/>
          <a:lstStyle>
            <a:lvl1pPr>
              <a:defRPr/>
            </a:lvl1pPr>
          </a:lstStyle>
          <a:p>
            <a:fld id="{1E3B0144-DFD7-4F44-AF29-E430ECF0D69D}" type="slidenum">
              <a:rPr lang="zh-CN" altLang="en-US"/>
              <a:pPr/>
              <a:t>‹#›</a:t>
            </a:fld>
            <a:endParaRPr lang="en-US" altLang="zh-CN"/>
          </a:p>
        </p:txBody>
      </p:sp>
    </p:spTree>
    <p:extLst>
      <p:ext uri="{BB962C8B-B14F-4D97-AF65-F5344CB8AC3E}">
        <p14:creationId xmlns:p14="http://schemas.microsoft.com/office/powerpoint/2010/main" val="4135083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7657023-EFD6-4817-8F11-F27F59F00E98}"/>
              </a:ext>
            </a:extLst>
          </p:cNvPr>
          <p:cNvGrpSpPr>
            <a:grpSpLocks/>
          </p:cNvGrpSpPr>
          <p:nvPr/>
        </p:nvGrpSpPr>
        <p:grpSpPr bwMode="auto">
          <a:xfrm>
            <a:off x="-7938" y="0"/>
            <a:ext cx="2833688" cy="6856413"/>
            <a:chOff x="-5" y="0"/>
            <a:chExt cx="1785" cy="4319"/>
          </a:xfrm>
        </p:grpSpPr>
        <p:sp>
          <p:nvSpPr>
            <p:cNvPr id="1032" name="Freeform 3">
              <a:extLst>
                <a:ext uri="{FF2B5EF4-FFF2-40B4-BE49-F238E27FC236}">
                  <a16:creationId xmlns:a16="http://schemas.microsoft.com/office/drawing/2014/main" id="{69CF9656-7AC5-472D-A0EE-6EB325308679}"/>
                </a:ext>
              </a:extLst>
            </p:cNvPr>
            <p:cNvSpPr>
              <a:spLocks/>
            </p:cNvSpPr>
            <p:nvPr/>
          </p:nvSpPr>
          <p:spPr bwMode="ltGray">
            <a:xfrm>
              <a:off x="-5"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3" name="Group 4">
              <a:extLst>
                <a:ext uri="{FF2B5EF4-FFF2-40B4-BE49-F238E27FC236}">
                  <a16:creationId xmlns:a16="http://schemas.microsoft.com/office/drawing/2014/main" id="{383C491B-FD6D-4DF9-B7FF-E7C39AE37A43}"/>
                </a:ext>
              </a:extLst>
            </p:cNvPr>
            <p:cNvGrpSpPr>
              <a:grpSpLocks/>
            </p:cNvGrpSpPr>
            <p:nvPr/>
          </p:nvGrpSpPr>
          <p:grpSpPr bwMode="auto">
            <a:xfrm rot="14964908" flipH="1">
              <a:off x="104" y="2441"/>
              <a:ext cx="452" cy="444"/>
              <a:chOff x="1727" y="866"/>
              <a:chExt cx="129" cy="157"/>
            </a:xfrm>
          </p:grpSpPr>
          <p:sp>
            <p:nvSpPr>
              <p:cNvPr id="1071" name="Freeform 5">
                <a:extLst>
                  <a:ext uri="{FF2B5EF4-FFF2-40B4-BE49-F238E27FC236}">
                    <a16:creationId xmlns:a16="http://schemas.microsoft.com/office/drawing/2014/main" id="{3ACF5A4B-CE4E-4A22-B00B-7BA250CBA5C0}"/>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2" name="Freeform 6">
                <a:extLst>
                  <a:ext uri="{FF2B5EF4-FFF2-40B4-BE49-F238E27FC236}">
                    <a16:creationId xmlns:a16="http://schemas.microsoft.com/office/drawing/2014/main" id="{67D0355F-3D84-416A-81FB-9C7650CB1D39}"/>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3" name="Freeform 7">
                <a:extLst>
                  <a:ext uri="{FF2B5EF4-FFF2-40B4-BE49-F238E27FC236}">
                    <a16:creationId xmlns:a16="http://schemas.microsoft.com/office/drawing/2014/main" id="{E406C827-B5B9-464F-9F77-B94CEB078A75}"/>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34" name="Freeform 8">
              <a:extLst>
                <a:ext uri="{FF2B5EF4-FFF2-40B4-BE49-F238E27FC236}">
                  <a16:creationId xmlns:a16="http://schemas.microsoft.com/office/drawing/2014/main" id="{1B2934D2-699A-4148-B876-C7589EC378F3}"/>
                </a:ext>
              </a:extLst>
            </p:cNvPr>
            <p:cNvSpPr>
              <a:spLocks/>
            </p:cNvSpPr>
            <p:nvPr/>
          </p:nvSpPr>
          <p:spPr bwMode="ltGray">
            <a:xfrm>
              <a:off x="90"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35" name="Group 9">
              <a:extLst>
                <a:ext uri="{FF2B5EF4-FFF2-40B4-BE49-F238E27FC236}">
                  <a16:creationId xmlns:a16="http://schemas.microsoft.com/office/drawing/2014/main" id="{DFC935E3-8B3C-4520-9EE8-9C11DFF5F086}"/>
                </a:ext>
              </a:extLst>
            </p:cNvPr>
            <p:cNvGrpSpPr>
              <a:grpSpLocks/>
            </p:cNvGrpSpPr>
            <p:nvPr/>
          </p:nvGrpSpPr>
          <p:grpSpPr bwMode="auto">
            <a:xfrm rot="416244">
              <a:off x="9" y="1746"/>
              <a:ext cx="1771" cy="1741"/>
              <a:chOff x="41" y="2787"/>
              <a:chExt cx="902" cy="833"/>
            </a:xfrm>
          </p:grpSpPr>
          <p:sp>
            <p:nvSpPr>
              <p:cNvPr id="1062" name="Freeform 10">
                <a:extLst>
                  <a:ext uri="{FF2B5EF4-FFF2-40B4-BE49-F238E27FC236}">
                    <a16:creationId xmlns:a16="http://schemas.microsoft.com/office/drawing/2014/main" id="{663788BA-906B-4174-A2F9-166729DC8F95}"/>
                  </a:ext>
                </a:extLst>
              </p:cNvPr>
              <p:cNvSpPr>
                <a:spLocks/>
              </p:cNvSpPr>
              <p:nvPr userDrawn="1"/>
            </p:nvSpPr>
            <p:spPr bwMode="ltGray">
              <a:xfrm rot="373331" flipH="1">
                <a:off x="125" y="2787"/>
                <a:ext cx="313" cy="303"/>
              </a:xfrm>
              <a:custGeom>
                <a:avLst/>
                <a:gdLst>
                  <a:gd name="T0" fmla="*/ 3721 w 217"/>
                  <a:gd name="T1" fmla="*/ 17088 h 210"/>
                  <a:gd name="T2" fmla="*/ 2973 w 217"/>
                  <a:gd name="T3" fmla="*/ 16157 h 210"/>
                  <a:gd name="T4" fmla="*/ 2135 w 217"/>
                  <a:gd name="T5" fmla="*/ 14752 h 210"/>
                  <a:gd name="T6" fmla="*/ 1240 w 217"/>
                  <a:gd name="T7" fmla="*/ 12901 h 210"/>
                  <a:gd name="T8" fmla="*/ 381 w 217"/>
                  <a:gd name="T9" fmla="*/ 10973 h 210"/>
                  <a:gd name="T10" fmla="*/ 0 w 217"/>
                  <a:gd name="T11" fmla="*/ 8879 h 210"/>
                  <a:gd name="T12" fmla="*/ 1 w 217"/>
                  <a:gd name="T13" fmla="*/ 6647 h 210"/>
                  <a:gd name="T14" fmla="*/ 733 w 217"/>
                  <a:gd name="T15" fmla="*/ 4607 h 210"/>
                  <a:gd name="T16" fmla="*/ 2200 w 217"/>
                  <a:gd name="T17" fmla="*/ 2890 h 210"/>
                  <a:gd name="T18" fmla="*/ 3669 w 217"/>
                  <a:gd name="T19" fmla="*/ 1791 h 210"/>
                  <a:gd name="T20" fmla="*/ 4871 w 217"/>
                  <a:gd name="T21" fmla="*/ 977 h 210"/>
                  <a:gd name="T22" fmla="*/ 5842 w 217"/>
                  <a:gd name="T23" fmla="*/ 550 h 210"/>
                  <a:gd name="T24" fmla="*/ 6602 w 217"/>
                  <a:gd name="T25" fmla="*/ 381 h 210"/>
                  <a:gd name="T26" fmla="*/ 7143 w 217"/>
                  <a:gd name="T27" fmla="*/ 381 h 210"/>
                  <a:gd name="T28" fmla="*/ 8426 w 217"/>
                  <a:gd name="T29" fmla="*/ 0 h 210"/>
                  <a:gd name="T30" fmla="*/ 11978 w 217"/>
                  <a:gd name="T31" fmla="*/ 677 h 210"/>
                  <a:gd name="T32" fmla="*/ 12967 w 217"/>
                  <a:gd name="T33" fmla="*/ 977 h 210"/>
                  <a:gd name="T34" fmla="*/ 13941 w 217"/>
                  <a:gd name="T35" fmla="*/ 1241 h 210"/>
                  <a:gd name="T36" fmla="*/ 14776 w 217"/>
                  <a:gd name="T37" fmla="*/ 1527 h 210"/>
                  <a:gd name="T38" fmla="*/ 15411 w 217"/>
                  <a:gd name="T39" fmla="*/ 1877 h 210"/>
                  <a:gd name="T40" fmla="*/ 16106 w 217"/>
                  <a:gd name="T41" fmla="*/ 2203 h 210"/>
                  <a:gd name="T42" fmla="*/ 16652 w 217"/>
                  <a:gd name="T43" fmla="*/ 2584 h 210"/>
                  <a:gd name="T44" fmla="*/ 17081 w 217"/>
                  <a:gd name="T45" fmla="*/ 3081 h 210"/>
                  <a:gd name="T46" fmla="*/ 17584 w 217"/>
                  <a:gd name="T47" fmla="*/ 3682 h 210"/>
                  <a:gd name="T48" fmla="*/ 16652 w 217"/>
                  <a:gd name="T49" fmla="*/ 3295 h 210"/>
                  <a:gd name="T50" fmla="*/ 15760 w 217"/>
                  <a:gd name="T51" fmla="*/ 2935 h 210"/>
                  <a:gd name="T52" fmla="*/ 14861 w 217"/>
                  <a:gd name="T53" fmla="*/ 2708 h 210"/>
                  <a:gd name="T54" fmla="*/ 13941 w 217"/>
                  <a:gd name="T55" fmla="*/ 2408 h 210"/>
                  <a:gd name="T56" fmla="*/ 13209 w 217"/>
                  <a:gd name="T57" fmla="*/ 2203 h 210"/>
                  <a:gd name="T58" fmla="*/ 12445 w 217"/>
                  <a:gd name="T59" fmla="*/ 2135 h 210"/>
                  <a:gd name="T60" fmla="*/ 11564 w 217"/>
                  <a:gd name="T61" fmla="*/ 2003 h 210"/>
                  <a:gd name="T62" fmla="*/ 10834 w 217"/>
                  <a:gd name="T63" fmla="*/ 2003 h 210"/>
                  <a:gd name="T64" fmla="*/ 10134 w 217"/>
                  <a:gd name="T65" fmla="*/ 2003 h 210"/>
                  <a:gd name="T66" fmla="*/ 9402 w 217"/>
                  <a:gd name="T67" fmla="*/ 2034 h 210"/>
                  <a:gd name="T68" fmla="*/ 8650 w 217"/>
                  <a:gd name="T69" fmla="*/ 2203 h 210"/>
                  <a:gd name="T70" fmla="*/ 8017 w 217"/>
                  <a:gd name="T71" fmla="*/ 2386 h 210"/>
                  <a:gd name="T72" fmla="*/ 7371 w 217"/>
                  <a:gd name="T73" fmla="*/ 2708 h 210"/>
                  <a:gd name="T74" fmla="*/ 6612 w 217"/>
                  <a:gd name="T75" fmla="*/ 2935 h 210"/>
                  <a:gd name="T76" fmla="*/ 5997 w 217"/>
                  <a:gd name="T77" fmla="*/ 3319 h 210"/>
                  <a:gd name="T78" fmla="*/ 5367 w 217"/>
                  <a:gd name="T79" fmla="*/ 3728 h 210"/>
                  <a:gd name="T80" fmla="*/ 4219 w 217"/>
                  <a:gd name="T81" fmla="*/ 4968 h 210"/>
                  <a:gd name="T82" fmla="*/ 3433 w 217"/>
                  <a:gd name="T83" fmla="*/ 6497 h 210"/>
                  <a:gd name="T84" fmla="*/ 2973 w 217"/>
                  <a:gd name="T85" fmla="*/ 8397 h 210"/>
                  <a:gd name="T86" fmla="*/ 2808 w 217"/>
                  <a:gd name="T87" fmla="*/ 10267 h 210"/>
                  <a:gd name="T88" fmla="*/ 2808 w 217"/>
                  <a:gd name="T89" fmla="*/ 12344 h 210"/>
                  <a:gd name="T90" fmla="*/ 3080 w 217"/>
                  <a:gd name="T91" fmla="*/ 14140 h 210"/>
                  <a:gd name="T92" fmla="*/ 3316 w 217"/>
                  <a:gd name="T93" fmla="*/ 15789 h 210"/>
                  <a:gd name="T94" fmla="*/ 3721 w 217"/>
                  <a:gd name="T95" fmla="*/ 17088 h 2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3" name="Freeform 11">
                <a:extLst>
                  <a:ext uri="{FF2B5EF4-FFF2-40B4-BE49-F238E27FC236}">
                    <a16:creationId xmlns:a16="http://schemas.microsoft.com/office/drawing/2014/main" id="{BA3A6CC0-F7DB-486E-9A67-AAA4151774E8}"/>
                  </a:ext>
                </a:extLst>
              </p:cNvPr>
              <p:cNvSpPr>
                <a:spLocks/>
              </p:cNvSpPr>
              <p:nvPr userDrawn="1"/>
            </p:nvSpPr>
            <p:spPr bwMode="ltGray">
              <a:xfrm rot="373331" flipH="1">
                <a:off x="41" y="2843"/>
                <a:ext cx="262" cy="308"/>
              </a:xfrm>
              <a:custGeom>
                <a:avLst/>
                <a:gdLst>
                  <a:gd name="T0" fmla="*/ 8633 w 182"/>
                  <a:gd name="T1" fmla="*/ 0 h 213"/>
                  <a:gd name="T2" fmla="*/ 8863 w 182"/>
                  <a:gd name="T3" fmla="*/ 169 h 213"/>
                  <a:gd name="T4" fmla="*/ 9359 w 182"/>
                  <a:gd name="T5" fmla="*/ 684 h 213"/>
                  <a:gd name="T6" fmla="*/ 10065 w 182"/>
                  <a:gd name="T7" fmla="*/ 1537 h 213"/>
                  <a:gd name="T8" fmla="*/ 10872 w 182"/>
                  <a:gd name="T9" fmla="*/ 2781 h 213"/>
                  <a:gd name="T10" fmla="*/ 11489 w 182"/>
                  <a:gd name="T11" fmla="*/ 4324 h 213"/>
                  <a:gd name="T12" fmla="*/ 11899 w 182"/>
                  <a:gd name="T13" fmla="*/ 6373 h 213"/>
                  <a:gd name="T14" fmla="*/ 11899 w 182"/>
                  <a:gd name="T15" fmla="*/ 8792 h 213"/>
                  <a:gd name="T16" fmla="*/ 11401 w 182"/>
                  <a:gd name="T17" fmla="*/ 11646 h 213"/>
                  <a:gd name="T18" fmla="*/ 11122 w 182"/>
                  <a:gd name="T19" fmla="*/ 12441 h 213"/>
                  <a:gd name="T20" fmla="*/ 10777 w 182"/>
                  <a:gd name="T21" fmla="*/ 13098 h 213"/>
                  <a:gd name="T22" fmla="*/ 10405 w 182"/>
                  <a:gd name="T23" fmla="*/ 13815 h 213"/>
                  <a:gd name="T24" fmla="*/ 9904 w 182"/>
                  <a:gd name="T25" fmla="*/ 14446 h 213"/>
                  <a:gd name="T26" fmla="*/ 9236 w 182"/>
                  <a:gd name="T27" fmla="*/ 15049 h 213"/>
                  <a:gd name="T28" fmla="*/ 8688 w 182"/>
                  <a:gd name="T29" fmla="*/ 15504 h 213"/>
                  <a:gd name="T30" fmla="*/ 8099 w 182"/>
                  <a:gd name="T31" fmla="*/ 15945 h 213"/>
                  <a:gd name="T32" fmla="*/ 7261 w 182"/>
                  <a:gd name="T33" fmla="*/ 16299 h 213"/>
                  <a:gd name="T34" fmla="*/ 6501 w 182"/>
                  <a:gd name="T35" fmla="*/ 16474 h 213"/>
                  <a:gd name="T36" fmla="*/ 5742 w 182"/>
                  <a:gd name="T37" fmla="*/ 16684 h 213"/>
                  <a:gd name="T38" fmla="*/ 4857 w 182"/>
                  <a:gd name="T39" fmla="*/ 16840 h 213"/>
                  <a:gd name="T40" fmla="*/ 3908 w 182"/>
                  <a:gd name="T41" fmla="*/ 16840 h 213"/>
                  <a:gd name="T42" fmla="*/ 2894 w 182"/>
                  <a:gd name="T43" fmla="*/ 16684 h 213"/>
                  <a:gd name="T44" fmla="*/ 1984 w 182"/>
                  <a:gd name="T45" fmla="*/ 16474 h 213"/>
                  <a:gd name="T46" fmla="*/ 929 w 182"/>
                  <a:gd name="T47" fmla="*/ 16114 h 213"/>
                  <a:gd name="T48" fmla="*/ 0 w 182"/>
                  <a:gd name="T49" fmla="*/ 15686 h 213"/>
                  <a:gd name="T50" fmla="*/ 887 w 182"/>
                  <a:gd name="T51" fmla="*/ 16299 h 213"/>
                  <a:gd name="T52" fmla="*/ 1758 w 182"/>
                  <a:gd name="T53" fmla="*/ 16684 h 213"/>
                  <a:gd name="T54" fmla="*/ 2646 w 182"/>
                  <a:gd name="T55" fmla="*/ 17098 h 213"/>
                  <a:gd name="T56" fmla="*/ 3389 w 182"/>
                  <a:gd name="T57" fmla="*/ 17397 h 213"/>
                  <a:gd name="T58" fmla="*/ 4166 w 182"/>
                  <a:gd name="T59" fmla="*/ 17646 h 213"/>
                  <a:gd name="T60" fmla="*/ 5021 w 182"/>
                  <a:gd name="T61" fmla="*/ 17745 h 213"/>
                  <a:gd name="T62" fmla="*/ 5751 w 182"/>
                  <a:gd name="T63" fmla="*/ 17776 h 213"/>
                  <a:gd name="T64" fmla="*/ 6536 w 182"/>
                  <a:gd name="T65" fmla="*/ 17776 h 213"/>
                  <a:gd name="T66" fmla="*/ 7228 w 182"/>
                  <a:gd name="T67" fmla="*/ 17745 h 213"/>
                  <a:gd name="T68" fmla="*/ 7920 w 182"/>
                  <a:gd name="T69" fmla="*/ 17579 h 213"/>
                  <a:gd name="T70" fmla="*/ 8519 w 182"/>
                  <a:gd name="T71" fmla="*/ 17397 h 213"/>
                  <a:gd name="T72" fmla="*/ 9156 w 182"/>
                  <a:gd name="T73" fmla="*/ 17221 h 213"/>
                  <a:gd name="T74" fmla="*/ 9734 w 182"/>
                  <a:gd name="T75" fmla="*/ 17008 h 213"/>
                  <a:gd name="T76" fmla="*/ 10281 w 182"/>
                  <a:gd name="T77" fmla="*/ 16628 h 213"/>
                  <a:gd name="T78" fmla="*/ 10777 w 182"/>
                  <a:gd name="T79" fmla="*/ 16299 h 213"/>
                  <a:gd name="T80" fmla="*/ 11234 w 182"/>
                  <a:gd name="T81" fmla="*/ 15945 h 213"/>
                  <a:gd name="T82" fmla="*/ 12507 w 182"/>
                  <a:gd name="T83" fmla="*/ 14696 h 213"/>
                  <a:gd name="T84" fmla="*/ 13385 w 182"/>
                  <a:gd name="T85" fmla="*/ 13461 h 213"/>
                  <a:gd name="T86" fmla="*/ 13905 w 182"/>
                  <a:gd name="T87" fmla="*/ 12031 h 213"/>
                  <a:gd name="T88" fmla="*/ 14190 w 182"/>
                  <a:gd name="T89" fmla="*/ 10722 h 213"/>
                  <a:gd name="T90" fmla="*/ 14361 w 182"/>
                  <a:gd name="T91" fmla="*/ 9309 h 213"/>
                  <a:gd name="T92" fmla="*/ 14361 w 182"/>
                  <a:gd name="T93" fmla="*/ 7913 h 213"/>
                  <a:gd name="T94" fmla="*/ 14430 w 182"/>
                  <a:gd name="T95" fmla="*/ 6607 h 213"/>
                  <a:gd name="T96" fmla="*/ 13669 w 182"/>
                  <a:gd name="T97" fmla="*/ 3855 h 213"/>
                  <a:gd name="T98" fmla="*/ 12377 w 182"/>
                  <a:gd name="T99" fmla="*/ 1716 h 213"/>
                  <a:gd name="T100" fmla="*/ 11918 w 182"/>
                  <a:gd name="T101" fmla="*/ 1537 h 213"/>
                  <a:gd name="T102" fmla="*/ 11659 w 182"/>
                  <a:gd name="T103" fmla="*/ 1275 h 213"/>
                  <a:gd name="T104" fmla="*/ 11234 w 182"/>
                  <a:gd name="T105" fmla="*/ 1066 h 213"/>
                  <a:gd name="T106" fmla="*/ 10939 w 182"/>
                  <a:gd name="T107" fmla="*/ 920 h 213"/>
                  <a:gd name="T108" fmla="*/ 10453 w 182"/>
                  <a:gd name="T109" fmla="*/ 737 h 213"/>
                  <a:gd name="T110" fmla="*/ 9976 w 182"/>
                  <a:gd name="T111" fmla="*/ 510 h 213"/>
                  <a:gd name="T112" fmla="*/ 9409 w 182"/>
                  <a:gd name="T113" fmla="*/ 244 h 213"/>
                  <a:gd name="T114" fmla="*/ 8633 w 182"/>
                  <a:gd name="T115" fmla="*/ 0 h 2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4" name="Freeform 12">
                <a:extLst>
                  <a:ext uri="{FF2B5EF4-FFF2-40B4-BE49-F238E27FC236}">
                    <a16:creationId xmlns:a16="http://schemas.microsoft.com/office/drawing/2014/main" id="{5F60AE9A-DFEB-42D1-A5AE-3BD418021BDF}"/>
                  </a:ext>
                </a:extLst>
              </p:cNvPr>
              <p:cNvSpPr>
                <a:spLocks/>
              </p:cNvSpPr>
              <p:nvPr userDrawn="1"/>
            </p:nvSpPr>
            <p:spPr bwMode="ltGray">
              <a:xfrm rot="373331" flipH="1">
                <a:off x="121" y="2907"/>
                <a:ext cx="93" cy="156"/>
              </a:xfrm>
              <a:custGeom>
                <a:avLst/>
                <a:gdLst>
                  <a:gd name="T0" fmla="*/ 2 w 128"/>
                  <a:gd name="T1" fmla="*/ 0 h 217"/>
                  <a:gd name="T2" fmla="*/ 2 w 128"/>
                  <a:gd name="T3" fmla="*/ 1 h 217"/>
                  <a:gd name="T4" fmla="*/ 3 w 128"/>
                  <a:gd name="T5" fmla="*/ 1 h 217"/>
                  <a:gd name="T6" fmla="*/ 3 w 128"/>
                  <a:gd name="T7" fmla="*/ 1 h 217"/>
                  <a:gd name="T8" fmla="*/ 3 w 128"/>
                  <a:gd name="T9" fmla="*/ 1 h 217"/>
                  <a:gd name="T10" fmla="*/ 3 w 128"/>
                  <a:gd name="T11" fmla="*/ 2 h 217"/>
                  <a:gd name="T12" fmla="*/ 3 w 128"/>
                  <a:gd name="T13" fmla="*/ 3 h 217"/>
                  <a:gd name="T14" fmla="*/ 2 w 128"/>
                  <a:gd name="T15" fmla="*/ 3 h 217"/>
                  <a:gd name="T16" fmla="*/ 1 w 128"/>
                  <a:gd name="T17" fmla="*/ 4 h 217"/>
                  <a:gd name="T18" fmla="*/ 1 w 128"/>
                  <a:gd name="T19" fmla="*/ 4 h 217"/>
                  <a:gd name="T20" fmla="*/ 1 w 128"/>
                  <a:gd name="T21" fmla="*/ 4 h 217"/>
                  <a:gd name="T22" fmla="*/ 1 w 128"/>
                  <a:gd name="T23" fmla="*/ 4 h 217"/>
                  <a:gd name="T24" fmla="*/ 1 w 128"/>
                  <a:gd name="T25" fmla="*/ 4 h 217"/>
                  <a:gd name="T26" fmla="*/ 1 w 128"/>
                  <a:gd name="T27" fmla="*/ 4 h 217"/>
                  <a:gd name="T28" fmla="*/ 1 w 128"/>
                  <a:gd name="T29" fmla="*/ 4 h 217"/>
                  <a:gd name="T30" fmla="*/ 0 w 128"/>
                  <a:gd name="T31" fmla="*/ 3 h 217"/>
                  <a:gd name="T32" fmla="*/ 1 w 128"/>
                  <a:gd name="T33" fmla="*/ 3 h 217"/>
                  <a:gd name="T34" fmla="*/ 1 w 128"/>
                  <a:gd name="T35" fmla="*/ 3 h 217"/>
                  <a:gd name="T36" fmla="*/ 1 w 128"/>
                  <a:gd name="T37" fmla="*/ 3 h 217"/>
                  <a:gd name="T38" fmla="*/ 1 w 128"/>
                  <a:gd name="T39" fmla="*/ 3 h 217"/>
                  <a:gd name="T40" fmla="*/ 1 w 128"/>
                  <a:gd name="T41" fmla="*/ 3 h 217"/>
                  <a:gd name="T42" fmla="*/ 2 w 128"/>
                  <a:gd name="T43" fmla="*/ 2 h 217"/>
                  <a:gd name="T44" fmla="*/ 2 w 128"/>
                  <a:gd name="T45" fmla="*/ 1 h 217"/>
                  <a:gd name="T46" fmla="*/ 2 w 128"/>
                  <a:gd name="T47" fmla="*/ 1 h 217"/>
                  <a:gd name="T48" fmla="*/ 2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5" name="Freeform 13">
                <a:extLst>
                  <a:ext uri="{FF2B5EF4-FFF2-40B4-BE49-F238E27FC236}">
                    <a16:creationId xmlns:a16="http://schemas.microsoft.com/office/drawing/2014/main" id="{043EE736-8F47-4221-9A68-4580E5925E2D}"/>
                  </a:ext>
                </a:extLst>
              </p:cNvPr>
              <p:cNvSpPr>
                <a:spLocks/>
              </p:cNvSpPr>
              <p:nvPr userDrawn="1"/>
            </p:nvSpPr>
            <p:spPr bwMode="ltGray">
              <a:xfrm rot="373331" flipH="1">
                <a:off x="313" y="3110"/>
                <a:ext cx="85" cy="93"/>
              </a:xfrm>
              <a:custGeom>
                <a:avLst/>
                <a:gdLst>
                  <a:gd name="T0" fmla="*/ 1 w 117"/>
                  <a:gd name="T1" fmla="*/ 0 h 132"/>
                  <a:gd name="T2" fmla="*/ 0 w 117"/>
                  <a:gd name="T3" fmla="*/ 1 h 132"/>
                  <a:gd name="T4" fmla="*/ 1 w 117"/>
                  <a:gd name="T5" fmla="*/ 1 h 132"/>
                  <a:gd name="T6" fmla="*/ 1 w 117"/>
                  <a:gd name="T7" fmla="*/ 1 h 132"/>
                  <a:gd name="T8" fmla="*/ 1 w 117"/>
                  <a:gd name="T9" fmla="*/ 1 h 132"/>
                  <a:gd name="T10" fmla="*/ 1 w 117"/>
                  <a:gd name="T11" fmla="*/ 1 h 132"/>
                  <a:gd name="T12" fmla="*/ 1 w 117"/>
                  <a:gd name="T13" fmla="*/ 1 h 132"/>
                  <a:gd name="T14" fmla="*/ 2 w 117"/>
                  <a:gd name="T15" fmla="*/ 1 h 132"/>
                  <a:gd name="T16" fmla="*/ 2 w 117"/>
                  <a:gd name="T17" fmla="*/ 1 h 132"/>
                  <a:gd name="T18" fmla="*/ 3 w 117"/>
                  <a:gd name="T19" fmla="*/ 2 h 132"/>
                  <a:gd name="T20" fmla="*/ 3 w 117"/>
                  <a:gd name="T21" fmla="*/ 2 h 132"/>
                  <a:gd name="T22" fmla="*/ 3 w 117"/>
                  <a:gd name="T23" fmla="*/ 1 h 132"/>
                  <a:gd name="T24" fmla="*/ 3 w 117"/>
                  <a:gd name="T25" fmla="*/ 1 h 132"/>
                  <a:gd name="T26" fmla="*/ 2 w 117"/>
                  <a:gd name="T27" fmla="*/ 1 h 132"/>
                  <a:gd name="T28" fmla="*/ 2 w 117"/>
                  <a:gd name="T29" fmla="*/ 1 h 132"/>
                  <a:gd name="T30" fmla="*/ 2 w 117"/>
                  <a:gd name="T31" fmla="*/ 1 h 132"/>
                  <a:gd name="T32" fmla="*/ 1 w 117"/>
                  <a:gd name="T33" fmla="*/ 1 h 132"/>
                  <a:gd name="T34" fmla="*/ 1 w 117"/>
                  <a:gd name="T35" fmla="*/ 1 h 132"/>
                  <a:gd name="T36" fmla="*/ 1 w 117"/>
                  <a:gd name="T37" fmla="*/ 1 h 132"/>
                  <a:gd name="T38" fmla="*/ 2 w 117"/>
                  <a:gd name="T39" fmla="*/ 1 h 132"/>
                  <a:gd name="T40" fmla="*/ 2 w 117"/>
                  <a:gd name="T41" fmla="*/ 1 h 132"/>
                  <a:gd name="T42" fmla="*/ 2 w 117"/>
                  <a:gd name="T43" fmla="*/ 1 h 132"/>
                  <a:gd name="T44" fmla="*/ 2 w 117"/>
                  <a:gd name="T45" fmla="*/ 1 h 132"/>
                  <a:gd name="T46" fmla="*/ 3 w 117"/>
                  <a:gd name="T47" fmla="*/ 1 h 132"/>
                  <a:gd name="T48" fmla="*/ 3 w 117"/>
                  <a:gd name="T49" fmla="*/ 1 h 132"/>
                  <a:gd name="T50" fmla="*/ 3 w 117"/>
                  <a:gd name="T51" fmla="*/ 1 h 132"/>
                  <a:gd name="T52" fmla="*/ 1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6" name="Freeform 14">
                <a:extLst>
                  <a:ext uri="{FF2B5EF4-FFF2-40B4-BE49-F238E27FC236}">
                    <a16:creationId xmlns:a16="http://schemas.microsoft.com/office/drawing/2014/main" id="{E6985FF2-2F46-42D9-8536-6EDC08D2327E}"/>
                  </a:ext>
                </a:extLst>
              </p:cNvPr>
              <p:cNvSpPr>
                <a:spLocks/>
              </p:cNvSpPr>
              <p:nvPr userDrawn="1"/>
            </p:nvSpPr>
            <p:spPr bwMode="ltGray">
              <a:xfrm rot="373331" flipH="1">
                <a:off x="289" y="3135"/>
                <a:ext cx="21" cy="55"/>
              </a:xfrm>
              <a:custGeom>
                <a:avLst/>
                <a:gdLst>
                  <a:gd name="T0" fmla="*/ 1 w 29"/>
                  <a:gd name="T1" fmla="*/ 0 h 77"/>
                  <a:gd name="T2" fmla="*/ 1 w 29"/>
                  <a:gd name="T3" fmla="*/ 0 h 77"/>
                  <a:gd name="T4" fmla="*/ 1 w 29"/>
                  <a:gd name="T5" fmla="*/ 1 h 77"/>
                  <a:gd name="T6" fmla="*/ 1 w 29"/>
                  <a:gd name="T7" fmla="*/ 1 h 77"/>
                  <a:gd name="T8" fmla="*/ 1 w 29"/>
                  <a:gd name="T9" fmla="*/ 1 h 77"/>
                  <a:gd name="T10" fmla="*/ 1 w 29"/>
                  <a:gd name="T11" fmla="*/ 1 h 77"/>
                  <a:gd name="T12" fmla="*/ 0 w 29"/>
                  <a:gd name="T13" fmla="*/ 1 h 77"/>
                  <a:gd name="T14" fmla="*/ 1 w 29"/>
                  <a:gd name="T15" fmla="*/ 1 h 77"/>
                  <a:gd name="T16" fmla="*/ 1 w 29"/>
                  <a:gd name="T17" fmla="*/ 1 h 77"/>
                  <a:gd name="T18" fmla="*/ 1 w 29"/>
                  <a:gd name="T19" fmla="*/ 1 h 77"/>
                  <a:gd name="T20" fmla="*/ 1 w 29"/>
                  <a:gd name="T21" fmla="*/ 1 h 77"/>
                  <a:gd name="T22" fmla="*/ 1 w 29"/>
                  <a:gd name="T23" fmla="*/ 1 h 77"/>
                  <a:gd name="T24" fmla="*/ 1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67" name="Group 15">
                <a:extLst>
                  <a:ext uri="{FF2B5EF4-FFF2-40B4-BE49-F238E27FC236}">
                    <a16:creationId xmlns:a16="http://schemas.microsoft.com/office/drawing/2014/main" id="{F405E1F0-90AB-4C46-9D99-FF602F9F62F2}"/>
                  </a:ext>
                </a:extLst>
              </p:cNvPr>
              <p:cNvGrpSpPr>
                <a:grpSpLocks/>
              </p:cNvGrpSpPr>
              <p:nvPr userDrawn="1"/>
            </p:nvGrpSpPr>
            <p:grpSpPr bwMode="auto">
              <a:xfrm rot="10886446" flipH="1">
                <a:off x="335" y="3251"/>
                <a:ext cx="608" cy="369"/>
                <a:chOff x="-366" y="1704"/>
                <a:chExt cx="608" cy="369"/>
              </a:xfrm>
            </p:grpSpPr>
            <p:sp>
              <p:nvSpPr>
                <p:cNvPr id="1068" name="Freeform 16">
                  <a:extLst>
                    <a:ext uri="{FF2B5EF4-FFF2-40B4-BE49-F238E27FC236}">
                      <a16:creationId xmlns:a16="http://schemas.microsoft.com/office/drawing/2014/main" id="{0E76538B-D8CE-4556-8552-113436ACD06C}"/>
                    </a:ext>
                  </a:extLst>
                </p:cNvPr>
                <p:cNvSpPr>
                  <a:spLocks/>
                </p:cNvSpPr>
                <p:nvPr userDrawn="1"/>
              </p:nvSpPr>
              <p:spPr bwMode="ltGray">
                <a:xfrm rot="4200091">
                  <a:off x="-243" y="1807"/>
                  <a:ext cx="143" cy="390"/>
                </a:xfrm>
                <a:custGeom>
                  <a:avLst/>
                  <a:gdLst>
                    <a:gd name="T0" fmla="*/ 1 w 207"/>
                    <a:gd name="T1" fmla="*/ 1 h 564"/>
                    <a:gd name="T2" fmla="*/ 1 w 207"/>
                    <a:gd name="T3" fmla="*/ 1 h 564"/>
                    <a:gd name="T4" fmla="*/ 1 w 207"/>
                    <a:gd name="T5" fmla="*/ 1 h 564"/>
                    <a:gd name="T6" fmla="*/ 0 w 207"/>
                    <a:gd name="T7" fmla="*/ 1 h 564"/>
                    <a:gd name="T8" fmla="*/ 0 w 207"/>
                    <a:gd name="T9" fmla="*/ 2 h 564"/>
                    <a:gd name="T10" fmla="*/ 1 w 207"/>
                    <a:gd name="T11" fmla="*/ 2 h 564"/>
                    <a:gd name="T12" fmla="*/ 1 w 207"/>
                    <a:gd name="T13" fmla="*/ 3 h 564"/>
                    <a:gd name="T14" fmla="*/ 1 w 207"/>
                    <a:gd name="T15" fmla="*/ 3 h 564"/>
                    <a:gd name="T16" fmla="*/ 1 w 207"/>
                    <a:gd name="T17" fmla="*/ 3 h 564"/>
                    <a:gd name="T18" fmla="*/ 1 w 207"/>
                    <a:gd name="T19" fmla="*/ 4 h 564"/>
                    <a:gd name="T20" fmla="*/ 1 w 207"/>
                    <a:gd name="T21" fmla="*/ 4 h 564"/>
                    <a:gd name="T22" fmla="*/ 1 w 207"/>
                    <a:gd name="T23" fmla="*/ 5 h 564"/>
                    <a:gd name="T24" fmla="*/ 1 w 207"/>
                    <a:gd name="T25" fmla="*/ 6 h 564"/>
                    <a:gd name="T26" fmla="*/ 1 w 207"/>
                    <a:gd name="T27" fmla="*/ 6 h 564"/>
                    <a:gd name="T28" fmla="*/ 2 w 207"/>
                    <a:gd name="T29" fmla="*/ 6 h 564"/>
                    <a:gd name="T30" fmla="*/ 2 w 207"/>
                    <a:gd name="T31" fmla="*/ 6 h 564"/>
                    <a:gd name="T32" fmla="*/ 2 w 207"/>
                    <a:gd name="T33" fmla="*/ 7 h 564"/>
                    <a:gd name="T34" fmla="*/ 2 w 207"/>
                    <a:gd name="T35" fmla="*/ 6 h 564"/>
                    <a:gd name="T36" fmla="*/ 1 w 207"/>
                    <a:gd name="T37" fmla="*/ 6 h 564"/>
                    <a:gd name="T38" fmla="*/ 1 w 207"/>
                    <a:gd name="T39" fmla="*/ 5 h 564"/>
                    <a:gd name="T40" fmla="*/ 1 w 207"/>
                    <a:gd name="T41" fmla="*/ 4 h 564"/>
                    <a:gd name="T42" fmla="*/ 1 w 207"/>
                    <a:gd name="T43" fmla="*/ 4 h 564"/>
                    <a:gd name="T44" fmla="*/ 1 w 207"/>
                    <a:gd name="T45" fmla="*/ 4 h 564"/>
                    <a:gd name="T46" fmla="*/ 1 w 207"/>
                    <a:gd name="T47" fmla="*/ 3 h 564"/>
                    <a:gd name="T48" fmla="*/ 1 w 207"/>
                    <a:gd name="T49" fmla="*/ 3 h 564"/>
                    <a:gd name="T50" fmla="*/ 1 w 207"/>
                    <a:gd name="T51" fmla="*/ 3 h 564"/>
                    <a:gd name="T52" fmla="*/ 1 w 207"/>
                    <a:gd name="T53" fmla="*/ 1 h 564"/>
                    <a:gd name="T54" fmla="*/ 1 w 207"/>
                    <a:gd name="T55" fmla="*/ 1 h 564"/>
                    <a:gd name="T56" fmla="*/ 1 w 207"/>
                    <a:gd name="T57" fmla="*/ 0 h 564"/>
                    <a:gd name="T58" fmla="*/ 1 w 207"/>
                    <a:gd name="T59" fmla="*/ 1 h 5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9" name="Freeform 17">
                  <a:extLst>
                    <a:ext uri="{FF2B5EF4-FFF2-40B4-BE49-F238E27FC236}">
                      <a16:creationId xmlns:a16="http://schemas.microsoft.com/office/drawing/2014/main" id="{8C62CDBB-328F-4C3F-AA86-183917906C46}"/>
                    </a:ext>
                  </a:extLst>
                </p:cNvPr>
                <p:cNvSpPr>
                  <a:spLocks/>
                </p:cNvSpPr>
                <p:nvPr userDrawn="1"/>
              </p:nvSpPr>
              <p:spPr bwMode="ltGray">
                <a:xfrm rot="4200091">
                  <a:off x="124" y="1761"/>
                  <a:ext cx="33" cy="160"/>
                </a:xfrm>
                <a:custGeom>
                  <a:avLst/>
                  <a:gdLst>
                    <a:gd name="T0" fmla="*/ 0 w 47"/>
                    <a:gd name="T1" fmla="*/ 1 h 232"/>
                    <a:gd name="T2" fmla="*/ 1 w 47"/>
                    <a:gd name="T3" fmla="*/ 1 h 232"/>
                    <a:gd name="T4" fmla="*/ 1 w 47"/>
                    <a:gd name="T5" fmla="*/ 1 h 232"/>
                    <a:gd name="T6" fmla="*/ 1 w 47"/>
                    <a:gd name="T7" fmla="*/ 2 h 232"/>
                    <a:gd name="T8" fmla="*/ 1 w 47"/>
                    <a:gd name="T9" fmla="*/ 3 h 232"/>
                    <a:gd name="T10" fmla="*/ 1 w 47"/>
                    <a:gd name="T11" fmla="*/ 3 h 232"/>
                    <a:gd name="T12" fmla="*/ 1 w 47"/>
                    <a:gd name="T13" fmla="*/ 2 h 232"/>
                    <a:gd name="T14" fmla="*/ 1 w 47"/>
                    <a:gd name="T15" fmla="*/ 1 h 232"/>
                    <a:gd name="T16" fmla="*/ 1 w 47"/>
                    <a:gd name="T17" fmla="*/ 1 h 232"/>
                    <a:gd name="T18" fmla="*/ 1 w 47"/>
                    <a:gd name="T19" fmla="*/ 1 h 232"/>
                    <a:gd name="T20" fmla="*/ 1 w 47"/>
                    <a:gd name="T21" fmla="*/ 1 h 232"/>
                    <a:gd name="T22" fmla="*/ 1 w 47"/>
                    <a:gd name="T23" fmla="*/ 1 h 232"/>
                    <a:gd name="T24" fmla="*/ 1 w 47"/>
                    <a:gd name="T25" fmla="*/ 1 h 232"/>
                    <a:gd name="T26" fmla="*/ 1 w 47"/>
                    <a:gd name="T27" fmla="*/ 0 h 232"/>
                    <a:gd name="T28" fmla="*/ 0 w 47"/>
                    <a:gd name="T29" fmla="*/ 1 h 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0" name="Freeform 18">
                  <a:extLst>
                    <a:ext uri="{FF2B5EF4-FFF2-40B4-BE49-F238E27FC236}">
                      <a16:creationId xmlns:a16="http://schemas.microsoft.com/office/drawing/2014/main" id="{EDCFA93F-AB85-4E63-9F42-411C153C29A3}"/>
                    </a:ext>
                  </a:extLst>
                </p:cNvPr>
                <p:cNvSpPr>
                  <a:spLocks/>
                </p:cNvSpPr>
                <p:nvPr userDrawn="1"/>
              </p:nvSpPr>
              <p:spPr bwMode="ltGray">
                <a:xfrm rot="4200091">
                  <a:off x="199" y="1720"/>
                  <a:ext cx="60" cy="27"/>
                </a:xfrm>
                <a:custGeom>
                  <a:avLst/>
                  <a:gdLst>
                    <a:gd name="T0" fmla="*/ 1 w 87"/>
                    <a:gd name="T1" fmla="*/ 1 h 40"/>
                    <a:gd name="T2" fmla="*/ 1 w 87"/>
                    <a:gd name="T3" fmla="*/ 1 h 40"/>
                    <a:gd name="T4" fmla="*/ 1 w 87"/>
                    <a:gd name="T5" fmla="*/ 1 h 40"/>
                    <a:gd name="T6" fmla="*/ 1 w 87"/>
                    <a:gd name="T7" fmla="*/ 1 h 40"/>
                    <a:gd name="T8" fmla="*/ 1 w 87"/>
                    <a:gd name="T9" fmla="*/ 1 h 40"/>
                    <a:gd name="T10" fmla="*/ 1 w 87"/>
                    <a:gd name="T11" fmla="*/ 1 h 40"/>
                    <a:gd name="T12" fmla="*/ 1 w 87"/>
                    <a:gd name="T13" fmla="*/ 1 h 40"/>
                    <a:gd name="T14" fmla="*/ 1 w 87"/>
                    <a:gd name="T15" fmla="*/ 0 h 40"/>
                    <a:gd name="T16" fmla="*/ 0 w 87"/>
                    <a:gd name="T17" fmla="*/ 1 h 40"/>
                    <a:gd name="T18" fmla="*/ 1 w 87"/>
                    <a:gd name="T19" fmla="*/ 1 h 40"/>
                    <a:gd name="T20" fmla="*/ 1 w 87"/>
                    <a:gd name="T21" fmla="*/ 1 h 40"/>
                    <a:gd name="T22" fmla="*/ 1 w 87"/>
                    <a:gd name="T23" fmla="*/ 1 h 40"/>
                    <a:gd name="T24" fmla="*/ 1 w 87"/>
                    <a:gd name="T25" fmla="*/ 1 h 40"/>
                    <a:gd name="T26" fmla="*/ 1 w 87"/>
                    <a:gd name="T27" fmla="*/ 1 h 40"/>
                    <a:gd name="T28" fmla="*/ 1 w 87"/>
                    <a:gd name="T29" fmla="*/ 1 h 40"/>
                    <a:gd name="T30" fmla="*/ 1 w 87"/>
                    <a:gd name="T31" fmla="*/ 1 h 40"/>
                    <a:gd name="T32" fmla="*/ 1 w 87"/>
                    <a:gd name="T33" fmla="*/ 1 h 40"/>
                    <a:gd name="T34" fmla="*/ 1 w 87"/>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036" name="Group 19">
              <a:extLst>
                <a:ext uri="{FF2B5EF4-FFF2-40B4-BE49-F238E27FC236}">
                  <a16:creationId xmlns:a16="http://schemas.microsoft.com/office/drawing/2014/main" id="{DFEA0E49-3583-4940-B783-FA957F599B16}"/>
                </a:ext>
              </a:extLst>
            </p:cNvPr>
            <p:cNvGrpSpPr>
              <a:grpSpLocks/>
            </p:cNvGrpSpPr>
            <p:nvPr/>
          </p:nvGrpSpPr>
          <p:grpSpPr bwMode="auto">
            <a:xfrm rot="6248562">
              <a:off x="343" y="3854"/>
              <a:ext cx="392" cy="424"/>
              <a:chOff x="1727" y="866"/>
              <a:chExt cx="129" cy="157"/>
            </a:xfrm>
          </p:grpSpPr>
          <p:sp>
            <p:nvSpPr>
              <p:cNvPr id="1059" name="Freeform 20">
                <a:extLst>
                  <a:ext uri="{FF2B5EF4-FFF2-40B4-BE49-F238E27FC236}">
                    <a16:creationId xmlns:a16="http://schemas.microsoft.com/office/drawing/2014/main" id="{0374FD93-0CAE-421C-9477-5A254AC4E4C7}"/>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0" name="Freeform 21">
                <a:extLst>
                  <a:ext uri="{FF2B5EF4-FFF2-40B4-BE49-F238E27FC236}">
                    <a16:creationId xmlns:a16="http://schemas.microsoft.com/office/drawing/2014/main" id="{847AAEC2-BB0A-4596-9207-888D2367AE1D}"/>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1" name="Freeform 22">
                <a:extLst>
                  <a:ext uri="{FF2B5EF4-FFF2-40B4-BE49-F238E27FC236}">
                    <a16:creationId xmlns:a16="http://schemas.microsoft.com/office/drawing/2014/main" id="{E34D8F0B-EA08-4552-B108-D7AFFB9A2D8F}"/>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37" name="Group 23">
              <a:extLst>
                <a:ext uri="{FF2B5EF4-FFF2-40B4-BE49-F238E27FC236}">
                  <a16:creationId xmlns:a16="http://schemas.microsoft.com/office/drawing/2014/main" id="{D8450F02-E959-413E-BC32-2F2AE701CBB3}"/>
                </a:ext>
              </a:extLst>
            </p:cNvPr>
            <p:cNvGrpSpPr>
              <a:grpSpLocks/>
            </p:cNvGrpSpPr>
            <p:nvPr/>
          </p:nvGrpSpPr>
          <p:grpSpPr bwMode="auto">
            <a:xfrm rot="5003157">
              <a:off x="249" y="1102"/>
              <a:ext cx="412" cy="500"/>
              <a:chOff x="1727" y="866"/>
              <a:chExt cx="129" cy="157"/>
            </a:xfrm>
          </p:grpSpPr>
          <p:sp>
            <p:nvSpPr>
              <p:cNvPr id="1056" name="Freeform 24">
                <a:extLst>
                  <a:ext uri="{FF2B5EF4-FFF2-40B4-BE49-F238E27FC236}">
                    <a16:creationId xmlns:a16="http://schemas.microsoft.com/office/drawing/2014/main" id="{05397966-CF08-4898-B162-C7822A66347A}"/>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7" name="Freeform 25">
                <a:extLst>
                  <a:ext uri="{FF2B5EF4-FFF2-40B4-BE49-F238E27FC236}">
                    <a16:creationId xmlns:a16="http://schemas.microsoft.com/office/drawing/2014/main" id="{046768D7-47C1-4BFB-95CE-72929F08517D}"/>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8" name="Freeform 26">
                <a:extLst>
                  <a:ext uri="{FF2B5EF4-FFF2-40B4-BE49-F238E27FC236}">
                    <a16:creationId xmlns:a16="http://schemas.microsoft.com/office/drawing/2014/main" id="{F21635D9-F6EB-496E-945F-33C2BE53F101}"/>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38" name="Group 27">
              <a:extLst>
                <a:ext uri="{FF2B5EF4-FFF2-40B4-BE49-F238E27FC236}">
                  <a16:creationId xmlns:a16="http://schemas.microsoft.com/office/drawing/2014/main" id="{66CDCB95-8892-4B43-AFB0-00877E3C7599}"/>
                </a:ext>
              </a:extLst>
            </p:cNvPr>
            <p:cNvGrpSpPr>
              <a:grpSpLocks/>
            </p:cNvGrpSpPr>
            <p:nvPr/>
          </p:nvGrpSpPr>
          <p:grpSpPr bwMode="auto">
            <a:xfrm>
              <a:off x="815" y="0"/>
              <a:ext cx="345" cy="367"/>
              <a:chOff x="1727" y="866"/>
              <a:chExt cx="129" cy="157"/>
            </a:xfrm>
          </p:grpSpPr>
          <p:sp>
            <p:nvSpPr>
              <p:cNvPr id="1053" name="Freeform 28">
                <a:extLst>
                  <a:ext uri="{FF2B5EF4-FFF2-40B4-BE49-F238E27FC236}">
                    <a16:creationId xmlns:a16="http://schemas.microsoft.com/office/drawing/2014/main" id="{F82DBD90-642E-4EBF-AC66-C63158EC0BD3}"/>
                  </a:ext>
                </a:extLst>
              </p:cNvPr>
              <p:cNvSpPr>
                <a:spLocks/>
              </p:cNvSpPr>
              <p:nvPr userDrawn="1"/>
            </p:nvSpPr>
            <p:spPr bwMode="ltGray">
              <a:xfrm>
                <a:off x="1727" y="866"/>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3" h="117">
                    <a:moveTo>
                      <a:pt x="83" y="28"/>
                    </a:moveTo>
                    <a:lnTo>
                      <a:pt x="27" y="0"/>
                    </a:lnTo>
                    <a:lnTo>
                      <a:pt x="0" y="117"/>
                    </a:lnTo>
                    <a:lnTo>
                      <a:pt x="83" y="2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4" name="Freeform 29">
                <a:extLst>
                  <a:ext uri="{FF2B5EF4-FFF2-40B4-BE49-F238E27FC236}">
                    <a16:creationId xmlns:a16="http://schemas.microsoft.com/office/drawing/2014/main" id="{8914DFFC-2A6D-4A69-AAD8-4B3FEC01395D}"/>
                  </a:ext>
                </a:extLst>
              </p:cNvPr>
              <p:cNvSpPr>
                <a:spLocks/>
              </p:cNvSpPr>
              <p:nvPr userDrawn="1"/>
            </p:nvSpPr>
            <p:spPr bwMode="ltGray">
              <a:xfrm>
                <a:off x="1786" y="894"/>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0" h="98">
                    <a:moveTo>
                      <a:pt x="0" y="98"/>
                    </a:moveTo>
                    <a:lnTo>
                      <a:pt x="118" y="0"/>
                    </a:lnTo>
                    <a:lnTo>
                      <a:pt x="140" y="49"/>
                    </a:lnTo>
                    <a:lnTo>
                      <a:pt x="0" y="9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5" name="Freeform 30">
                <a:extLst>
                  <a:ext uri="{FF2B5EF4-FFF2-40B4-BE49-F238E27FC236}">
                    <a16:creationId xmlns:a16="http://schemas.microsoft.com/office/drawing/2014/main" id="{8846223F-A80E-4BEB-BB90-51F7CE6B8D09}"/>
                  </a:ext>
                </a:extLst>
              </p:cNvPr>
              <p:cNvSpPr>
                <a:spLocks/>
              </p:cNvSpPr>
              <p:nvPr userDrawn="1"/>
            </p:nvSpPr>
            <p:spPr bwMode="ltGray">
              <a:xfrm>
                <a:off x="1772" y="998"/>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5" h="49">
                    <a:moveTo>
                      <a:pt x="0" y="7"/>
                    </a:moveTo>
                    <a:lnTo>
                      <a:pt x="145" y="0"/>
                    </a:lnTo>
                    <a:lnTo>
                      <a:pt x="131" y="49"/>
                    </a:lnTo>
                    <a:lnTo>
                      <a:pt x="0" y="7"/>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39" name="Freeform 31">
              <a:extLst>
                <a:ext uri="{FF2B5EF4-FFF2-40B4-BE49-F238E27FC236}">
                  <a16:creationId xmlns:a16="http://schemas.microsoft.com/office/drawing/2014/main" id="{1DBB9D9C-BFDB-45DF-A5A5-69CBECEB12D0}"/>
                </a:ext>
              </a:extLst>
            </p:cNvPr>
            <p:cNvSpPr>
              <a:spLocks/>
            </p:cNvSpPr>
            <p:nvPr/>
          </p:nvSpPr>
          <p:spPr bwMode="ltGray">
            <a:xfrm>
              <a:off x="87"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0" name="Freeform 32">
              <a:extLst>
                <a:ext uri="{FF2B5EF4-FFF2-40B4-BE49-F238E27FC236}">
                  <a16:creationId xmlns:a16="http://schemas.microsoft.com/office/drawing/2014/main" id="{8C8C9254-1862-4BAA-8762-77893AD0E257}"/>
                </a:ext>
              </a:extLst>
            </p:cNvPr>
            <p:cNvSpPr>
              <a:spLocks/>
            </p:cNvSpPr>
            <p:nvPr/>
          </p:nvSpPr>
          <p:spPr bwMode="ltGray">
            <a:xfrm rot="828663">
              <a:off x="242" y="3404"/>
              <a:ext cx="132" cy="167"/>
            </a:xfrm>
            <a:custGeom>
              <a:avLst/>
              <a:gdLst>
                <a:gd name="T0" fmla="*/ 0 w 109"/>
                <a:gd name="T1" fmla="*/ 0 h 156"/>
                <a:gd name="T2" fmla="*/ 48 w 109"/>
                <a:gd name="T3" fmla="*/ 1 h 156"/>
                <a:gd name="T4" fmla="*/ 183 w 109"/>
                <a:gd name="T5" fmla="*/ 5 h 156"/>
                <a:gd name="T6" fmla="*/ 366 w 109"/>
                <a:gd name="T7" fmla="*/ 26 h 156"/>
                <a:gd name="T8" fmla="*/ 579 w 109"/>
                <a:gd name="T9" fmla="*/ 55 h 156"/>
                <a:gd name="T10" fmla="*/ 774 w 109"/>
                <a:gd name="T11" fmla="*/ 100 h 156"/>
                <a:gd name="T12" fmla="*/ 952 w 109"/>
                <a:gd name="T13" fmla="*/ 162 h 156"/>
                <a:gd name="T14" fmla="*/ 1063 w 109"/>
                <a:gd name="T15" fmla="*/ 244 h 156"/>
                <a:gd name="T16" fmla="*/ 1089 w 109"/>
                <a:gd name="T17" fmla="*/ 358 h 156"/>
                <a:gd name="T18" fmla="*/ 1037 w 109"/>
                <a:gd name="T19" fmla="*/ 358 h 156"/>
                <a:gd name="T20" fmla="*/ 986 w 109"/>
                <a:gd name="T21" fmla="*/ 358 h 156"/>
                <a:gd name="T22" fmla="*/ 926 w 109"/>
                <a:gd name="T23" fmla="*/ 358 h 156"/>
                <a:gd name="T24" fmla="*/ 856 w 109"/>
                <a:gd name="T25" fmla="*/ 347 h 156"/>
                <a:gd name="T26" fmla="*/ 807 w 109"/>
                <a:gd name="T27" fmla="*/ 346 h 156"/>
                <a:gd name="T28" fmla="*/ 742 w 109"/>
                <a:gd name="T29" fmla="*/ 340 h 156"/>
                <a:gd name="T30" fmla="*/ 655 w 109"/>
                <a:gd name="T31" fmla="*/ 328 h 156"/>
                <a:gd name="T32" fmla="*/ 579 w 109"/>
                <a:gd name="T33" fmla="*/ 316 h 156"/>
                <a:gd name="T34" fmla="*/ 528 w 109"/>
                <a:gd name="T35" fmla="*/ 286 h 156"/>
                <a:gd name="T36" fmla="*/ 528 w 109"/>
                <a:gd name="T37" fmla="*/ 254 h 156"/>
                <a:gd name="T38" fmla="*/ 555 w 109"/>
                <a:gd name="T39" fmla="*/ 218 h 156"/>
                <a:gd name="T40" fmla="*/ 582 w 109"/>
                <a:gd name="T41" fmla="*/ 180 h 156"/>
                <a:gd name="T42" fmla="*/ 555 w 109"/>
                <a:gd name="T43" fmla="*/ 141 h 156"/>
                <a:gd name="T44" fmla="*/ 478 w 109"/>
                <a:gd name="T45" fmla="*/ 97 h 156"/>
                <a:gd name="T46" fmla="*/ 312 w 109"/>
                <a:gd name="T47" fmla="*/ 52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1" name="Freeform 33">
              <a:extLst>
                <a:ext uri="{FF2B5EF4-FFF2-40B4-BE49-F238E27FC236}">
                  <a16:creationId xmlns:a16="http://schemas.microsoft.com/office/drawing/2014/main" id="{EE8965B6-74C7-4098-9A5F-76EE4ED5DC9C}"/>
                </a:ext>
              </a:extLst>
            </p:cNvPr>
            <p:cNvSpPr>
              <a:spLocks/>
            </p:cNvSpPr>
            <p:nvPr/>
          </p:nvSpPr>
          <p:spPr bwMode="ltGray">
            <a:xfrm rot="828663">
              <a:off x="266" y="3592"/>
              <a:ext cx="66" cy="43"/>
            </a:xfrm>
            <a:custGeom>
              <a:avLst/>
              <a:gdLst>
                <a:gd name="T0" fmla="*/ 0 w 54"/>
                <a:gd name="T1" fmla="*/ 0 h 40"/>
                <a:gd name="T2" fmla="*/ 1 w 54"/>
                <a:gd name="T3" fmla="*/ 1 h 40"/>
                <a:gd name="T4" fmla="*/ 65 w 54"/>
                <a:gd name="T5" fmla="*/ 3 h 40"/>
                <a:gd name="T6" fmla="*/ 145 w 54"/>
                <a:gd name="T7" fmla="*/ 20 h 40"/>
                <a:gd name="T8" fmla="*/ 241 w 54"/>
                <a:gd name="T9" fmla="*/ 28 h 40"/>
                <a:gd name="T10" fmla="*/ 323 w 54"/>
                <a:gd name="T11" fmla="*/ 34 h 40"/>
                <a:gd name="T12" fmla="*/ 409 w 54"/>
                <a:gd name="T13" fmla="*/ 40 h 40"/>
                <a:gd name="T14" fmla="*/ 500 w 54"/>
                <a:gd name="T15" fmla="*/ 43 h 40"/>
                <a:gd name="T16" fmla="*/ 603 w 54"/>
                <a:gd name="T17" fmla="*/ 37 h 40"/>
                <a:gd name="T18" fmla="*/ 590 w 54"/>
                <a:gd name="T19" fmla="*/ 59 h 40"/>
                <a:gd name="T20" fmla="*/ 556 w 54"/>
                <a:gd name="T21" fmla="*/ 78 h 40"/>
                <a:gd name="T22" fmla="*/ 493 w 54"/>
                <a:gd name="T23" fmla="*/ 90 h 40"/>
                <a:gd name="T24" fmla="*/ 405 w 54"/>
                <a:gd name="T25" fmla="*/ 95 h 40"/>
                <a:gd name="T26" fmla="*/ 310 w 54"/>
                <a:gd name="T27" fmla="*/ 94 h 40"/>
                <a:gd name="T28" fmla="*/ 208 w 54"/>
                <a:gd name="T29" fmla="*/ 76 h 40"/>
                <a:gd name="T30" fmla="*/ 109 w 54"/>
                <a:gd name="T31" fmla="*/ 49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2" name="Freeform 34">
              <a:extLst>
                <a:ext uri="{FF2B5EF4-FFF2-40B4-BE49-F238E27FC236}">
                  <a16:creationId xmlns:a16="http://schemas.microsoft.com/office/drawing/2014/main" id="{3A3761F4-CEAA-4E74-8E12-81A452B79538}"/>
                </a:ext>
              </a:extLst>
            </p:cNvPr>
            <p:cNvSpPr>
              <a:spLocks/>
            </p:cNvSpPr>
            <p:nvPr/>
          </p:nvSpPr>
          <p:spPr bwMode="ltGray">
            <a:xfrm>
              <a:off x="11"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35">
              <a:extLst>
                <a:ext uri="{FF2B5EF4-FFF2-40B4-BE49-F238E27FC236}">
                  <a16:creationId xmlns:a16="http://schemas.microsoft.com/office/drawing/2014/main" id="{4D022F5C-5908-490A-AF4B-CFA8D51A27FD}"/>
                </a:ext>
              </a:extLst>
            </p:cNvPr>
            <p:cNvSpPr>
              <a:spLocks/>
            </p:cNvSpPr>
            <p:nvPr/>
          </p:nvSpPr>
          <p:spPr bwMode="ltGray">
            <a:xfrm>
              <a:off x="0"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Freeform 36">
              <a:extLst>
                <a:ext uri="{FF2B5EF4-FFF2-40B4-BE49-F238E27FC236}">
                  <a16:creationId xmlns:a16="http://schemas.microsoft.com/office/drawing/2014/main" id="{A1277701-27C2-4A58-8CC4-3DEF8C0DCD42}"/>
                </a:ext>
              </a:extLst>
            </p:cNvPr>
            <p:cNvSpPr>
              <a:spLocks/>
            </p:cNvSpPr>
            <p:nvPr/>
          </p:nvSpPr>
          <p:spPr bwMode="ltGray">
            <a:xfrm>
              <a:off x="0"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5" name="Freeform 37">
              <a:extLst>
                <a:ext uri="{FF2B5EF4-FFF2-40B4-BE49-F238E27FC236}">
                  <a16:creationId xmlns:a16="http://schemas.microsoft.com/office/drawing/2014/main" id="{819B9A25-5D4C-4FA9-9D9C-DCC120C830E7}"/>
                </a:ext>
              </a:extLst>
            </p:cNvPr>
            <p:cNvSpPr>
              <a:spLocks/>
            </p:cNvSpPr>
            <p:nvPr/>
          </p:nvSpPr>
          <p:spPr bwMode="ltGray">
            <a:xfrm>
              <a:off x="0"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6" name="Freeform 38">
              <a:extLst>
                <a:ext uri="{FF2B5EF4-FFF2-40B4-BE49-F238E27FC236}">
                  <a16:creationId xmlns:a16="http://schemas.microsoft.com/office/drawing/2014/main" id="{35B91C3A-D954-4671-80FD-A10F466DE445}"/>
                </a:ext>
              </a:extLst>
            </p:cNvPr>
            <p:cNvSpPr>
              <a:spLocks/>
            </p:cNvSpPr>
            <p:nvPr/>
          </p:nvSpPr>
          <p:spPr bwMode="ltGray">
            <a:xfrm rot="1584153">
              <a:off x="20" y="410"/>
              <a:ext cx="344" cy="245"/>
            </a:xfrm>
            <a:custGeom>
              <a:avLst/>
              <a:gdLst>
                <a:gd name="T0" fmla="*/ 0 w 257"/>
                <a:gd name="T1" fmla="*/ 0 h 237"/>
                <a:gd name="T2" fmla="*/ 0 w 257"/>
                <a:gd name="T3" fmla="*/ 37 h 237"/>
                <a:gd name="T4" fmla="*/ 90 w 257"/>
                <a:gd name="T5" fmla="*/ 74 h 237"/>
                <a:gd name="T6" fmla="*/ 206 w 257"/>
                <a:gd name="T7" fmla="*/ 113 h 237"/>
                <a:gd name="T8" fmla="*/ 369 w 257"/>
                <a:gd name="T9" fmla="*/ 146 h 237"/>
                <a:gd name="T10" fmla="*/ 597 w 257"/>
                <a:gd name="T11" fmla="*/ 177 h 237"/>
                <a:gd name="T12" fmla="*/ 885 w 257"/>
                <a:gd name="T13" fmla="*/ 210 h 237"/>
                <a:gd name="T14" fmla="*/ 1254 w 257"/>
                <a:gd name="T15" fmla="*/ 240 h 237"/>
                <a:gd name="T16" fmla="*/ 1679 w 257"/>
                <a:gd name="T17" fmla="*/ 265 h 237"/>
                <a:gd name="T18" fmla="*/ 2225 w 257"/>
                <a:gd name="T19" fmla="*/ 289 h 237"/>
                <a:gd name="T20" fmla="*/ 2842 w 257"/>
                <a:gd name="T21" fmla="*/ 309 h 237"/>
                <a:gd name="T22" fmla="*/ 3500 w 257"/>
                <a:gd name="T23" fmla="*/ 326 h 237"/>
                <a:gd name="T24" fmla="*/ 4315 w 257"/>
                <a:gd name="T25" fmla="*/ 340 h 237"/>
                <a:gd name="T26" fmla="*/ 5204 w 257"/>
                <a:gd name="T27" fmla="*/ 348 h 237"/>
                <a:gd name="T28" fmla="*/ 6220 w 257"/>
                <a:gd name="T29" fmla="*/ 353 h 237"/>
                <a:gd name="T30" fmla="*/ 7271 w 257"/>
                <a:gd name="T31" fmla="*/ 351 h 237"/>
                <a:gd name="T32" fmla="*/ 8500 w 257"/>
                <a:gd name="T33" fmla="*/ 346 h 237"/>
                <a:gd name="T34" fmla="*/ 7422 w 257"/>
                <a:gd name="T35" fmla="*/ 338 h 237"/>
                <a:gd name="T36" fmla="*/ 6440 w 257"/>
                <a:gd name="T37" fmla="*/ 327 h 237"/>
                <a:gd name="T38" fmla="*/ 5624 w 257"/>
                <a:gd name="T39" fmla="*/ 315 h 237"/>
                <a:gd name="T40" fmla="*/ 4895 w 257"/>
                <a:gd name="T41" fmla="*/ 304 h 237"/>
                <a:gd name="T42" fmla="*/ 4230 w 257"/>
                <a:gd name="T43" fmla="*/ 288 h 237"/>
                <a:gd name="T44" fmla="*/ 3706 w 257"/>
                <a:gd name="T45" fmla="*/ 271 h 237"/>
                <a:gd name="T46" fmla="*/ 3223 w 257"/>
                <a:gd name="T47" fmla="*/ 252 h 237"/>
                <a:gd name="T48" fmla="*/ 2769 w 257"/>
                <a:gd name="T49" fmla="*/ 231 h 237"/>
                <a:gd name="T50" fmla="*/ 2361 w 257"/>
                <a:gd name="T51" fmla="*/ 210 h 237"/>
                <a:gd name="T52" fmla="*/ 2028 w 257"/>
                <a:gd name="T53" fmla="*/ 185 h 237"/>
                <a:gd name="T54" fmla="*/ 1743 w 257"/>
                <a:gd name="T55" fmla="*/ 160 h 237"/>
                <a:gd name="T56" fmla="*/ 1431 w 257"/>
                <a:gd name="T57" fmla="*/ 130 h 237"/>
                <a:gd name="T58" fmla="*/ 1091 w 257"/>
                <a:gd name="T59" fmla="*/ 102 h 237"/>
                <a:gd name="T60" fmla="*/ 766 w 257"/>
                <a:gd name="T61" fmla="*/ 71 h 237"/>
                <a:gd name="T62" fmla="*/ 387 w 257"/>
                <a:gd name="T63" fmla="*/ 3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7" name="Freeform 39">
              <a:extLst>
                <a:ext uri="{FF2B5EF4-FFF2-40B4-BE49-F238E27FC236}">
                  <a16:creationId xmlns:a16="http://schemas.microsoft.com/office/drawing/2014/main" id="{896E5DAB-AA8A-4EFF-A92B-5D8F9C64DF01}"/>
                </a:ext>
              </a:extLst>
            </p:cNvPr>
            <p:cNvSpPr>
              <a:spLocks/>
            </p:cNvSpPr>
            <p:nvPr/>
          </p:nvSpPr>
          <p:spPr bwMode="ltGray">
            <a:xfrm rot="1584153">
              <a:off x="242" y="756"/>
              <a:ext cx="167" cy="115"/>
            </a:xfrm>
            <a:custGeom>
              <a:avLst/>
              <a:gdLst>
                <a:gd name="T0" fmla="*/ 2758 w 124"/>
                <a:gd name="T1" fmla="*/ 0 h 110"/>
                <a:gd name="T2" fmla="*/ 4409 w 124"/>
                <a:gd name="T3" fmla="*/ 184 h 110"/>
                <a:gd name="T4" fmla="*/ 4284 w 124"/>
                <a:gd name="T5" fmla="*/ 183 h 110"/>
                <a:gd name="T6" fmla="*/ 3806 w 124"/>
                <a:gd name="T7" fmla="*/ 179 h 110"/>
                <a:gd name="T8" fmla="*/ 3181 w 124"/>
                <a:gd name="T9" fmla="*/ 174 h 110"/>
                <a:gd name="T10" fmla="*/ 2431 w 124"/>
                <a:gd name="T11" fmla="*/ 169 h 110"/>
                <a:gd name="T12" fmla="*/ 1600 w 124"/>
                <a:gd name="T13" fmla="*/ 166 h 110"/>
                <a:gd name="T14" fmla="*/ 909 w 124"/>
                <a:gd name="T15" fmla="*/ 167 h 110"/>
                <a:gd name="T16" fmla="*/ 323 w 124"/>
                <a:gd name="T17" fmla="*/ 175 h 110"/>
                <a:gd name="T18" fmla="*/ 0 w 124"/>
                <a:gd name="T19" fmla="*/ 187 h 110"/>
                <a:gd name="T20" fmla="*/ 132 w 124"/>
                <a:gd name="T21" fmla="*/ 167 h 110"/>
                <a:gd name="T22" fmla="*/ 290 w 124"/>
                <a:gd name="T23" fmla="*/ 152 h 110"/>
                <a:gd name="T24" fmla="*/ 586 w 124"/>
                <a:gd name="T25" fmla="*/ 140 h 110"/>
                <a:gd name="T26" fmla="*/ 909 w 124"/>
                <a:gd name="T27" fmla="*/ 130 h 110"/>
                <a:gd name="T28" fmla="*/ 1288 w 124"/>
                <a:gd name="T29" fmla="*/ 122 h 110"/>
                <a:gd name="T30" fmla="*/ 1663 w 124"/>
                <a:gd name="T31" fmla="*/ 121 h 110"/>
                <a:gd name="T32" fmla="*/ 2086 w 124"/>
                <a:gd name="T33" fmla="*/ 121 h 110"/>
                <a:gd name="T34" fmla="*/ 2564 w 124"/>
                <a:gd name="T35" fmla="*/ 127 h 110"/>
                <a:gd name="T36" fmla="*/ 2598 w 124"/>
                <a:gd name="T37" fmla="*/ 121 h 110"/>
                <a:gd name="T38" fmla="*/ 2494 w 124"/>
                <a:gd name="T39" fmla="*/ 97 h 110"/>
                <a:gd name="T40" fmla="*/ 2380 w 124"/>
                <a:gd name="T41" fmla="*/ 65 h 110"/>
                <a:gd name="T42" fmla="*/ 2337 w 124"/>
                <a:gd name="T43" fmla="*/ 51 h 110"/>
                <a:gd name="T44" fmla="*/ 2240 w 124"/>
                <a:gd name="T45" fmla="*/ 51 h 110"/>
                <a:gd name="T46" fmla="*/ 2155 w 124"/>
                <a:gd name="T47" fmla="*/ 49 h 110"/>
                <a:gd name="T48" fmla="*/ 2086 w 124"/>
                <a:gd name="T49" fmla="*/ 43 h 110"/>
                <a:gd name="T50" fmla="*/ 2048 w 124"/>
                <a:gd name="T51" fmla="*/ 37 h 110"/>
                <a:gd name="T52" fmla="*/ 2048 w 124"/>
                <a:gd name="T53" fmla="*/ 31 h 110"/>
                <a:gd name="T54" fmla="*/ 2086 w 124"/>
                <a:gd name="T55" fmla="*/ 26 h 110"/>
                <a:gd name="T56" fmla="*/ 2362 w 124"/>
                <a:gd name="T57" fmla="*/ 8 h 110"/>
                <a:gd name="T58" fmla="*/ 2758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8" name="Freeform 40">
              <a:extLst>
                <a:ext uri="{FF2B5EF4-FFF2-40B4-BE49-F238E27FC236}">
                  <a16:creationId xmlns:a16="http://schemas.microsoft.com/office/drawing/2014/main" id="{EA7F1638-02A0-46BF-BFB3-3D1DE341D194}"/>
                </a:ext>
              </a:extLst>
            </p:cNvPr>
            <p:cNvSpPr>
              <a:spLocks/>
            </p:cNvSpPr>
            <p:nvPr/>
          </p:nvSpPr>
          <p:spPr bwMode="ltGray">
            <a:xfrm rot="1584153">
              <a:off x="574" y="286"/>
              <a:ext cx="147" cy="160"/>
            </a:xfrm>
            <a:custGeom>
              <a:avLst/>
              <a:gdLst>
                <a:gd name="T0" fmla="*/ 0 w 109"/>
                <a:gd name="T1" fmla="*/ 0 h 156"/>
                <a:gd name="T2" fmla="*/ 178 w 109"/>
                <a:gd name="T3" fmla="*/ 1 h 156"/>
                <a:gd name="T4" fmla="*/ 635 w 109"/>
                <a:gd name="T5" fmla="*/ 5 h 156"/>
                <a:gd name="T6" fmla="*/ 1327 w 109"/>
                <a:gd name="T7" fmla="*/ 12 h 156"/>
                <a:gd name="T8" fmla="*/ 2098 w 109"/>
                <a:gd name="T9" fmla="*/ 36 h 156"/>
                <a:gd name="T10" fmla="*/ 2829 w 109"/>
                <a:gd name="T11" fmla="*/ 56 h 156"/>
                <a:gd name="T12" fmla="*/ 3470 w 109"/>
                <a:gd name="T13" fmla="*/ 95 h 156"/>
                <a:gd name="T14" fmla="*/ 3862 w 109"/>
                <a:gd name="T15" fmla="*/ 146 h 156"/>
                <a:gd name="T16" fmla="*/ 3939 w 109"/>
                <a:gd name="T17" fmla="*/ 211 h 156"/>
                <a:gd name="T18" fmla="*/ 3815 w 109"/>
                <a:gd name="T19" fmla="*/ 211 h 156"/>
                <a:gd name="T20" fmla="*/ 3605 w 109"/>
                <a:gd name="T21" fmla="*/ 211 h 156"/>
                <a:gd name="T22" fmla="*/ 3361 w 109"/>
                <a:gd name="T23" fmla="*/ 211 h 156"/>
                <a:gd name="T24" fmla="*/ 3140 w 109"/>
                <a:gd name="T25" fmla="*/ 208 h 156"/>
                <a:gd name="T26" fmla="*/ 2921 w 109"/>
                <a:gd name="T27" fmla="*/ 207 h 156"/>
                <a:gd name="T28" fmla="*/ 2676 w 109"/>
                <a:gd name="T29" fmla="*/ 203 h 156"/>
                <a:gd name="T30" fmla="*/ 2383 w 109"/>
                <a:gd name="T31" fmla="*/ 197 h 156"/>
                <a:gd name="T32" fmla="*/ 2098 w 109"/>
                <a:gd name="T33" fmla="*/ 189 h 156"/>
                <a:gd name="T34" fmla="*/ 1908 w 109"/>
                <a:gd name="T35" fmla="*/ 170 h 156"/>
                <a:gd name="T36" fmla="*/ 1908 w 109"/>
                <a:gd name="T37" fmla="*/ 150 h 156"/>
                <a:gd name="T38" fmla="*/ 2039 w 109"/>
                <a:gd name="T39" fmla="*/ 131 h 156"/>
                <a:gd name="T40" fmla="*/ 2160 w 109"/>
                <a:gd name="T41" fmla="*/ 107 h 156"/>
                <a:gd name="T42" fmla="*/ 2039 w 109"/>
                <a:gd name="T43" fmla="*/ 86 h 156"/>
                <a:gd name="T44" fmla="*/ 1749 w 109"/>
                <a:gd name="T45" fmla="*/ 55 h 156"/>
                <a:gd name="T46" fmla="*/ 1138 w 109"/>
                <a:gd name="T47" fmla="*/ 35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9" name="Freeform 41">
              <a:extLst>
                <a:ext uri="{FF2B5EF4-FFF2-40B4-BE49-F238E27FC236}">
                  <a16:creationId xmlns:a16="http://schemas.microsoft.com/office/drawing/2014/main" id="{AF91035A-B089-458A-A9CF-ADB3728A11DC}"/>
                </a:ext>
              </a:extLst>
            </p:cNvPr>
            <p:cNvSpPr>
              <a:spLocks/>
            </p:cNvSpPr>
            <p:nvPr/>
          </p:nvSpPr>
          <p:spPr bwMode="ltGray">
            <a:xfrm rot="1584153">
              <a:off x="236" y="721"/>
              <a:ext cx="62" cy="97"/>
            </a:xfrm>
            <a:custGeom>
              <a:avLst/>
              <a:gdLst>
                <a:gd name="T0" fmla="*/ 1135 w 46"/>
                <a:gd name="T1" fmla="*/ 0 h 94"/>
                <a:gd name="T2" fmla="*/ 720 w 46"/>
                <a:gd name="T3" fmla="*/ 53 h 94"/>
                <a:gd name="T4" fmla="*/ 534 w 46"/>
                <a:gd name="T5" fmla="*/ 89 h 94"/>
                <a:gd name="T6" fmla="*/ 396 w 46"/>
                <a:gd name="T7" fmla="*/ 116 h 94"/>
                <a:gd name="T8" fmla="*/ 0 w 46"/>
                <a:gd name="T9" fmla="*/ 136 h 94"/>
                <a:gd name="T10" fmla="*/ 435 w 46"/>
                <a:gd name="T11" fmla="*/ 128 h 94"/>
                <a:gd name="T12" fmla="*/ 842 w 46"/>
                <a:gd name="T13" fmla="*/ 118 h 94"/>
                <a:gd name="T14" fmla="*/ 1140 w 46"/>
                <a:gd name="T15" fmla="*/ 100 h 94"/>
                <a:gd name="T16" fmla="*/ 1435 w 46"/>
                <a:gd name="T17" fmla="*/ 82 h 94"/>
                <a:gd name="T18" fmla="*/ 1634 w 46"/>
                <a:gd name="T19" fmla="*/ 65 h 94"/>
                <a:gd name="T20" fmla="*/ 1654 w 46"/>
                <a:gd name="T21" fmla="*/ 42 h 94"/>
                <a:gd name="T22" fmla="*/ 1530 w 46"/>
                <a:gd name="T23" fmla="*/ 15 h 94"/>
                <a:gd name="T24" fmla="*/ 1135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0" name="Freeform 42">
              <a:extLst>
                <a:ext uri="{FF2B5EF4-FFF2-40B4-BE49-F238E27FC236}">
                  <a16:creationId xmlns:a16="http://schemas.microsoft.com/office/drawing/2014/main" id="{D8A2B945-3140-45F2-9379-4757B121856B}"/>
                </a:ext>
              </a:extLst>
            </p:cNvPr>
            <p:cNvSpPr>
              <a:spLocks/>
            </p:cNvSpPr>
            <p:nvPr/>
          </p:nvSpPr>
          <p:spPr bwMode="ltGray">
            <a:xfrm rot="1584153">
              <a:off x="585" y="466"/>
              <a:ext cx="72" cy="41"/>
            </a:xfrm>
            <a:custGeom>
              <a:avLst/>
              <a:gdLst>
                <a:gd name="T0" fmla="*/ 0 w 54"/>
                <a:gd name="T1" fmla="*/ 0 h 40"/>
                <a:gd name="T2" fmla="*/ 1 w 54"/>
                <a:gd name="T3" fmla="*/ 1 h 40"/>
                <a:gd name="T4" fmla="*/ 201 w 54"/>
                <a:gd name="T5" fmla="*/ 3 h 40"/>
                <a:gd name="T6" fmla="*/ 407 w 54"/>
                <a:gd name="T7" fmla="*/ 8 h 40"/>
                <a:gd name="T8" fmla="*/ 655 w 54"/>
                <a:gd name="T9" fmla="*/ 12 h 40"/>
                <a:gd name="T10" fmla="*/ 923 w 54"/>
                <a:gd name="T11" fmla="*/ 15 h 40"/>
                <a:gd name="T12" fmla="*/ 1211 w 54"/>
                <a:gd name="T13" fmla="*/ 17 h 40"/>
                <a:gd name="T14" fmla="*/ 1439 w 54"/>
                <a:gd name="T15" fmla="*/ 18 h 40"/>
                <a:gd name="T16" fmla="*/ 1707 w 54"/>
                <a:gd name="T17" fmla="*/ 16 h 40"/>
                <a:gd name="T18" fmla="*/ 1685 w 54"/>
                <a:gd name="T19" fmla="*/ 37 h 40"/>
                <a:gd name="T20" fmla="*/ 1591 w 54"/>
                <a:gd name="T21" fmla="*/ 45 h 40"/>
                <a:gd name="T22" fmla="*/ 1401 w 54"/>
                <a:gd name="T23" fmla="*/ 50 h 40"/>
                <a:gd name="T24" fmla="*/ 1164 w 54"/>
                <a:gd name="T25" fmla="*/ 52 h 40"/>
                <a:gd name="T26" fmla="*/ 873 w 54"/>
                <a:gd name="T27" fmla="*/ 51 h 40"/>
                <a:gd name="T28" fmla="*/ 591 w 54"/>
                <a:gd name="T29" fmla="*/ 44 h 40"/>
                <a:gd name="T30" fmla="*/ 305 w 54"/>
                <a:gd name="T31" fmla="*/ 32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1" name="Freeform 43">
              <a:extLst>
                <a:ext uri="{FF2B5EF4-FFF2-40B4-BE49-F238E27FC236}">
                  <a16:creationId xmlns:a16="http://schemas.microsoft.com/office/drawing/2014/main" id="{A61079C0-D901-4B53-BE3A-2740C0FD3979}"/>
                </a:ext>
              </a:extLst>
            </p:cNvPr>
            <p:cNvSpPr>
              <a:spLocks/>
            </p:cNvSpPr>
            <p:nvPr/>
          </p:nvSpPr>
          <p:spPr bwMode="ltGray">
            <a:xfrm>
              <a:off x="0"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2" name="Freeform 44">
              <a:extLst>
                <a:ext uri="{FF2B5EF4-FFF2-40B4-BE49-F238E27FC236}">
                  <a16:creationId xmlns:a16="http://schemas.microsoft.com/office/drawing/2014/main" id="{19E11323-6819-48D1-8D03-63B947728406}"/>
                </a:ext>
              </a:extLst>
            </p:cNvPr>
            <p:cNvSpPr>
              <a:spLocks/>
            </p:cNvSpPr>
            <p:nvPr/>
          </p:nvSpPr>
          <p:spPr bwMode="ltGray">
            <a:xfrm rot="1584153">
              <a:off x="56" y="84"/>
              <a:ext cx="804" cy="686"/>
            </a:xfrm>
            <a:custGeom>
              <a:avLst/>
              <a:gdLst>
                <a:gd name="T0" fmla="*/ 590 w 596"/>
                <a:gd name="T1" fmla="*/ 526 h 666"/>
                <a:gd name="T2" fmla="*/ 219 w 596"/>
                <a:gd name="T3" fmla="*/ 487 h 666"/>
                <a:gd name="T4" fmla="*/ 0 w 596"/>
                <a:gd name="T5" fmla="*/ 412 h 666"/>
                <a:gd name="T6" fmla="*/ 132 w 596"/>
                <a:gd name="T7" fmla="*/ 317 h 666"/>
                <a:gd name="T8" fmla="*/ 919 w 596"/>
                <a:gd name="T9" fmla="*/ 216 h 666"/>
                <a:gd name="T10" fmla="*/ 2498 w 596"/>
                <a:gd name="T11" fmla="*/ 121 h 666"/>
                <a:gd name="T12" fmla="*/ 5163 w 596"/>
                <a:gd name="T13" fmla="*/ 43 h 666"/>
                <a:gd name="T14" fmla="*/ 8960 w 596"/>
                <a:gd name="T15" fmla="*/ 2 h 666"/>
                <a:gd name="T16" fmla="*/ 13816 w 596"/>
                <a:gd name="T17" fmla="*/ 9 h 666"/>
                <a:gd name="T18" fmla="*/ 17577 w 596"/>
                <a:gd name="T19" fmla="*/ 96 h 666"/>
                <a:gd name="T20" fmla="*/ 20119 w 596"/>
                <a:gd name="T21" fmla="*/ 235 h 666"/>
                <a:gd name="T22" fmla="*/ 21453 w 596"/>
                <a:gd name="T23" fmla="*/ 407 h 666"/>
                <a:gd name="T24" fmla="*/ 21618 w 596"/>
                <a:gd name="T25" fmla="*/ 584 h 666"/>
                <a:gd name="T26" fmla="*/ 20572 w 596"/>
                <a:gd name="T27" fmla="*/ 749 h 666"/>
                <a:gd name="T28" fmla="*/ 18408 w 596"/>
                <a:gd name="T29" fmla="*/ 877 h 666"/>
                <a:gd name="T30" fmla="*/ 15144 w 596"/>
                <a:gd name="T31" fmla="*/ 947 h 666"/>
                <a:gd name="T32" fmla="*/ 14131 w 596"/>
                <a:gd name="T33" fmla="*/ 940 h 666"/>
                <a:gd name="T34" fmla="*/ 16025 w 596"/>
                <a:gd name="T35" fmla="*/ 882 h 666"/>
                <a:gd name="T36" fmla="*/ 17499 w 596"/>
                <a:gd name="T37" fmla="*/ 775 h 666"/>
                <a:gd name="T38" fmla="*/ 18512 w 596"/>
                <a:gd name="T39" fmla="*/ 647 h 666"/>
                <a:gd name="T40" fmla="*/ 18872 w 596"/>
                <a:gd name="T41" fmla="*/ 507 h 666"/>
                <a:gd name="T42" fmla="*/ 18655 w 596"/>
                <a:gd name="T43" fmla="*/ 368 h 666"/>
                <a:gd name="T44" fmla="*/ 17600 w 596"/>
                <a:gd name="T45" fmla="*/ 248 h 666"/>
                <a:gd name="T46" fmla="*/ 15723 w 596"/>
                <a:gd name="T47" fmla="*/ 160 h 666"/>
                <a:gd name="T48" fmla="*/ 12393 w 596"/>
                <a:gd name="T49" fmla="*/ 106 h 666"/>
                <a:gd name="T50" fmla="*/ 8938 w 596"/>
                <a:gd name="T51" fmla="*/ 85 h 666"/>
                <a:gd name="T52" fmla="*/ 6325 w 596"/>
                <a:gd name="T53" fmla="*/ 100 h 666"/>
                <a:gd name="T54" fmla="*/ 4402 w 596"/>
                <a:gd name="T55" fmla="*/ 143 h 666"/>
                <a:gd name="T56" fmla="*/ 3045 w 596"/>
                <a:gd name="T57" fmla="*/ 212 h 666"/>
                <a:gd name="T58" fmla="*/ 2073 w 596"/>
                <a:gd name="T59" fmla="*/ 294 h 666"/>
                <a:gd name="T60" fmla="*/ 1449 w 596"/>
                <a:gd name="T61" fmla="*/ 387 h 666"/>
                <a:gd name="T62" fmla="*/ 1018 w 596"/>
                <a:gd name="T63" fmla="*/ 482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37933" name="Rectangle 45">
            <a:extLst>
              <a:ext uri="{FF2B5EF4-FFF2-40B4-BE49-F238E27FC236}">
                <a16:creationId xmlns:a16="http://schemas.microsoft.com/office/drawing/2014/main" id="{00939D67-4AA2-4052-9FF7-D8943A3F280E}"/>
              </a:ext>
            </a:extLst>
          </p:cNvPr>
          <p:cNvSpPr>
            <a:spLocks noGrp="1" noChangeArrowheads="1"/>
          </p:cNvSpPr>
          <p:nvPr>
            <p:ph type="title"/>
          </p:nvPr>
        </p:nvSpPr>
        <p:spPr bwMode="auto">
          <a:xfrm>
            <a:off x="442913" y="103188"/>
            <a:ext cx="8243887"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zh-CN" dirty="0"/>
              <a:t>Click to edit Master title style</a:t>
            </a:r>
          </a:p>
        </p:txBody>
      </p:sp>
      <p:sp>
        <p:nvSpPr>
          <p:cNvPr id="1028" name="Rectangle 46">
            <a:extLst>
              <a:ext uri="{FF2B5EF4-FFF2-40B4-BE49-F238E27FC236}">
                <a16:creationId xmlns:a16="http://schemas.microsoft.com/office/drawing/2014/main" id="{091F3387-9D3F-4CBF-B29A-2BFAF0A0B234}"/>
              </a:ext>
            </a:extLst>
          </p:cNvPr>
          <p:cNvSpPr>
            <a:spLocks noGrp="1" noChangeArrowheads="1"/>
          </p:cNvSpPr>
          <p:nvPr>
            <p:ph type="body" idx="1"/>
          </p:nvPr>
        </p:nvSpPr>
        <p:spPr bwMode="auto">
          <a:xfrm>
            <a:off x="457200" y="1600200"/>
            <a:ext cx="8229600" cy="445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37935" name="Rectangle 47">
            <a:extLst>
              <a:ext uri="{FF2B5EF4-FFF2-40B4-BE49-F238E27FC236}">
                <a16:creationId xmlns:a16="http://schemas.microsoft.com/office/drawing/2014/main" id="{B3FE8C07-25B6-40A7-9CAA-513533D41393}"/>
              </a:ext>
            </a:extLst>
          </p:cNvPr>
          <p:cNvSpPr>
            <a:spLocks noGrp="1" noChangeArrowheads="1"/>
          </p:cNvSpPr>
          <p:nvPr>
            <p:ph type="dt" sz="half" idx="2"/>
          </p:nvPr>
        </p:nvSpPr>
        <p:spPr bwMode="auto">
          <a:xfrm>
            <a:off x="45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400">
                <a:ea typeface="宋体" pitchFamily="2" charset="-122"/>
              </a:defRPr>
            </a:lvl1pPr>
          </a:lstStyle>
          <a:p>
            <a:pPr>
              <a:defRPr/>
            </a:pPr>
            <a:endParaRPr lang="en-US" altLang="zh-CN"/>
          </a:p>
        </p:txBody>
      </p:sp>
      <p:sp>
        <p:nvSpPr>
          <p:cNvPr id="37936" name="Rectangle 48">
            <a:extLst>
              <a:ext uri="{FF2B5EF4-FFF2-40B4-BE49-F238E27FC236}">
                <a16:creationId xmlns:a16="http://schemas.microsoft.com/office/drawing/2014/main" id="{E46E6097-6EE7-42C1-9C36-818415C70DCB}"/>
              </a:ext>
            </a:extLst>
          </p:cNvPr>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defRPr sz="1400">
                <a:ea typeface="宋体" pitchFamily="2" charset="-122"/>
              </a:defRPr>
            </a:lvl1pPr>
          </a:lstStyle>
          <a:p>
            <a:pPr>
              <a:defRPr/>
            </a:pPr>
            <a:endParaRPr lang="en-US" altLang="zh-CN"/>
          </a:p>
        </p:txBody>
      </p:sp>
      <p:sp>
        <p:nvSpPr>
          <p:cNvPr id="37937" name="Rectangle 49">
            <a:extLst>
              <a:ext uri="{FF2B5EF4-FFF2-40B4-BE49-F238E27FC236}">
                <a16:creationId xmlns:a16="http://schemas.microsoft.com/office/drawing/2014/main" id="{9D0EC42C-5720-4E94-9252-F65C2DAD7735}"/>
              </a:ext>
            </a:extLst>
          </p:cNvPr>
          <p:cNvSpPr>
            <a:spLocks noGrp="1" noChangeArrowheads="1"/>
          </p:cNvSpPr>
          <p:nvPr>
            <p:ph type="sldNum" sz="quarter" idx="4"/>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lvl1pPr>
          </a:lstStyle>
          <a:p>
            <a:fld id="{60961C06-7C26-4F9F-A6F0-9BC5673494B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905"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 id="2147483906" r:id="rId14"/>
    <p:sldLayoutId id="2147483907" r:id="rId15"/>
    <p:sldLayoutId id="2147483908" r:id="rId16"/>
  </p:sldLayoutIdLst>
  <p:hf hdr="0" ftr="0" dt="0"/>
  <p:txStyles>
    <p:titleStyle>
      <a:lvl1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Comic Sans MS" panose="030F0702030302020204" pitchFamily="66" charset="0"/>
          <a:ea typeface="+mj-ea"/>
          <a:cs typeface="+mj-cs"/>
        </a:defRPr>
      </a:lvl1pPr>
      <a:lvl2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Comic Sans MS" pitchFamily="66" charset="0"/>
        </a:defRPr>
      </a:lvl2pPr>
      <a:lvl3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Comic Sans MS" pitchFamily="66" charset="0"/>
        </a:defRPr>
      </a:lvl3pPr>
      <a:lvl4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Comic Sans MS" pitchFamily="66" charset="0"/>
        </a:defRPr>
      </a:lvl4pPr>
      <a:lvl5pPr algn="ctr" rtl="0" eaLnBrk="0" fontAlgn="base" hangingPunct="0">
        <a:lnSpc>
          <a:spcPct val="90000"/>
        </a:lnSpc>
        <a:spcBef>
          <a:spcPct val="0"/>
        </a:spcBef>
        <a:spcAft>
          <a:spcPct val="0"/>
        </a:spcAft>
        <a:defRPr sz="4400">
          <a:solidFill>
            <a:schemeClr val="tx2"/>
          </a:solidFill>
          <a:effectLst>
            <a:outerShdw blurRad="38100" dist="38100" dir="2700000" algn="tl">
              <a:srgbClr val="C0C0C0"/>
            </a:outerShdw>
          </a:effectLst>
          <a:latin typeface="Comic Sans MS" pitchFamily="66" charset="0"/>
        </a:defRPr>
      </a:lvl5pPr>
      <a:lvl6pPr marL="4572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6pPr>
      <a:lvl7pPr marL="9144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7pPr>
      <a:lvl8pPr marL="13716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8pPr>
      <a:lvl9pPr marL="1828800" algn="ctr" rtl="0" fontAlgn="base">
        <a:lnSpc>
          <a:spcPct val="90000"/>
        </a:lnSpc>
        <a:spcBef>
          <a:spcPct val="0"/>
        </a:spcBef>
        <a:spcAft>
          <a:spcPct val="0"/>
        </a:spcAft>
        <a:defRPr sz="4400">
          <a:solidFill>
            <a:schemeClr val="tx2"/>
          </a:solidFill>
          <a:effectLst>
            <a:outerShdw blurRad="38100" dist="38100" dir="2700000" algn="tl">
              <a:srgbClr val="C0C0C0"/>
            </a:outerShdw>
          </a:effectLst>
          <a:latin typeface="Verdana"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Comic Sans MS" panose="030F0702030302020204" pitchFamily="66"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Comic Sans MS" panose="030F0702030302020204" pitchFamily="66" charset="0"/>
        </a:defRPr>
      </a:lvl2pPr>
      <a:lvl3pPr marL="1143000" indent="-228600" algn="l" rtl="0" eaLnBrk="0" fontAlgn="base" hangingPunct="0">
        <a:spcBef>
          <a:spcPct val="20000"/>
        </a:spcBef>
        <a:spcAft>
          <a:spcPct val="0"/>
        </a:spcAft>
        <a:buChar char="•"/>
        <a:defRPr sz="2400">
          <a:solidFill>
            <a:schemeClr val="tx1"/>
          </a:solidFill>
          <a:latin typeface="Comic Sans MS" panose="030F0702030302020204" pitchFamily="66" charset="0"/>
        </a:defRPr>
      </a:lvl3pPr>
      <a:lvl4pPr marL="1600200" indent="-228600" algn="l" rtl="0" eaLnBrk="0" fontAlgn="base" hangingPunct="0">
        <a:spcBef>
          <a:spcPct val="20000"/>
        </a:spcBef>
        <a:spcAft>
          <a:spcPct val="0"/>
        </a:spcAft>
        <a:buChar char="–"/>
        <a:defRPr sz="2000">
          <a:solidFill>
            <a:schemeClr val="tx1"/>
          </a:solidFill>
          <a:latin typeface="Comic Sans MS" panose="030F0702030302020204" pitchFamily="66" charset="0"/>
        </a:defRPr>
      </a:lvl4pPr>
      <a:lvl5pPr marL="2057400" indent="-228600" algn="l" rtl="0" eaLnBrk="0" fontAlgn="base" hangingPunct="0">
        <a:spcBef>
          <a:spcPct val="20000"/>
        </a:spcBef>
        <a:spcAft>
          <a:spcPct val="0"/>
        </a:spcAft>
        <a:buChar char="»"/>
        <a:defRPr sz="2000">
          <a:solidFill>
            <a:schemeClr val="tx1"/>
          </a:solidFill>
          <a:latin typeface="Comic Sans MS" panose="030F0702030302020204" pitchFamily="66"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wmf"/></Relationships>
</file>

<file path=ppt/slides/_rels/slide1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21.wmf"/><Relationship Id="rId4" Type="http://schemas.openxmlformats.org/officeDocument/2006/relationships/image" Target="../media/image20.wmf"/></Relationships>
</file>

<file path=ppt/slides/_rels/slide2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5.bin"/><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6.bin"/><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9.bin"/><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27.wmf"/><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9.wmf"/><Relationship Id="rId5" Type="http://schemas.openxmlformats.org/officeDocument/2006/relationships/oleObject" Target="../embeddings/oleObject11.bin"/><Relationship Id="rId4" Type="http://schemas.openxmlformats.org/officeDocument/2006/relationships/image" Target="../media/image28.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31.wmf"/></Relationships>
</file>

<file path=ppt/slides/_rels/slide3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13.bin"/><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14.bin"/><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5.wmf"/></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39.emf"/><Relationship Id="rId5" Type="http://schemas.openxmlformats.org/officeDocument/2006/relationships/oleObject" Target="../embeddings/oleObject17.bin"/><Relationship Id="rId4" Type="http://schemas.openxmlformats.org/officeDocument/2006/relationships/image" Target="../media/image38.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1.emf"/><Relationship Id="rId5" Type="http://schemas.openxmlformats.org/officeDocument/2006/relationships/oleObject" Target="../embeddings/oleObject19.bin"/><Relationship Id="rId4" Type="http://schemas.openxmlformats.org/officeDocument/2006/relationships/image" Target="../media/image40.emf"/></Relationships>
</file>

<file path=ppt/slides/_rels/slide4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20.bin"/><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1">
            <a:extLst>
              <a:ext uri="{FF2B5EF4-FFF2-40B4-BE49-F238E27FC236}">
                <a16:creationId xmlns:a16="http://schemas.microsoft.com/office/drawing/2014/main" id="{F232026B-BE94-474E-88A1-C271BEE79892}"/>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6147" name="灯片编号占位符 2">
            <a:extLst>
              <a:ext uri="{FF2B5EF4-FFF2-40B4-BE49-F238E27FC236}">
                <a16:creationId xmlns:a16="http://schemas.microsoft.com/office/drawing/2014/main" id="{5046E520-1176-4D1E-8CB9-F3C4EC104B21}"/>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D13E4420-1BA9-4C1C-9AF6-782DEC20873B}" type="slidenum">
              <a:rPr lang="zh-CN" altLang="en-US" sz="1200">
                <a:solidFill>
                  <a:srgbClr val="898989"/>
                </a:solidFill>
                <a:latin typeface="Times New Roman" panose="02020603050405020304" pitchFamily="18" charset="0"/>
              </a:rPr>
              <a:pPr>
                <a:spcBef>
                  <a:spcPct val="50000"/>
                </a:spcBef>
                <a:buFontTx/>
                <a:buNone/>
              </a:pPr>
              <a:t>1</a:t>
            </a:fld>
            <a:endParaRPr lang="zh-CN" altLang="en-US" sz="1200">
              <a:solidFill>
                <a:srgbClr val="898989"/>
              </a:solidFill>
              <a:latin typeface="Times New Roman" panose="02020603050405020304" pitchFamily="18" charset="0"/>
            </a:endParaRPr>
          </a:p>
        </p:txBody>
      </p:sp>
      <p:sp>
        <p:nvSpPr>
          <p:cNvPr id="36866" name="Rectangle 2">
            <a:extLst>
              <a:ext uri="{FF2B5EF4-FFF2-40B4-BE49-F238E27FC236}">
                <a16:creationId xmlns:a16="http://schemas.microsoft.com/office/drawing/2014/main" id="{E4044C50-365E-423E-8E21-35EFED3ACB9D}"/>
              </a:ext>
            </a:extLst>
          </p:cNvPr>
          <p:cNvSpPr>
            <a:spLocks noGrp="1" noRot="1" noChangeArrowheads="1"/>
          </p:cNvSpPr>
          <p:nvPr>
            <p:ph type="ctrTitle"/>
          </p:nvPr>
        </p:nvSpPr>
        <p:spPr>
          <a:xfrm>
            <a:off x="625475" y="239713"/>
            <a:ext cx="8397875" cy="852487"/>
          </a:xfrm>
        </p:spPr>
        <p:txBody>
          <a:bodyPr/>
          <a:lstStyle/>
          <a:p>
            <a:pPr eaLnBrk="1" hangingPunct="1">
              <a:spcBef>
                <a:spcPct val="20000"/>
              </a:spcBef>
              <a:defRPr/>
            </a:pPr>
            <a:r>
              <a:rPr lang="en-US" altLang="zh-CN" sz="4400" dirty="0">
                <a:ea typeface="宋体" pitchFamily="2" charset="-122"/>
              </a:rPr>
              <a:t>Chapter 1 Basic Concepts</a:t>
            </a:r>
          </a:p>
        </p:txBody>
      </p:sp>
      <p:sp>
        <p:nvSpPr>
          <p:cNvPr id="6149" name="Rectangle 3">
            <a:extLst>
              <a:ext uri="{FF2B5EF4-FFF2-40B4-BE49-F238E27FC236}">
                <a16:creationId xmlns:a16="http://schemas.microsoft.com/office/drawing/2014/main" id="{9EF194A2-5F70-4988-A99E-733D42C4FA8C}"/>
              </a:ext>
            </a:extLst>
          </p:cNvPr>
          <p:cNvSpPr>
            <a:spLocks noGrp="1" noRot="1" noChangeArrowheads="1"/>
          </p:cNvSpPr>
          <p:nvPr>
            <p:ph type="subTitle" idx="1"/>
          </p:nvPr>
        </p:nvSpPr>
        <p:spPr>
          <a:xfrm>
            <a:off x="900113" y="1844675"/>
            <a:ext cx="6904037" cy="4321175"/>
          </a:xfrm>
        </p:spPr>
        <p:txBody>
          <a:bodyPr/>
          <a:lstStyle/>
          <a:p>
            <a:pPr algn="l" eaLnBrk="1" hangingPunct="1"/>
            <a:r>
              <a:rPr kumimoji="1" lang="en-US" altLang="zh-CN">
                <a:effectLst/>
                <a:ea typeface="宋体" panose="02010600030101010101" pitchFamily="2" charset="-122"/>
              </a:rPr>
              <a:t>1.1 Introduction</a:t>
            </a:r>
          </a:p>
          <a:p>
            <a:pPr algn="l" eaLnBrk="1" hangingPunct="1"/>
            <a:r>
              <a:rPr kumimoji="1" lang="en-US" altLang="zh-CN">
                <a:effectLst/>
                <a:ea typeface="宋体" panose="02010600030101010101" pitchFamily="2" charset="-122"/>
              </a:rPr>
              <a:t>1.2 Systems of Units</a:t>
            </a:r>
          </a:p>
          <a:p>
            <a:pPr algn="l" eaLnBrk="1" hangingPunct="1"/>
            <a:r>
              <a:rPr kumimoji="1" lang="en-US" altLang="zh-CN">
                <a:effectLst/>
                <a:ea typeface="宋体" panose="02010600030101010101" pitchFamily="2" charset="-122"/>
              </a:rPr>
              <a:t>1.3 Charge and Current</a:t>
            </a:r>
          </a:p>
          <a:p>
            <a:pPr algn="l" eaLnBrk="1" hangingPunct="1"/>
            <a:r>
              <a:rPr kumimoji="1" lang="en-US" altLang="zh-CN">
                <a:effectLst/>
                <a:ea typeface="宋体" panose="02010600030101010101" pitchFamily="2" charset="-122"/>
              </a:rPr>
              <a:t>1.4 Voltage</a:t>
            </a:r>
          </a:p>
          <a:p>
            <a:pPr algn="l" eaLnBrk="1" hangingPunct="1"/>
            <a:r>
              <a:rPr kumimoji="1" lang="en-US" altLang="zh-CN">
                <a:effectLst/>
                <a:ea typeface="宋体" panose="02010600030101010101" pitchFamily="2" charset="-122"/>
              </a:rPr>
              <a:t>1.5 Power and Energy</a:t>
            </a:r>
          </a:p>
          <a:p>
            <a:pPr algn="l" eaLnBrk="1" hangingPunct="1"/>
            <a:r>
              <a:rPr kumimoji="1" lang="en-US" altLang="zh-CN">
                <a:effectLst/>
                <a:ea typeface="宋体" panose="02010600030101010101" pitchFamily="2" charset="-122"/>
              </a:rPr>
              <a:t>1.6 Circuit Elements</a:t>
            </a:r>
          </a:p>
          <a:p>
            <a:pPr algn="l" eaLnBrk="1" hangingPunct="1"/>
            <a:r>
              <a:rPr kumimoji="1" lang="en-US" altLang="zh-CN">
                <a:effectLst/>
                <a:ea typeface="宋体" panose="02010600030101010101" pitchFamily="2" charset="-122"/>
              </a:rPr>
              <a:t>1.7 Summary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a:extLst>
              <a:ext uri="{FF2B5EF4-FFF2-40B4-BE49-F238E27FC236}">
                <a16:creationId xmlns:a16="http://schemas.microsoft.com/office/drawing/2014/main" id="{A97481CB-DF5E-4723-B403-F0CE7D9779D8}"/>
              </a:ext>
            </a:extLst>
          </p:cNvPr>
          <p:cNvSpPr>
            <a:spLocks noGrp="1"/>
          </p:cNvSpPr>
          <p:nvPr>
            <p:ph type="title"/>
          </p:nvPr>
        </p:nvSpPr>
        <p:spPr>
          <a:xfrm>
            <a:off x="552450" y="1093788"/>
            <a:ext cx="8839200" cy="457200"/>
          </a:xfrm>
        </p:spPr>
        <p:txBody>
          <a:bodyPr/>
          <a:lstStyle/>
          <a:p>
            <a:pPr algn="l">
              <a:spcBef>
                <a:spcPct val="50000"/>
              </a:spcBef>
              <a:defRPr/>
            </a:pPr>
            <a:r>
              <a:rPr lang="en-US" altLang="zh-CN" sz="2800" b="1" kern="1200" dirty="0">
                <a:solidFill>
                  <a:srgbClr val="FF3300"/>
                </a:solidFill>
                <a:ea typeface="宋体" pitchFamily="2" charset="-122"/>
                <a:cs typeface="+mn-cs"/>
              </a:rPr>
              <a:t>Chapter objectives</a:t>
            </a:r>
            <a:endParaRPr lang="zh-CN" altLang="en-US" sz="2800" b="1" kern="1200" dirty="0">
              <a:solidFill>
                <a:srgbClr val="FF3300"/>
              </a:solidFill>
              <a:ea typeface="宋体" pitchFamily="2" charset="-122"/>
              <a:cs typeface="+mn-cs"/>
            </a:endParaRPr>
          </a:p>
        </p:txBody>
      </p:sp>
      <p:sp>
        <p:nvSpPr>
          <p:cNvPr id="7171" name="内容占位符 2">
            <a:extLst>
              <a:ext uri="{FF2B5EF4-FFF2-40B4-BE49-F238E27FC236}">
                <a16:creationId xmlns:a16="http://schemas.microsoft.com/office/drawing/2014/main" id="{D1AE3B2B-C33D-4068-AF25-D54EF9CDB15E}"/>
              </a:ext>
            </a:extLst>
          </p:cNvPr>
          <p:cNvSpPr>
            <a:spLocks noGrp="1"/>
          </p:cNvSpPr>
          <p:nvPr>
            <p:ph idx="1"/>
          </p:nvPr>
        </p:nvSpPr>
        <p:spPr>
          <a:xfrm>
            <a:off x="382588" y="1704975"/>
            <a:ext cx="8551862" cy="4065588"/>
          </a:xfrm>
        </p:spPr>
        <p:txBody>
          <a:bodyPr/>
          <a:lstStyle/>
          <a:p>
            <a:pPr eaLnBrk="1" hangingPunct="1">
              <a:buFont typeface="Wingdings" panose="05000000000000000000" pitchFamily="2" charset="2"/>
              <a:buChar char="Ø"/>
            </a:pPr>
            <a:r>
              <a:rPr lang="en-US" altLang="zh-CN" sz="2400">
                <a:ea typeface="宋体" panose="02010600030101010101" pitchFamily="2" charset="-122"/>
              </a:rPr>
              <a:t>Understand electric circuit and electric circuit model</a:t>
            </a:r>
          </a:p>
          <a:p>
            <a:pPr eaLnBrk="1" hangingPunct="1">
              <a:buFont typeface="Wingdings" panose="05000000000000000000" pitchFamily="2" charset="2"/>
              <a:buChar char="Ø"/>
            </a:pPr>
            <a:r>
              <a:rPr lang="en-US" altLang="zh-CN" sz="2400">
                <a:ea typeface="宋体" panose="02010600030101010101" pitchFamily="2" charset="-122"/>
              </a:rPr>
              <a:t>Understand the basic SI units and SI prefixes</a:t>
            </a:r>
          </a:p>
          <a:p>
            <a:pPr eaLnBrk="1" hangingPunct="1">
              <a:buFont typeface="Wingdings" panose="05000000000000000000" pitchFamily="2" charset="2"/>
              <a:buChar char="Ø"/>
            </a:pPr>
            <a:r>
              <a:rPr lang="en-US" altLang="zh-CN" sz="2400">
                <a:ea typeface="宋体" panose="02010600030101010101" pitchFamily="2" charset="-122"/>
              </a:rPr>
              <a:t>Learn about the concepts of charge, current and voltage</a:t>
            </a:r>
          </a:p>
          <a:p>
            <a:pPr eaLnBrk="1" hangingPunct="1">
              <a:buFont typeface="Wingdings" panose="05000000000000000000" pitchFamily="2" charset="2"/>
              <a:buChar char="Ø"/>
            </a:pPr>
            <a:r>
              <a:rPr lang="en-US" altLang="zh-CN" sz="2400">
                <a:ea typeface="宋体" panose="02010600030101010101" pitchFamily="2" charset="-122"/>
              </a:rPr>
              <a:t>Learn about power and energy</a:t>
            </a:r>
          </a:p>
          <a:p>
            <a:pPr eaLnBrk="1" hangingPunct="1">
              <a:buFont typeface="Wingdings" panose="05000000000000000000" pitchFamily="2" charset="2"/>
              <a:buChar char="Ø"/>
            </a:pPr>
            <a:r>
              <a:rPr lang="en-US" altLang="zh-CN" sz="2400">
                <a:ea typeface="宋体" panose="02010600030101010101" pitchFamily="2" charset="-122"/>
              </a:rPr>
              <a:t>Become familiar with the passive sign convention</a:t>
            </a:r>
          </a:p>
          <a:p>
            <a:pPr eaLnBrk="1" hangingPunct="1">
              <a:buFont typeface="Wingdings" panose="05000000000000000000" pitchFamily="2" charset="2"/>
              <a:buChar char="Ø"/>
            </a:pPr>
            <a:r>
              <a:rPr lang="en-US" altLang="zh-CN" sz="2400">
                <a:ea typeface="宋体" panose="02010600030101010101" pitchFamily="2" charset="-122"/>
              </a:rPr>
              <a:t>Learn about the circuit elements including dependent and independent sources</a:t>
            </a:r>
          </a:p>
          <a:p>
            <a:pPr eaLnBrk="1" hangingPunct="1">
              <a:buFontTx/>
              <a:buNone/>
            </a:pPr>
            <a:endParaRPr lang="zh-CN" altLang="en-US" sz="2400">
              <a:ea typeface="宋体" panose="02010600030101010101" pitchFamily="2" charset="-122"/>
            </a:endParaRPr>
          </a:p>
        </p:txBody>
      </p:sp>
      <p:sp>
        <p:nvSpPr>
          <p:cNvPr id="7172" name="页脚占位符 3">
            <a:extLst>
              <a:ext uri="{FF2B5EF4-FFF2-40B4-BE49-F238E27FC236}">
                <a16:creationId xmlns:a16="http://schemas.microsoft.com/office/drawing/2014/main" id="{9C10D383-3A0B-44A6-94F6-9BF69A572BE3}"/>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7173" name="灯片编号占位符 4">
            <a:extLst>
              <a:ext uri="{FF2B5EF4-FFF2-40B4-BE49-F238E27FC236}">
                <a16:creationId xmlns:a16="http://schemas.microsoft.com/office/drawing/2014/main" id="{1ACEE612-A0C6-47B0-9F0A-27D56EADC427}"/>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92AF6003-6A8D-48B9-988F-753E90B6BF3B}" type="slidenum">
              <a:rPr lang="zh-CN" altLang="en-US" sz="1200">
                <a:solidFill>
                  <a:srgbClr val="898989"/>
                </a:solidFill>
                <a:latin typeface="Times New Roman" panose="02020603050405020304" pitchFamily="18" charset="0"/>
              </a:rPr>
              <a:pPr>
                <a:spcBef>
                  <a:spcPct val="50000"/>
                </a:spcBef>
                <a:buFontTx/>
                <a:buNone/>
              </a:pPr>
              <a:t>2</a:t>
            </a:fld>
            <a:endParaRPr lang="zh-CN" altLang="en-US" sz="1200">
              <a:solidFill>
                <a:srgbClr val="898989"/>
              </a:solidFill>
              <a:latin typeface="Times New Roman" panose="02020603050405020304" pitchFamily="18" charset="0"/>
            </a:endParaRPr>
          </a:p>
        </p:txBody>
      </p:sp>
      <p:sp>
        <p:nvSpPr>
          <p:cNvPr id="7" name="Rectangle 2">
            <a:extLst>
              <a:ext uri="{FF2B5EF4-FFF2-40B4-BE49-F238E27FC236}">
                <a16:creationId xmlns:a16="http://schemas.microsoft.com/office/drawing/2014/main" id="{1CF97B13-91AB-495F-99AB-9C4C52ACE54B}"/>
              </a:ext>
            </a:extLst>
          </p:cNvPr>
          <p:cNvSpPr txBox="1">
            <a:spLocks noRot="1" noChangeArrowheads="1"/>
          </p:cNvSpPr>
          <p:nvPr/>
        </p:nvSpPr>
        <p:spPr bwMode="auto">
          <a:xfrm>
            <a:off x="611188" y="207963"/>
            <a:ext cx="77724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defRPr>
            </a:lvl9pPr>
          </a:lstStyle>
          <a:p>
            <a:pPr algn="ctr">
              <a:defRPr/>
            </a:pPr>
            <a:r>
              <a:rPr lang="en-US" altLang="zh-CN" sz="4000" b="1" dirty="0">
                <a:effectLst>
                  <a:outerShdw blurRad="38100" dist="38100" dir="2700000" algn="tl">
                    <a:srgbClr val="C0C0C0"/>
                  </a:outerShdw>
                </a:effectLst>
                <a:latin typeface="Comic Sans MS" panose="030F0702030302020204" pitchFamily="66" charset="0"/>
                <a:ea typeface="宋体" pitchFamily="2" charset="-122"/>
              </a:rPr>
              <a:t>1.1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305E2E6-E2B0-449A-9D6F-417318AC3CBC}"/>
              </a:ext>
            </a:extLst>
          </p:cNvPr>
          <p:cNvSpPr>
            <a:spLocks noGrp="1"/>
          </p:cNvSpPr>
          <p:nvPr>
            <p:ph idx="1"/>
          </p:nvPr>
        </p:nvSpPr>
        <p:spPr>
          <a:xfrm>
            <a:off x="427038" y="895350"/>
            <a:ext cx="8229600" cy="5565775"/>
          </a:xfrm>
        </p:spPr>
        <p:txBody>
          <a:bodyPr/>
          <a:lstStyle/>
          <a:p>
            <a:r>
              <a:rPr lang="en-US" altLang="zh-CN" b="1">
                <a:ea typeface="宋体" panose="02010600030101010101" pitchFamily="2" charset="-122"/>
              </a:rPr>
              <a:t>What is engineering?</a:t>
            </a:r>
          </a:p>
          <a:p>
            <a:pPr marL="400050" lvl="1" indent="0">
              <a:buFontTx/>
              <a:buNone/>
            </a:pPr>
            <a:r>
              <a:rPr lang="en-US" altLang="zh-CN">
                <a:ea typeface="宋体" panose="02010600030101010101" pitchFamily="2" charset="-122"/>
              </a:rPr>
              <a:t>Purposeful use of science</a:t>
            </a:r>
          </a:p>
          <a:p>
            <a:r>
              <a:rPr lang="en-US" altLang="zh-CN" b="1">
                <a:ea typeface="宋体" panose="02010600030101010101" pitchFamily="2" charset="-122"/>
              </a:rPr>
              <a:t>What is an electric circuit about?</a:t>
            </a:r>
          </a:p>
          <a:p>
            <a:pPr>
              <a:buFontTx/>
              <a:buNone/>
            </a:pPr>
            <a:r>
              <a:rPr lang="en-US" altLang="zh-CN">
                <a:ea typeface="宋体" panose="02010600030101010101" pitchFamily="2" charset="-122"/>
              </a:rPr>
              <a:t> </a:t>
            </a:r>
          </a:p>
          <a:p>
            <a:endParaRPr lang="zh-CN" altLang="en-US">
              <a:ea typeface="宋体" panose="02010600030101010101" pitchFamily="2" charset="-122"/>
            </a:endParaRPr>
          </a:p>
        </p:txBody>
      </p:sp>
      <p:sp>
        <p:nvSpPr>
          <p:cNvPr id="8195" name="灯片编号占位符 3">
            <a:extLst>
              <a:ext uri="{FF2B5EF4-FFF2-40B4-BE49-F238E27FC236}">
                <a16:creationId xmlns:a16="http://schemas.microsoft.com/office/drawing/2014/main" id="{F633DF32-8288-4ACB-8864-66C59E09A26B}"/>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8566E1A4-4E28-4234-838B-DDFD75CA2CFB}" type="slidenum">
              <a:rPr lang="en-US" altLang="zh-CN" sz="1400">
                <a:latin typeface="Times New Roman" panose="02020603050405020304" pitchFamily="18" charset="0"/>
              </a:rPr>
              <a:pPr eaLnBrk="1" hangingPunct="1">
                <a:spcBef>
                  <a:spcPct val="0"/>
                </a:spcBef>
                <a:buFontTx/>
                <a:buNone/>
              </a:pPr>
              <a:t>3</a:t>
            </a:fld>
            <a:endParaRPr lang="en-US" altLang="zh-CN" sz="1400">
              <a:latin typeface="Times New Roman" panose="02020603050405020304" pitchFamily="18" charset="0"/>
            </a:endParaRPr>
          </a:p>
        </p:txBody>
      </p:sp>
      <p:sp>
        <p:nvSpPr>
          <p:cNvPr id="7" name="矩形 6">
            <a:extLst>
              <a:ext uri="{FF2B5EF4-FFF2-40B4-BE49-F238E27FC236}">
                <a16:creationId xmlns:a16="http://schemas.microsoft.com/office/drawing/2014/main" id="{F5E174FD-6778-46F3-8CDD-F704DECD9374}"/>
              </a:ext>
            </a:extLst>
          </p:cNvPr>
          <p:cNvSpPr/>
          <p:nvPr/>
        </p:nvSpPr>
        <p:spPr>
          <a:xfrm>
            <a:off x="2798763" y="187325"/>
            <a:ext cx="3246437" cy="708025"/>
          </a:xfrm>
          <a:prstGeom prst="rect">
            <a:avLst/>
          </a:prstGeom>
        </p:spPr>
        <p:txBody>
          <a:bodyPr wrap="none">
            <a:spAutoFit/>
          </a:bodyPr>
          <a:lstStyle/>
          <a:p>
            <a:pPr algn="ctr">
              <a:defRPr/>
            </a:pPr>
            <a:r>
              <a:rPr lang="en-US" altLang="zh-CN" sz="4000" b="1" dirty="0">
                <a:solidFill>
                  <a:schemeClr val="tx2"/>
                </a:solidFill>
                <a:effectLst>
                  <a:outerShdw blurRad="38100" dist="38100" dir="2700000" algn="tl">
                    <a:srgbClr val="C0C0C0"/>
                  </a:outerShdw>
                </a:effectLst>
                <a:latin typeface="Comic Sans MS" panose="030F0702030302020204" pitchFamily="66" charset="0"/>
                <a:cs typeface="+mj-cs"/>
              </a:rPr>
              <a:t>Introduction</a:t>
            </a:r>
          </a:p>
        </p:txBody>
      </p:sp>
      <p:sp>
        <p:nvSpPr>
          <p:cNvPr id="9" name="Rectangle 5">
            <a:extLst>
              <a:ext uri="{FF2B5EF4-FFF2-40B4-BE49-F238E27FC236}">
                <a16:creationId xmlns:a16="http://schemas.microsoft.com/office/drawing/2014/main" id="{F097044F-E382-4207-BCD9-8F5E3B053BD3}"/>
              </a:ext>
            </a:extLst>
          </p:cNvPr>
          <p:cNvSpPr>
            <a:spLocks noRot="1" noChangeArrowheads="1"/>
          </p:cNvSpPr>
          <p:nvPr/>
        </p:nvSpPr>
        <p:spPr bwMode="auto">
          <a:xfrm>
            <a:off x="520700" y="5451475"/>
            <a:ext cx="5337175"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solidFill>
                  <a:srgbClr val="00B050"/>
                </a:solidFill>
              </a:rPr>
              <a:t>A simple electric circuit</a:t>
            </a:r>
          </a:p>
        </p:txBody>
      </p:sp>
      <p:sp>
        <p:nvSpPr>
          <p:cNvPr id="10" name="矩形 9">
            <a:extLst>
              <a:ext uri="{FF2B5EF4-FFF2-40B4-BE49-F238E27FC236}">
                <a16:creationId xmlns:a16="http://schemas.microsoft.com/office/drawing/2014/main" id="{69171280-30CE-41B0-8E7C-C22D6EE2A83A}"/>
              </a:ext>
            </a:extLst>
          </p:cNvPr>
          <p:cNvSpPr>
            <a:spLocks noChangeArrowheads="1"/>
          </p:cNvSpPr>
          <p:nvPr/>
        </p:nvSpPr>
        <p:spPr bwMode="auto">
          <a:xfrm>
            <a:off x="5857875" y="2949575"/>
            <a:ext cx="306546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a:t>An electric circuit is an interconnection of electrical elements.</a:t>
            </a:r>
          </a:p>
        </p:txBody>
      </p:sp>
      <p:pic>
        <p:nvPicPr>
          <p:cNvPr id="8201" name="Picture 9" descr="C:\Users\xiongying\Desktop\tu1.png">
            <a:extLst>
              <a:ext uri="{FF2B5EF4-FFF2-40B4-BE49-F238E27FC236}">
                <a16:creationId xmlns:a16="http://schemas.microsoft.com/office/drawing/2014/main" id="{DD6B46D1-D7F6-473B-8992-B9F325BBE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50" y="2747963"/>
            <a:ext cx="46894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10" fill="hold" nodeType="clickEffect">
                                  <p:stCondLst>
                                    <p:cond delay="0"/>
                                  </p:stCondLst>
                                  <p:childTnLst>
                                    <p:set>
                                      <p:cBhvr>
                                        <p:cTn id="34" dur="1" fill="hold">
                                          <p:stCondLst>
                                            <p:cond delay="0"/>
                                          </p:stCondLst>
                                        </p:cTn>
                                        <p:tgtEl>
                                          <p:spTgt spid="8201"/>
                                        </p:tgtEl>
                                        <p:attrNameLst>
                                          <p:attrName>style.visibility</p:attrName>
                                        </p:attrNameLst>
                                      </p:cBhvr>
                                      <p:to>
                                        <p:strVal val="visible"/>
                                      </p:to>
                                    </p:set>
                                    <p:animEffect transition="in" filter="randombar(horizontal)">
                                      <p:cBhvr>
                                        <p:cTn id="35" dur="500"/>
                                        <p:tgtEl>
                                          <p:spTgt spid="8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C5EAA8B-F3D0-4D21-A6A3-333A41348EDB}"/>
              </a:ext>
            </a:extLst>
          </p:cNvPr>
          <p:cNvSpPr>
            <a:spLocks noGrp="1"/>
          </p:cNvSpPr>
          <p:nvPr>
            <p:ph idx="1"/>
          </p:nvPr>
        </p:nvSpPr>
        <p:spPr>
          <a:xfrm>
            <a:off x="471488" y="581025"/>
            <a:ext cx="8229600" cy="5265738"/>
          </a:xfrm>
        </p:spPr>
        <p:txBody>
          <a:bodyPr/>
          <a:lstStyle/>
          <a:p>
            <a:r>
              <a:rPr lang="en-US" altLang="zh-CN" b="1">
                <a:ea typeface="宋体" panose="02010600030101010101" pitchFamily="2" charset="-122"/>
              </a:rPr>
              <a:t>What is the research object of this course?</a:t>
            </a:r>
          </a:p>
          <a:p>
            <a:pPr lvl="1"/>
            <a:r>
              <a:rPr lang="en-US" altLang="zh-CN">
                <a:ea typeface="宋体" panose="02010600030101010101" pitchFamily="2" charset="-122"/>
              </a:rPr>
              <a:t>Real electric circuits</a:t>
            </a:r>
            <a:endParaRPr lang="en-US" altLang="zh-CN" sz="4400">
              <a:solidFill>
                <a:srgbClr val="FF0000"/>
              </a:solidFill>
              <a:ea typeface="宋体" panose="02010600030101010101" pitchFamily="2" charset="-122"/>
            </a:endParaRPr>
          </a:p>
          <a:p>
            <a:pPr lvl="1"/>
            <a:r>
              <a:rPr lang="en-US" altLang="zh-CN">
                <a:ea typeface="宋体" panose="02010600030101010101" pitchFamily="2" charset="-122"/>
              </a:rPr>
              <a:t>Electric circuit models</a:t>
            </a:r>
            <a:endParaRPr lang="en-US" altLang="zh-CN" sz="4000" b="1">
              <a:solidFill>
                <a:srgbClr val="FF0000"/>
              </a:solidFill>
              <a:ea typeface="宋体" panose="02010600030101010101" pitchFamily="2" charset="-122"/>
            </a:endParaRPr>
          </a:p>
          <a:p>
            <a:pPr>
              <a:buFont typeface="Verdana" panose="020B0604030504040204" pitchFamily="34" charset="0"/>
              <a:buChar char="•"/>
            </a:pPr>
            <a:r>
              <a:rPr lang="en-US" altLang="zh-CN" b="1">
                <a:ea typeface="宋体" panose="02010600030101010101" pitchFamily="2" charset="-122"/>
              </a:rPr>
              <a:t>What is an electric circuit model about?</a:t>
            </a:r>
          </a:p>
          <a:p>
            <a:pPr marL="857250" lvl="2" indent="0">
              <a:buFontTx/>
              <a:buNone/>
            </a:pPr>
            <a:r>
              <a:rPr lang="en-US" altLang="zh-CN" sz="2800">
                <a:ea typeface="宋体" panose="02010600030101010101" pitchFamily="2" charset="-122"/>
              </a:rPr>
              <a:t>An interconnection of ideal electrical elements.</a:t>
            </a:r>
          </a:p>
        </p:txBody>
      </p:sp>
      <p:sp>
        <p:nvSpPr>
          <p:cNvPr id="9219" name="灯片编号占位符 3">
            <a:extLst>
              <a:ext uri="{FF2B5EF4-FFF2-40B4-BE49-F238E27FC236}">
                <a16:creationId xmlns:a16="http://schemas.microsoft.com/office/drawing/2014/main" id="{F2FA32A9-3CA0-4C70-ADBE-4E8AC7F05ADA}"/>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119A7F9A-B2FD-4648-A9DC-73B6D181A6A6}" type="slidenum">
              <a:rPr lang="en-US" altLang="zh-CN" sz="1400">
                <a:latin typeface="Times New Roman" panose="02020603050405020304" pitchFamily="18" charset="0"/>
              </a:rPr>
              <a:pPr eaLnBrk="1" hangingPunct="1">
                <a:spcBef>
                  <a:spcPct val="0"/>
                </a:spcBef>
                <a:buFontTx/>
                <a:buNone/>
              </a:pPr>
              <a:t>4</a:t>
            </a:fld>
            <a:endParaRPr lang="en-US" altLang="zh-CN" sz="1400">
              <a:latin typeface="Times New Roman" panose="02020603050405020304" pitchFamily="18" charset="0"/>
            </a:endParaRPr>
          </a:p>
        </p:txBody>
      </p:sp>
      <p:sp>
        <p:nvSpPr>
          <p:cNvPr id="5" name="TextBox 4">
            <a:extLst>
              <a:ext uri="{FF2B5EF4-FFF2-40B4-BE49-F238E27FC236}">
                <a16:creationId xmlns:a16="http://schemas.microsoft.com/office/drawing/2014/main" id="{A278BCB9-EEC4-4052-9F4F-16BA54234717}"/>
              </a:ext>
            </a:extLst>
          </p:cNvPr>
          <p:cNvSpPr txBox="1">
            <a:spLocks noChangeArrowheads="1"/>
          </p:cNvSpPr>
          <p:nvPr/>
        </p:nvSpPr>
        <p:spPr bwMode="auto">
          <a:xfrm>
            <a:off x="5786438" y="1498600"/>
            <a:ext cx="1677987"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4400" b="1">
                <a:solidFill>
                  <a:srgbClr val="FF0000"/>
                </a:solidFill>
                <a:latin typeface="Times New Roman" panose="02020603050405020304" pitchFamily="18" charset="0"/>
              </a:rPr>
              <a:t>×</a:t>
            </a:r>
            <a:endParaRPr lang="zh-CN" altLang="en-US" sz="4400" b="1">
              <a:latin typeface="Times New Roman" panose="02020603050405020304" pitchFamily="18" charset="0"/>
            </a:endParaRPr>
          </a:p>
        </p:txBody>
      </p:sp>
      <p:sp>
        <p:nvSpPr>
          <p:cNvPr id="7" name="TextBox 6">
            <a:extLst>
              <a:ext uri="{FF2B5EF4-FFF2-40B4-BE49-F238E27FC236}">
                <a16:creationId xmlns:a16="http://schemas.microsoft.com/office/drawing/2014/main" id="{1E37E70B-2085-4D06-AC38-10E3B4CC3FD6}"/>
              </a:ext>
            </a:extLst>
          </p:cNvPr>
          <p:cNvSpPr txBox="1">
            <a:spLocks noChangeArrowheads="1"/>
          </p:cNvSpPr>
          <p:nvPr/>
        </p:nvSpPr>
        <p:spPr bwMode="auto">
          <a:xfrm>
            <a:off x="5905500" y="2078038"/>
            <a:ext cx="12303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4400" b="1">
                <a:solidFill>
                  <a:srgbClr val="FF0000"/>
                </a:solidFill>
                <a:latin typeface="Times New Roman" panose="02020603050405020304" pitchFamily="18" charset="0"/>
                <a:sym typeface="Symbol" panose="05050102010706020507" pitchFamily="18" charset="2"/>
              </a:rPr>
              <a:t></a:t>
            </a:r>
            <a:endParaRPr lang="zh-CN" altLang="en-US" sz="4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1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0" dur="1000"/>
                                        <p:tgtEl>
                                          <p:spTgt spid="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randombar(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2"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fade">
                                      <p:cBhvr>
                                        <p:cTn id="37" dur="1000"/>
                                        <p:tgtEl>
                                          <p:spTgt spid="3">
                                            <p:txEl>
                                              <p:pRg st="3" end="3"/>
                                            </p:txEl>
                                          </p:spTgt>
                                        </p:tgtEl>
                                      </p:cBhvr>
                                    </p:animEffect>
                                    <p:anim calcmode="lin" valueType="num">
                                      <p:cBhvr>
                                        <p:cTn id="3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animEffect transition="in" filter="wipe(down)">
                                      <p:cBhvr>
                                        <p:cTn id="4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a:extLst>
              <a:ext uri="{FF2B5EF4-FFF2-40B4-BE49-F238E27FC236}">
                <a16:creationId xmlns:a16="http://schemas.microsoft.com/office/drawing/2014/main" id="{62970892-BBC9-4907-9D9D-FC34B2B2C337}"/>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7BD4076C-7F16-423C-AA8C-FF6C61924C33}" type="slidenum">
              <a:rPr lang="en-US" altLang="zh-CN" sz="1400">
                <a:latin typeface="Times New Roman" panose="02020603050405020304" pitchFamily="18" charset="0"/>
              </a:rPr>
              <a:pPr eaLnBrk="1" hangingPunct="1">
                <a:spcBef>
                  <a:spcPct val="0"/>
                </a:spcBef>
                <a:buFontTx/>
                <a:buNone/>
              </a:pPr>
              <a:t>5</a:t>
            </a:fld>
            <a:endParaRPr lang="en-US" altLang="zh-CN" sz="1400">
              <a:latin typeface="Times New Roman" panose="02020603050405020304" pitchFamily="18" charset="0"/>
            </a:endParaRPr>
          </a:p>
        </p:txBody>
      </p:sp>
      <p:sp>
        <p:nvSpPr>
          <p:cNvPr id="10243" name="矩形 5">
            <a:extLst>
              <a:ext uri="{FF2B5EF4-FFF2-40B4-BE49-F238E27FC236}">
                <a16:creationId xmlns:a16="http://schemas.microsoft.com/office/drawing/2014/main" id="{0AFE8C3E-1116-4BAF-828A-A974EAA525B6}"/>
              </a:ext>
            </a:extLst>
          </p:cNvPr>
          <p:cNvSpPr>
            <a:spLocks noChangeArrowheads="1"/>
          </p:cNvSpPr>
          <p:nvPr/>
        </p:nvSpPr>
        <p:spPr bwMode="auto">
          <a:xfrm>
            <a:off x="547688" y="512763"/>
            <a:ext cx="7772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What is the current through the bulb?</a:t>
            </a:r>
          </a:p>
        </p:txBody>
      </p:sp>
      <p:pic>
        <p:nvPicPr>
          <p:cNvPr id="10244" name="Picture 6" descr="C:\Users\xiongying\Desktop\图片2.png">
            <a:extLst>
              <a:ext uri="{FF2B5EF4-FFF2-40B4-BE49-F238E27FC236}">
                <a16:creationId xmlns:a16="http://schemas.microsoft.com/office/drawing/2014/main" id="{DF18E8D8-3EB2-4F92-8B69-AEF4159BF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2925" y="1438275"/>
            <a:ext cx="5249863"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a:extLst>
              <a:ext uri="{FF2B5EF4-FFF2-40B4-BE49-F238E27FC236}">
                <a16:creationId xmlns:a16="http://schemas.microsoft.com/office/drawing/2014/main" id="{A9D6A2E9-103E-4EF4-BCCE-745D1F869489}"/>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84279481-9086-4C02-975F-E90609F51E24}" type="slidenum">
              <a:rPr lang="en-US" altLang="zh-CN" sz="1400">
                <a:latin typeface="Times New Roman" panose="02020603050405020304" pitchFamily="18" charset="0"/>
              </a:rPr>
              <a:pPr eaLnBrk="1" hangingPunct="1">
                <a:spcBef>
                  <a:spcPct val="0"/>
                </a:spcBef>
                <a:buFontTx/>
                <a:buNone/>
              </a:pPr>
              <a:t>6</a:t>
            </a:fld>
            <a:endParaRPr lang="en-US" altLang="zh-CN" sz="1400">
              <a:latin typeface="Times New Roman" panose="02020603050405020304" pitchFamily="18" charset="0"/>
            </a:endParaRPr>
          </a:p>
        </p:txBody>
      </p:sp>
      <p:sp>
        <p:nvSpPr>
          <p:cNvPr id="5" name="矩形 4">
            <a:extLst>
              <a:ext uri="{FF2B5EF4-FFF2-40B4-BE49-F238E27FC236}">
                <a16:creationId xmlns:a16="http://schemas.microsoft.com/office/drawing/2014/main" id="{10C7CEDD-5309-4163-88B9-5DDBAF8C3764}"/>
              </a:ext>
            </a:extLst>
          </p:cNvPr>
          <p:cNvSpPr>
            <a:spLocks noChangeArrowheads="1"/>
          </p:cNvSpPr>
          <p:nvPr/>
        </p:nvSpPr>
        <p:spPr bwMode="auto">
          <a:xfrm>
            <a:off x="466725" y="336550"/>
            <a:ext cx="5722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First, let us build some insight:</a:t>
            </a:r>
          </a:p>
        </p:txBody>
      </p:sp>
      <p:sp>
        <p:nvSpPr>
          <p:cNvPr id="6" name="矩形 5">
            <a:extLst>
              <a:ext uri="{FF2B5EF4-FFF2-40B4-BE49-F238E27FC236}">
                <a16:creationId xmlns:a16="http://schemas.microsoft.com/office/drawing/2014/main" id="{DA12DE88-5E12-419B-B537-40230F106C0D}"/>
              </a:ext>
            </a:extLst>
          </p:cNvPr>
          <p:cNvSpPr>
            <a:spLocks noChangeArrowheads="1"/>
          </p:cNvSpPr>
          <p:nvPr/>
        </p:nvSpPr>
        <p:spPr bwMode="auto">
          <a:xfrm>
            <a:off x="668338" y="1385888"/>
            <a:ext cx="1665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Analogy </a:t>
            </a:r>
          </a:p>
        </p:txBody>
      </p:sp>
      <p:sp>
        <p:nvSpPr>
          <p:cNvPr id="8" name="矩形 7">
            <a:extLst>
              <a:ext uri="{FF2B5EF4-FFF2-40B4-BE49-F238E27FC236}">
                <a16:creationId xmlns:a16="http://schemas.microsoft.com/office/drawing/2014/main" id="{86C72D6A-FA7D-4A97-8E5F-F95C373521A1}"/>
              </a:ext>
            </a:extLst>
          </p:cNvPr>
          <p:cNvSpPr>
            <a:spLocks noChangeArrowheads="1"/>
          </p:cNvSpPr>
          <p:nvPr/>
        </p:nvSpPr>
        <p:spPr bwMode="auto">
          <a:xfrm>
            <a:off x="668338" y="3343275"/>
            <a:ext cx="8191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en-US" altLang="zh-CN" sz="1600">
              <a:latin typeface="Times New Roman" panose="02020603050405020304" pitchFamily="18" charset="0"/>
            </a:endParaRPr>
          </a:p>
          <a:p>
            <a:pPr eaLnBrk="1" hangingPunct="1">
              <a:spcBef>
                <a:spcPct val="0"/>
              </a:spcBef>
              <a:buFontTx/>
              <a:buNone/>
            </a:pPr>
            <a:r>
              <a:rPr lang="en-US" altLang="zh-CN" sz="2800" b="1"/>
              <a:t>I ask you: What is the acceleration?</a:t>
            </a:r>
          </a:p>
          <a:p>
            <a:pPr eaLnBrk="1" hangingPunct="1">
              <a:spcBef>
                <a:spcPct val="0"/>
              </a:spcBef>
              <a:buFontTx/>
              <a:buNone/>
            </a:pPr>
            <a:r>
              <a:rPr lang="en-US" altLang="zh-CN" sz="2800" b="1"/>
              <a:t>You quickly ask me: What is the mass?</a:t>
            </a:r>
          </a:p>
        </p:txBody>
      </p:sp>
      <p:sp>
        <p:nvSpPr>
          <p:cNvPr id="9" name="矩形 8">
            <a:extLst>
              <a:ext uri="{FF2B5EF4-FFF2-40B4-BE49-F238E27FC236}">
                <a16:creationId xmlns:a16="http://schemas.microsoft.com/office/drawing/2014/main" id="{45B6CC98-31AF-478D-B0CA-E49759ABB7F4}"/>
              </a:ext>
            </a:extLst>
          </p:cNvPr>
          <p:cNvSpPr>
            <a:spLocks noChangeArrowheads="1"/>
          </p:cNvSpPr>
          <p:nvPr/>
        </p:nvSpPr>
        <p:spPr bwMode="auto">
          <a:xfrm>
            <a:off x="668338" y="4713288"/>
            <a:ext cx="1985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I tell you:</a:t>
            </a:r>
          </a:p>
        </p:txBody>
      </p:sp>
      <p:sp>
        <p:nvSpPr>
          <p:cNvPr id="10" name="矩形 9">
            <a:extLst>
              <a:ext uri="{FF2B5EF4-FFF2-40B4-BE49-F238E27FC236}">
                <a16:creationId xmlns:a16="http://schemas.microsoft.com/office/drawing/2014/main" id="{DDAC2FEE-FDF3-45E9-AF2B-BECAACC0E337}"/>
              </a:ext>
            </a:extLst>
          </p:cNvPr>
          <p:cNvSpPr>
            <a:spLocks noChangeArrowheads="1"/>
          </p:cNvSpPr>
          <p:nvPr/>
        </p:nvSpPr>
        <p:spPr bwMode="auto">
          <a:xfrm>
            <a:off x="2944813" y="4713288"/>
            <a:ext cx="495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i="1">
                <a:latin typeface="Times New Roman" panose="02020603050405020304" pitchFamily="18" charset="0"/>
              </a:rPr>
              <a:t>m</a:t>
            </a:r>
            <a:r>
              <a:rPr lang="en-US" altLang="zh-CN" sz="1600" i="1">
                <a:latin typeface="Times New Roman" panose="02020603050405020304" pitchFamily="18" charset="0"/>
              </a:rPr>
              <a:t> </a:t>
            </a:r>
            <a:endParaRPr lang="en-US" altLang="zh-CN" sz="1600">
              <a:latin typeface="Times New Roman" panose="02020603050405020304" pitchFamily="18" charset="0"/>
            </a:endParaRPr>
          </a:p>
        </p:txBody>
      </p:sp>
      <p:sp>
        <p:nvSpPr>
          <p:cNvPr id="11" name="矩形 10">
            <a:extLst>
              <a:ext uri="{FF2B5EF4-FFF2-40B4-BE49-F238E27FC236}">
                <a16:creationId xmlns:a16="http://schemas.microsoft.com/office/drawing/2014/main" id="{3FECFF42-ABB8-4D00-A9AB-DD25224E0604}"/>
              </a:ext>
            </a:extLst>
          </p:cNvPr>
          <p:cNvSpPr>
            <a:spLocks noChangeArrowheads="1"/>
          </p:cNvSpPr>
          <p:nvPr/>
        </p:nvSpPr>
        <p:spPr bwMode="auto">
          <a:xfrm>
            <a:off x="668338" y="5373688"/>
            <a:ext cx="24272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You respond:</a:t>
            </a:r>
          </a:p>
        </p:txBody>
      </p:sp>
      <p:sp>
        <p:nvSpPr>
          <p:cNvPr id="12" name="TextBox 11">
            <a:extLst>
              <a:ext uri="{FF2B5EF4-FFF2-40B4-BE49-F238E27FC236}">
                <a16:creationId xmlns:a16="http://schemas.microsoft.com/office/drawing/2014/main" id="{E1680762-6B92-438F-AF99-DA08EF3CE738}"/>
              </a:ext>
            </a:extLst>
          </p:cNvPr>
          <p:cNvSpPr txBox="1">
            <a:spLocks noRot="1" noChangeAspect="1" noMove="1" noResize="1" noEditPoints="1" noAdjustHandles="1" noChangeArrowheads="1" noChangeShapeType="1" noTextEdit="1"/>
          </p:cNvSpPr>
          <p:nvPr/>
        </p:nvSpPr>
        <p:spPr>
          <a:xfrm>
            <a:off x="2654249" y="5185497"/>
            <a:ext cx="2203523" cy="898900"/>
          </a:xfrm>
          <a:prstGeom prst="rect">
            <a:avLst/>
          </a:prstGeom>
          <a:blipFill rotWithShape="1">
            <a:blip r:embed="rId2"/>
            <a:stretch>
              <a:fillRect/>
            </a:stretch>
          </a:blipFill>
        </p:spPr>
        <p:txBody>
          <a:bodyPr/>
          <a:lstStyle/>
          <a:p>
            <a:pPr>
              <a:defRPr/>
            </a:pPr>
            <a:r>
              <a:rPr lang="zh-CN" altLang="en-US">
                <a:noFill/>
              </a:rPr>
              <a:t> </a:t>
            </a:r>
          </a:p>
        </p:txBody>
      </p:sp>
      <p:sp>
        <p:nvSpPr>
          <p:cNvPr id="13" name="矩形 12">
            <a:extLst>
              <a:ext uri="{FF2B5EF4-FFF2-40B4-BE49-F238E27FC236}">
                <a16:creationId xmlns:a16="http://schemas.microsoft.com/office/drawing/2014/main" id="{53C92C66-5983-44D8-98DC-E01CB3CE728C}"/>
              </a:ext>
            </a:extLst>
          </p:cNvPr>
          <p:cNvSpPr>
            <a:spLocks noChangeArrowheads="1"/>
          </p:cNvSpPr>
          <p:nvPr/>
        </p:nvSpPr>
        <p:spPr bwMode="auto">
          <a:xfrm>
            <a:off x="3440113" y="6272213"/>
            <a:ext cx="1276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Done!!!</a:t>
            </a:r>
          </a:p>
        </p:txBody>
      </p:sp>
      <p:sp>
        <p:nvSpPr>
          <p:cNvPr id="11278" name="任意多边形 14">
            <a:extLst>
              <a:ext uri="{FF2B5EF4-FFF2-40B4-BE49-F238E27FC236}">
                <a16:creationId xmlns:a16="http://schemas.microsoft.com/office/drawing/2014/main" id="{7B5AA6D7-E5CD-4811-B43A-AC0EF58E5487}"/>
              </a:ext>
            </a:extLst>
          </p:cNvPr>
          <p:cNvSpPr>
            <a:spLocks/>
          </p:cNvSpPr>
          <p:nvPr/>
        </p:nvSpPr>
        <p:spPr bwMode="auto">
          <a:xfrm>
            <a:off x="3440113" y="1949450"/>
            <a:ext cx="1800225" cy="1289050"/>
          </a:xfrm>
          <a:custGeom>
            <a:avLst/>
            <a:gdLst>
              <a:gd name="T0" fmla="*/ 31789 w 1800643"/>
              <a:gd name="T1" fmla="*/ 464584 h 1289154"/>
              <a:gd name="T2" fmla="*/ 46771 w 1800643"/>
              <a:gd name="T3" fmla="*/ 329703 h 1289154"/>
              <a:gd name="T4" fmla="*/ 196598 w 1800643"/>
              <a:gd name="T5" fmla="*/ 194824 h 1289154"/>
              <a:gd name="T6" fmla="*/ 241547 w 1800643"/>
              <a:gd name="T7" fmla="*/ 179837 h 1289154"/>
              <a:gd name="T8" fmla="*/ 301478 w 1800643"/>
              <a:gd name="T9" fmla="*/ 134879 h 1289154"/>
              <a:gd name="T10" fmla="*/ 346426 w 1800643"/>
              <a:gd name="T11" fmla="*/ 104907 h 1289154"/>
              <a:gd name="T12" fmla="*/ 421339 w 1800643"/>
              <a:gd name="T13" fmla="*/ 29975 h 1289154"/>
              <a:gd name="T14" fmla="*/ 451305 w 1800643"/>
              <a:gd name="T15" fmla="*/ 0 h 1289154"/>
              <a:gd name="T16" fmla="*/ 960719 w 1800643"/>
              <a:gd name="T17" fmla="*/ 29975 h 1289154"/>
              <a:gd name="T18" fmla="*/ 1065598 w 1800643"/>
              <a:gd name="T19" fmla="*/ 44959 h 1289154"/>
              <a:gd name="T20" fmla="*/ 1230407 w 1800643"/>
              <a:gd name="T21" fmla="*/ 89920 h 1289154"/>
              <a:gd name="T22" fmla="*/ 1395218 w 1800643"/>
              <a:gd name="T23" fmla="*/ 149866 h 1289154"/>
              <a:gd name="T24" fmla="*/ 1515080 w 1800643"/>
              <a:gd name="T25" fmla="*/ 194824 h 1289154"/>
              <a:gd name="T26" fmla="*/ 1589994 w 1800643"/>
              <a:gd name="T27" fmla="*/ 209812 h 1289154"/>
              <a:gd name="T28" fmla="*/ 1634942 w 1800643"/>
              <a:gd name="T29" fmla="*/ 254770 h 1289154"/>
              <a:gd name="T30" fmla="*/ 1664907 w 1800643"/>
              <a:gd name="T31" fmla="*/ 299732 h 1289154"/>
              <a:gd name="T32" fmla="*/ 1709856 w 1800643"/>
              <a:gd name="T33" fmla="*/ 314719 h 1289154"/>
              <a:gd name="T34" fmla="*/ 1739822 w 1800643"/>
              <a:gd name="T35" fmla="*/ 359677 h 1289154"/>
              <a:gd name="T36" fmla="*/ 1769787 w 1800643"/>
              <a:gd name="T37" fmla="*/ 449597 h 1289154"/>
              <a:gd name="T38" fmla="*/ 1799752 w 1800643"/>
              <a:gd name="T39" fmla="*/ 554501 h 1289154"/>
              <a:gd name="T40" fmla="*/ 1769787 w 1800643"/>
              <a:gd name="T41" fmla="*/ 719354 h 1289154"/>
              <a:gd name="T42" fmla="*/ 1679891 w 1800643"/>
              <a:gd name="T43" fmla="*/ 839245 h 1289154"/>
              <a:gd name="T44" fmla="*/ 1634942 w 1800643"/>
              <a:gd name="T45" fmla="*/ 869220 h 1289154"/>
              <a:gd name="T46" fmla="*/ 1530063 w 1800643"/>
              <a:gd name="T47" fmla="*/ 989111 h 1289154"/>
              <a:gd name="T48" fmla="*/ 1470133 w 1800643"/>
              <a:gd name="T49" fmla="*/ 1049057 h 1289154"/>
              <a:gd name="T50" fmla="*/ 1350269 w 1800643"/>
              <a:gd name="T51" fmla="*/ 1123990 h 1289154"/>
              <a:gd name="T52" fmla="*/ 1245391 w 1800643"/>
              <a:gd name="T53" fmla="*/ 1153964 h 1289154"/>
              <a:gd name="T54" fmla="*/ 1200442 w 1800643"/>
              <a:gd name="T55" fmla="*/ 1198922 h 1289154"/>
              <a:gd name="T56" fmla="*/ 1110546 w 1800643"/>
              <a:gd name="T57" fmla="*/ 1228897 h 1289154"/>
              <a:gd name="T58" fmla="*/ 840857 w 1800643"/>
              <a:gd name="T59" fmla="*/ 1288842 h 1289154"/>
              <a:gd name="T60" fmla="*/ 361409 w 1800643"/>
              <a:gd name="T61" fmla="*/ 1273855 h 1289154"/>
              <a:gd name="T62" fmla="*/ 301478 w 1800643"/>
              <a:gd name="T63" fmla="*/ 1258868 h 1289154"/>
              <a:gd name="T64" fmla="*/ 91720 w 1800643"/>
              <a:gd name="T65" fmla="*/ 1138977 h 1289154"/>
              <a:gd name="T66" fmla="*/ 61754 w 1800643"/>
              <a:gd name="T67" fmla="*/ 1109005 h 1289154"/>
              <a:gd name="T68" fmla="*/ 31789 w 1800643"/>
              <a:gd name="T69" fmla="*/ 1019085 h 1289154"/>
              <a:gd name="T70" fmla="*/ 31789 w 1800643"/>
              <a:gd name="T71" fmla="*/ 464584 h 12891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800643" h="1289154">
                <a:moveTo>
                  <a:pt x="31804" y="464695"/>
                </a:moveTo>
                <a:cubicBezTo>
                  <a:pt x="34302" y="349771"/>
                  <a:pt x="27660" y="370786"/>
                  <a:pt x="46794" y="329784"/>
                </a:cubicBezTo>
                <a:cubicBezTo>
                  <a:pt x="58037" y="305692"/>
                  <a:pt x="159600" y="216070"/>
                  <a:pt x="196696" y="194872"/>
                </a:cubicBezTo>
                <a:cubicBezTo>
                  <a:pt x="210415" y="187033"/>
                  <a:pt x="226676" y="184879"/>
                  <a:pt x="241666" y="179882"/>
                </a:cubicBezTo>
                <a:cubicBezTo>
                  <a:pt x="261653" y="164892"/>
                  <a:pt x="281297" y="149433"/>
                  <a:pt x="301627" y="134912"/>
                </a:cubicBezTo>
                <a:cubicBezTo>
                  <a:pt x="316287" y="124440"/>
                  <a:pt x="333039" y="116795"/>
                  <a:pt x="346597" y="104931"/>
                </a:cubicBezTo>
                <a:cubicBezTo>
                  <a:pt x="373187" y="81665"/>
                  <a:pt x="396564" y="54964"/>
                  <a:pt x="421548" y="29981"/>
                </a:cubicBezTo>
                <a:lnTo>
                  <a:pt x="451529" y="0"/>
                </a:lnTo>
                <a:lnTo>
                  <a:pt x="961194" y="29981"/>
                </a:lnTo>
                <a:cubicBezTo>
                  <a:pt x="996432" y="32559"/>
                  <a:pt x="1031848" y="36402"/>
                  <a:pt x="1066125" y="44971"/>
                </a:cubicBezTo>
                <a:cubicBezTo>
                  <a:pt x="1355003" y="117190"/>
                  <a:pt x="904771" y="35567"/>
                  <a:pt x="1231017" y="89941"/>
                </a:cubicBezTo>
                <a:cubicBezTo>
                  <a:pt x="1417212" y="164420"/>
                  <a:pt x="1184252" y="72937"/>
                  <a:pt x="1395909" y="149902"/>
                </a:cubicBezTo>
                <a:cubicBezTo>
                  <a:pt x="1426170" y="160906"/>
                  <a:pt x="1480190" y="185962"/>
                  <a:pt x="1515830" y="194872"/>
                </a:cubicBezTo>
                <a:cubicBezTo>
                  <a:pt x="1540548" y="201052"/>
                  <a:pt x="1565797" y="204866"/>
                  <a:pt x="1590781" y="209863"/>
                </a:cubicBezTo>
                <a:cubicBezTo>
                  <a:pt x="1605771" y="224853"/>
                  <a:pt x="1622181" y="238547"/>
                  <a:pt x="1635752" y="254833"/>
                </a:cubicBezTo>
                <a:cubicBezTo>
                  <a:pt x="1647286" y="268673"/>
                  <a:pt x="1651664" y="288549"/>
                  <a:pt x="1665732" y="299804"/>
                </a:cubicBezTo>
                <a:cubicBezTo>
                  <a:pt x="1678070" y="309675"/>
                  <a:pt x="1695712" y="309797"/>
                  <a:pt x="1710702" y="314794"/>
                </a:cubicBezTo>
                <a:cubicBezTo>
                  <a:pt x="1720696" y="329784"/>
                  <a:pt x="1733366" y="343301"/>
                  <a:pt x="1740683" y="359764"/>
                </a:cubicBezTo>
                <a:cubicBezTo>
                  <a:pt x="1753518" y="388642"/>
                  <a:pt x="1760670" y="419725"/>
                  <a:pt x="1770663" y="449705"/>
                </a:cubicBezTo>
                <a:cubicBezTo>
                  <a:pt x="1792167" y="514219"/>
                  <a:pt x="1781821" y="479349"/>
                  <a:pt x="1800643" y="554636"/>
                </a:cubicBezTo>
                <a:cubicBezTo>
                  <a:pt x="1798959" y="564739"/>
                  <a:pt x="1776948" y="702767"/>
                  <a:pt x="1770663" y="719528"/>
                </a:cubicBezTo>
                <a:cubicBezTo>
                  <a:pt x="1762359" y="741673"/>
                  <a:pt x="1681927" y="838244"/>
                  <a:pt x="1680722" y="839449"/>
                </a:cubicBezTo>
                <a:cubicBezTo>
                  <a:pt x="1667983" y="852188"/>
                  <a:pt x="1649592" y="857896"/>
                  <a:pt x="1635752" y="869430"/>
                </a:cubicBezTo>
                <a:cubicBezTo>
                  <a:pt x="1585991" y="910897"/>
                  <a:pt x="1577108" y="937277"/>
                  <a:pt x="1530820" y="989351"/>
                </a:cubicBezTo>
                <a:cubicBezTo>
                  <a:pt x="1512041" y="1010477"/>
                  <a:pt x="1493472" y="1032353"/>
                  <a:pt x="1470860" y="1049312"/>
                </a:cubicBezTo>
                <a:cubicBezTo>
                  <a:pt x="1433149" y="1077596"/>
                  <a:pt x="1396670" y="1112830"/>
                  <a:pt x="1350938" y="1124263"/>
                </a:cubicBezTo>
                <a:cubicBezTo>
                  <a:pt x="1275649" y="1143085"/>
                  <a:pt x="1310523" y="1132738"/>
                  <a:pt x="1246007" y="1154243"/>
                </a:cubicBezTo>
                <a:cubicBezTo>
                  <a:pt x="1231017" y="1169233"/>
                  <a:pt x="1219568" y="1188918"/>
                  <a:pt x="1201037" y="1199213"/>
                </a:cubicBezTo>
                <a:cubicBezTo>
                  <a:pt x="1173412" y="1214560"/>
                  <a:pt x="1139362" y="1215061"/>
                  <a:pt x="1111096" y="1229194"/>
                </a:cubicBezTo>
                <a:cubicBezTo>
                  <a:pt x="987931" y="1290776"/>
                  <a:pt x="1073256" y="1256014"/>
                  <a:pt x="841273" y="1289154"/>
                </a:cubicBezTo>
                <a:cubicBezTo>
                  <a:pt x="681378" y="1284157"/>
                  <a:pt x="521315" y="1283038"/>
                  <a:pt x="361588" y="1274164"/>
                </a:cubicBezTo>
                <a:cubicBezTo>
                  <a:pt x="341018" y="1273021"/>
                  <a:pt x="320644" y="1267098"/>
                  <a:pt x="301627" y="1259174"/>
                </a:cubicBezTo>
                <a:cubicBezTo>
                  <a:pt x="261321" y="1242380"/>
                  <a:pt x="128722" y="1176210"/>
                  <a:pt x="91765" y="1139253"/>
                </a:cubicBezTo>
                <a:lnTo>
                  <a:pt x="61784" y="1109272"/>
                </a:lnTo>
                <a:lnTo>
                  <a:pt x="31804" y="1019331"/>
                </a:lnTo>
                <a:cubicBezTo>
                  <a:pt x="-38490" y="808449"/>
                  <a:pt x="29306" y="579619"/>
                  <a:pt x="31804" y="464695"/>
                </a:cubicBezTo>
                <a:close/>
              </a:path>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1279" name="直接箭头连接符 16">
            <a:extLst>
              <a:ext uri="{FF2B5EF4-FFF2-40B4-BE49-F238E27FC236}">
                <a16:creationId xmlns:a16="http://schemas.microsoft.com/office/drawing/2014/main" id="{09BCB937-2ABA-47D7-BB88-51F776E8E341}"/>
              </a:ext>
            </a:extLst>
          </p:cNvPr>
          <p:cNvCxnSpPr>
            <a:cxnSpLocks noChangeShapeType="1"/>
          </p:cNvCxnSpPr>
          <p:nvPr/>
        </p:nvCxnSpPr>
        <p:spPr bwMode="auto">
          <a:xfrm>
            <a:off x="2173288" y="2593975"/>
            <a:ext cx="1266825" cy="0"/>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80" name="直接箭头连接符 18">
            <a:extLst>
              <a:ext uri="{FF2B5EF4-FFF2-40B4-BE49-F238E27FC236}">
                <a16:creationId xmlns:a16="http://schemas.microsoft.com/office/drawing/2014/main" id="{FD178140-6BA7-4324-A121-DA7CE0528B2E}"/>
              </a:ext>
            </a:extLst>
          </p:cNvPr>
          <p:cNvCxnSpPr>
            <a:cxnSpLocks noChangeShapeType="1"/>
          </p:cNvCxnSpPr>
          <p:nvPr/>
        </p:nvCxnSpPr>
        <p:spPr bwMode="auto">
          <a:xfrm>
            <a:off x="5351463" y="2593975"/>
            <a:ext cx="838200" cy="0"/>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19">
            <a:extLst>
              <a:ext uri="{FF2B5EF4-FFF2-40B4-BE49-F238E27FC236}">
                <a16:creationId xmlns:a16="http://schemas.microsoft.com/office/drawing/2014/main" id="{EA1E91E0-DA74-4EE1-BF9E-C6D8B112C353}"/>
              </a:ext>
            </a:extLst>
          </p:cNvPr>
          <p:cNvSpPr txBox="1">
            <a:spLocks noChangeArrowheads="1"/>
          </p:cNvSpPr>
          <p:nvPr/>
        </p:nvSpPr>
        <p:spPr bwMode="auto">
          <a:xfrm>
            <a:off x="1660525" y="2332038"/>
            <a:ext cx="8699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i="1">
                <a:latin typeface="Times New Roman" panose="02020603050405020304" pitchFamily="18" charset="0"/>
              </a:rPr>
              <a:t>F</a:t>
            </a:r>
            <a:endParaRPr lang="zh-CN" altLang="en-US" sz="2800" b="1" i="1">
              <a:latin typeface="Times New Roman" panose="02020603050405020304" pitchFamily="18" charset="0"/>
            </a:endParaRPr>
          </a:p>
        </p:txBody>
      </p:sp>
      <p:sp>
        <p:nvSpPr>
          <p:cNvPr id="21" name="TextBox 20">
            <a:extLst>
              <a:ext uri="{FF2B5EF4-FFF2-40B4-BE49-F238E27FC236}">
                <a16:creationId xmlns:a16="http://schemas.microsoft.com/office/drawing/2014/main" id="{199E3C45-BEA0-4642-817E-63F397A30ACE}"/>
              </a:ext>
            </a:extLst>
          </p:cNvPr>
          <p:cNvSpPr txBox="1">
            <a:spLocks noChangeArrowheads="1"/>
          </p:cNvSpPr>
          <p:nvPr/>
        </p:nvSpPr>
        <p:spPr bwMode="auto">
          <a:xfrm>
            <a:off x="5891213" y="2714625"/>
            <a:ext cx="974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latin typeface="Times New Roman" panose="02020603050405020304" pitchFamily="18" charset="0"/>
              </a:rPr>
              <a:t>a ?</a:t>
            </a:r>
            <a:endParaRPr lang="zh-CN" altLang="en-US" sz="28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4" presetClass="entr" presetSubtype="10" fill="hold" nodeType="clickEffect">
                                  <p:stCondLst>
                                    <p:cond delay="0"/>
                                  </p:stCondLst>
                                  <p:childTnLst>
                                    <p:set>
                                      <p:cBhvr>
                                        <p:cTn id="19" dur="1" fill="hold">
                                          <p:stCondLst>
                                            <p:cond delay="0"/>
                                          </p:stCondLst>
                                        </p:cTn>
                                        <p:tgtEl>
                                          <p:spTgt spid="11278"/>
                                        </p:tgtEl>
                                        <p:attrNameLst>
                                          <p:attrName>style.visibility</p:attrName>
                                        </p:attrNameLst>
                                      </p:cBhvr>
                                      <p:to>
                                        <p:strVal val="visible"/>
                                      </p:to>
                                    </p:set>
                                    <p:animEffect transition="in" filter="randombar(horizontal)">
                                      <p:cBhvr>
                                        <p:cTn id="20" dur="500"/>
                                        <p:tgtEl>
                                          <p:spTgt spid="1127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randombar(horizontal)">
                                      <p:cBhvr>
                                        <p:cTn id="25" dur="500"/>
                                        <p:tgtEl>
                                          <p:spTgt spid="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4" presetClass="entr" presetSubtype="10" fill="hold" nodeType="clickEffect">
                                  <p:stCondLst>
                                    <p:cond delay="0"/>
                                  </p:stCondLst>
                                  <p:childTnLst>
                                    <p:set>
                                      <p:cBhvr>
                                        <p:cTn id="29" dur="1" fill="hold">
                                          <p:stCondLst>
                                            <p:cond delay="0"/>
                                          </p:stCondLst>
                                        </p:cTn>
                                        <p:tgtEl>
                                          <p:spTgt spid="11279"/>
                                        </p:tgtEl>
                                        <p:attrNameLst>
                                          <p:attrName>style.visibility</p:attrName>
                                        </p:attrNameLst>
                                      </p:cBhvr>
                                      <p:to>
                                        <p:strVal val="visible"/>
                                      </p:to>
                                    </p:set>
                                    <p:animEffect transition="in" filter="randombar(horizontal)">
                                      <p:cBhvr>
                                        <p:cTn id="30" dur="500"/>
                                        <p:tgtEl>
                                          <p:spTgt spid="1127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4" presetClass="entr" presetSubtype="10" fill="hold" nodeType="clickEffect">
                                  <p:stCondLst>
                                    <p:cond delay="0"/>
                                  </p:stCondLst>
                                  <p:childTnLst>
                                    <p:set>
                                      <p:cBhvr>
                                        <p:cTn id="34" dur="1" fill="hold">
                                          <p:stCondLst>
                                            <p:cond delay="0"/>
                                          </p:stCondLst>
                                        </p:cTn>
                                        <p:tgtEl>
                                          <p:spTgt spid="11280"/>
                                        </p:tgtEl>
                                        <p:attrNameLst>
                                          <p:attrName>style.visibility</p:attrName>
                                        </p:attrNameLst>
                                      </p:cBhvr>
                                      <p:to>
                                        <p:strVal val="visible"/>
                                      </p:to>
                                    </p:set>
                                    <p:animEffect transition="in" filter="randombar(horizontal)">
                                      <p:cBhvr>
                                        <p:cTn id="35" dur="500"/>
                                        <p:tgtEl>
                                          <p:spTgt spid="1128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randombar(horizontal)">
                                      <p:cBhvr>
                                        <p:cTn id="40" dur="500"/>
                                        <p:tgtEl>
                                          <p:spTgt spid="2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arn(inVertical)">
                                      <p:cBhvr>
                                        <p:cTn id="45" dur="500"/>
                                        <p:tgtEl>
                                          <p:spTgt spid="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500"/>
                                        <p:tgtEl>
                                          <p:spTgt spid="9"/>
                                        </p:tgtEl>
                                      </p:cBhvr>
                                    </p:animEffect>
                                  </p:childTnLst>
                                </p:cTn>
                              </p:par>
                            </p:childTnLst>
                          </p:cTn>
                        </p:par>
                        <p:par>
                          <p:cTn id="51" fill="hold" nodeType="afterGroup">
                            <p:stCondLst>
                              <p:cond delay="500"/>
                            </p:stCondLst>
                            <p:childTnLst>
                              <p:par>
                                <p:cTn id="52" presetID="14" presetClass="entr" presetSubtype="10"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randombar(horizontal)">
                                      <p:cBhvr>
                                        <p:cTn id="54" dur="500"/>
                                        <p:tgtEl>
                                          <p:spTgt spid="1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randombar(horizontal)">
                                      <p:cBhvr>
                                        <p:cTn id="59" dur="500"/>
                                        <p:tgtEl>
                                          <p:spTgt spid="11"/>
                                        </p:tgtEl>
                                      </p:cBhvr>
                                    </p:animEffect>
                                  </p:childTnLst>
                                </p:cTn>
                              </p:par>
                            </p:childTnLst>
                          </p:cTn>
                        </p:par>
                        <p:par>
                          <p:cTn id="60" fill="hold" nodeType="afterGroup">
                            <p:stCondLst>
                              <p:cond delay="500"/>
                            </p:stCondLst>
                            <p:childTnLst>
                              <p:par>
                                <p:cTn id="61" presetID="14" presetClass="entr" presetSubtype="10" fill="hold" nodeType="after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randombar(horizontal)">
                                      <p:cBhvr>
                                        <p:cTn id="63" dur="500"/>
                                        <p:tgtEl>
                                          <p:spTgt spid="1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4" presetClass="entr" presetSubtype="10" fill="hold" grpId="0" nodeType="click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randombar(horizontal)">
                                      <p:cBhvr>
                                        <p:cTn id="6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P spid="13" grpId="0"/>
      <p:bldP spid="20"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a:extLst>
              <a:ext uri="{FF2B5EF4-FFF2-40B4-BE49-F238E27FC236}">
                <a16:creationId xmlns:a16="http://schemas.microsoft.com/office/drawing/2014/main" id="{93C29B27-001B-4F2E-AD63-900FBFCB987A}"/>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46D7CF23-B73D-4756-A167-431FCC9E72A8}" type="slidenum">
              <a:rPr lang="en-US" altLang="zh-CN" sz="1400">
                <a:latin typeface="Times New Roman" panose="02020603050405020304" pitchFamily="18" charset="0"/>
              </a:rPr>
              <a:pPr eaLnBrk="1" hangingPunct="1">
                <a:spcBef>
                  <a:spcPct val="0"/>
                </a:spcBef>
                <a:buFontTx/>
                <a:buNone/>
              </a:pPr>
              <a:t>7</a:t>
            </a:fld>
            <a:endParaRPr lang="en-US" altLang="zh-CN" sz="1400">
              <a:latin typeface="Times New Roman" panose="02020603050405020304" pitchFamily="18" charset="0"/>
            </a:endParaRPr>
          </a:p>
        </p:txBody>
      </p:sp>
      <p:sp>
        <p:nvSpPr>
          <p:cNvPr id="12291" name="矩形 4">
            <a:extLst>
              <a:ext uri="{FF2B5EF4-FFF2-40B4-BE49-F238E27FC236}">
                <a16:creationId xmlns:a16="http://schemas.microsoft.com/office/drawing/2014/main" id="{22C8688B-BB31-4F65-9718-CB4708396868}"/>
              </a:ext>
            </a:extLst>
          </p:cNvPr>
          <p:cNvSpPr>
            <a:spLocks noChangeArrowheads="1"/>
          </p:cNvSpPr>
          <p:nvPr/>
        </p:nvSpPr>
        <p:spPr bwMode="auto">
          <a:xfrm>
            <a:off x="466725" y="336550"/>
            <a:ext cx="5722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First, let us build some insight:</a:t>
            </a:r>
          </a:p>
        </p:txBody>
      </p:sp>
      <p:sp>
        <p:nvSpPr>
          <p:cNvPr id="12292" name="矩形 5">
            <a:extLst>
              <a:ext uri="{FF2B5EF4-FFF2-40B4-BE49-F238E27FC236}">
                <a16:creationId xmlns:a16="http://schemas.microsoft.com/office/drawing/2014/main" id="{2CD8EB67-2CE5-4B5E-BBBA-8DB20A212FFD}"/>
              </a:ext>
            </a:extLst>
          </p:cNvPr>
          <p:cNvSpPr>
            <a:spLocks noChangeArrowheads="1"/>
          </p:cNvSpPr>
          <p:nvPr/>
        </p:nvSpPr>
        <p:spPr bwMode="auto">
          <a:xfrm>
            <a:off x="668338" y="1011238"/>
            <a:ext cx="1665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Analogy </a:t>
            </a:r>
          </a:p>
        </p:txBody>
      </p:sp>
      <p:grpSp>
        <p:nvGrpSpPr>
          <p:cNvPr id="12293" name="组合 6">
            <a:extLst>
              <a:ext uri="{FF2B5EF4-FFF2-40B4-BE49-F238E27FC236}">
                <a16:creationId xmlns:a16="http://schemas.microsoft.com/office/drawing/2014/main" id="{E1B0C6A3-B896-4BB6-8583-F762C7892B85}"/>
              </a:ext>
            </a:extLst>
          </p:cNvPr>
          <p:cNvGrpSpPr>
            <a:grpSpLocks/>
          </p:cNvGrpSpPr>
          <p:nvPr/>
        </p:nvGrpSpPr>
        <p:grpSpPr bwMode="auto">
          <a:xfrm>
            <a:off x="2095500" y="1535113"/>
            <a:ext cx="4016375" cy="1289050"/>
            <a:chOff x="2173574" y="1948721"/>
            <a:chExt cx="4016497" cy="1289154"/>
          </a:xfrm>
        </p:grpSpPr>
        <p:sp>
          <p:nvSpPr>
            <p:cNvPr id="12300" name="任意多边形 7">
              <a:extLst>
                <a:ext uri="{FF2B5EF4-FFF2-40B4-BE49-F238E27FC236}">
                  <a16:creationId xmlns:a16="http://schemas.microsoft.com/office/drawing/2014/main" id="{EE14F5DE-BC61-45D5-B53D-B496908DFFAD}"/>
                </a:ext>
              </a:extLst>
            </p:cNvPr>
            <p:cNvSpPr>
              <a:spLocks/>
            </p:cNvSpPr>
            <p:nvPr/>
          </p:nvSpPr>
          <p:spPr bwMode="auto">
            <a:xfrm>
              <a:off x="3440761" y="1948721"/>
              <a:ext cx="1800643" cy="1289154"/>
            </a:xfrm>
            <a:custGeom>
              <a:avLst/>
              <a:gdLst>
                <a:gd name="T0" fmla="*/ 31804 w 1800643"/>
                <a:gd name="T1" fmla="*/ 464695 h 1289154"/>
                <a:gd name="T2" fmla="*/ 46794 w 1800643"/>
                <a:gd name="T3" fmla="*/ 329784 h 1289154"/>
                <a:gd name="T4" fmla="*/ 196696 w 1800643"/>
                <a:gd name="T5" fmla="*/ 194872 h 1289154"/>
                <a:gd name="T6" fmla="*/ 241666 w 1800643"/>
                <a:gd name="T7" fmla="*/ 179882 h 1289154"/>
                <a:gd name="T8" fmla="*/ 301627 w 1800643"/>
                <a:gd name="T9" fmla="*/ 134912 h 1289154"/>
                <a:gd name="T10" fmla="*/ 346597 w 1800643"/>
                <a:gd name="T11" fmla="*/ 104931 h 1289154"/>
                <a:gd name="T12" fmla="*/ 421548 w 1800643"/>
                <a:gd name="T13" fmla="*/ 29981 h 1289154"/>
                <a:gd name="T14" fmla="*/ 451529 w 1800643"/>
                <a:gd name="T15" fmla="*/ 0 h 1289154"/>
                <a:gd name="T16" fmla="*/ 961194 w 1800643"/>
                <a:gd name="T17" fmla="*/ 29981 h 1289154"/>
                <a:gd name="T18" fmla="*/ 1066125 w 1800643"/>
                <a:gd name="T19" fmla="*/ 44971 h 1289154"/>
                <a:gd name="T20" fmla="*/ 1231017 w 1800643"/>
                <a:gd name="T21" fmla="*/ 89941 h 1289154"/>
                <a:gd name="T22" fmla="*/ 1395909 w 1800643"/>
                <a:gd name="T23" fmla="*/ 149902 h 1289154"/>
                <a:gd name="T24" fmla="*/ 1515830 w 1800643"/>
                <a:gd name="T25" fmla="*/ 194872 h 1289154"/>
                <a:gd name="T26" fmla="*/ 1590781 w 1800643"/>
                <a:gd name="T27" fmla="*/ 209863 h 1289154"/>
                <a:gd name="T28" fmla="*/ 1635752 w 1800643"/>
                <a:gd name="T29" fmla="*/ 254833 h 1289154"/>
                <a:gd name="T30" fmla="*/ 1665732 w 1800643"/>
                <a:gd name="T31" fmla="*/ 299804 h 1289154"/>
                <a:gd name="T32" fmla="*/ 1710702 w 1800643"/>
                <a:gd name="T33" fmla="*/ 314794 h 1289154"/>
                <a:gd name="T34" fmla="*/ 1740683 w 1800643"/>
                <a:gd name="T35" fmla="*/ 359764 h 1289154"/>
                <a:gd name="T36" fmla="*/ 1770663 w 1800643"/>
                <a:gd name="T37" fmla="*/ 449705 h 1289154"/>
                <a:gd name="T38" fmla="*/ 1800643 w 1800643"/>
                <a:gd name="T39" fmla="*/ 554636 h 1289154"/>
                <a:gd name="T40" fmla="*/ 1770663 w 1800643"/>
                <a:gd name="T41" fmla="*/ 719528 h 1289154"/>
                <a:gd name="T42" fmla="*/ 1680722 w 1800643"/>
                <a:gd name="T43" fmla="*/ 839449 h 1289154"/>
                <a:gd name="T44" fmla="*/ 1635752 w 1800643"/>
                <a:gd name="T45" fmla="*/ 869430 h 1289154"/>
                <a:gd name="T46" fmla="*/ 1530820 w 1800643"/>
                <a:gd name="T47" fmla="*/ 989351 h 1289154"/>
                <a:gd name="T48" fmla="*/ 1470860 w 1800643"/>
                <a:gd name="T49" fmla="*/ 1049312 h 1289154"/>
                <a:gd name="T50" fmla="*/ 1350938 w 1800643"/>
                <a:gd name="T51" fmla="*/ 1124263 h 1289154"/>
                <a:gd name="T52" fmla="*/ 1246007 w 1800643"/>
                <a:gd name="T53" fmla="*/ 1154243 h 1289154"/>
                <a:gd name="T54" fmla="*/ 1201037 w 1800643"/>
                <a:gd name="T55" fmla="*/ 1199213 h 1289154"/>
                <a:gd name="T56" fmla="*/ 1111096 w 1800643"/>
                <a:gd name="T57" fmla="*/ 1229194 h 1289154"/>
                <a:gd name="T58" fmla="*/ 841273 w 1800643"/>
                <a:gd name="T59" fmla="*/ 1289154 h 1289154"/>
                <a:gd name="T60" fmla="*/ 361588 w 1800643"/>
                <a:gd name="T61" fmla="*/ 1274164 h 1289154"/>
                <a:gd name="T62" fmla="*/ 301627 w 1800643"/>
                <a:gd name="T63" fmla="*/ 1259174 h 1289154"/>
                <a:gd name="T64" fmla="*/ 91765 w 1800643"/>
                <a:gd name="T65" fmla="*/ 1139253 h 1289154"/>
                <a:gd name="T66" fmla="*/ 61784 w 1800643"/>
                <a:gd name="T67" fmla="*/ 1109272 h 1289154"/>
                <a:gd name="T68" fmla="*/ 31804 w 1800643"/>
                <a:gd name="T69" fmla="*/ 1019331 h 1289154"/>
                <a:gd name="T70" fmla="*/ 31804 w 1800643"/>
                <a:gd name="T71" fmla="*/ 464695 h 128915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800643" h="1289154">
                  <a:moveTo>
                    <a:pt x="31804" y="464695"/>
                  </a:moveTo>
                  <a:cubicBezTo>
                    <a:pt x="34302" y="349771"/>
                    <a:pt x="27660" y="370786"/>
                    <a:pt x="46794" y="329784"/>
                  </a:cubicBezTo>
                  <a:cubicBezTo>
                    <a:pt x="58037" y="305692"/>
                    <a:pt x="159600" y="216070"/>
                    <a:pt x="196696" y="194872"/>
                  </a:cubicBezTo>
                  <a:cubicBezTo>
                    <a:pt x="210415" y="187033"/>
                    <a:pt x="226676" y="184879"/>
                    <a:pt x="241666" y="179882"/>
                  </a:cubicBezTo>
                  <a:cubicBezTo>
                    <a:pt x="261653" y="164892"/>
                    <a:pt x="281297" y="149433"/>
                    <a:pt x="301627" y="134912"/>
                  </a:cubicBezTo>
                  <a:cubicBezTo>
                    <a:pt x="316287" y="124440"/>
                    <a:pt x="333039" y="116795"/>
                    <a:pt x="346597" y="104931"/>
                  </a:cubicBezTo>
                  <a:cubicBezTo>
                    <a:pt x="373187" y="81665"/>
                    <a:pt x="396564" y="54964"/>
                    <a:pt x="421548" y="29981"/>
                  </a:cubicBezTo>
                  <a:lnTo>
                    <a:pt x="451529" y="0"/>
                  </a:lnTo>
                  <a:lnTo>
                    <a:pt x="961194" y="29981"/>
                  </a:lnTo>
                  <a:cubicBezTo>
                    <a:pt x="996432" y="32559"/>
                    <a:pt x="1031848" y="36402"/>
                    <a:pt x="1066125" y="44971"/>
                  </a:cubicBezTo>
                  <a:cubicBezTo>
                    <a:pt x="1355003" y="117190"/>
                    <a:pt x="904771" y="35567"/>
                    <a:pt x="1231017" y="89941"/>
                  </a:cubicBezTo>
                  <a:cubicBezTo>
                    <a:pt x="1417212" y="164420"/>
                    <a:pt x="1184252" y="72937"/>
                    <a:pt x="1395909" y="149902"/>
                  </a:cubicBezTo>
                  <a:cubicBezTo>
                    <a:pt x="1426170" y="160906"/>
                    <a:pt x="1480190" y="185962"/>
                    <a:pt x="1515830" y="194872"/>
                  </a:cubicBezTo>
                  <a:cubicBezTo>
                    <a:pt x="1540548" y="201052"/>
                    <a:pt x="1565797" y="204866"/>
                    <a:pt x="1590781" y="209863"/>
                  </a:cubicBezTo>
                  <a:cubicBezTo>
                    <a:pt x="1605771" y="224853"/>
                    <a:pt x="1622181" y="238547"/>
                    <a:pt x="1635752" y="254833"/>
                  </a:cubicBezTo>
                  <a:cubicBezTo>
                    <a:pt x="1647286" y="268673"/>
                    <a:pt x="1651664" y="288549"/>
                    <a:pt x="1665732" y="299804"/>
                  </a:cubicBezTo>
                  <a:cubicBezTo>
                    <a:pt x="1678070" y="309675"/>
                    <a:pt x="1695712" y="309797"/>
                    <a:pt x="1710702" y="314794"/>
                  </a:cubicBezTo>
                  <a:cubicBezTo>
                    <a:pt x="1720696" y="329784"/>
                    <a:pt x="1733366" y="343301"/>
                    <a:pt x="1740683" y="359764"/>
                  </a:cubicBezTo>
                  <a:cubicBezTo>
                    <a:pt x="1753518" y="388642"/>
                    <a:pt x="1760670" y="419725"/>
                    <a:pt x="1770663" y="449705"/>
                  </a:cubicBezTo>
                  <a:cubicBezTo>
                    <a:pt x="1792167" y="514219"/>
                    <a:pt x="1781821" y="479349"/>
                    <a:pt x="1800643" y="554636"/>
                  </a:cubicBezTo>
                  <a:cubicBezTo>
                    <a:pt x="1798959" y="564739"/>
                    <a:pt x="1776948" y="702767"/>
                    <a:pt x="1770663" y="719528"/>
                  </a:cubicBezTo>
                  <a:cubicBezTo>
                    <a:pt x="1762359" y="741673"/>
                    <a:pt x="1681927" y="838244"/>
                    <a:pt x="1680722" y="839449"/>
                  </a:cubicBezTo>
                  <a:cubicBezTo>
                    <a:pt x="1667983" y="852188"/>
                    <a:pt x="1649592" y="857896"/>
                    <a:pt x="1635752" y="869430"/>
                  </a:cubicBezTo>
                  <a:cubicBezTo>
                    <a:pt x="1585991" y="910897"/>
                    <a:pt x="1577108" y="937277"/>
                    <a:pt x="1530820" y="989351"/>
                  </a:cubicBezTo>
                  <a:cubicBezTo>
                    <a:pt x="1512041" y="1010477"/>
                    <a:pt x="1493472" y="1032353"/>
                    <a:pt x="1470860" y="1049312"/>
                  </a:cubicBezTo>
                  <a:cubicBezTo>
                    <a:pt x="1433149" y="1077596"/>
                    <a:pt x="1396670" y="1112830"/>
                    <a:pt x="1350938" y="1124263"/>
                  </a:cubicBezTo>
                  <a:cubicBezTo>
                    <a:pt x="1275649" y="1143085"/>
                    <a:pt x="1310523" y="1132738"/>
                    <a:pt x="1246007" y="1154243"/>
                  </a:cubicBezTo>
                  <a:cubicBezTo>
                    <a:pt x="1231017" y="1169233"/>
                    <a:pt x="1219568" y="1188918"/>
                    <a:pt x="1201037" y="1199213"/>
                  </a:cubicBezTo>
                  <a:cubicBezTo>
                    <a:pt x="1173412" y="1214560"/>
                    <a:pt x="1139362" y="1215061"/>
                    <a:pt x="1111096" y="1229194"/>
                  </a:cubicBezTo>
                  <a:cubicBezTo>
                    <a:pt x="987931" y="1290776"/>
                    <a:pt x="1073256" y="1256014"/>
                    <a:pt x="841273" y="1289154"/>
                  </a:cubicBezTo>
                  <a:cubicBezTo>
                    <a:pt x="681378" y="1284157"/>
                    <a:pt x="521315" y="1283038"/>
                    <a:pt x="361588" y="1274164"/>
                  </a:cubicBezTo>
                  <a:cubicBezTo>
                    <a:pt x="341018" y="1273021"/>
                    <a:pt x="320644" y="1267098"/>
                    <a:pt x="301627" y="1259174"/>
                  </a:cubicBezTo>
                  <a:cubicBezTo>
                    <a:pt x="261321" y="1242380"/>
                    <a:pt x="128722" y="1176210"/>
                    <a:pt x="91765" y="1139253"/>
                  </a:cubicBezTo>
                  <a:lnTo>
                    <a:pt x="61784" y="1109272"/>
                  </a:lnTo>
                  <a:lnTo>
                    <a:pt x="31804" y="1019331"/>
                  </a:lnTo>
                  <a:cubicBezTo>
                    <a:pt x="-38490" y="808449"/>
                    <a:pt x="29306" y="579619"/>
                    <a:pt x="31804" y="464695"/>
                  </a:cubicBezTo>
                  <a:close/>
                </a:path>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301" name="直接箭头连接符 8">
              <a:extLst>
                <a:ext uri="{FF2B5EF4-FFF2-40B4-BE49-F238E27FC236}">
                  <a16:creationId xmlns:a16="http://schemas.microsoft.com/office/drawing/2014/main" id="{5F7BA637-0802-4C7A-921C-CE01A9577B18}"/>
                </a:ext>
              </a:extLst>
            </p:cNvPr>
            <p:cNvCxnSpPr>
              <a:cxnSpLocks noChangeShapeType="1"/>
            </p:cNvCxnSpPr>
            <p:nvPr/>
          </p:nvCxnSpPr>
          <p:spPr bwMode="auto">
            <a:xfrm>
              <a:off x="2173574" y="2593298"/>
              <a:ext cx="1267187" cy="0"/>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02" name="直接箭头连接符 9">
              <a:extLst>
                <a:ext uri="{FF2B5EF4-FFF2-40B4-BE49-F238E27FC236}">
                  <a16:creationId xmlns:a16="http://schemas.microsoft.com/office/drawing/2014/main" id="{50CECAC1-5DB1-4C8A-B42D-87B14905002C}"/>
                </a:ext>
              </a:extLst>
            </p:cNvPr>
            <p:cNvCxnSpPr>
              <a:cxnSpLocks noChangeShapeType="1"/>
            </p:cNvCxnSpPr>
            <p:nvPr/>
          </p:nvCxnSpPr>
          <p:spPr bwMode="auto">
            <a:xfrm>
              <a:off x="5351489" y="2593298"/>
              <a:ext cx="838582" cy="0"/>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294" name="TextBox 10">
            <a:extLst>
              <a:ext uri="{FF2B5EF4-FFF2-40B4-BE49-F238E27FC236}">
                <a16:creationId xmlns:a16="http://schemas.microsoft.com/office/drawing/2014/main" id="{5DD4995B-596C-463A-9BB8-1D78646F4B9E}"/>
              </a:ext>
            </a:extLst>
          </p:cNvPr>
          <p:cNvSpPr txBox="1">
            <a:spLocks noChangeArrowheads="1"/>
          </p:cNvSpPr>
          <p:nvPr/>
        </p:nvSpPr>
        <p:spPr bwMode="auto">
          <a:xfrm>
            <a:off x="1500188" y="1917700"/>
            <a:ext cx="86995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i="1">
                <a:latin typeface="Times New Roman" panose="02020603050405020304" pitchFamily="18" charset="0"/>
              </a:rPr>
              <a:t>F</a:t>
            </a:r>
            <a:endParaRPr lang="zh-CN" altLang="en-US" sz="2800" b="1" i="1">
              <a:latin typeface="Times New Roman" panose="02020603050405020304" pitchFamily="18" charset="0"/>
            </a:endParaRPr>
          </a:p>
        </p:txBody>
      </p:sp>
      <p:sp>
        <p:nvSpPr>
          <p:cNvPr id="12" name="TextBox 11">
            <a:extLst>
              <a:ext uri="{FF2B5EF4-FFF2-40B4-BE49-F238E27FC236}">
                <a16:creationId xmlns:a16="http://schemas.microsoft.com/office/drawing/2014/main" id="{64657F32-609F-4E16-B5AA-D809B98604C6}"/>
              </a:ext>
            </a:extLst>
          </p:cNvPr>
          <p:cNvSpPr txBox="1">
            <a:spLocks noChangeArrowheads="1"/>
          </p:cNvSpPr>
          <p:nvPr/>
        </p:nvSpPr>
        <p:spPr bwMode="auto">
          <a:xfrm>
            <a:off x="466725" y="3009900"/>
            <a:ext cx="4419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In doing so, you ignored</a:t>
            </a:r>
          </a:p>
        </p:txBody>
      </p:sp>
      <p:sp>
        <p:nvSpPr>
          <p:cNvPr id="12296" name="TextBox 12">
            <a:extLst>
              <a:ext uri="{FF2B5EF4-FFF2-40B4-BE49-F238E27FC236}">
                <a16:creationId xmlns:a16="http://schemas.microsoft.com/office/drawing/2014/main" id="{369D8CE1-4D73-47AF-AA75-ABF15A9CB664}"/>
              </a:ext>
            </a:extLst>
          </p:cNvPr>
          <p:cNvSpPr txBox="1">
            <a:spLocks noChangeArrowheads="1"/>
          </p:cNvSpPr>
          <p:nvPr/>
        </p:nvSpPr>
        <p:spPr bwMode="auto">
          <a:xfrm>
            <a:off x="5645150" y="2300288"/>
            <a:ext cx="973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latin typeface="Times New Roman" panose="02020603050405020304" pitchFamily="18" charset="0"/>
              </a:rPr>
              <a:t>a ?</a:t>
            </a:r>
            <a:endParaRPr lang="zh-CN" altLang="en-US" sz="2800" b="1">
              <a:latin typeface="Times New Roman" panose="02020603050405020304" pitchFamily="18" charset="0"/>
            </a:endParaRPr>
          </a:p>
        </p:txBody>
      </p:sp>
      <p:sp>
        <p:nvSpPr>
          <p:cNvPr id="14" name="TextBox 13">
            <a:extLst>
              <a:ext uri="{FF2B5EF4-FFF2-40B4-BE49-F238E27FC236}">
                <a16:creationId xmlns:a16="http://schemas.microsoft.com/office/drawing/2014/main" id="{00E3BF2D-6E44-47B9-9119-8256DE4C8A90}"/>
              </a:ext>
            </a:extLst>
          </p:cNvPr>
          <p:cNvSpPr txBox="1">
            <a:spLocks noChangeArrowheads="1"/>
          </p:cNvSpPr>
          <p:nvPr/>
        </p:nvSpPr>
        <p:spPr bwMode="auto">
          <a:xfrm>
            <a:off x="1500188" y="3727450"/>
            <a:ext cx="6070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 typeface="Wingdings" panose="05000000000000000000" pitchFamily="2" charset="2"/>
              <a:buChar char="l"/>
            </a:pPr>
            <a:r>
              <a:rPr lang="en-US" altLang="zh-CN" sz="2400" b="1"/>
              <a:t>the object’s shape</a:t>
            </a:r>
          </a:p>
          <a:p>
            <a:pPr eaLnBrk="1" hangingPunct="1">
              <a:spcBef>
                <a:spcPct val="0"/>
              </a:spcBef>
              <a:buFont typeface="Wingdings" panose="05000000000000000000" pitchFamily="2" charset="2"/>
              <a:buChar char="l"/>
            </a:pPr>
            <a:r>
              <a:rPr lang="en-US" altLang="zh-CN" sz="2400" b="1"/>
              <a:t>its temperature</a:t>
            </a:r>
          </a:p>
          <a:p>
            <a:pPr eaLnBrk="1" hangingPunct="1">
              <a:spcBef>
                <a:spcPct val="0"/>
              </a:spcBef>
              <a:buFont typeface="Wingdings" panose="05000000000000000000" pitchFamily="2" charset="2"/>
              <a:buChar char="l"/>
            </a:pPr>
            <a:r>
              <a:rPr lang="en-US" altLang="zh-CN" sz="2400" b="1"/>
              <a:t>its color</a:t>
            </a:r>
          </a:p>
          <a:p>
            <a:pPr eaLnBrk="1" hangingPunct="1">
              <a:spcBef>
                <a:spcPct val="0"/>
              </a:spcBef>
              <a:buFont typeface="Wingdings" panose="05000000000000000000" pitchFamily="2" charset="2"/>
              <a:buChar char="l"/>
            </a:pPr>
            <a:r>
              <a:rPr lang="en-US" altLang="zh-CN" sz="2400" b="1"/>
              <a:t>point of force application</a:t>
            </a:r>
          </a:p>
        </p:txBody>
      </p:sp>
      <p:cxnSp>
        <p:nvCxnSpPr>
          <p:cNvPr id="20" name="直接箭头连接符 19">
            <a:extLst>
              <a:ext uri="{FF2B5EF4-FFF2-40B4-BE49-F238E27FC236}">
                <a16:creationId xmlns:a16="http://schemas.microsoft.com/office/drawing/2014/main" id="{CAF42B02-F571-4523-A521-91BCD334A76D}"/>
              </a:ext>
            </a:extLst>
          </p:cNvPr>
          <p:cNvCxnSpPr>
            <a:cxnSpLocks noChangeShapeType="1"/>
          </p:cNvCxnSpPr>
          <p:nvPr/>
        </p:nvCxnSpPr>
        <p:spPr bwMode="auto">
          <a:xfrm>
            <a:off x="668338" y="5876925"/>
            <a:ext cx="1266825" cy="0"/>
          </a:xfrm>
          <a:prstGeom prst="straightConnector1">
            <a:avLst/>
          </a:prstGeom>
          <a:noFill/>
          <a:ln w="28575" algn="ctr">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矩形 20">
            <a:extLst>
              <a:ext uri="{FF2B5EF4-FFF2-40B4-BE49-F238E27FC236}">
                <a16:creationId xmlns:a16="http://schemas.microsoft.com/office/drawing/2014/main" id="{4E9D65CC-1F7B-4F4E-A2B4-32270D013669}"/>
              </a:ext>
            </a:extLst>
          </p:cNvPr>
          <p:cNvSpPr>
            <a:spLocks noChangeArrowheads="1"/>
          </p:cNvSpPr>
          <p:nvPr/>
        </p:nvSpPr>
        <p:spPr bwMode="auto">
          <a:xfrm>
            <a:off x="2047875" y="5583238"/>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solidFill>
                  <a:srgbClr val="FF0000"/>
                </a:solidFill>
              </a:rPr>
              <a:t>Point-mass discretization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barn(inVertical)">
                                      <p:cBhvr>
                                        <p:cTn id="13" dur="500"/>
                                        <p:tgtEl>
                                          <p:spTgt spid="1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randombar(horizontal)">
                                      <p:cBhvr>
                                        <p:cTn id="2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a:extLst>
              <a:ext uri="{FF2B5EF4-FFF2-40B4-BE49-F238E27FC236}">
                <a16:creationId xmlns:a16="http://schemas.microsoft.com/office/drawing/2014/main" id="{65DB59CE-EFDF-4A4B-B6F5-5635215A5F45}"/>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27B78AFE-06EF-4FE4-BC91-54F515861DA2}" type="slidenum">
              <a:rPr lang="en-US" altLang="zh-CN" sz="1400">
                <a:latin typeface="Times New Roman" panose="02020603050405020304" pitchFamily="18" charset="0"/>
              </a:rPr>
              <a:pPr eaLnBrk="1" hangingPunct="1">
                <a:spcBef>
                  <a:spcPct val="0"/>
                </a:spcBef>
                <a:buFontTx/>
                <a:buNone/>
              </a:pPr>
              <a:t>8</a:t>
            </a:fld>
            <a:endParaRPr lang="en-US" altLang="zh-CN" sz="1400">
              <a:latin typeface="Times New Roman" panose="02020603050405020304" pitchFamily="18" charset="0"/>
            </a:endParaRPr>
          </a:p>
        </p:txBody>
      </p:sp>
      <p:sp>
        <p:nvSpPr>
          <p:cNvPr id="5" name="矩形 4">
            <a:extLst>
              <a:ext uri="{FF2B5EF4-FFF2-40B4-BE49-F238E27FC236}">
                <a16:creationId xmlns:a16="http://schemas.microsoft.com/office/drawing/2014/main" id="{D8E36679-0A1F-4B57-A131-F2E41551A041}"/>
              </a:ext>
            </a:extLst>
          </p:cNvPr>
          <p:cNvSpPr>
            <a:spLocks noChangeArrowheads="1"/>
          </p:cNvSpPr>
          <p:nvPr/>
        </p:nvSpPr>
        <p:spPr bwMode="auto">
          <a:xfrm>
            <a:off x="341313" y="300038"/>
            <a:ext cx="71516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Consider the filament of the light bulb.</a:t>
            </a:r>
          </a:p>
        </p:txBody>
      </p:sp>
      <p:pic>
        <p:nvPicPr>
          <p:cNvPr id="13316" name="Picture 7">
            <a:extLst>
              <a:ext uri="{FF2B5EF4-FFF2-40B4-BE49-F238E27FC236}">
                <a16:creationId xmlns:a16="http://schemas.microsoft.com/office/drawing/2014/main" id="{A1CE2101-E8E3-41EF-B2B4-B220D119C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3025" y="836613"/>
            <a:ext cx="3613150"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 name="组合 19">
            <a:extLst>
              <a:ext uri="{FF2B5EF4-FFF2-40B4-BE49-F238E27FC236}">
                <a16:creationId xmlns:a16="http://schemas.microsoft.com/office/drawing/2014/main" id="{A259AE61-A320-4BA3-BCD9-15772F4674D9}"/>
              </a:ext>
            </a:extLst>
          </p:cNvPr>
          <p:cNvGrpSpPr>
            <a:grpSpLocks/>
          </p:cNvGrpSpPr>
          <p:nvPr/>
        </p:nvGrpSpPr>
        <p:grpSpPr bwMode="auto">
          <a:xfrm>
            <a:off x="1303338" y="1020763"/>
            <a:ext cx="3089275" cy="1466850"/>
            <a:chOff x="2733831" y="1021049"/>
            <a:chExt cx="3089398" cy="1467318"/>
          </a:xfrm>
        </p:grpSpPr>
        <p:cxnSp>
          <p:nvCxnSpPr>
            <p:cNvPr id="13323" name="直接连接符 9">
              <a:extLst>
                <a:ext uri="{FF2B5EF4-FFF2-40B4-BE49-F238E27FC236}">
                  <a16:creationId xmlns:a16="http://schemas.microsoft.com/office/drawing/2014/main" id="{2DDC4963-FE8B-4D37-8A46-93D05BAC8177}"/>
                </a:ext>
              </a:extLst>
            </p:cNvPr>
            <p:cNvCxnSpPr>
              <a:cxnSpLocks noChangeShapeType="1"/>
            </p:cNvCxnSpPr>
            <p:nvPr/>
          </p:nvCxnSpPr>
          <p:spPr bwMode="auto">
            <a:xfrm flipH="1">
              <a:off x="2848131" y="1888761"/>
              <a:ext cx="1069097"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24" name="直接连接符 11">
              <a:extLst>
                <a:ext uri="{FF2B5EF4-FFF2-40B4-BE49-F238E27FC236}">
                  <a16:creationId xmlns:a16="http://schemas.microsoft.com/office/drawing/2014/main" id="{1C3677F8-A732-41FC-A55C-0C2D9CCDF8C1}"/>
                </a:ext>
              </a:extLst>
            </p:cNvPr>
            <p:cNvCxnSpPr>
              <a:cxnSpLocks noChangeShapeType="1"/>
            </p:cNvCxnSpPr>
            <p:nvPr/>
          </p:nvCxnSpPr>
          <p:spPr bwMode="auto">
            <a:xfrm flipH="1">
              <a:off x="2848131" y="1618938"/>
              <a:ext cx="164892"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325" name="组合 18">
              <a:extLst>
                <a:ext uri="{FF2B5EF4-FFF2-40B4-BE49-F238E27FC236}">
                  <a16:creationId xmlns:a16="http://schemas.microsoft.com/office/drawing/2014/main" id="{2E01855D-A0B7-45C3-BDAB-CEB8C4AAFD6A}"/>
                </a:ext>
              </a:extLst>
            </p:cNvPr>
            <p:cNvGrpSpPr>
              <a:grpSpLocks/>
            </p:cNvGrpSpPr>
            <p:nvPr/>
          </p:nvGrpSpPr>
          <p:grpSpPr bwMode="auto">
            <a:xfrm>
              <a:off x="2733831" y="1021049"/>
              <a:ext cx="3089398" cy="1467318"/>
              <a:chOff x="2733831" y="1021049"/>
              <a:chExt cx="3089398" cy="1467318"/>
            </a:xfrm>
          </p:grpSpPr>
          <p:pic>
            <p:nvPicPr>
              <p:cNvPr id="13327" name="Picture 2">
                <a:extLst>
                  <a:ext uri="{FF2B5EF4-FFF2-40B4-BE49-F238E27FC236}">
                    <a16:creationId xmlns:a16="http://schemas.microsoft.com/office/drawing/2014/main" id="{6BD687D3-25E9-444E-98F4-2D97DC3A8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7228" y="1021049"/>
                <a:ext cx="1906001" cy="1467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328" name="直接连接符 7">
                <a:extLst>
                  <a:ext uri="{FF2B5EF4-FFF2-40B4-BE49-F238E27FC236}">
                    <a16:creationId xmlns:a16="http://schemas.microsoft.com/office/drawing/2014/main" id="{D2894D95-21FC-47F7-BD54-131589D00F45}"/>
                  </a:ext>
                </a:extLst>
              </p:cNvPr>
              <p:cNvCxnSpPr>
                <a:cxnSpLocks noChangeShapeType="1"/>
              </p:cNvCxnSpPr>
              <p:nvPr/>
            </p:nvCxnSpPr>
            <p:spPr bwMode="auto">
              <a:xfrm flipH="1">
                <a:off x="3013023" y="1618938"/>
                <a:ext cx="904205"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329" name="流程图: 联系 13">
                <a:extLst>
                  <a:ext uri="{FF2B5EF4-FFF2-40B4-BE49-F238E27FC236}">
                    <a16:creationId xmlns:a16="http://schemas.microsoft.com/office/drawing/2014/main" id="{F3BC0C35-9722-4946-BFBE-A686041FA004}"/>
                  </a:ext>
                </a:extLst>
              </p:cNvPr>
              <p:cNvSpPr>
                <a:spLocks noChangeArrowheads="1"/>
              </p:cNvSpPr>
              <p:nvPr/>
            </p:nvSpPr>
            <p:spPr bwMode="auto">
              <a:xfrm>
                <a:off x="2733831" y="1561788"/>
                <a:ext cx="114300" cy="114300"/>
              </a:xfrm>
              <a:prstGeom prst="flowChartConnector">
                <a:avLst/>
              </a:prstGeom>
              <a:solidFill>
                <a:schemeClr val="accent1"/>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endParaRPr lang="zh-CN" altLang="en-US" sz="1800"/>
              </a:p>
            </p:txBody>
          </p:sp>
        </p:grpSp>
        <p:sp>
          <p:nvSpPr>
            <p:cNvPr id="13326" name="流程图: 联系 15">
              <a:extLst>
                <a:ext uri="{FF2B5EF4-FFF2-40B4-BE49-F238E27FC236}">
                  <a16:creationId xmlns:a16="http://schemas.microsoft.com/office/drawing/2014/main" id="{14684EC9-91E9-4E8E-B18A-738FBCD8B1E7}"/>
                </a:ext>
              </a:extLst>
            </p:cNvPr>
            <p:cNvSpPr>
              <a:spLocks noChangeArrowheads="1"/>
            </p:cNvSpPr>
            <p:nvPr/>
          </p:nvSpPr>
          <p:spPr bwMode="auto">
            <a:xfrm>
              <a:off x="2733831" y="1831611"/>
              <a:ext cx="114300" cy="114300"/>
            </a:xfrm>
            <a:prstGeom prst="flowChartConnector">
              <a:avLst/>
            </a:prstGeom>
            <a:solidFill>
              <a:schemeClr val="accent1"/>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endParaRPr lang="zh-CN" altLang="en-US" sz="1800"/>
            </a:p>
          </p:txBody>
        </p:sp>
      </p:grpSp>
      <p:sp>
        <p:nvSpPr>
          <p:cNvPr id="15" name="矩形 14">
            <a:extLst>
              <a:ext uri="{FF2B5EF4-FFF2-40B4-BE49-F238E27FC236}">
                <a16:creationId xmlns:a16="http://schemas.microsoft.com/office/drawing/2014/main" id="{445ACFE3-0B1A-44AB-9C9B-AEF0D8454F8E}"/>
              </a:ext>
            </a:extLst>
          </p:cNvPr>
          <p:cNvSpPr>
            <a:spLocks noChangeArrowheads="1"/>
          </p:cNvSpPr>
          <p:nvPr/>
        </p:nvSpPr>
        <p:spPr bwMode="auto">
          <a:xfrm>
            <a:off x="1122363" y="1223963"/>
            <a:ext cx="3619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1600" b="1" i="1">
                <a:latin typeface="Times New Roman" panose="02020603050405020304" pitchFamily="18" charset="0"/>
              </a:rPr>
              <a:t>A </a:t>
            </a:r>
            <a:endParaRPr lang="en-US" altLang="zh-CN" sz="1600">
              <a:latin typeface="Times New Roman" panose="02020603050405020304" pitchFamily="18" charset="0"/>
            </a:endParaRPr>
          </a:p>
        </p:txBody>
      </p:sp>
      <p:sp>
        <p:nvSpPr>
          <p:cNvPr id="17" name="矩形 16">
            <a:extLst>
              <a:ext uri="{FF2B5EF4-FFF2-40B4-BE49-F238E27FC236}">
                <a16:creationId xmlns:a16="http://schemas.microsoft.com/office/drawing/2014/main" id="{442A7686-733B-4FFC-B0CF-BC19456CF950}"/>
              </a:ext>
            </a:extLst>
          </p:cNvPr>
          <p:cNvSpPr>
            <a:spLocks noChangeArrowheads="1"/>
          </p:cNvSpPr>
          <p:nvPr/>
        </p:nvSpPr>
        <p:spPr bwMode="auto">
          <a:xfrm>
            <a:off x="1117600" y="1946275"/>
            <a:ext cx="3714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1600" b="1" i="1">
                <a:latin typeface="Times New Roman" panose="02020603050405020304" pitchFamily="18" charset="0"/>
              </a:rPr>
              <a:t>B </a:t>
            </a:r>
            <a:endParaRPr lang="en-US" altLang="zh-CN" sz="1600">
              <a:latin typeface="Times New Roman" panose="02020603050405020304" pitchFamily="18" charset="0"/>
            </a:endParaRPr>
          </a:p>
        </p:txBody>
      </p:sp>
      <p:sp>
        <p:nvSpPr>
          <p:cNvPr id="18" name="矩形 17">
            <a:extLst>
              <a:ext uri="{FF2B5EF4-FFF2-40B4-BE49-F238E27FC236}">
                <a16:creationId xmlns:a16="http://schemas.microsoft.com/office/drawing/2014/main" id="{4766597A-77FC-4596-A4DF-DC9E329D039F}"/>
              </a:ext>
            </a:extLst>
          </p:cNvPr>
          <p:cNvSpPr>
            <a:spLocks noChangeArrowheads="1"/>
          </p:cNvSpPr>
          <p:nvPr/>
        </p:nvSpPr>
        <p:spPr bwMode="auto">
          <a:xfrm>
            <a:off x="341313" y="2492375"/>
            <a:ext cx="4572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We do not care about</a:t>
            </a:r>
          </a:p>
        </p:txBody>
      </p:sp>
      <p:sp>
        <p:nvSpPr>
          <p:cNvPr id="21" name="矩形 20">
            <a:extLst>
              <a:ext uri="{FF2B5EF4-FFF2-40B4-BE49-F238E27FC236}">
                <a16:creationId xmlns:a16="http://schemas.microsoft.com/office/drawing/2014/main" id="{F6912884-0341-4814-BBE1-2E52F6EE5414}"/>
              </a:ext>
            </a:extLst>
          </p:cNvPr>
          <p:cNvSpPr>
            <a:spLocks noChangeArrowheads="1"/>
          </p:cNvSpPr>
          <p:nvPr/>
        </p:nvSpPr>
        <p:spPr bwMode="auto">
          <a:xfrm>
            <a:off x="1303338" y="3222625"/>
            <a:ext cx="76422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 typeface="Wingdings" panose="05000000000000000000" pitchFamily="2" charset="2"/>
              <a:buChar char="l"/>
            </a:pPr>
            <a:r>
              <a:rPr lang="en-US" altLang="zh-CN" sz="2400" b="1"/>
              <a:t>how current flows inside the filament</a:t>
            </a:r>
          </a:p>
          <a:p>
            <a:pPr eaLnBrk="1" hangingPunct="1">
              <a:spcBef>
                <a:spcPct val="0"/>
              </a:spcBef>
              <a:buFont typeface="Wingdings" panose="05000000000000000000" pitchFamily="2" charset="2"/>
              <a:buChar char="l"/>
            </a:pPr>
            <a:r>
              <a:rPr lang="en-US" altLang="zh-CN" sz="2400" b="1"/>
              <a:t>its temperature, shape, orientation, etc.</a:t>
            </a:r>
          </a:p>
        </p:txBody>
      </p:sp>
      <p:sp>
        <p:nvSpPr>
          <p:cNvPr id="22" name="矩形 21">
            <a:extLst>
              <a:ext uri="{FF2B5EF4-FFF2-40B4-BE49-F238E27FC236}">
                <a16:creationId xmlns:a16="http://schemas.microsoft.com/office/drawing/2014/main" id="{FF71E83E-59C6-421E-8BDD-6FEAF6644E04}"/>
              </a:ext>
            </a:extLst>
          </p:cNvPr>
          <p:cNvSpPr>
            <a:spLocks noChangeArrowheads="1"/>
          </p:cNvSpPr>
          <p:nvPr/>
        </p:nvSpPr>
        <p:spPr bwMode="auto">
          <a:xfrm>
            <a:off x="341313" y="4410075"/>
            <a:ext cx="7739062"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Then, we can replace the bulb with a</a:t>
            </a:r>
          </a:p>
          <a:p>
            <a:pPr eaLnBrk="1" hangingPunct="1">
              <a:spcBef>
                <a:spcPct val="0"/>
              </a:spcBef>
              <a:buFontTx/>
              <a:buNone/>
            </a:pPr>
            <a:r>
              <a:rPr lang="en-US" altLang="zh-CN" sz="2800" b="1"/>
              <a:t>              </a:t>
            </a:r>
            <a:r>
              <a:rPr lang="en-US" altLang="zh-CN" sz="2800" b="1">
                <a:solidFill>
                  <a:srgbClr val="FF0000"/>
                </a:solidFill>
              </a:rPr>
              <a:t>discrete resistor</a:t>
            </a:r>
          </a:p>
          <a:p>
            <a:pPr eaLnBrk="1" hangingPunct="1">
              <a:spcBef>
                <a:spcPct val="0"/>
              </a:spcBef>
              <a:buFontTx/>
              <a:buNone/>
            </a:pPr>
            <a:r>
              <a:rPr lang="en-US" altLang="zh-CN" sz="2800" b="1"/>
              <a:t>for the purpose of calculating the current.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down)">
                                      <p:cBhvr>
                                        <p:cTn id="18" dur="500"/>
                                        <p:tgtEl>
                                          <p:spTgt spid="15"/>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500"/>
                                        <p:tgtEl>
                                          <p:spTgt spid="2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4" presetClass="entr" presetSubtype="10" fill="hold" nodeType="clickEffect">
                                  <p:stCondLst>
                                    <p:cond delay="0"/>
                                  </p:stCondLst>
                                  <p:childTnLst>
                                    <p:set>
                                      <p:cBhvr>
                                        <p:cTn id="35" dur="1" fill="hold">
                                          <p:stCondLst>
                                            <p:cond delay="0"/>
                                          </p:stCondLst>
                                        </p:cTn>
                                        <p:tgtEl>
                                          <p:spTgt spid="22">
                                            <p:txEl>
                                              <p:pRg st="0" end="0"/>
                                            </p:txEl>
                                          </p:spTgt>
                                        </p:tgtEl>
                                        <p:attrNameLst>
                                          <p:attrName>style.visibility</p:attrName>
                                        </p:attrNameLst>
                                      </p:cBhvr>
                                      <p:to>
                                        <p:strVal val="visible"/>
                                      </p:to>
                                    </p:set>
                                    <p:animEffect transition="in" filter="randombar(horizontal)">
                                      <p:cBhvr>
                                        <p:cTn id="36" dur="500"/>
                                        <p:tgtEl>
                                          <p:spTgt spid="22">
                                            <p:txEl>
                                              <p:pRg st="0" end="0"/>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1" presetClass="entr" presetSubtype="1" fill="hold" nodeType="clickEffect">
                                  <p:stCondLst>
                                    <p:cond delay="0"/>
                                  </p:stCondLst>
                                  <p:childTnLst>
                                    <p:set>
                                      <p:cBhvr>
                                        <p:cTn id="40" dur="1" fill="hold">
                                          <p:stCondLst>
                                            <p:cond delay="0"/>
                                          </p:stCondLst>
                                        </p:cTn>
                                        <p:tgtEl>
                                          <p:spTgt spid="22">
                                            <p:txEl>
                                              <p:pRg st="1" end="1"/>
                                            </p:txEl>
                                          </p:spTgt>
                                        </p:tgtEl>
                                        <p:attrNameLst>
                                          <p:attrName>style.visibility</p:attrName>
                                        </p:attrNameLst>
                                      </p:cBhvr>
                                      <p:to>
                                        <p:strVal val="visible"/>
                                      </p:to>
                                    </p:set>
                                    <p:animEffect transition="in" filter="wheel(1)">
                                      <p:cBhvr>
                                        <p:cTn id="41" dur="2000"/>
                                        <p:tgtEl>
                                          <p:spTgt spid="22">
                                            <p:txEl>
                                              <p:pRg st="1" end="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22">
                                            <p:txEl>
                                              <p:pRg st="2" end="2"/>
                                            </p:txEl>
                                          </p:spTgt>
                                        </p:tgtEl>
                                        <p:attrNameLst>
                                          <p:attrName>style.visibility</p:attrName>
                                        </p:attrNameLst>
                                      </p:cBhvr>
                                      <p:to>
                                        <p:strVal val="visible"/>
                                      </p:to>
                                    </p:set>
                                    <p:animEffect transition="in" filter="wipe(down)">
                                      <p:cBhvr>
                                        <p:cTn id="46" dur="500"/>
                                        <p:tgtEl>
                                          <p:spTgt spid="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P spid="17" grpId="0"/>
      <p:bldP spid="18"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a:extLst>
              <a:ext uri="{FF2B5EF4-FFF2-40B4-BE49-F238E27FC236}">
                <a16:creationId xmlns:a16="http://schemas.microsoft.com/office/drawing/2014/main" id="{0F7D03A5-26F9-4B27-B00B-26053B08195D}"/>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9CA3D1B0-1E1D-444E-9319-5AFE9A9BCC5C}" type="slidenum">
              <a:rPr lang="en-US" altLang="zh-CN" sz="1400">
                <a:latin typeface="Times New Roman" panose="02020603050405020304" pitchFamily="18" charset="0"/>
              </a:rPr>
              <a:pPr eaLnBrk="1" hangingPunct="1">
                <a:spcBef>
                  <a:spcPct val="0"/>
                </a:spcBef>
                <a:buFontTx/>
                <a:buNone/>
              </a:pPr>
              <a:t>9</a:t>
            </a:fld>
            <a:endParaRPr lang="en-US" altLang="zh-CN" sz="1400">
              <a:latin typeface="Times New Roman" panose="02020603050405020304" pitchFamily="18" charset="0"/>
            </a:endParaRPr>
          </a:p>
        </p:txBody>
      </p:sp>
      <p:grpSp>
        <p:nvGrpSpPr>
          <p:cNvPr id="14339" name="组合 4">
            <a:extLst>
              <a:ext uri="{FF2B5EF4-FFF2-40B4-BE49-F238E27FC236}">
                <a16:creationId xmlns:a16="http://schemas.microsoft.com/office/drawing/2014/main" id="{8B0368AA-F1EB-4495-937F-C6ADDA87565D}"/>
              </a:ext>
            </a:extLst>
          </p:cNvPr>
          <p:cNvGrpSpPr>
            <a:grpSpLocks/>
          </p:cNvGrpSpPr>
          <p:nvPr/>
        </p:nvGrpSpPr>
        <p:grpSpPr bwMode="auto">
          <a:xfrm>
            <a:off x="1722438" y="420688"/>
            <a:ext cx="3090862" cy="1468437"/>
            <a:chOff x="2733831" y="1021049"/>
            <a:chExt cx="3089398" cy="1467318"/>
          </a:xfrm>
        </p:grpSpPr>
        <p:cxnSp>
          <p:nvCxnSpPr>
            <p:cNvPr id="14349" name="直接连接符 5">
              <a:extLst>
                <a:ext uri="{FF2B5EF4-FFF2-40B4-BE49-F238E27FC236}">
                  <a16:creationId xmlns:a16="http://schemas.microsoft.com/office/drawing/2014/main" id="{1195DD14-EA77-436B-B74A-4CFE02D566C5}"/>
                </a:ext>
              </a:extLst>
            </p:cNvPr>
            <p:cNvCxnSpPr>
              <a:cxnSpLocks noChangeShapeType="1"/>
            </p:cNvCxnSpPr>
            <p:nvPr/>
          </p:nvCxnSpPr>
          <p:spPr bwMode="auto">
            <a:xfrm flipH="1">
              <a:off x="2848131" y="1888761"/>
              <a:ext cx="1069097"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50" name="直接连接符 6">
              <a:extLst>
                <a:ext uri="{FF2B5EF4-FFF2-40B4-BE49-F238E27FC236}">
                  <a16:creationId xmlns:a16="http://schemas.microsoft.com/office/drawing/2014/main" id="{F5A7AD26-539D-4F9E-9B11-828443086E3E}"/>
                </a:ext>
              </a:extLst>
            </p:cNvPr>
            <p:cNvCxnSpPr>
              <a:cxnSpLocks noChangeShapeType="1"/>
            </p:cNvCxnSpPr>
            <p:nvPr/>
          </p:nvCxnSpPr>
          <p:spPr bwMode="auto">
            <a:xfrm flipH="1">
              <a:off x="2848131" y="1618938"/>
              <a:ext cx="164892"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351" name="组合 7">
              <a:extLst>
                <a:ext uri="{FF2B5EF4-FFF2-40B4-BE49-F238E27FC236}">
                  <a16:creationId xmlns:a16="http://schemas.microsoft.com/office/drawing/2014/main" id="{AECE3898-D27B-4127-9A4E-77270290CEB9}"/>
                </a:ext>
              </a:extLst>
            </p:cNvPr>
            <p:cNvGrpSpPr>
              <a:grpSpLocks/>
            </p:cNvGrpSpPr>
            <p:nvPr/>
          </p:nvGrpSpPr>
          <p:grpSpPr bwMode="auto">
            <a:xfrm>
              <a:off x="2733831" y="1021049"/>
              <a:ext cx="3089398" cy="1467318"/>
              <a:chOff x="2733831" y="1021049"/>
              <a:chExt cx="3089398" cy="1467318"/>
            </a:xfrm>
          </p:grpSpPr>
          <p:pic>
            <p:nvPicPr>
              <p:cNvPr id="14353" name="Picture 2">
                <a:extLst>
                  <a:ext uri="{FF2B5EF4-FFF2-40B4-BE49-F238E27FC236}">
                    <a16:creationId xmlns:a16="http://schemas.microsoft.com/office/drawing/2014/main" id="{73E08A3B-B75E-40C1-973A-C88CD063D2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7228" y="1021049"/>
                <a:ext cx="1906001" cy="1467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4354" name="直接连接符 10">
                <a:extLst>
                  <a:ext uri="{FF2B5EF4-FFF2-40B4-BE49-F238E27FC236}">
                    <a16:creationId xmlns:a16="http://schemas.microsoft.com/office/drawing/2014/main" id="{F74E431D-E85B-4AAB-BBF2-3C94BEC7D393}"/>
                  </a:ext>
                </a:extLst>
              </p:cNvPr>
              <p:cNvCxnSpPr>
                <a:cxnSpLocks noChangeShapeType="1"/>
              </p:cNvCxnSpPr>
              <p:nvPr/>
            </p:nvCxnSpPr>
            <p:spPr bwMode="auto">
              <a:xfrm flipH="1">
                <a:off x="3013023" y="1618938"/>
                <a:ext cx="904205" cy="0"/>
              </a:xfrm>
              <a:prstGeom prst="line">
                <a:avLst/>
              </a:prstGeom>
              <a:noFill/>
              <a:ln w="2857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55" name="流程图: 联系 11">
                <a:extLst>
                  <a:ext uri="{FF2B5EF4-FFF2-40B4-BE49-F238E27FC236}">
                    <a16:creationId xmlns:a16="http://schemas.microsoft.com/office/drawing/2014/main" id="{EF016D6C-7DA8-490B-99F9-CF6572CAF695}"/>
                  </a:ext>
                </a:extLst>
              </p:cNvPr>
              <p:cNvSpPr>
                <a:spLocks noChangeArrowheads="1"/>
              </p:cNvSpPr>
              <p:nvPr/>
            </p:nvSpPr>
            <p:spPr bwMode="auto">
              <a:xfrm>
                <a:off x="2733831" y="1561788"/>
                <a:ext cx="114300" cy="114300"/>
              </a:xfrm>
              <a:prstGeom prst="flowChartConnector">
                <a:avLst/>
              </a:prstGeom>
              <a:solidFill>
                <a:schemeClr val="accent1"/>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endParaRPr lang="zh-CN" altLang="en-US" sz="1800"/>
              </a:p>
            </p:txBody>
          </p:sp>
        </p:grpSp>
        <p:sp>
          <p:nvSpPr>
            <p:cNvPr id="14352" name="流程图: 联系 8">
              <a:extLst>
                <a:ext uri="{FF2B5EF4-FFF2-40B4-BE49-F238E27FC236}">
                  <a16:creationId xmlns:a16="http://schemas.microsoft.com/office/drawing/2014/main" id="{00F60E06-F54E-4A1E-830E-A51280734818}"/>
                </a:ext>
              </a:extLst>
            </p:cNvPr>
            <p:cNvSpPr>
              <a:spLocks noChangeArrowheads="1"/>
            </p:cNvSpPr>
            <p:nvPr/>
          </p:nvSpPr>
          <p:spPr bwMode="auto">
            <a:xfrm>
              <a:off x="2733831" y="1831611"/>
              <a:ext cx="114300" cy="114300"/>
            </a:xfrm>
            <a:prstGeom prst="flowChartConnector">
              <a:avLst/>
            </a:prstGeom>
            <a:solidFill>
              <a:schemeClr val="accent1"/>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endParaRPr lang="zh-CN" altLang="en-US" sz="1800"/>
            </a:p>
          </p:txBody>
        </p:sp>
      </p:grpSp>
      <p:sp>
        <p:nvSpPr>
          <p:cNvPr id="14340" name="矩形 12">
            <a:extLst>
              <a:ext uri="{FF2B5EF4-FFF2-40B4-BE49-F238E27FC236}">
                <a16:creationId xmlns:a16="http://schemas.microsoft.com/office/drawing/2014/main" id="{6C122F47-BFB1-4FC5-A570-8327B971E07A}"/>
              </a:ext>
            </a:extLst>
          </p:cNvPr>
          <p:cNvSpPr>
            <a:spLocks noChangeArrowheads="1"/>
          </p:cNvSpPr>
          <p:nvPr/>
        </p:nvSpPr>
        <p:spPr bwMode="auto">
          <a:xfrm>
            <a:off x="1600200" y="627063"/>
            <a:ext cx="3603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1600" b="1" i="1">
                <a:latin typeface="Times New Roman" panose="02020603050405020304" pitchFamily="18" charset="0"/>
              </a:rPr>
              <a:t>A </a:t>
            </a:r>
            <a:endParaRPr lang="en-US" altLang="zh-CN" sz="1600">
              <a:latin typeface="Times New Roman" panose="02020603050405020304" pitchFamily="18" charset="0"/>
            </a:endParaRPr>
          </a:p>
        </p:txBody>
      </p:sp>
      <p:sp>
        <p:nvSpPr>
          <p:cNvPr id="14341" name="矩形 13">
            <a:extLst>
              <a:ext uri="{FF2B5EF4-FFF2-40B4-BE49-F238E27FC236}">
                <a16:creationId xmlns:a16="http://schemas.microsoft.com/office/drawing/2014/main" id="{1816D7BA-286B-4807-9064-3995C4608357}"/>
              </a:ext>
            </a:extLst>
          </p:cNvPr>
          <p:cNvSpPr>
            <a:spLocks noChangeArrowheads="1"/>
          </p:cNvSpPr>
          <p:nvPr/>
        </p:nvSpPr>
        <p:spPr bwMode="auto">
          <a:xfrm>
            <a:off x="1554163" y="1346200"/>
            <a:ext cx="3730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1600" b="1" i="1">
                <a:latin typeface="Times New Roman" panose="02020603050405020304" pitchFamily="18" charset="0"/>
              </a:rPr>
              <a:t>B </a:t>
            </a:r>
            <a:endParaRPr lang="en-US" altLang="zh-CN" sz="1600">
              <a:latin typeface="Times New Roman" panose="02020603050405020304" pitchFamily="18" charset="0"/>
            </a:endParaRPr>
          </a:p>
        </p:txBody>
      </p:sp>
      <p:sp>
        <p:nvSpPr>
          <p:cNvPr id="14342" name="矩形 14">
            <a:extLst>
              <a:ext uri="{FF2B5EF4-FFF2-40B4-BE49-F238E27FC236}">
                <a16:creationId xmlns:a16="http://schemas.microsoft.com/office/drawing/2014/main" id="{2B121402-BA45-44EF-98F5-1DFB2CFC9008}"/>
              </a:ext>
            </a:extLst>
          </p:cNvPr>
          <p:cNvSpPr>
            <a:spLocks noChangeArrowheads="1"/>
          </p:cNvSpPr>
          <p:nvPr/>
        </p:nvSpPr>
        <p:spPr bwMode="auto">
          <a:xfrm>
            <a:off x="787400" y="2105025"/>
            <a:ext cx="75168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replace the bulb with a </a:t>
            </a:r>
            <a:r>
              <a:rPr lang="en-US" altLang="zh-CN" sz="2800" b="1">
                <a:solidFill>
                  <a:srgbClr val="FF0000"/>
                </a:solidFill>
              </a:rPr>
              <a:t>discrete resistor</a:t>
            </a:r>
          </a:p>
          <a:p>
            <a:pPr eaLnBrk="1" hangingPunct="1">
              <a:spcBef>
                <a:spcPct val="0"/>
              </a:spcBef>
              <a:buFontTx/>
              <a:buNone/>
            </a:pPr>
            <a:r>
              <a:rPr lang="en-US" altLang="zh-CN" sz="2800" b="1"/>
              <a:t>for the purpose of calculating the current.</a:t>
            </a:r>
          </a:p>
        </p:txBody>
      </p:sp>
      <p:pic>
        <p:nvPicPr>
          <p:cNvPr id="3" name="图片 2">
            <a:extLst>
              <a:ext uri="{FF2B5EF4-FFF2-40B4-BE49-F238E27FC236}">
                <a16:creationId xmlns:a16="http://schemas.microsoft.com/office/drawing/2014/main" id="{71CDA9F6-B0A3-427E-82DD-2ABD7B70F0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8363" y="3059113"/>
            <a:ext cx="2184400" cy="169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AFF5E847-9BD4-4C3B-BC62-86A45D8952D5}"/>
              </a:ext>
            </a:extLst>
          </p:cNvPr>
          <p:cNvSpPr>
            <a:spLocks noChangeArrowheads="1"/>
          </p:cNvSpPr>
          <p:nvPr/>
        </p:nvSpPr>
        <p:spPr bwMode="auto">
          <a:xfrm>
            <a:off x="3268663" y="3644900"/>
            <a:ext cx="7826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and</a:t>
            </a:r>
          </a:p>
        </p:txBody>
      </p:sp>
      <p:sp>
        <p:nvSpPr>
          <p:cNvPr id="6" name="TextBox 5">
            <a:extLst>
              <a:ext uri="{FF2B5EF4-FFF2-40B4-BE49-F238E27FC236}">
                <a16:creationId xmlns:a16="http://schemas.microsoft.com/office/drawing/2014/main" id="{E64FE633-AB7B-4C39-A364-DFE41ABC56CA}"/>
              </a:ext>
            </a:extLst>
          </p:cNvPr>
          <p:cNvSpPr txBox="1">
            <a:spLocks noRot="1" noChangeAspect="1" noMove="1" noResize="1" noEditPoints="1" noAdjustHandles="1" noChangeArrowheads="1" noChangeShapeType="1" noTextEdit="1"/>
          </p:cNvSpPr>
          <p:nvPr/>
        </p:nvSpPr>
        <p:spPr>
          <a:xfrm>
            <a:off x="3659401" y="3458059"/>
            <a:ext cx="2244738" cy="896143"/>
          </a:xfrm>
          <a:prstGeom prst="rect">
            <a:avLst/>
          </a:prstGeom>
          <a:blipFill rotWithShape="1">
            <a:blip r:embed="rId4"/>
            <a:stretch>
              <a:fillRect/>
            </a:stretch>
          </a:blipFill>
        </p:spPr>
        <p:txBody>
          <a:bodyPr/>
          <a:lstStyle/>
          <a:p>
            <a:pPr>
              <a:defRPr/>
            </a:pPr>
            <a:r>
              <a:rPr lang="zh-CN" altLang="en-US">
                <a:noFill/>
              </a:rPr>
              <a:t> </a:t>
            </a:r>
          </a:p>
        </p:txBody>
      </p:sp>
      <p:sp>
        <p:nvSpPr>
          <p:cNvPr id="7" name="矩形 6">
            <a:extLst>
              <a:ext uri="{FF2B5EF4-FFF2-40B4-BE49-F238E27FC236}">
                <a16:creationId xmlns:a16="http://schemas.microsoft.com/office/drawing/2014/main" id="{312FA3EE-1AF3-48A9-9755-54E85E991401}"/>
              </a:ext>
            </a:extLst>
          </p:cNvPr>
          <p:cNvSpPr>
            <a:spLocks noRot="1" noChangeAspect="1" noMove="1" noResize="1" noEditPoints="1" noAdjustHandles="1" noChangeArrowheads="1" noChangeShapeType="1" noTextEdit="1"/>
          </p:cNvSpPr>
          <p:nvPr/>
        </p:nvSpPr>
        <p:spPr>
          <a:xfrm>
            <a:off x="867868" y="4968729"/>
            <a:ext cx="8226426" cy="1815882"/>
          </a:xfrm>
          <a:prstGeom prst="rect">
            <a:avLst/>
          </a:prstGeom>
          <a:blipFill rotWithShape="1">
            <a:blip r:embed="rId5"/>
            <a:stretch>
              <a:fillRect l="-1481" t="-3356"/>
            </a:stretch>
          </a:blipFill>
        </p:spPr>
        <p:txBody>
          <a:bodyPr/>
          <a:lstStyle/>
          <a:p>
            <a:pPr>
              <a:defRPr/>
            </a:pPr>
            <a:r>
              <a:rPr lang="zh-CN" altLang="en-US">
                <a:noFill/>
              </a:rPr>
              <a:t> </a:t>
            </a:r>
          </a:p>
        </p:txBody>
      </p:sp>
      <p:sp>
        <p:nvSpPr>
          <p:cNvPr id="8" name="TextBox 7">
            <a:extLst>
              <a:ext uri="{FF2B5EF4-FFF2-40B4-BE49-F238E27FC236}">
                <a16:creationId xmlns:a16="http://schemas.microsoft.com/office/drawing/2014/main" id="{44EF95FE-EF62-4CCC-8A6B-FD18910ECB74}"/>
              </a:ext>
            </a:extLst>
          </p:cNvPr>
          <p:cNvSpPr txBox="1">
            <a:spLocks noRot="1" noChangeAspect="1" noMove="1" noResize="1" noEditPoints="1" noAdjustHandles="1" noChangeArrowheads="1" noChangeShapeType="1" noTextEdit="1"/>
          </p:cNvSpPr>
          <p:nvPr/>
        </p:nvSpPr>
        <p:spPr>
          <a:xfrm>
            <a:off x="4725078" y="5876670"/>
            <a:ext cx="1258358" cy="898900"/>
          </a:xfrm>
          <a:prstGeom prst="rect">
            <a:avLst/>
          </a:prstGeom>
          <a:blipFill rotWithShape="1">
            <a:blip r:embed="rId6"/>
            <a:stretch>
              <a:fillRect/>
            </a:stretch>
          </a:blipFill>
        </p:spPr>
        <p:txBody>
          <a:bodyPr/>
          <a:lstStyle/>
          <a:p>
            <a:pPr>
              <a:defRPr/>
            </a:pPr>
            <a:r>
              <a:rPr lang="zh-CN" altLang="en-US">
                <a:noFill/>
              </a:rPr>
              <a:t> </a:t>
            </a:r>
          </a:p>
        </p:txBody>
      </p:sp>
      <p:sp>
        <p:nvSpPr>
          <p:cNvPr id="9" name="流程图: 资料带 8">
            <a:extLst>
              <a:ext uri="{FF2B5EF4-FFF2-40B4-BE49-F238E27FC236}">
                <a16:creationId xmlns:a16="http://schemas.microsoft.com/office/drawing/2014/main" id="{AFF57583-63E9-4CA0-85BA-69157CC10AED}"/>
              </a:ext>
            </a:extLst>
          </p:cNvPr>
          <p:cNvSpPr/>
          <p:nvPr/>
        </p:nvSpPr>
        <p:spPr bwMode="auto">
          <a:xfrm>
            <a:off x="5784850" y="3457575"/>
            <a:ext cx="2174875" cy="1295400"/>
          </a:xfrm>
          <a:prstGeom prst="flowChartPunchedTape">
            <a:avLst/>
          </a:prstGeom>
          <a:solidFill>
            <a:schemeClr val="bg2">
              <a:lumMod val="50000"/>
            </a:schemeClr>
          </a:solidFill>
          <a:ln w="9525" cap="flat" cmpd="sng" algn="ctr">
            <a:solidFill>
              <a:schemeClr val="tx1"/>
            </a:solidFill>
            <a:prstDash val="solid"/>
            <a:round/>
            <a:headEnd type="none" w="med" len="med"/>
            <a:tailEnd type="none" w="med" len="med"/>
          </a:ln>
          <a:effectLst/>
        </p:spPr>
        <p:txBody>
          <a:bodyPr/>
          <a:lstStyle/>
          <a:p>
            <a:pPr eaLnBrk="0" hangingPunct="0">
              <a:defRPr/>
            </a:pPr>
            <a:r>
              <a:rPr lang="en-US" altLang="zh-CN" sz="2000" b="1" dirty="0">
                <a:solidFill>
                  <a:srgbClr val="000000"/>
                </a:solidFill>
                <a:latin typeface="Comic Sans MS" pitchFamily="66" charset="0"/>
              </a:rPr>
              <a:t>In EE, we do things the easy way …</a:t>
            </a:r>
            <a:endParaRPr lang="zh-CN" altLang="en-US" sz="2000" b="1" dirty="0">
              <a:solidFill>
                <a:srgbClr val="000000"/>
              </a:solidFill>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4" presetClass="entr" presetSubtype="1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randombar(horizontal)">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21"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arn(inVertical)">
                                      <p:cBhvr>
                                        <p:cTn id="23" dur="500"/>
                                        <p:tgtEl>
                                          <p:spTgt spid="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500"/>
                                        <p:tgtEl>
                                          <p:spTgt spid="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arn(inVertical)">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a:extLst>
              <a:ext uri="{FF2B5EF4-FFF2-40B4-BE49-F238E27FC236}">
                <a16:creationId xmlns:a16="http://schemas.microsoft.com/office/drawing/2014/main" id="{55969184-A108-488D-9AFE-143BE00502B5}"/>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3A8A0CF2-6E9C-4350-8609-71AF040BD8D8}" type="slidenum">
              <a:rPr lang="en-US" altLang="zh-CN" sz="1400">
                <a:latin typeface="Times New Roman" panose="02020603050405020304" pitchFamily="18" charset="0"/>
              </a:rPr>
              <a:pPr eaLnBrk="1" hangingPunct="1">
                <a:spcBef>
                  <a:spcPct val="0"/>
                </a:spcBef>
                <a:buFontTx/>
                <a:buNone/>
              </a:pPr>
              <a:t>10</a:t>
            </a:fld>
            <a:endParaRPr lang="en-US" altLang="zh-CN" sz="1400">
              <a:latin typeface="Times New Roman" panose="02020603050405020304" pitchFamily="18" charset="0"/>
            </a:endParaRPr>
          </a:p>
        </p:txBody>
      </p:sp>
      <p:sp>
        <p:nvSpPr>
          <p:cNvPr id="15363" name="矩形 5">
            <a:extLst>
              <a:ext uri="{FF2B5EF4-FFF2-40B4-BE49-F238E27FC236}">
                <a16:creationId xmlns:a16="http://schemas.microsoft.com/office/drawing/2014/main" id="{FB7841F4-A694-44AE-A2AB-661F7B6DDBF9}"/>
              </a:ext>
            </a:extLst>
          </p:cNvPr>
          <p:cNvSpPr>
            <a:spLocks noChangeArrowheads="1"/>
          </p:cNvSpPr>
          <p:nvPr/>
        </p:nvSpPr>
        <p:spPr bwMode="auto">
          <a:xfrm>
            <a:off x="746125" y="636588"/>
            <a:ext cx="77104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i="1">
                <a:solidFill>
                  <a:srgbClr val="FF0000"/>
                </a:solidFill>
                <a:latin typeface="Times New Roman" panose="02020603050405020304" pitchFamily="18" charset="0"/>
                <a:cs typeface="Times New Roman" panose="02020603050405020304" pitchFamily="18" charset="0"/>
              </a:rPr>
              <a:t>R</a:t>
            </a:r>
            <a:r>
              <a:rPr lang="en-US" altLang="zh-CN" sz="2800" b="1" i="1">
                <a:latin typeface="Times New Roman" panose="02020603050405020304" pitchFamily="18" charset="0"/>
                <a:cs typeface="Times New Roman" panose="02020603050405020304" pitchFamily="18" charset="0"/>
              </a:rPr>
              <a:t> </a:t>
            </a:r>
            <a:r>
              <a:rPr lang="en-US" altLang="zh-CN" sz="2800" b="1">
                <a:cs typeface="Times New Roman" panose="02020603050405020304" pitchFamily="18" charset="0"/>
              </a:rPr>
              <a:t>represents the only property of interest!</a:t>
            </a:r>
          </a:p>
        </p:txBody>
      </p:sp>
      <p:sp>
        <p:nvSpPr>
          <p:cNvPr id="15364" name="矩形 6">
            <a:extLst>
              <a:ext uri="{FF2B5EF4-FFF2-40B4-BE49-F238E27FC236}">
                <a16:creationId xmlns:a16="http://schemas.microsoft.com/office/drawing/2014/main" id="{4E6A1AEB-3DA5-49ED-BFDA-98290EE4B8DD}"/>
              </a:ext>
            </a:extLst>
          </p:cNvPr>
          <p:cNvSpPr>
            <a:spLocks noChangeArrowheads="1"/>
          </p:cNvSpPr>
          <p:nvPr/>
        </p:nvSpPr>
        <p:spPr bwMode="auto">
          <a:xfrm>
            <a:off x="746125" y="16256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i="1">
                <a:solidFill>
                  <a:srgbClr val="FF0000"/>
                </a:solidFill>
                <a:latin typeface="Times New Roman" panose="02020603050405020304" pitchFamily="18" charset="0"/>
                <a:cs typeface="Times New Roman" panose="02020603050405020304" pitchFamily="18" charset="0"/>
              </a:rPr>
              <a:t>R </a:t>
            </a:r>
            <a:r>
              <a:rPr lang="en-US" altLang="zh-CN" sz="2800" b="1">
                <a:cs typeface="Times New Roman" panose="02020603050405020304" pitchFamily="18" charset="0"/>
              </a:rPr>
              <a:t>relates element v and i </a:t>
            </a:r>
          </a:p>
        </p:txBody>
      </p:sp>
      <p:sp>
        <p:nvSpPr>
          <p:cNvPr id="8" name="TextBox 7">
            <a:extLst>
              <a:ext uri="{FF2B5EF4-FFF2-40B4-BE49-F238E27FC236}">
                <a16:creationId xmlns:a16="http://schemas.microsoft.com/office/drawing/2014/main" id="{D904D22B-55E7-47E5-B2D4-8E35674513C7}"/>
              </a:ext>
            </a:extLst>
          </p:cNvPr>
          <p:cNvSpPr txBox="1">
            <a:spLocks noRot="1" noChangeAspect="1" noMove="1" noResize="1" noEditPoints="1" noAdjustHandles="1" noChangeArrowheads="1" noChangeShapeType="1" noTextEdit="1"/>
          </p:cNvSpPr>
          <p:nvPr/>
        </p:nvSpPr>
        <p:spPr>
          <a:xfrm>
            <a:off x="823558" y="2527267"/>
            <a:ext cx="1890562" cy="896143"/>
          </a:xfrm>
          <a:prstGeom prst="rect">
            <a:avLst/>
          </a:prstGeom>
          <a:blipFill rotWithShape="1">
            <a:blip r:embed="rId2"/>
            <a:stretch>
              <a:fillRect/>
            </a:stretch>
          </a:blipFill>
        </p:spPr>
        <p:txBody>
          <a:bodyPr/>
          <a:lstStyle/>
          <a:p>
            <a:pPr>
              <a:defRPr/>
            </a:pPr>
            <a:r>
              <a:rPr lang="zh-CN" altLang="en-US">
                <a:noFill/>
              </a:rPr>
              <a:t> </a:t>
            </a:r>
          </a:p>
        </p:txBody>
      </p:sp>
      <p:sp>
        <p:nvSpPr>
          <p:cNvPr id="15366" name="矩形 8">
            <a:extLst>
              <a:ext uri="{FF2B5EF4-FFF2-40B4-BE49-F238E27FC236}">
                <a16:creationId xmlns:a16="http://schemas.microsoft.com/office/drawing/2014/main" id="{54982E4C-0748-451E-A5CC-2C965BCF983B}"/>
              </a:ext>
            </a:extLst>
          </p:cNvPr>
          <p:cNvSpPr>
            <a:spLocks noChangeArrowheads="1"/>
          </p:cNvSpPr>
          <p:nvPr/>
        </p:nvSpPr>
        <p:spPr bwMode="auto">
          <a:xfrm>
            <a:off x="2451100" y="2752725"/>
            <a:ext cx="61706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t>called element v-i relationship</a:t>
            </a:r>
          </a:p>
        </p:txBody>
      </p:sp>
      <p:sp>
        <p:nvSpPr>
          <p:cNvPr id="15367" name="矩形 9">
            <a:extLst>
              <a:ext uri="{FF2B5EF4-FFF2-40B4-BE49-F238E27FC236}">
                <a16:creationId xmlns:a16="http://schemas.microsoft.com/office/drawing/2014/main" id="{2C5AD82D-0F46-4D69-BE8B-64DD5BA8CC68}"/>
              </a:ext>
            </a:extLst>
          </p:cNvPr>
          <p:cNvSpPr>
            <a:spLocks noChangeArrowheads="1"/>
          </p:cNvSpPr>
          <p:nvPr/>
        </p:nvSpPr>
        <p:spPr bwMode="auto">
          <a:xfrm>
            <a:off x="434975" y="3852863"/>
            <a:ext cx="84883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i="1">
                <a:solidFill>
                  <a:srgbClr val="FF0000"/>
                </a:solidFill>
                <a:latin typeface="Times New Roman" panose="02020603050405020304" pitchFamily="18" charset="0"/>
                <a:cs typeface="Times New Roman" panose="02020603050405020304" pitchFamily="18" charset="0"/>
              </a:rPr>
              <a:t>R</a:t>
            </a:r>
            <a:r>
              <a:rPr lang="en-US" altLang="zh-CN" sz="1600" b="1" i="1">
                <a:latin typeface="Times New Roman" panose="02020603050405020304" pitchFamily="18" charset="0"/>
                <a:cs typeface="Times New Roman" panose="02020603050405020304" pitchFamily="18" charset="0"/>
              </a:rPr>
              <a:t> </a:t>
            </a:r>
            <a:r>
              <a:rPr lang="en-US" altLang="zh-CN" sz="2800" b="1">
                <a:cs typeface="Times New Roman" panose="02020603050405020304" pitchFamily="18" charset="0"/>
              </a:rPr>
              <a:t>is a lumped element abstraction for the bulb.</a:t>
            </a:r>
          </a:p>
        </p:txBody>
      </p:sp>
      <p:sp>
        <p:nvSpPr>
          <p:cNvPr id="15368" name="矩形 10">
            <a:extLst>
              <a:ext uri="{FF2B5EF4-FFF2-40B4-BE49-F238E27FC236}">
                <a16:creationId xmlns:a16="http://schemas.microsoft.com/office/drawing/2014/main" id="{5E714265-8A02-4ED1-85E8-1125DB233B7F}"/>
              </a:ext>
            </a:extLst>
          </p:cNvPr>
          <p:cNvSpPr>
            <a:spLocks noChangeArrowheads="1"/>
          </p:cNvSpPr>
          <p:nvPr/>
        </p:nvSpPr>
        <p:spPr bwMode="auto">
          <a:xfrm>
            <a:off x="434975" y="4703763"/>
            <a:ext cx="80216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800" b="1">
                <a:solidFill>
                  <a:srgbClr val="FF0000"/>
                </a:solidFill>
              </a:rPr>
              <a:t>A lumped element </a:t>
            </a:r>
            <a:r>
              <a:rPr lang="en-US" altLang="zh-CN" sz="2800" b="1"/>
              <a:t>can be idealized to the point where it can be treated as a black box accessible through a few terminals.</a:t>
            </a:r>
            <a:endParaRPr lang="zh-CN" altLang="en-US" sz="28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0" name="Line 10">
            <a:extLst>
              <a:ext uri="{FF2B5EF4-FFF2-40B4-BE49-F238E27FC236}">
                <a16:creationId xmlns:a16="http://schemas.microsoft.com/office/drawing/2014/main" id="{52769BE8-3939-4F66-A9B5-1DD957E51FB5}"/>
              </a:ext>
            </a:extLst>
          </p:cNvPr>
          <p:cNvSpPr>
            <a:spLocks noChangeShapeType="1"/>
          </p:cNvSpPr>
          <p:nvPr/>
        </p:nvSpPr>
        <p:spPr bwMode="auto">
          <a:xfrm>
            <a:off x="1079500" y="2095500"/>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1" name="Line 11">
            <a:extLst>
              <a:ext uri="{FF2B5EF4-FFF2-40B4-BE49-F238E27FC236}">
                <a16:creationId xmlns:a16="http://schemas.microsoft.com/office/drawing/2014/main" id="{D96503E4-4317-4CBF-BA5D-BA51920D8EE1}"/>
              </a:ext>
            </a:extLst>
          </p:cNvPr>
          <p:cNvSpPr>
            <a:spLocks noChangeShapeType="1"/>
          </p:cNvSpPr>
          <p:nvPr/>
        </p:nvSpPr>
        <p:spPr bwMode="auto">
          <a:xfrm>
            <a:off x="2520950" y="2111375"/>
            <a:ext cx="228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12" name="Text Box 12">
            <a:extLst>
              <a:ext uri="{FF2B5EF4-FFF2-40B4-BE49-F238E27FC236}">
                <a16:creationId xmlns:a16="http://schemas.microsoft.com/office/drawing/2014/main" id="{C4494E1C-B9B3-42A6-8B63-524007274539}"/>
              </a:ext>
            </a:extLst>
          </p:cNvPr>
          <p:cNvSpPr txBox="1">
            <a:spLocks noChangeArrowheads="1"/>
          </p:cNvSpPr>
          <p:nvPr/>
        </p:nvSpPr>
        <p:spPr bwMode="auto">
          <a:xfrm>
            <a:off x="2090738" y="2894013"/>
            <a:ext cx="1952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V</a:t>
            </a:r>
            <a:r>
              <a:rPr lang="en-US" altLang="zh-CN" sz="2400"/>
              <a:t> is certain</a:t>
            </a:r>
          </a:p>
        </p:txBody>
      </p:sp>
      <p:sp>
        <p:nvSpPr>
          <p:cNvPr id="51214" name="Text Box 14">
            <a:extLst>
              <a:ext uri="{FF2B5EF4-FFF2-40B4-BE49-F238E27FC236}">
                <a16:creationId xmlns:a16="http://schemas.microsoft.com/office/drawing/2014/main" id="{20151C63-9CAD-4DB1-B0AA-ED9291F66D0C}"/>
              </a:ext>
            </a:extLst>
          </p:cNvPr>
          <p:cNvSpPr txBox="1">
            <a:spLocks noChangeArrowheads="1"/>
          </p:cNvSpPr>
          <p:nvPr/>
        </p:nvSpPr>
        <p:spPr bwMode="auto">
          <a:xfrm>
            <a:off x="3778250" y="1765300"/>
            <a:ext cx="49911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800" b="1">
                <a:solidFill>
                  <a:srgbClr val="FF0000"/>
                </a:solidFill>
              </a:rPr>
              <a:t>Lumped-matter discipline</a:t>
            </a:r>
          </a:p>
          <a:p>
            <a:pPr algn="ctr">
              <a:spcBef>
                <a:spcPct val="50000"/>
              </a:spcBef>
              <a:buFontTx/>
              <a:buNone/>
            </a:pPr>
            <a:r>
              <a:rPr lang="en-US" altLang="zh-CN" sz="2800" b="1">
                <a:solidFill>
                  <a:srgbClr val="FF0000"/>
                </a:solidFill>
              </a:rPr>
              <a:t>(LMD)</a:t>
            </a:r>
          </a:p>
        </p:txBody>
      </p:sp>
      <p:sp>
        <p:nvSpPr>
          <p:cNvPr id="51216" name="Text Box 16">
            <a:extLst>
              <a:ext uri="{FF2B5EF4-FFF2-40B4-BE49-F238E27FC236}">
                <a16:creationId xmlns:a16="http://schemas.microsoft.com/office/drawing/2014/main" id="{174F6173-D17F-4B4D-8558-D1ABB2211257}"/>
              </a:ext>
            </a:extLst>
          </p:cNvPr>
          <p:cNvSpPr txBox="1">
            <a:spLocks noChangeArrowheads="1"/>
          </p:cNvSpPr>
          <p:nvPr/>
        </p:nvSpPr>
        <p:spPr bwMode="auto">
          <a:xfrm>
            <a:off x="688975" y="4533900"/>
            <a:ext cx="2470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b="1"/>
              <a:t>Circuit Type:</a:t>
            </a:r>
          </a:p>
        </p:txBody>
      </p:sp>
      <p:sp>
        <p:nvSpPr>
          <p:cNvPr id="51217" name="Text Box 17">
            <a:extLst>
              <a:ext uri="{FF2B5EF4-FFF2-40B4-BE49-F238E27FC236}">
                <a16:creationId xmlns:a16="http://schemas.microsoft.com/office/drawing/2014/main" id="{FFA6DF2E-BC5E-4FB0-AEDB-07FF4636FBE6}"/>
              </a:ext>
            </a:extLst>
          </p:cNvPr>
          <p:cNvSpPr txBox="1">
            <a:spLocks noChangeArrowheads="1"/>
          </p:cNvSpPr>
          <p:nvPr/>
        </p:nvSpPr>
        <p:spPr bwMode="auto">
          <a:xfrm>
            <a:off x="3492500" y="3686175"/>
            <a:ext cx="527685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pPr>
            <a:r>
              <a:rPr lang="en-US" altLang="zh-CN" sz="2400"/>
              <a:t>  Linear----Nonlinear</a:t>
            </a:r>
          </a:p>
          <a:p>
            <a:pPr>
              <a:spcBef>
                <a:spcPct val="50000"/>
              </a:spcBef>
            </a:pPr>
            <a:r>
              <a:rPr lang="en-US" altLang="zh-CN" sz="2400"/>
              <a:t>  Time invariant----Time variant</a:t>
            </a:r>
          </a:p>
          <a:p>
            <a:pPr>
              <a:spcBef>
                <a:spcPct val="50000"/>
              </a:spcBef>
            </a:pPr>
            <a:r>
              <a:rPr lang="en-US" altLang="zh-CN" sz="2400"/>
              <a:t>  Passive----Active</a:t>
            </a:r>
          </a:p>
          <a:p>
            <a:pPr>
              <a:spcBef>
                <a:spcPct val="50000"/>
              </a:spcBef>
            </a:pPr>
            <a:r>
              <a:rPr lang="en-US" altLang="zh-CN" sz="2400"/>
              <a:t>  Lumped----Distributive</a:t>
            </a:r>
          </a:p>
        </p:txBody>
      </p:sp>
      <p:sp>
        <p:nvSpPr>
          <p:cNvPr id="6152" name="Text Box 18">
            <a:extLst>
              <a:ext uri="{FF2B5EF4-FFF2-40B4-BE49-F238E27FC236}">
                <a16:creationId xmlns:a16="http://schemas.microsoft.com/office/drawing/2014/main" id="{0767E2BD-09AE-4E7C-9EF5-2CD89D37F047}"/>
              </a:ext>
            </a:extLst>
          </p:cNvPr>
          <p:cNvSpPr txBox="1">
            <a:spLocks noChangeArrowheads="1"/>
          </p:cNvSpPr>
          <p:nvPr/>
        </p:nvSpPr>
        <p:spPr bwMode="auto">
          <a:xfrm>
            <a:off x="546100" y="836613"/>
            <a:ext cx="3089275" cy="523875"/>
          </a:xfrm>
          <a:prstGeom prst="rect">
            <a:avLst/>
          </a:prstGeom>
          <a:noFill/>
          <a:ln w="9525" cap="rnd">
            <a:solidFill>
              <a:srgbClr val="3366FF"/>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800" b="1"/>
              <a:t>Lumped element</a:t>
            </a:r>
          </a:p>
        </p:txBody>
      </p:sp>
      <p:sp>
        <p:nvSpPr>
          <p:cNvPr id="6153" name="Rectangle 20">
            <a:extLst>
              <a:ext uri="{FF2B5EF4-FFF2-40B4-BE49-F238E27FC236}">
                <a16:creationId xmlns:a16="http://schemas.microsoft.com/office/drawing/2014/main" id="{D88ED56E-417F-49C3-B6DE-4E44DFDD84F8}"/>
              </a:ext>
            </a:extLst>
          </p:cNvPr>
          <p:cNvSpPr>
            <a:spLocks noChangeArrowheads="1"/>
          </p:cNvSpPr>
          <p:nvPr/>
        </p:nvSpPr>
        <p:spPr bwMode="auto">
          <a:xfrm>
            <a:off x="4471988" y="830263"/>
            <a:ext cx="4192587" cy="523875"/>
          </a:xfrm>
          <a:prstGeom prst="rect">
            <a:avLst/>
          </a:prstGeom>
          <a:noFill/>
          <a:ln w="9525" cap="rnd">
            <a:solidFill>
              <a:srgbClr val="3366FF"/>
            </a:solidFill>
            <a:prstDash val="sys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800" b="1"/>
              <a:t>Lumped circuit model</a:t>
            </a:r>
            <a:endParaRPr lang="zh-CN" altLang="en-US" sz="2800" b="1"/>
          </a:p>
        </p:txBody>
      </p:sp>
      <p:sp>
        <p:nvSpPr>
          <p:cNvPr id="6154" name="Line 21">
            <a:extLst>
              <a:ext uri="{FF2B5EF4-FFF2-40B4-BE49-F238E27FC236}">
                <a16:creationId xmlns:a16="http://schemas.microsoft.com/office/drawing/2014/main" id="{4DF47EBD-C78B-43B8-8026-69069CC80BD5}"/>
              </a:ext>
            </a:extLst>
          </p:cNvPr>
          <p:cNvSpPr>
            <a:spLocks noChangeShapeType="1"/>
          </p:cNvSpPr>
          <p:nvPr/>
        </p:nvSpPr>
        <p:spPr bwMode="auto">
          <a:xfrm>
            <a:off x="3714750" y="1092200"/>
            <a:ext cx="609600" cy="0"/>
          </a:xfrm>
          <a:prstGeom prst="line">
            <a:avLst/>
          </a:prstGeom>
          <a:noFill/>
          <a:ln w="9525">
            <a:solidFill>
              <a:schemeClr val="accent2">
                <a:lumMod val="50000"/>
              </a:schemeClr>
            </a:solidFill>
            <a:round/>
            <a:headEnd/>
            <a:tailEnd type="stealth" w="lg" len="lg"/>
          </a:ln>
          <a:extLst>
            <a:ext uri="{909E8E84-426E-40DD-AFC4-6F175D3DCCD1}">
              <a14:hiddenFill xmlns:a14="http://schemas.microsoft.com/office/drawing/2010/main">
                <a:noFill/>
              </a14:hiddenFill>
            </a:ext>
          </a:extLst>
        </p:spPr>
        <p:txBody>
          <a:bodyPr>
            <a:spAutoFit/>
          </a:bodyPr>
          <a:lstStyle/>
          <a:p>
            <a:pPr>
              <a:defRPr/>
            </a:pPr>
            <a:endParaRPr lang="zh-CN" altLang="en-US"/>
          </a:p>
        </p:txBody>
      </p:sp>
      <p:sp>
        <p:nvSpPr>
          <p:cNvPr id="51222" name="AutoShape 22">
            <a:extLst>
              <a:ext uri="{FF2B5EF4-FFF2-40B4-BE49-F238E27FC236}">
                <a16:creationId xmlns:a16="http://schemas.microsoft.com/office/drawing/2014/main" id="{BD28313F-53B7-4283-B972-5C86A3C62324}"/>
              </a:ext>
            </a:extLst>
          </p:cNvPr>
          <p:cNvSpPr>
            <a:spLocks/>
          </p:cNvSpPr>
          <p:nvPr/>
        </p:nvSpPr>
        <p:spPr bwMode="auto">
          <a:xfrm>
            <a:off x="3084513" y="3959225"/>
            <a:ext cx="322262" cy="1631950"/>
          </a:xfrm>
          <a:prstGeom prst="leftBrace">
            <a:avLst>
              <a:gd name="adj1" fmla="val 42200"/>
              <a:gd name="adj2" fmla="val 50000"/>
            </a:avLst>
          </a:prstGeom>
          <a:noFill/>
          <a:ln w="15875">
            <a:solidFill>
              <a:srgbClr val="80800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51223" name="Line 23">
            <a:extLst>
              <a:ext uri="{FF2B5EF4-FFF2-40B4-BE49-F238E27FC236}">
                <a16:creationId xmlns:a16="http://schemas.microsoft.com/office/drawing/2014/main" id="{C6E7520B-3FE3-4F93-8F48-AC843BCCC47F}"/>
              </a:ext>
            </a:extLst>
          </p:cNvPr>
          <p:cNvSpPr>
            <a:spLocks noChangeShapeType="1"/>
          </p:cNvSpPr>
          <p:nvPr/>
        </p:nvSpPr>
        <p:spPr bwMode="auto">
          <a:xfrm>
            <a:off x="447675" y="3565525"/>
            <a:ext cx="8050213" cy="0"/>
          </a:xfrm>
          <a:prstGeom prst="line">
            <a:avLst/>
          </a:prstGeom>
          <a:noFill/>
          <a:ln w="76200" cmpd="tri">
            <a:solidFill>
              <a:srgbClr val="FF9900"/>
            </a:solidFill>
            <a:prstDash val="lgDashDot"/>
            <a:round/>
            <a:headEn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6397" name="AutoShape 24">
            <a:extLst>
              <a:ext uri="{FF2B5EF4-FFF2-40B4-BE49-F238E27FC236}">
                <a16:creationId xmlns:a16="http://schemas.microsoft.com/office/drawing/2014/main" id="{0DEA38E1-D720-4CC5-B773-896B76899E58}"/>
              </a:ext>
            </a:extLst>
          </p:cNvPr>
          <p:cNvSpPr>
            <a:spLocks noChangeAspect="1" noChangeArrowheads="1" noTextEdit="1"/>
          </p:cNvSpPr>
          <p:nvPr/>
        </p:nvSpPr>
        <p:spPr bwMode="auto">
          <a:xfrm>
            <a:off x="850900" y="1508125"/>
            <a:ext cx="2366963"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27" name="Rectangle 27">
            <a:extLst>
              <a:ext uri="{FF2B5EF4-FFF2-40B4-BE49-F238E27FC236}">
                <a16:creationId xmlns:a16="http://schemas.microsoft.com/office/drawing/2014/main" id="{F32C16CF-C606-40CE-A210-3735F33CD528}"/>
              </a:ext>
            </a:extLst>
          </p:cNvPr>
          <p:cNvSpPr>
            <a:spLocks noChangeArrowheads="1"/>
          </p:cNvSpPr>
          <p:nvPr/>
        </p:nvSpPr>
        <p:spPr bwMode="auto">
          <a:xfrm>
            <a:off x="2762250" y="1508125"/>
            <a:ext cx="214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solidFill>
                  <a:srgbClr val="FF3300"/>
                </a:solidFill>
              </a:rPr>
              <a:t>i</a:t>
            </a:r>
            <a:r>
              <a:rPr lang="en-US" altLang="zh-CN" sz="2400" baseline="-25000">
                <a:solidFill>
                  <a:srgbClr val="FF3300"/>
                </a:solidFill>
              </a:rPr>
              <a:t>2</a:t>
            </a:r>
          </a:p>
        </p:txBody>
      </p:sp>
      <p:sp>
        <p:nvSpPr>
          <p:cNvPr id="51228" name="Rectangle 28">
            <a:extLst>
              <a:ext uri="{FF2B5EF4-FFF2-40B4-BE49-F238E27FC236}">
                <a16:creationId xmlns:a16="http://schemas.microsoft.com/office/drawing/2014/main" id="{1AECD1D0-3FA9-48B0-8FDF-05D055B111C2}"/>
              </a:ext>
            </a:extLst>
          </p:cNvPr>
          <p:cNvSpPr>
            <a:spLocks noChangeArrowheads="1"/>
          </p:cNvSpPr>
          <p:nvPr/>
        </p:nvSpPr>
        <p:spPr bwMode="auto">
          <a:xfrm>
            <a:off x="2581275" y="250825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b="1">
                <a:solidFill>
                  <a:srgbClr val="FF0000"/>
                </a:solidFill>
                <a:latin typeface="Courier New" panose="02070309020205020404" pitchFamily="49" charset="0"/>
              </a:rPr>
              <a:t>-</a:t>
            </a:r>
            <a:endParaRPr lang="en-US" altLang="zh-CN" sz="2400" b="1">
              <a:solidFill>
                <a:srgbClr val="FF0000"/>
              </a:solidFill>
              <a:latin typeface="Arial" panose="020B0604020202020204" pitchFamily="34" charset="0"/>
            </a:endParaRPr>
          </a:p>
        </p:txBody>
      </p:sp>
      <p:sp>
        <p:nvSpPr>
          <p:cNvPr id="51230" name="Rectangle 30">
            <a:extLst>
              <a:ext uri="{FF2B5EF4-FFF2-40B4-BE49-F238E27FC236}">
                <a16:creationId xmlns:a16="http://schemas.microsoft.com/office/drawing/2014/main" id="{52F97D8E-E915-48A4-9B9F-D6364D5D80B1}"/>
              </a:ext>
            </a:extLst>
          </p:cNvPr>
          <p:cNvSpPr>
            <a:spLocks noChangeArrowheads="1"/>
          </p:cNvSpPr>
          <p:nvPr/>
        </p:nvSpPr>
        <p:spPr bwMode="auto">
          <a:xfrm>
            <a:off x="1908175" y="2538413"/>
            <a:ext cx="3635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solidFill>
                  <a:srgbClr val="FF3300"/>
                </a:solidFill>
              </a:rPr>
              <a:t>V</a:t>
            </a:r>
          </a:p>
        </p:txBody>
      </p:sp>
      <p:sp>
        <p:nvSpPr>
          <p:cNvPr id="51231" name="Rectangle 31">
            <a:extLst>
              <a:ext uri="{FF2B5EF4-FFF2-40B4-BE49-F238E27FC236}">
                <a16:creationId xmlns:a16="http://schemas.microsoft.com/office/drawing/2014/main" id="{A84F6CCC-7F71-465B-B3E3-B755981ABE61}"/>
              </a:ext>
            </a:extLst>
          </p:cNvPr>
          <p:cNvSpPr>
            <a:spLocks noChangeArrowheads="1"/>
          </p:cNvSpPr>
          <p:nvPr/>
        </p:nvSpPr>
        <p:spPr bwMode="auto">
          <a:xfrm>
            <a:off x="1306513" y="2508250"/>
            <a:ext cx="1301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b="1">
                <a:solidFill>
                  <a:srgbClr val="FF0000"/>
                </a:solidFill>
                <a:latin typeface="Courier New" panose="02070309020205020404" pitchFamily="49" charset="0"/>
              </a:rPr>
              <a:t>+</a:t>
            </a:r>
            <a:endParaRPr lang="en-US" altLang="zh-CN" sz="2400" b="1">
              <a:solidFill>
                <a:srgbClr val="FF0000"/>
              </a:solidFill>
              <a:latin typeface="Arial" panose="020B0604020202020204" pitchFamily="34" charset="0"/>
            </a:endParaRPr>
          </a:p>
        </p:txBody>
      </p:sp>
      <p:sp>
        <p:nvSpPr>
          <p:cNvPr id="51232" name="Rectangle 32">
            <a:extLst>
              <a:ext uri="{FF2B5EF4-FFF2-40B4-BE49-F238E27FC236}">
                <a16:creationId xmlns:a16="http://schemas.microsoft.com/office/drawing/2014/main" id="{58DF1210-2BAA-4E39-9537-1E0FE25B2A59}"/>
              </a:ext>
            </a:extLst>
          </p:cNvPr>
          <p:cNvSpPr>
            <a:spLocks noChangeArrowheads="1"/>
          </p:cNvSpPr>
          <p:nvPr/>
        </p:nvSpPr>
        <p:spPr bwMode="auto">
          <a:xfrm>
            <a:off x="1155700" y="1508125"/>
            <a:ext cx="2809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solidFill>
                  <a:srgbClr val="FF3300"/>
                </a:solidFill>
              </a:rPr>
              <a:t>i</a:t>
            </a:r>
            <a:r>
              <a:rPr lang="en-US" altLang="zh-CN" sz="2400" baseline="-25000">
                <a:solidFill>
                  <a:srgbClr val="FF3300"/>
                </a:solidFill>
              </a:rPr>
              <a:t>1</a:t>
            </a:r>
          </a:p>
        </p:txBody>
      </p:sp>
      <p:grpSp>
        <p:nvGrpSpPr>
          <p:cNvPr id="2" name="组合 1">
            <a:extLst>
              <a:ext uri="{FF2B5EF4-FFF2-40B4-BE49-F238E27FC236}">
                <a16:creationId xmlns:a16="http://schemas.microsoft.com/office/drawing/2014/main" id="{2FC197F4-7DF7-4BCD-87A5-57F55B7B13F4}"/>
              </a:ext>
            </a:extLst>
          </p:cNvPr>
          <p:cNvGrpSpPr>
            <a:grpSpLocks/>
          </p:cNvGrpSpPr>
          <p:nvPr/>
        </p:nvGrpSpPr>
        <p:grpSpPr bwMode="auto">
          <a:xfrm>
            <a:off x="941388" y="1598613"/>
            <a:ext cx="2200275" cy="728662"/>
            <a:chOff x="941388" y="1598613"/>
            <a:chExt cx="2200275" cy="728662"/>
          </a:xfrm>
        </p:grpSpPr>
        <p:sp>
          <p:nvSpPr>
            <p:cNvPr id="16407" name="Line 26">
              <a:extLst>
                <a:ext uri="{FF2B5EF4-FFF2-40B4-BE49-F238E27FC236}">
                  <a16:creationId xmlns:a16="http://schemas.microsoft.com/office/drawing/2014/main" id="{747C7FA1-A5B4-44E4-BD31-FB1856726B61}"/>
                </a:ext>
              </a:extLst>
            </p:cNvPr>
            <p:cNvSpPr>
              <a:spLocks noChangeShapeType="1"/>
            </p:cNvSpPr>
            <p:nvPr/>
          </p:nvSpPr>
          <p:spPr bwMode="auto">
            <a:xfrm>
              <a:off x="2413000" y="1931988"/>
              <a:ext cx="728663" cy="1587"/>
            </a:xfrm>
            <a:prstGeom prst="line">
              <a:avLst/>
            </a:prstGeom>
            <a:noFill/>
            <a:ln w="17526">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8" name="Rectangle 29">
              <a:extLst>
                <a:ext uri="{FF2B5EF4-FFF2-40B4-BE49-F238E27FC236}">
                  <a16:creationId xmlns:a16="http://schemas.microsoft.com/office/drawing/2014/main" id="{B5C18DDE-4944-4E05-AAC9-313FEC6E3830}"/>
                </a:ext>
              </a:extLst>
            </p:cNvPr>
            <p:cNvSpPr>
              <a:spLocks noChangeArrowheads="1"/>
            </p:cNvSpPr>
            <p:nvPr/>
          </p:nvSpPr>
          <p:spPr bwMode="auto">
            <a:xfrm>
              <a:off x="1670050" y="1598613"/>
              <a:ext cx="728663" cy="728662"/>
            </a:xfrm>
            <a:prstGeom prst="rect">
              <a:avLst/>
            </a:prstGeom>
            <a:noFill/>
            <a:ln w="17526">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16409" name="Line 33">
              <a:extLst>
                <a:ext uri="{FF2B5EF4-FFF2-40B4-BE49-F238E27FC236}">
                  <a16:creationId xmlns:a16="http://schemas.microsoft.com/office/drawing/2014/main" id="{F7FC6FF5-6CE4-4E20-AB72-1FD944408688}"/>
                </a:ext>
              </a:extLst>
            </p:cNvPr>
            <p:cNvSpPr>
              <a:spLocks noChangeShapeType="1"/>
            </p:cNvSpPr>
            <p:nvPr/>
          </p:nvSpPr>
          <p:spPr bwMode="auto">
            <a:xfrm flipH="1">
              <a:off x="941388" y="1962150"/>
              <a:ext cx="728662" cy="1588"/>
            </a:xfrm>
            <a:prstGeom prst="line">
              <a:avLst/>
            </a:prstGeom>
            <a:noFill/>
            <a:ln w="17526">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04" name="页脚占位符 1">
            <a:extLst>
              <a:ext uri="{FF2B5EF4-FFF2-40B4-BE49-F238E27FC236}">
                <a16:creationId xmlns:a16="http://schemas.microsoft.com/office/drawing/2014/main" id="{D7349830-C262-4EA0-A4E5-69CCFDBA48CB}"/>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16405" name="灯片编号占位符 2">
            <a:extLst>
              <a:ext uri="{FF2B5EF4-FFF2-40B4-BE49-F238E27FC236}">
                <a16:creationId xmlns:a16="http://schemas.microsoft.com/office/drawing/2014/main" id="{D25A6FFF-D7DF-49BF-936E-10AF96CAB1C3}"/>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DC4D1B14-52F2-4D29-90CB-D183172C19C6}" type="slidenum">
              <a:rPr lang="zh-CN" altLang="en-US" sz="1200">
                <a:solidFill>
                  <a:srgbClr val="898989"/>
                </a:solidFill>
                <a:latin typeface="Times New Roman" panose="02020603050405020304" pitchFamily="18" charset="0"/>
              </a:rPr>
              <a:pPr>
                <a:spcBef>
                  <a:spcPct val="50000"/>
                </a:spcBef>
                <a:buFontTx/>
                <a:buNone/>
              </a:pPr>
              <a:t>11</a:t>
            </a:fld>
            <a:endParaRPr lang="zh-CN" altLang="en-US" sz="1200">
              <a:solidFill>
                <a:srgbClr val="898989"/>
              </a:solidFill>
              <a:latin typeface="Times New Roman" panose="02020603050405020304" pitchFamily="18" charset="0"/>
            </a:endParaRPr>
          </a:p>
        </p:txBody>
      </p:sp>
      <p:sp>
        <p:nvSpPr>
          <p:cNvPr id="3" name="矩形 2">
            <a:extLst>
              <a:ext uri="{FF2B5EF4-FFF2-40B4-BE49-F238E27FC236}">
                <a16:creationId xmlns:a16="http://schemas.microsoft.com/office/drawing/2014/main" id="{69EEBB74-4173-4455-89AB-B454EBC6A4EF}"/>
              </a:ext>
            </a:extLst>
          </p:cNvPr>
          <p:cNvSpPr>
            <a:spLocks noChangeArrowheads="1"/>
          </p:cNvSpPr>
          <p:nvPr/>
        </p:nvSpPr>
        <p:spPr bwMode="auto">
          <a:xfrm>
            <a:off x="795338" y="2908300"/>
            <a:ext cx="9350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solidFill>
                  <a:srgbClr val="FF0000"/>
                </a:solidFill>
                <a:latin typeface="Times New Roman" panose="02020603050405020304" pitchFamily="18" charset="0"/>
                <a:cs typeface="Times New Roman" panose="02020603050405020304" pitchFamily="18" charset="0"/>
              </a:rPr>
              <a:t>i</a:t>
            </a:r>
            <a:r>
              <a:rPr lang="en-US" altLang="zh-CN" sz="2400" baseline="-25000">
                <a:solidFill>
                  <a:srgbClr val="FF0000"/>
                </a:solidFill>
                <a:latin typeface="Times New Roman" panose="02020603050405020304" pitchFamily="18" charset="0"/>
                <a:cs typeface="Times New Roman" panose="02020603050405020304" pitchFamily="18" charset="0"/>
              </a:rPr>
              <a:t>1</a:t>
            </a:r>
            <a:r>
              <a:rPr lang="en-US" altLang="zh-CN" sz="2400">
                <a:solidFill>
                  <a:srgbClr val="FF0000"/>
                </a:solidFill>
                <a:latin typeface="Times New Roman" panose="02020603050405020304" pitchFamily="18" charset="0"/>
                <a:cs typeface="Times New Roman" panose="02020603050405020304" pitchFamily="18" charset="0"/>
              </a:rPr>
              <a:t>=i</a:t>
            </a:r>
            <a:r>
              <a:rPr lang="en-US" altLang="zh-CN" sz="2400" baseline="-25000">
                <a:solidFill>
                  <a:srgbClr val="FF0000"/>
                </a:solidFill>
                <a:latin typeface="Times New Roman" panose="02020603050405020304" pitchFamily="18" charset="0"/>
                <a:cs typeface="Times New Roman" panose="02020603050405020304" pitchFamily="18" charset="0"/>
              </a:rPr>
              <a:t>2</a:t>
            </a:r>
            <a:r>
              <a:rPr lang="en-US" altLang="zh-CN" sz="1600">
                <a:solidFill>
                  <a:srgbClr val="FF3300"/>
                </a:solidFill>
                <a:latin typeface="Times New Roman" panose="02020603050405020304" pitchFamily="18" charset="0"/>
                <a:cs typeface="Times New Roman" panose="02020603050405020304" pitchFamily="18" charset="0"/>
              </a:rPr>
              <a:t>  </a:t>
            </a:r>
            <a:r>
              <a:rPr lang="en-US" altLang="zh-CN" sz="1600" baseline="-12000">
                <a:latin typeface="Times New Roman" panose="02020603050405020304" pitchFamily="18" charset="0"/>
                <a:cs typeface="Times New Roman" panose="02020603050405020304" pitchFamily="18" charset="0"/>
              </a:rPr>
              <a:t>; </a:t>
            </a:r>
            <a:endParaRPr lang="zh-CN" altLang="en-US" sz="16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1232"/>
                                        </p:tgtEl>
                                        <p:attrNameLst>
                                          <p:attrName>style.visibility</p:attrName>
                                        </p:attrNameLst>
                                      </p:cBhvr>
                                      <p:to>
                                        <p:strVal val="visible"/>
                                      </p:to>
                                    </p:set>
                                    <p:animEffect transition="in" filter="fade">
                                      <p:cBhvr>
                                        <p:cTn id="13" dur="1000"/>
                                        <p:tgtEl>
                                          <p:spTgt spid="51232"/>
                                        </p:tgtEl>
                                      </p:cBhvr>
                                    </p:animEffect>
                                    <p:anim calcmode="lin" valueType="num">
                                      <p:cBhvr>
                                        <p:cTn id="14" dur="1000" fill="hold"/>
                                        <p:tgtEl>
                                          <p:spTgt spid="51232"/>
                                        </p:tgtEl>
                                        <p:attrNameLst>
                                          <p:attrName>ppt_x</p:attrName>
                                        </p:attrNameLst>
                                      </p:cBhvr>
                                      <p:tavLst>
                                        <p:tav tm="0">
                                          <p:val>
                                            <p:strVal val="#ppt_x"/>
                                          </p:val>
                                        </p:tav>
                                        <p:tav tm="100000">
                                          <p:val>
                                            <p:strVal val="#ppt_x"/>
                                          </p:val>
                                        </p:tav>
                                      </p:tavLst>
                                    </p:anim>
                                    <p:anim calcmode="lin" valueType="num">
                                      <p:cBhvr>
                                        <p:cTn id="15" dur="1000" fill="hold"/>
                                        <p:tgtEl>
                                          <p:spTgt spid="51232"/>
                                        </p:tgtEl>
                                        <p:attrNameLst>
                                          <p:attrName>ppt_y</p:attrName>
                                        </p:attrNameLst>
                                      </p:cBhvr>
                                      <p:tavLst>
                                        <p:tav tm="0">
                                          <p:val>
                                            <p:strVal val="#ppt_y+.1"/>
                                          </p:val>
                                        </p:tav>
                                        <p:tav tm="100000">
                                          <p:val>
                                            <p:strVal val="#ppt_y"/>
                                          </p:val>
                                        </p:tav>
                                      </p:tavLst>
                                    </p:anim>
                                  </p:childTnLst>
                                </p:cTn>
                              </p:par>
                              <p:par>
                                <p:cTn id="16" presetID="22" presetClass="entr" presetSubtype="4" fill="hold" nodeType="withEffect">
                                  <p:stCondLst>
                                    <p:cond delay="0"/>
                                  </p:stCondLst>
                                  <p:childTnLst>
                                    <p:set>
                                      <p:cBhvr>
                                        <p:cTn id="17" dur="1" fill="hold">
                                          <p:stCondLst>
                                            <p:cond delay="0"/>
                                          </p:stCondLst>
                                        </p:cTn>
                                        <p:tgtEl>
                                          <p:spTgt spid="51210"/>
                                        </p:tgtEl>
                                        <p:attrNameLst>
                                          <p:attrName>style.visibility</p:attrName>
                                        </p:attrNameLst>
                                      </p:cBhvr>
                                      <p:to>
                                        <p:strVal val="visible"/>
                                      </p:to>
                                    </p:set>
                                    <p:animEffect transition="in" filter="wipe(down)">
                                      <p:cBhvr>
                                        <p:cTn id="18" dur="500"/>
                                        <p:tgtEl>
                                          <p:spTgt spid="5121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51227"/>
                                        </p:tgtEl>
                                        <p:attrNameLst>
                                          <p:attrName>style.visibility</p:attrName>
                                        </p:attrNameLst>
                                      </p:cBhvr>
                                      <p:to>
                                        <p:strVal val="visible"/>
                                      </p:to>
                                    </p:set>
                                    <p:animEffect transition="in" filter="wipe(down)">
                                      <p:cBhvr>
                                        <p:cTn id="23" dur="500"/>
                                        <p:tgtEl>
                                          <p:spTgt spid="51227"/>
                                        </p:tgtEl>
                                      </p:cBhvr>
                                    </p:animEffect>
                                  </p:childTnLst>
                                </p:cTn>
                              </p:par>
                              <p:par>
                                <p:cTn id="24" presetID="14" presetClass="entr" presetSubtype="10" fill="hold" nodeType="withEffect">
                                  <p:stCondLst>
                                    <p:cond delay="0"/>
                                  </p:stCondLst>
                                  <p:childTnLst>
                                    <p:set>
                                      <p:cBhvr>
                                        <p:cTn id="25" dur="1" fill="hold">
                                          <p:stCondLst>
                                            <p:cond delay="0"/>
                                          </p:stCondLst>
                                        </p:cTn>
                                        <p:tgtEl>
                                          <p:spTgt spid="51211"/>
                                        </p:tgtEl>
                                        <p:attrNameLst>
                                          <p:attrName>style.visibility</p:attrName>
                                        </p:attrNameLst>
                                      </p:cBhvr>
                                      <p:to>
                                        <p:strVal val="visible"/>
                                      </p:to>
                                    </p:set>
                                    <p:animEffect transition="in" filter="randombar(horizontal)">
                                      <p:cBhvr>
                                        <p:cTn id="26" dur="500"/>
                                        <p:tgtEl>
                                          <p:spTgt spid="5121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1231"/>
                                        </p:tgtEl>
                                        <p:attrNameLst>
                                          <p:attrName>style.visibility</p:attrName>
                                        </p:attrNameLst>
                                      </p:cBhvr>
                                      <p:to>
                                        <p:strVal val="visible"/>
                                      </p:to>
                                    </p:set>
                                    <p:animEffect transition="in" filter="wipe(down)">
                                      <p:cBhvr>
                                        <p:cTn id="37" dur="500"/>
                                        <p:tgtEl>
                                          <p:spTgt spid="51231"/>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1228"/>
                                        </p:tgtEl>
                                        <p:attrNameLst>
                                          <p:attrName>style.visibility</p:attrName>
                                        </p:attrNameLst>
                                      </p:cBhvr>
                                      <p:to>
                                        <p:strVal val="visible"/>
                                      </p:to>
                                    </p:set>
                                    <p:animEffect transition="in" filter="wipe(down)">
                                      <p:cBhvr>
                                        <p:cTn id="40" dur="500"/>
                                        <p:tgtEl>
                                          <p:spTgt spid="51228"/>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1230"/>
                                        </p:tgtEl>
                                        <p:attrNameLst>
                                          <p:attrName>style.visibility</p:attrName>
                                        </p:attrNameLst>
                                      </p:cBhvr>
                                      <p:to>
                                        <p:strVal val="visible"/>
                                      </p:to>
                                    </p:set>
                                    <p:animEffect transition="in" filter="wipe(down)">
                                      <p:cBhvr>
                                        <p:cTn id="43" dur="500"/>
                                        <p:tgtEl>
                                          <p:spTgt spid="51230"/>
                                        </p:tgtEl>
                                      </p:cBhvr>
                                    </p:animEffect>
                                  </p:childTnLst>
                                </p:cTn>
                              </p:par>
                            </p:childTnLst>
                          </p:cTn>
                        </p:par>
                        <p:par>
                          <p:cTn id="44" fill="hold" nodeType="afterGroup">
                            <p:stCondLst>
                              <p:cond delay="500"/>
                            </p:stCondLst>
                            <p:childTnLst>
                              <p:par>
                                <p:cTn id="45" presetID="6" presetClass="entr" presetSubtype="16" fill="hold" grpId="0" nodeType="afterEffect">
                                  <p:stCondLst>
                                    <p:cond delay="0"/>
                                  </p:stCondLst>
                                  <p:childTnLst>
                                    <p:set>
                                      <p:cBhvr>
                                        <p:cTn id="46" dur="1" fill="hold">
                                          <p:stCondLst>
                                            <p:cond delay="0"/>
                                          </p:stCondLst>
                                        </p:cTn>
                                        <p:tgtEl>
                                          <p:spTgt spid="51212"/>
                                        </p:tgtEl>
                                        <p:attrNameLst>
                                          <p:attrName>style.visibility</p:attrName>
                                        </p:attrNameLst>
                                      </p:cBhvr>
                                      <p:to>
                                        <p:strVal val="visible"/>
                                      </p:to>
                                    </p:set>
                                    <p:animEffect transition="in" filter="circle(in)">
                                      <p:cBhvr>
                                        <p:cTn id="47" dur="2000"/>
                                        <p:tgtEl>
                                          <p:spTgt spid="512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6152"/>
                                        </p:tgtEl>
                                        <p:attrNameLst>
                                          <p:attrName>style.visibility</p:attrName>
                                        </p:attrNameLst>
                                      </p:cBhvr>
                                      <p:to>
                                        <p:strVal val="visible"/>
                                      </p:to>
                                    </p:set>
                                    <p:animEffect transition="in" filter="randombar(horizontal)">
                                      <p:cBhvr>
                                        <p:cTn id="52" dur="500"/>
                                        <p:tgtEl>
                                          <p:spTgt spid="6152"/>
                                        </p:tgtEl>
                                      </p:cBhvr>
                                    </p:animEffect>
                                  </p:childTnLst>
                                </p:cTn>
                              </p:par>
                            </p:childTnLst>
                          </p:cTn>
                        </p:par>
                        <p:par>
                          <p:cTn id="53" fill="hold" nodeType="afterGroup">
                            <p:stCondLst>
                              <p:cond delay="500"/>
                            </p:stCondLst>
                            <p:childTnLst>
                              <p:par>
                                <p:cTn id="54" presetID="14" presetClass="entr" presetSubtype="10" fill="hold" nodeType="afterEffect">
                                  <p:stCondLst>
                                    <p:cond delay="0"/>
                                  </p:stCondLst>
                                  <p:childTnLst>
                                    <p:set>
                                      <p:cBhvr>
                                        <p:cTn id="55" dur="1" fill="hold">
                                          <p:stCondLst>
                                            <p:cond delay="0"/>
                                          </p:stCondLst>
                                        </p:cTn>
                                        <p:tgtEl>
                                          <p:spTgt spid="6154"/>
                                        </p:tgtEl>
                                        <p:attrNameLst>
                                          <p:attrName>style.visibility</p:attrName>
                                        </p:attrNameLst>
                                      </p:cBhvr>
                                      <p:to>
                                        <p:strVal val="visible"/>
                                      </p:to>
                                    </p:set>
                                    <p:animEffect transition="in" filter="randombar(horizontal)">
                                      <p:cBhvr>
                                        <p:cTn id="56" dur="500"/>
                                        <p:tgtEl>
                                          <p:spTgt spid="615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6153"/>
                                        </p:tgtEl>
                                        <p:attrNameLst>
                                          <p:attrName>style.visibility</p:attrName>
                                        </p:attrNameLst>
                                      </p:cBhvr>
                                      <p:to>
                                        <p:strVal val="visible"/>
                                      </p:to>
                                    </p:set>
                                    <p:animEffect transition="in" filter="wipe(down)">
                                      <p:cBhvr>
                                        <p:cTn id="61" dur="500"/>
                                        <p:tgtEl>
                                          <p:spTgt spid="6153"/>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6" presetClass="entr" presetSubtype="16" fill="hold" grpId="0" nodeType="clickEffect">
                                  <p:stCondLst>
                                    <p:cond delay="0"/>
                                  </p:stCondLst>
                                  <p:childTnLst>
                                    <p:set>
                                      <p:cBhvr>
                                        <p:cTn id="65" dur="1" fill="hold">
                                          <p:stCondLst>
                                            <p:cond delay="0"/>
                                          </p:stCondLst>
                                        </p:cTn>
                                        <p:tgtEl>
                                          <p:spTgt spid="51214"/>
                                        </p:tgtEl>
                                        <p:attrNameLst>
                                          <p:attrName>style.visibility</p:attrName>
                                        </p:attrNameLst>
                                      </p:cBhvr>
                                      <p:to>
                                        <p:strVal val="visible"/>
                                      </p:to>
                                    </p:set>
                                    <p:animEffect transition="in" filter="circle(in)">
                                      <p:cBhvr>
                                        <p:cTn id="66" dur="2000"/>
                                        <p:tgtEl>
                                          <p:spTgt spid="5121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51223"/>
                                        </p:tgtEl>
                                        <p:attrNameLst>
                                          <p:attrName>style.visibility</p:attrName>
                                        </p:attrNameLst>
                                      </p:cBhvr>
                                      <p:to>
                                        <p:strVal val="visible"/>
                                      </p:to>
                                    </p:set>
                                    <p:animEffect transition="in" filter="wipe(down)">
                                      <p:cBhvr>
                                        <p:cTn id="71" dur="500"/>
                                        <p:tgtEl>
                                          <p:spTgt spid="51223"/>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4" presetClass="entr" presetSubtype="10" fill="hold" grpId="0" nodeType="clickEffect">
                                  <p:stCondLst>
                                    <p:cond delay="0"/>
                                  </p:stCondLst>
                                  <p:childTnLst>
                                    <p:set>
                                      <p:cBhvr>
                                        <p:cTn id="75" dur="1" fill="hold">
                                          <p:stCondLst>
                                            <p:cond delay="0"/>
                                          </p:stCondLst>
                                        </p:cTn>
                                        <p:tgtEl>
                                          <p:spTgt spid="51216"/>
                                        </p:tgtEl>
                                        <p:attrNameLst>
                                          <p:attrName>style.visibility</p:attrName>
                                        </p:attrNameLst>
                                      </p:cBhvr>
                                      <p:to>
                                        <p:strVal val="visible"/>
                                      </p:to>
                                    </p:set>
                                    <p:animEffect transition="in" filter="randombar(horizontal)">
                                      <p:cBhvr>
                                        <p:cTn id="76" dur="500"/>
                                        <p:tgtEl>
                                          <p:spTgt spid="51216"/>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4" presetClass="entr" presetSubtype="10" fill="hold" grpId="0" nodeType="clickEffect">
                                  <p:stCondLst>
                                    <p:cond delay="0"/>
                                  </p:stCondLst>
                                  <p:childTnLst>
                                    <p:set>
                                      <p:cBhvr>
                                        <p:cTn id="80" dur="1" fill="hold">
                                          <p:stCondLst>
                                            <p:cond delay="0"/>
                                          </p:stCondLst>
                                        </p:cTn>
                                        <p:tgtEl>
                                          <p:spTgt spid="51222"/>
                                        </p:tgtEl>
                                        <p:attrNameLst>
                                          <p:attrName>style.visibility</p:attrName>
                                        </p:attrNameLst>
                                      </p:cBhvr>
                                      <p:to>
                                        <p:strVal val="visible"/>
                                      </p:to>
                                    </p:set>
                                    <p:animEffect transition="in" filter="randombar(horizontal)">
                                      <p:cBhvr>
                                        <p:cTn id="81" dur="500"/>
                                        <p:tgtEl>
                                          <p:spTgt spid="5122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51217"/>
                                        </p:tgtEl>
                                        <p:attrNameLst>
                                          <p:attrName>style.visibility</p:attrName>
                                        </p:attrNameLst>
                                      </p:cBhvr>
                                      <p:to>
                                        <p:strVal val="visible"/>
                                      </p:to>
                                    </p:set>
                                    <p:animEffect transition="in" filter="fade">
                                      <p:cBhvr>
                                        <p:cTn id="86" dur="1000"/>
                                        <p:tgtEl>
                                          <p:spTgt spid="51217"/>
                                        </p:tgtEl>
                                      </p:cBhvr>
                                    </p:animEffect>
                                    <p:anim calcmode="lin" valueType="num">
                                      <p:cBhvr>
                                        <p:cTn id="87" dur="1000" fill="hold"/>
                                        <p:tgtEl>
                                          <p:spTgt spid="51217"/>
                                        </p:tgtEl>
                                        <p:attrNameLst>
                                          <p:attrName>ppt_x</p:attrName>
                                        </p:attrNameLst>
                                      </p:cBhvr>
                                      <p:tavLst>
                                        <p:tav tm="0">
                                          <p:val>
                                            <p:strVal val="#ppt_x"/>
                                          </p:val>
                                        </p:tav>
                                        <p:tav tm="100000">
                                          <p:val>
                                            <p:strVal val="#ppt_x"/>
                                          </p:val>
                                        </p:tav>
                                      </p:tavLst>
                                    </p:anim>
                                    <p:anim calcmode="lin" valueType="num">
                                      <p:cBhvr>
                                        <p:cTn id="88" dur="1000" fill="hold"/>
                                        <p:tgtEl>
                                          <p:spTgt spid="512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2" grpId="0"/>
      <p:bldP spid="51214" grpId="0"/>
      <p:bldP spid="51216" grpId="0"/>
      <p:bldP spid="51217" grpId="0"/>
      <p:bldP spid="6152" grpId="0" animBg="1"/>
      <p:bldP spid="6153" grpId="0" animBg="1"/>
      <p:bldP spid="51222" grpId="0" animBg="1"/>
      <p:bldP spid="51227" grpId="0"/>
      <p:bldP spid="51228" grpId="0"/>
      <p:bldP spid="51230" grpId="0"/>
      <p:bldP spid="51231" grpId="0"/>
      <p:bldP spid="51232"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BCA5927-3D31-412F-B1F5-1788FA7B24BD}"/>
              </a:ext>
            </a:extLst>
          </p:cNvPr>
          <p:cNvSpPr>
            <a:spLocks noGrp="1" noChangeArrowheads="1"/>
          </p:cNvSpPr>
          <p:nvPr>
            <p:ph type="title"/>
          </p:nvPr>
        </p:nvSpPr>
        <p:spPr>
          <a:xfrm>
            <a:off x="1187450" y="104775"/>
            <a:ext cx="7326313" cy="1200150"/>
          </a:xfrm>
        </p:spPr>
        <p:txBody>
          <a:bodyPr/>
          <a:lstStyle/>
          <a:p>
            <a:pPr eaLnBrk="1" hangingPunct="1">
              <a:defRPr/>
            </a:pPr>
            <a:r>
              <a:rPr lang="en-US" altLang="zh-CN" sz="4000" b="1" kern="1200" dirty="0">
                <a:ea typeface="宋体" pitchFamily="2" charset="-122"/>
              </a:rPr>
              <a:t>Electric circuit and electric circuit model</a:t>
            </a:r>
          </a:p>
        </p:txBody>
      </p:sp>
      <p:sp>
        <p:nvSpPr>
          <p:cNvPr id="8195" name="Rectangle 3">
            <a:extLst>
              <a:ext uri="{FF2B5EF4-FFF2-40B4-BE49-F238E27FC236}">
                <a16:creationId xmlns:a16="http://schemas.microsoft.com/office/drawing/2014/main" id="{2F8A7633-32B9-47F4-A325-AC6371F10EA4}"/>
              </a:ext>
            </a:extLst>
          </p:cNvPr>
          <p:cNvSpPr>
            <a:spLocks noGrp="1" noChangeArrowheads="1"/>
          </p:cNvSpPr>
          <p:nvPr>
            <p:ph idx="1"/>
          </p:nvPr>
        </p:nvSpPr>
        <p:spPr>
          <a:xfrm>
            <a:off x="609600" y="1676400"/>
            <a:ext cx="7772400" cy="1219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eaLnBrk="1" hangingPunct="1"/>
            <a:r>
              <a:rPr lang="en-US" altLang="zh-CN" sz="2400" b="1">
                <a:ea typeface="宋体" panose="02010600030101010101" pitchFamily="2" charset="-122"/>
              </a:rPr>
              <a:t>   </a:t>
            </a:r>
            <a:r>
              <a:rPr lang="en-US" altLang="zh-CN" sz="2400" b="1">
                <a:solidFill>
                  <a:srgbClr val="FF0000"/>
                </a:solidFill>
                <a:ea typeface="宋体" panose="02010600030101010101" pitchFamily="2" charset="-122"/>
              </a:rPr>
              <a:t>Actual electrical component: </a:t>
            </a:r>
            <a:r>
              <a:rPr lang="en-US" altLang="zh-CN" sz="2400">
                <a:solidFill>
                  <a:srgbClr val="FF0000"/>
                </a:solidFill>
                <a:ea typeface="宋体" panose="02010600030101010101" pitchFamily="2" charset="-122"/>
              </a:rPr>
              <a:t> </a:t>
            </a:r>
            <a:r>
              <a:rPr lang="en-US" altLang="zh-CN" sz="2400">
                <a:ea typeface="宋体" panose="02010600030101010101" pitchFamily="2" charset="-122"/>
              </a:rPr>
              <a:t>a battery or a light bulb</a:t>
            </a:r>
          </a:p>
          <a:p>
            <a:pPr eaLnBrk="1" hangingPunct="1"/>
            <a:endParaRPr lang="zh-CN" altLang="en-US" sz="2400">
              <a:ea typeface="宋体" panose="02010600030101010101" pitchFamily="2" charset="-122"/>
            </a:endParaRPr>
          </a:p>
        </p:txBody>
      </p:sp>
      <p:sp>
        <p:nvSpPr>
          <p:cNvPr id="17412" name="页脚占位符 1">
            <a:extLst>
              <a:ext uri="{FF2B5EF4-FFF2-40B4-BE49-F238E27FC236}">
                <a16:creationId xmlns:a16="http://schemas.microsoft.com/office/drawing/2014/main" id="{826E22B8-56A3-42AA-AEA0-E2AC0BD4BE30}"/>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17413" name="灯片编号占位符 2">
            <a:extLst>
              <a:ext uri="{FF2B5EF4-FFF2-40B4-BE49-F238E27FC236}">
                <a16:creationId xmlns:a16="http://schemas.microsoft.com/office/drawing/2014/main" id="{A8DABC47-F9E3-4F70-877B-C0566DAF387A}"/>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E6DEFC5F-0887-49A7-86AC-39BDC186548D}" type="slidenum">
              <a:rPr lang="zh-CN" altLang="en-US" sz="1200">
                <a:solidFill>
                  <a:srgbClr val="898989"/>
                </a:solidFill>
                <a:latin typeface="Times New Roman" panose="02020603050405020304" pitchFamily="18" charset="0"/>
              </a:rPr>
              <a:pPr>
                <a:spcBef>
                  <a:spcPct val="50000"/>
                </a:spcBef>
                <a:buFontTx/>
                <a:buNone/>
              </a:pPr>
              <a:t>12</a:t>
            </a:fld>
            <a:endParaRPr lang="zh-CN" altLang="en-US" sz="1200">
              <a:solidFill>
                <a:srgbClr val="898989"/>
              </a:solidFill>
              <a:latin typeface="Times New Roman" panose="02020603050405020304" pitchFamily="18" charset="0"/>
            </a:endParaRPr>
          </a:p>
        </p:txBody>
      </p:sp>
      <p:grpSp>
        <p:nvGrpSpPr>
          <p:cNvPr id="47220" name="Group 116">
            <a:extLst>
              <a:ext uri="{FF2B5EF4-FFF2-40B4-BE49-F238E27FC236}">
                <a16:creationId xmlns:a16="http://schemas.microsoft.com/office/drawing/2014/main" id="{9321A905-C2E5-4926-800B-E6F64A217302}"/>
              </a:ext>
            </a:extLst>
          </p:cNvPr>
          <p:cNvGrpSpPr>
            <a:grpSpLocks/>
          </p:cNvGrpSpPr>
          <p:nvPr/>
        </p:nvGrpSpPr>
        <p:grpSpPr bwMode="auto">
          <a:xfrm>
            <a:off x="990600" y="5410200"/>
            <a:ext cx="6096000" cy="795338"/>
            <a:chOff x="624" y="3408"/>
            <a:chExt cx="3840" cy="501"/>
          </a:xfrm>
        </p:grpSpPr>
        <p:sp>
          <p:nvSpPr>
            <p:cNvPr id="17423" name="Text Box 110">
              <a:extLst>
                <a:ext uri="{FF2B5EF4-FFF2-40B4-BE49-F238E27FC236}">
                  <a16:creationId xmlns:a16="http://schemas.microsoft.com/office/drawing/2014/main" id="{6695025A-BA1C-4F96-BD10-C170CAE87664}"/>
                </a:ext>
              </a:extLst>
            </p:cNvPr>
            <p:cNvSpPr txBox="1">
              <a:spLocks noChangeArrowheads="1"/>
            </p:cNvSpPr>
            <p:nvPr/>
          </p:nvSpPr>
          <p:spPr bwMode="auto">
            <a:xfrm>
              <a:off x="624" y="3408"/>
              <a:ext cx="1056" cy="3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600" b="1">
                  <a:latin typeface="Times New Roman" panose="02020603050405020304" pitchFamily="18" charset="0"/>
                  <a:cs typeface="Times New Roman" panose="02020603050405020304" pitchFamily="18" charset="0"/>
                </a:rPr>
                <a:t>Actual electrical component</a:t>
              </a:r>
              <a:endParaRPr lang="zh-CN" altLang="en-US" sz="1600" b="1">
                <a:latin typeface="Times New Roman" panose="02020603050405020304" pitchFamily="18" charset="0"/>
                <a:cs typeface="Times New Roman" panose="02020603050405020304" pitchFamily="18" charset="0"/>
              </a:endParaRPr>
            </a:p>
          </p:txBody>
        </p:sp>
        <p:sp>
          <p:nvSpPr>
            <p:cNvPr id="17424" name="Text Box 111">
              <a:extLst>
                <a:ext uri="{FF2B5EF4-FFF2-40B4-BE49-F238E27FC236}">
                  <a16:creationId xmlns:a16="http://schemas.microsoft.com/office/drawing/2014/main" id="{287BD653-CD49-45EE-8EB6-0EBA78616DBA}"/>
                </a:ext>
              </a:extLst>
            </p:cNvPr>
            <p:cNvSpPr txBox="1">
              <a:spLocks noChangeArrowheads="1"/>
            </p:cNvSpPr>
            <p:nvPr/>
          </p:nvSpPr>
          <p:spPr bwMode="auto">
            <a:xfrm>
              <a:off x="3456" y="3408"/>
              <a:ext cx="1008" cy="3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600" b="1">
                  <a:latin typeface="Times New Roman" panose="02020603050405020304" pitchFamily="18" charset="0"/>
                  <a:cs typeface="Times New Roman" panose="02020603050405020304" pitchFamily="18" charset="0"/>
                </a:rPr>
                <a:t>Ideal circuit component</a:t>
              </a:r>
              <a:endParaRPr lang="zh-CN" altLang="en-US" sz="1600" b="1">
                <a:latin typeface="Times New Roman" panose="02020603050405020304" pitchFamily="18" charset="0"/>
                <a:cs typeface="Times New Roman" panose="02020603050405020304" pitchFamily="18" charset="0"/>
              </a:endParaRPr>
            </a:p>
          </p:txBody>
        </p:sp>
        <p:sp>
          <p:nvSpPr>
            <p:cNvPr id="17425" name="Line 112">
              <a:extLst>
                <a:ext uri="{FF2B5EF4-FFF2-40B4-BE49-F238E27FC236}">
                  <a16:creationId xmlns:a16="http://schemas.microsoft.com/office/drawing/2014/main" id="{D99782AB-CD8E-4DD9-9B06-D8FD5AA0EBC7}"/>
                </a:ext>
              </a:extLst>
            </p:cNvPr>
            <p:cNvSpPr>
              <a:spLocks noChangeShapeType="1"/>
            </p:cNvSpPr>
            <p:nvPr/>
          </p:nvSpPr>
          <p:spPr bwMode="auto">
            <a:xfrm>
              <a:off x="1776" y="3648"/>
              <a:ext cx="158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26" name="Text Box 113">
              <a:extLst>
                <a:ext uri="{FF2B5EF4-FFF2-40B4-BE49-F238E27FC236}">
                  <a16:creationId xmlns:a16="http://schemas.microsoft.com/office/drawing/2014/main" id="{00DE650A-FE5C-4382-B4B8-F3E1E8765575}"/>
                </a:ext>
              </a:extLst>
            </p:cNvPr>
            <p:cNvSpPr txBox="1">
              <a:spLocks noChangeArrowheads="1"/>
            </p:cNvSpPr>
            <p:nvPr/>
          </p:nvSpPr>
          <p:spPr bwMode="auto">
            <a:xfrm>
              <a:off x="1728" y="3408"/>
              <a:ext cx="16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600">
                  <a:latin typeface="Times New Roman" panose="02020603050405020304" pitchFamily="18" charset="0"/>
                  <a:cs typeface="Times New Roman" panose="02020603050405020304" pitchFamily="18" charset="0"/>
                </a:rPr>
                <a:t>Emphasize the main character</a:t>
              </a:r>
            </a:p>
          </p:txBody>
        </p:sp>
        <p:sp>
          <p:nvSpPr>
            <p:cNvPr id="17427" name="Text Box 114">
              <a:extLst>
                <a:ext uri="{FF2B5EF4-FFF2-40B4-BE49-F238E27FC236}">
                  <a16:creationId xmlns:a16="http://schemas.microsoft.com/office/drawing/2014/main" id="{F6760ABB-A901-4F3D-BD85-7D0F0ED5CBB0}"/>
                </a:ext>
              </a:extLst>
            </p:cNvPr>
            <p:cNvSpPr txBox="1">
              <a:spLocks noChangeArrowheads="1"/>
            </p:cNvSpPr>
            <p:nvPr/>
          </p:nvSpPr>
          <p:spPr bwMode="auto">
            <a:xfrm>
              <a:off x="1824" y="3696"/>
              <a:ext cx="158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600">
                  <a:latin typeface="Times New Roman" panose="02020603050405020304" pitchFamily="18" charset="0"/>
                  <a:cs typeface="Times New Roman" panose="02020603050405020304" pitchFamily="18" charset="0"/>
                </a:rPr>
                <a:t>Neglect the minor character</a:t>
              </a:r>
            </a:p>
          </p:txBody>
        </p:sp>
      </p:grpSp>
      <p:grpSp>
        <p:nvGrpSpPr>
          <p:cNvPr id="47221" name="Group 117">
            <a:extLst>
              <a:ext uri="{FF2B5EF4-FFF2-40B4-BE49-F238E27FC236}">
                <a16:creationId xmlns:a16="http://schemas.microsoft.com/office/drawing/2014/main" id="{BED59AC7-91A0-4C6C-87D9-B1608547B4BE}"/>
              </a:ext>
            </a:extLst>
          </p:cNvPr>
          <p:cNvGrpSpPr>
            <a:grpSpLocks/>
          </p:cNvGrpSpPr>
          <p:nvPr/>
        </p:nvGrpSpPr>
        <p:grpSpPr bwMode="auto">
          <a:xfrm>
            <a:off x="4191000" y="2438400"/>
            <a:ext cx="4648200" cy="2678113"/>
            <a:chOff x="2640" y="1536"/>
            <a:chExt cx="2928" cy="1687"/>
          </a:xfrm>
        </p:grpSpPr>
        <p:sp>
          <p:nvSpPr>
            <p:cNvPr id="17421" name="Text Box 108">
              <a:extLst>
                <a:ext uri="{FF2B5EF4-FFF2-40B4-BE49-F238E27FC236}">
                  <a16:creationId xmlns:a16="http://schemas.microsoft.com/office/drawing/2014/main" id="{36818771-0A46-41D9-A99A-A1CD98772BB7}"/>
                </a:ext>
              </a:extLst>
            </p:cNvPr>
            <p:cNvSpPr txBox="1">
              <a:spLocks noChangeArrowheads="1"/>
            </p:cNvSpPr>
            <p:nvPr/>
          </p:nvSpPr>
          <p:spPr bwMode="auto">
            <a:xfrm>
              <a:off x="2640" y="1536"/>
              <a:ext cx="2928" cy="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pPr>
              <a:r>
                <a:rPr lang="en-US" altLang="zh-CN" sz="2400" b="1"/>
                <a:t>  </a:t>
              </a:r>
              <a:r>
                <a:rPr lang="en-US" altLang="zh-CN" sz="2400" b="1">
                  <a:solidFill>
                    <a:srgbClr val="FF0000"/>
                  </a:solidFill>
                </a:rPr>
                <a:t>Ideal circuit component: </a:t>
              </a:r>
              <a:r>
                <a:rPr lang="en-US" altLang="zh-CN" sz="2400">
                  <a:solidFill>
                    <a:srgbClr val="FF0000"/>
                  </a:solidFill>
                </a:rPr>
                <a:t> </a:t>
              </a:r>
              <a:r>
                <a:rPr lang="en-US" altLang="zh-CN" sz="2400"/>
                <a:t>a mathematical model of an actual electric component. </a:t>
              </a:r>
              <a:endParaRPr lang="zh-CN" altLang="en-US" sz="2400"/>
            </a:p>
          </p:txBody>
        </p:sp>
        <p:pic>
          <p:nvPicPr>
            <p:cNvPr id="17422" name="Picture 115">
              <a:extLst>
                <a:ext uri="{FF2B5EF4-FFF2-40B4-BE49-F238E27FC236}">
                  <a16:creationId xmlns:a16="http://schemas.microsoft.com/office/drawing/2014/main" id="{59AB7A55-85BB-4C99-B2A7-540732ADF2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6" y="2352"/>
              <a:ext cx="1248" cy="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12" name="组合 111">
            <a:extLst>
              <a:ext uri="{FF2B5EF4-FFF2-40B4-BE49-F238E27FC236}">
                <a16:creationId xmlns:a16="http://schemas.microsoft.com/office/drawing/2014/main" id="{D016A0F9-CB57-42A0-B2D5-A508CC499E97}"/>
              </a:ext>
            </a:extLst>
          </p:cNvPr>
          <p:cNvGrpSpPr>
            <a:grpSpLocks/>
          </p:cNvGrpSpPr>
          <p:nvPr/>
        </p:nvGrpSpPr>
        <p:grpSpPr bwMode="auto">
          <a:xfrm>
            <a:off x="7135813" y="4197350"/>
            <a:ext cx="1147762" cy="1539875"/>
            <a:chOff x="7135813" y="4197350"/>
            <a:chExt cx="1147762" cy="1539875"/>
          </a:xfrm>
        </p:grpSpPr>
        <p:sp>
          <p:nvSpPr>
            <p:cNvPr id="17418" name="Text Box 116">
              <a:extLst>
                <a:ext uri="{FF2B5EF4-FFF2-40B4-BE49-F238E27FC236}">
                  <a16:creationId xmlns:a16="http://schemas.microsoft.com/office/drawing/2014/main" id="{C85B89B9-2259-4B55-BA13-74FF422425C3}"/>
                </a:ext>
              </a:extLst>
            </p:cNvPr>
            <p:cNvSpPr txBox="1">
              <a:spLocks noChangeArrowheads="1"/>
            </p:cNvSpPr>
            <p:nvPr/>
          </p:nvSpPr>
          <p:spPr bwMode="auto">
            <a:xfrm>
              <a:off x="7261225" y="4197350"/>
              <a:ext cx="1022350" cy="590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r>
                <a:rPr lang="en-US" altLang="zh-CN" sz="1600" b="1">
                  <a:latin typeface="Times New Roman" panose="02020603050405020304" pitchFamily="18" charset="0"/>
                </a:rPr>
                <a:t>Circuit Model</a:t>
              </a:r>
            </a:p>
          </p:txBody>
        </p:sp>
        <p:sp>
          <p:nvSpPr>
            <p:cNvPr id="17419" name="Line 117">
              <a:extLst>
                <a:ext uri="{FF2B5EF4-FFF2-40B4-BE49-F238E27FC236}">
                  <a16:creationId xmlns:a16="http://schemas.microsoft.com/office/drawing/2014/main" id="{C1517A74-87F1-424B-A9B4-C29716B37B93}"/>
                </a:ext>
              </a:extLst>
            </p:cNvPr>
            <p:cNvSpPr>
              <a:spLocks noChangeShapeType="1"/>
            </p:cNvSpPr>
            <p:nvPr/>
          </p:nvSpPr>
          <p:spPr bwMode="auto">
            <a:xfrm>
              <a:off x="7135813" y="5719763"/>
              <a:ext cx="6461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7420" name="Line 118">
              <a:extLst>
                <a:ext uri="{FF2B5EF4-FFF2-40B4-BE49-F238E27FC236}">
                  <a16:creationId xmlns:a16="http://schemas.microsoft.com/office/drawing/2014/main" id="{4C1F3AAC-075E-4A42-8A84-F01A07432941}"/>
                </a:ext>
              </a:extLst>
            </p:cNvPr>
            <p:cNvSpPr>
              <a:spLocks noChangeShapeType="1"/>
            </p:cNvSpPr>
            <p:nvPr/>
          </p:nvSpPr>
          <p:spPr bwMode="auto">
            <a:xfrm flipV="1">
              <a:off x="7781925" y="4840288"/>
              <a:ext cx="0" cy="8969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pic>
        <p:nvPicPr>
          <p:cNvPr id="8201" name="Picture 3" descr="ale29559_01001">
            <a:extLst>
              <a:ext uri="{FF2B5EF4-FFF2-40B4-BE49-F238E27FC236}">
                <a16:creationId xmlns:a16="http://schemas.microsoft.com/office/drawing/2014/main" id="{549F3BCA-75C9-4610-9A32-0C0861760F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333"/>
          <a:stretch/>
        </p:blipFill>
        <p:spPr bwMode="auto">
          <a:xfrm>
            <a:off x="514350" y="2867024"/>
            <a:ext cx="3208337" cy="197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201"/>
                                        </p:tgtEl>
                                        <p:attrNameLst>
                                          <p:attrName>style.visibility</p:attrName>
                                        </p:attrNameLst>
                                      </p:cBhvr>
                                      <p:to>
                                        <p:strVal val="visible"/>
                                      </p:to>
                                    </p:set>
                                    <p:animEffect transition="in" filter="wipe(down)">
                                      <p:cBhvr>
                                        <p:cTn id="7" dur="500"/>
                                        <p:tgtEl>
                                          <p:spTgt spid="82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195">
                                            <p:txEl>
                                              <p:pRg st="0" end="0"/>
                                            </p:txEl>
                                          </p:spTgt>
                                        </p:tgtEl>
                                        <p:attrNameLst>
                                          <p:attrName>style.visibility</p:attrName>
                                        </p:attrNameLst>
                                      </p:cBhvr>
                                      <p:to>
                                        <p:strVal val="visible"/>
                                      </p:to>
                                    </p:set>
                                    <p:anim calcmode="lin" valueType="num">
                                      <p:cBhvr additive="base">
                                        <p:cTn id="12" dur="500" fill="hold"/>
                                        <p:tgtEl>
                                          <p:spTgt spid="819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19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ntr" presetSubtype="42" fill="hold" nodeType="clickEffect">
                                  <p:stCondLst>
                                    <p:cond delay="0"/>
                                  </p:stCondLst>
                                  <p:childTnLst>
                                    <p:set>
                                      <p:cBhvr>
                                        <p:cTn id="17" dur="1" fill="hold">
                                          <p:stCondLst>
                                            <p:cond delay="0"/>
                                          </p:stCondLst>
                                        </p:cTn>
                                        <p:tgtEl>
                                          <p:spTgt spid="47220"/>
                                        </p:tgtEl>
                                        <p:attrNameLst>
                                          <p:attrName>style.visibility</p:attrName>
                                        </p:attrNameLst>
                                      </p:cBhvr>
                                      <p:to>
                                        <p:strVal val="visible"/>
                                      </p:to>
                                    </p:set>
                                    <p:animEffect transition="in" filter="barn(outHorizontal)">
                                      <p:cBhvr>
                                        <p:cTn id="18" dur="500"/>
                                        <p:tgtEl>
                                          <p:spTgt spid="472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nodeType="clickEffect">
                                  <p:stCondLst>
                                    <p:cond delay="0"/>
                                  </p:stCondLst>
                                  <p:childTnLst>
                                    <p:set>
                                      <p:cBhvr>
                                        <p:cTn id="22" dur="1" fill="hold">
                                          <p:stCondLst>
                                            <p:cond delay="0"/>
                                          </p:stCondLst>
                                        </p:cTn>
                                        <p:tgtEl>
                                          <p:spTgt spid="47221"/>
                                        </p:tgtEl>
                                        <p:attrNameLst>
                                          <p:attrName>style.visibility</p:attrName>
                                        </p:attrNameLst>
                                      </p:cBhvr>
                                      <p:to>
                                        <p:strVal val="visible"/>
                                      </p:to>
                                    </p:set>
                                    <p:animEffect transition="in" filter="barn(outHorizontal)">
                                      <p:cBhvr>
                                        <p:cTn id="23" dur="500"/>
                                        <p:tgtEl>
                                          <p:spTgt spid="4722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nodeType="clickEffect">
                                  <p:stCondLst>
                                    <p:cond delay="0"/>
                                  </p:stCondLst>
                                  <p:childTnLst>
                                    <p:set>
                                      <p:cBhvr>
                                        <p:cTn id="27" dur="1" fill="hold">
                                          <p:stCondLst>
                                            <p:cond delay="0"/>
                                          </p:stCondLst>
                                        </p:cTn>
                                        <p:tgtEl>
                                          <p:spTgt spid="112"/>
                                        </p:tgtEl>
                                        <p:attrNameLst>
                                          <p:attrName>style.visibility</p:attrName>
                                        </p:attrNameLst>
                                      </p:cBhvr>
                                      <p:to>
                                        <p:strVal val="visible"/>
                                      </p:to>
                                    </p:set>
                                    <p:animEffect transition="in" filter="fade">
                                      <p:cBhvr>
                                        <p:cTn id="28" dur="1000"/>
                                        <p:tgtEl>
                                          <p:spTgt spid="112"/>
                                        </p:tgtEl>
                                      </p:cBhvr>
                                    </p:animEffect>
                                    <p:anim calcmode="lin" valueType="num">
                                      <p:cBhvr>
                                        <p:cTn id="29" dur="1000" fill="hold"/>
                                        <p:tgtEl>
                                          <p:spTgt spid="112"/>
                                        </p:tgtEl>
                                        <p:attrNameLst>
                                          <p:attrName>ppt_x</p:attrName>
                                        </p:attrNameLst>
                                      </p:cBhvr>
                                      <p:tavLst>
                                        <p:tav tm="0">
                                          <p:val>
                                            <p:strVal val="#ppt_x"/>
                                          </p:val>
                                        </p:tav>
                                        <p:tav tm="100000">
                                          <p:val>
                                            <p:strVal val="#ppt_x"/>
                                          </p:val>
                                        </p:tav>
                                      </p:tavLst>
                                    </p:anim>
                                    <p:anim calcmode="lin" valueType="num">
                                      <p:cBhvr>
                                        <p:cTn id="30" dur="1000" fill="hold"/>
                                        <p:tgtEl>
                                          <p:spTgt spid="1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1">
            <a:extLst>
              <a:ext uri="{FF2B5EF4-FFF2-40B4-BE49-F238E27FC236}">
                <a16:creationId xmlns:a16="http://schemas.microsoft.com/office/drawing/2014/main" id="{5F67BF92-C65B-43C9-8C77-D1D273E1FD9A}"/>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18435" name="灯片编号占位符 2">
            <a:extLst>
              <a:ext uri="{FF2B5EF4-FFF2-40B4-BE49-F238E27FC236}">
                <a16:creationId xmlns:a16="http://schemas.microsoft.com/office/drawing/2014/main" id="{46A27C27-A86A-4D66-8638-03B5B809E578}"/>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361163D7-3315-43F2-ADA6-5B9CB12D7669}" type="slidenum">
              <a:rPr lang="zh-CN" altLang="en-US" sz="1200">
                <a:solidFill>
                  <a:srgbClr val="898989"/>
                </a:solidFill>
                <a:latin typeface="Times New Roman" panose="02020603050405020304" pitchFamily="18" charset="0"/>
              </a:rPr>
              <a:pPr>
                <a:spcBef>
                  <a:spcPct val="50000"/>
                </a:spcBef>
                <a:buFontTx/>
                <a:buNone/>
              </a:pPr>
              <a:t>13</a:t>
            </a:fld>
            <a:endParaRPr lang="zh-CN" altLang="en-US" sz="1200">
              <a:solidFill>
                <a:srgbClr val="898989"/>
              </a:solidFill>
              <a:latin typeface="Times New Roman" panose="02020603050405020304" pitchFamily="18" charset="0"/>
            </a:endParaRPr>
          </a:p>
        </p:txBody>
      </p:sp>
      <p:sp>
        <p:nvSpPr>
          <p:cNvPr id="57346" name="Rectangle 2">
            <a:extLst>
              <a:ext uri="{FF2B5EF4-FFF2-40B4-BE49-F238E27FC236}">
                <a16:creationId xmlns:a16="http://schemas.microsoft.com/office/drawing/2014/main" id="{3C630B4C-7D27-4F9D-8CCA-C8E24C31CCC8}"/>
              </a:ext>
            </a:extLst>
          </p:cNvPr>
          <p:cNvSpPr>
            <a:spLocks noGrp="1" noRot="1" noChangeArrowheads="1"/>
          </p:cNvSpPr>
          <p:nvPr>
            <p:ph type="ctrTitle"/>
          </p:nvPr>
        </p:nvSpPr>
        <p:spPr>
          <a:xfrm>
            <a:off x="573088" y="160338"/>
            <a:ext cx="7772400" cy="604837"/>
          </a:xfrm>
        </p:spPr>
        <p:txBody>
          <a:bodyPr/>
          <a:lstStyle/>
          <a:p>
            <a:pPr>
              <a:defRPr/>
            </a:pPr>
            <a:r>
              <a:rPr lang="en-US" altLang="zh-CN" sz="4000" kern="1200" dirty="0">
                <a:ea typeface="宋体" pitchFamily="2" charset="-122"/>
              </a:rPr>
              <a:t>1.2 Systems of Units</a:t>
            </a:r>
          </a:p>
        </p:txBody>
      </p:sp>
      <p:sp>
        <p:nvSpPr>
          <p:cNvPr id="18437" name="Rectangle 3">
            <a:extLst>
              <a:ext uri="{FF2B5EF4-FFF2-40B4-BE49-F238E27FC236}">
                <a16:creationId xmlns:a16="http://schemas.microsoft.com/office/drawing/2014/main" id="{AE4C5A50-7673-4891-8673-053049443A86}"/>
              </a:ext>
            </a:extLst>
          </p:cNvPr>
          <p:cNvSpPr>
            <a:spLocks noRot="1" noChangeArrowheads="1"/>
          </p:cNvSpPr>
          <p:nvPr/>
        </p:nvSpPr>
        <p:spPr bwMode="auto">
          <a:xfrm>
            <a:off x="755650" y="2805113"/>
            <a:ext cx="6121400" cy="576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b="1">
                <a:solidFill>
                  <a:srgbClr val="FF0000"/>
                </a:solidFill>
              </a:rPr>
              <a:t>The six basic SI units</a:t>
            </a:r>
          </a:p>
        </p:txBody>
      </p:sp>
      <p:sp>
        <p:nvSpPr>
          <p:cNvPr id="7172" name="Rectangle 4">
            <a:extLst>
              <a:ext uri="{FF2B5EF4-FFF2-40B4-BE49-F238E27FC236}">
                <a16:creationId xmlns:a16="http://schemas.microsoft.com/office/drawing/2014/main" id="{1BAD0A30-3F28-437A-AEEF-569A774B1E96}"/>
              </a:ext>
            </a:extLst>
          </p:cNvPr>
          <p:cNvSpPr>
            <a:spLocks noRot="1" noChangeArrowheads="1"/>
          </p:cNvSpPr>
          <p:nvPr/>
        </p:nvSpPr>
        <p:spPr bwMode="auto">
          <a:xfrm>
            <a:off x="755650" y="765175"/>
            <a:ext cx="7408863"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defRPr/>
            </a:pPr>
            <a:r>
              <a:rPr lang="en-US" altLang="zh-CN" sz="2400" b="1" dirty="0">
                <a:solidFill>
                  <a:srgbClr val="FF0000"/>
                </a:solidFill>
                <a:latin typeface="Comic Sans MS" panose="030F0702030302020204" pitchFamily="66" charset="0"/>
              </a:rPr>
              <a:t>SI (International System of Units)</a:t>
            </a:r>
          </a:p>
          <a:p>
            <a:pPr algn="l">
              <a:buClr>
                <a:srgbClr val="FF0000"/>
              </a:buClr>
              <a:buFont typeface="Wingdings" pitchFamily="2" charset="2"/>
              <a:buChar char="F"/>
              <a:defRPr/>
            </a:pPr>
            <a:r>
              <a:rPr lang="en-US" altLang="zh-CN" sz="2400" dirty="0">
                <a:latin typeface="Comic Sans MS" panose="030F0702030302020204" pitchFamily="66" charset="0"/>
              </a:rPr>
              <a:t>An international measurement language</a:t>
            </a:r>
          </a:p>
          <a:p>
            <a:pPr marL="457200" indent="-457200" algn="l">
              <a:buClr>
                <a:srgbClr val="FF0000"/>
              </a:buClr>
              <a:buFont typeface="Wingdings" pitchFamily="2" charset="2"/>
              <a:buChar char="F"/>
              <a:defRPr/>
            </a:pPr>
            <a:r>
              <a:rPr lang="en-US" altLang="zh-CN" sz="2400" dirty="0">
                <a:latin typeface="Comic Sans MS" panose="030F0702030302020204" pitchFamily="66" charset="0"/>
              </a:rPr>
              <a:t>Adopted by the General Conference on Weights and Measures in 1960</a:t>
            </a:r>
          </a:p>
          <a:p>
            <a:pPr algn="l">
              <a:buClr>
                <a:srgbClr val="FF0000"/>
              </a:buClr>
              <a:buFont typeface="Wingdings" pitchFamily="2" charset="2"/>
              <a:buChar char="F"/>
              <a:defRPr/>
            </a:pPr>
            <a:endParaRPr lang="en-US" altLang="zh-CN" sz="2800" b="1" dirty="0"/>
          </a:p>
        </p:txBody>
      </p:sp>
      <p:sp>
        <p:nvSpPr>
          <p:cNvPr id="7173" name="Rectangle 14">
            <a:extLst>
              <a:ext uri="{FF2B5EF4-FFF2-40B4-BE49-F238E27FC236}">
                <a16:creationId xmlns:a16="http://schemas.microsoft.com/office/drawing/2014/main" id="{7CF386DF-BF73-4E9A-9328-431417C52FF8}"/>
              </a:ext>
            </a:extLst>
          </p:cNvPr>
          <p:cNvSpPr>
            <a:spLocks noChangeArrowheads="1"/>
          </p:cNvSpPr>
          <p:nvPr/>
        </p:nvSpPr>
        <p:spPr bwMode="auto">
          <a:xfrm>
            <a:off x="755650" y="3352800"/>
            <a:ext cx="7848600"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eaLnBrk="0" hangingPunct="0">
              <a:spcBef>
                <a:spcPct val="50000"/>
              </a:spcBef>
              <a:defRPr sz="1600">
                <a:solidFill>
                  <a:schemeClr val="tx1"/>
                </a:solidFill>
                <a:latin typeface="Times New Roman" pitchFamily="18" charset="0"/>
              </a:defRPr>
            </a:lvl1pPr>
            <a:lvl2pPr marL="742950" indent="-285750" algn="ctr" eaLnBrk="0" hangingPunct="0">
              <a:spcBef>
                <a:spcPct val="50000"/>
              </a:spcBef>
              <a:defRPr sz="1600">
                <a:solidFill>
                  <a:schemeClr val="tx1"/>
                </a:solidFill>
                <a:latin typeface="Times New Roman" pitchFamily="18" charset="0"/>
              </a:defRPr>
            </a:lvl2pPr>
            <a:lvl3pPr marL="1143000" indent="-228600" algn="ctr" eaLnBrk="0" hangingPunct="0">
              <a:spcBef>
                <a:spcPct val="50000"/>
              </a:spcBef>
              <a:defRPr sz="1600">
                <a:solidFill>
                  <a:schemeClr val="tx1"/>
                </a:solidFill>
                <a:latin typeface="Times New Roman" pitchFamily="18" charset="0"/>
              </a:defRPr>
            </a:lvl3pPr>
            <a:lvl4pPr marL="1600200" indent="-228600" algn="ctr" eaLnBrk="0" hangingPunct="0">
              <a:spcBef>
                <a:spcPct val="50000"/>
              </a:spcBef>
              <a:defRPr sz="1600">
                <a:solidFill>
                  <a:schemeClr val="tx1"/>
                </a:solidFill>
                <a:latin typeface="Times New Roman" pitchFamily="18" charset="0"/>
              </a:defRPr>
            </a:lvl4pPr>
            <a:lvl5pPr marL="2057400" indent="-228600" algn="ctr" eaLnBrk="0" hangingPunct="0">
              <a:spcBef>
                <a:spcPct val="50000"/>
              </a:spcBef>
              <a:defRPr sz="1600">
                <a:solidFill>
                  <a:schemeClr val="tx1"/>
                </a:solidFill>
                <a:latin typeface="Times New Roman" pitchFamily="18" charset="0"/>
              </a:defRPr>
            </a:lvl5pPr>
            <a:lvl6pPr marL="2514600" indent="-228600" algn="ctr" eaLnBrk="0" fontAlgn="base" hangingPunct="0">
              <a:spcBef>
                <a:spcPct val="50000"/>
              </a:spcBef>
              <a:spcAft>
                <a:spcPct val="0"/>
              </a:spcAft>
              <a:defRPr sz="1600">
                <a:solidFill>
                  <a:schemeClr val="tx1"/>
                </a:solidFill>
                <a:latin typeface="Times New Roman" pitchFamily="18" charset="0"/>
              </a:defRPr>
            </a:lvl6pPr>
            <a:lvl7pPr marL="2971800" indent="-228600" algn="ctr" eaLnBrk="0" fontAlgn="base" hangingPunct="0">
              <a:spcBef>
                <a:spcPct val="50000"/>
              </a:spcBef>
              <a:spcAft>
                <a:spcPct val="0"/>
              </a:spcAft>
              <a:defRPr sz="1600">
                <a:solidFill>
                  <a:schemeClr val="tx1"/>
                </a:solidFill>
                <a:latin typeface="Times New Roman" pitchFamily="18" charset="0"/>
              </a:defRPr>
            </a:lvl7pPr>
            <a:lvl8pPr marL="3429000" indent="-228600" algn="ctr" eaLnBrk="0" fontAlgn="base" hangingPunct="0">
              <a:spcBef>
                <a:spcPct val="50000"/>
              </a:spcBef>
              <a:spcAft>
                <a:spcPct val="0"/>
              </a:spcAft>
              <a:defRPr sz="1600">
                <a:solidFill>
                  <a:schemeClr val="tx1"/>
                </a:solidFill>
                <a:latin typeface="Times New Roman" pitchFamily="18" charset="0"/>
              </a:defRPr>
            </a:lvl8pPr>
            <a:lvl9pPr marL="3886200" indent="-228600" algn="ctr" eaLnBrk="0" fontAlgn="base" hangingPunct="0">
              <a:spcBef>
                <a:spcPct val="50000"/>
              </a:spcBef>
              <a:spcAft>
                <a:spcPct val="0"/>
              </a:spcAft>
              <a:defRPr sz="1600">
                <a:solidFill>
                  <a:schemeClr val="tx1"/>
                </a:solidFill>
                <a:latin typeface="Times New Roman" pitchFamily="18" charset="0"/>
              </a:defRPr>
            </a:lvl9pPr>
          </a:lstStyle>
          <a:p>
            <a:pPr algn="l">
              <a:spcBef>
                <a:spcPct val="0"/>
              </a:spcBef>
              <a:defRPr/>
            </a:pPr>
            <a:r>
              <a:rPr kumimoji="1" lang="en-US" altLang="zh-CN" sz="2400" b="1" i="1" u="sng" dirty="0">
                <a:solidFill>
                  <a:schemeClr val="tx1">
                    <a:lumMod val="50000"/>
                  </a:schemeClr>
                </a:solidFill>
                <a:latin typeface="Arial" charset="0"/>
              </a:rPr>
              <a:t>Quantity </a:t>
            </a:r>
            <a:r>
              <a:rPr kumimoji="1" lang="en-US" altLang="zh-CN" sz="2400" b="1" i="1" u="sng" dirty="0">
                <a:solidFill>
                  <a:srgbClr val="0070C0"/>
                </a:solidFill>
                <a:latin typeface="Arial" charset="0"/>
              </a:rPr>
              <a:t>                                   </a:t>
            </a:r>
            <a:r>
              <a:rPr kumimoji="1" lang="en-US" altLang="zh-CN" sz="2400" b="1" i="1" u="sng" dirty="0">
                <a:solidFill>
                  <a:schemeClr val="tx1">
                    <a:lumMod val="50000"/>
                  </a:schemeClr>
                </a:solidFill>
                <a:latin typeface="Arial" charset="0"/>
              </a:rPr>
              <a:t>Basic unit         Symbol </a:t>
            </a:r>
          </a:p>
          <a:p>
            <a:pPr algn="l">
              <a:spcBef>
                <a:spcPct val="0"/>
              </a:spcBef>
              <a:defRPr/>
            </a:pPr>
            <a:r>
              <a:rPr kumimoji="1" lang="en-US" altLang="zh-CN" sz="2400" b="1" dirty="0">
                <a:latin typeface="Arial" charset="0"/>
              </a:rPr>
              <a:t>Length                                        meter                  </a:t>
            </a:r>
            <a:r>
              <a:rPr kumimoji="1" lang="en-US" altLang="zh-CN" sz="2400" b="1" dirty="0">
                <a:solidFill>
                  <a:srgbClr val="FF3300"/>
                </a:solidFill>
                <a:latin typeface="Arial" charset="0"/>
              </a:rPr>
              <a:t>m</a:t>
            </a:r>
          </a:p>
          <a:p>
            <a:pPr algn="l">
              <a:spcBef>
                <a:spcPct val="0"/>
              </a:spcBef>
              <a:defRPr/>
            </a:pPr>
            <a:r>
              <a:rPr kumimoji="1" lang="en-US" altLang="zh-CN" sz="2400" b="1" dirty="0">
                <a:latin typeface="Arial" charset="0"/>
              </a:rPr>
              <a:t>Mass                                           kilogram             </a:t>
            </a:r>
            <a:r>
              <a:rPr kumimoji="1" lang="en-US" altLang="zh-CN" sz="2400" b="1" dirty="0">
                <a:solidFill>
                  <a:srgbClr val="FF3300"/>
                </a:solidFill>
                <a:latin typeface="Arial" charset="0"/>
              </a:rPr>
              <a:t>kg</a:t>
            </a:r>
          </a:p>
          <a:p>
            <a:pPr algn="l">
              <a:spcBef>
                <a:spcPct val="0"/>
              </a:spcBef>
              <a:defRPr/>
            </a:pPr>
            <a:r>
              <a:rPr kumimoji="1" lang="en-US" altLang="zh-CN" sz="2400" b="1" dirty="0">
                <a:latin typeface="Arial" charset="0"/>
              </a:rPr>
              <a:t>Time                                            second               </a:t>
            </a:r>
            <a:r>
              <a:rPr kumimoji="1" lang="en-US" altLang="zh-CN" sz="2400" b="1" dirty="0">
                <a:solidFill>
                  <a:srgbClr val="FF3300"/>
                </a:solidFill>
                <a:latin typeface="Arial" charset="0"/>
              </a:rPr>
              <a:t>s</a:t>
            </a:r>
          </a:p>
          <a:p>
            <a:pPr algn="l">
              <a:spcBef>
                <a:spcPct val="0"/>
              </a:spcBef>
              <a:defRPr/>
            </a:pPr>
            <a:r>
              <a:rPr kumimoji="1" lang="en-US" altLang="zh-CN" sz="2400" b="1" dirty="0">
                <a:latin typeface="Arial" charset="0"/>
              </a:rPr>
              <a:t>Electric  current                         ampere              </a:t>
            </a:r>
            <a:r>
              <a:rPr kumimoji="1" lang="en-US" altLang="zh-CN" sz="2400" b="1" dirty="0">
                <a:solidFill>
                  <a:srgbClr val="FF3300"/>
                </a:solidFill>
                <a:latin typeface="Arial" charset="0"/>
              </a:rPr>
              <a:t> A</a:t>
            </a:r>
          </a:p>
          <a:p>
            <a:pPr algn="l">
              <a:spcBef>
                <a:spcPct val="0"/>
              </a:spcBef>
              <a:defRPr/>
            </a:pPr>
            <a:r>
              <a:rPr kumimoji="1" lang="en-US" altLang="zh-CN" sz="2400" b="1" dirty="0">
                <a:latin typeface="Arial" charset="0"/>
              </a:rPr>
              <a:t>Thermodynamic temperature   kelvin                  </a:t>
            </a:r>
            <a:r>
              <a:rPr kumimoji="1" lang="en-US" altLang="zh-CN" sz="2400" b="1" dirty="0">
                <a:solidFill>
                  <a:srgbClr val="FF3300"/>
                </a:solidFill>
                <a:latin typeface="Arial" charset="0"/>
              </a:rPr>
              <a:t>K</a:t>
            </a:r>
          </a:p>
          <a:p>
            <a:pPr algn="l">
              <a:spcBef>
                <a:spcPct val="0"/>
              </a:spcBef>
              <a:defRPr/>
            </a:pPr>
            <a:r>
              <a:rPr kumimoji="1" lang="en-US" altLang="zh-CN" sz="2400" b="1" dirty="0">
                <a:latin typeface="Arial" charset="0"/>
              </a:rPr>
              <a:t>Luminous intensity                   candela               </a:t>
            </a:r>
            <a:r>
              <a:rPr kumimoji="1" lang="en-US" altLang="zh-CN" sz="2400" b="1" dirty="0">
                <a:solidFill>
                  <a:srgbClr val="FF3300"/>
                </a:solidFill>
                <a:latin typeface="Arial" charset="0"/>
              </a:rPr>
              <a:t>cd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a:extLst>
              <a:ext uri="{FF2B5EF4-FFF2-40B4-BE49-F238E27FC236}">
                <a16:creationId xmlns:a16="http://schemas.microsoft.com/office/drawing/2014/main" id="{C94819BD-C50A-4D0A-88AE-52C8BD0FB74E}"/>
              </a:ext>
            </a:extLst>
          </p:cNvPr>
          <p:cNvSpPr>
            <a:spLocks noGrp="1" noChangeArrowheads="1"/>
          </p:cNvSpPr>
          <p:nvPr>
            <p:ph idx="1"/>
          </p:nvPr>
        </p:nvSpPr>
        <p:spPr>
          <a:xfrm>
            <a:off x="685800" y="407988"/>
            <a:ext cx="7934325" cy="1974850"/>
          </a:xfrm>
        </p:spPr>
        <p:txBody>
          <a:bodyPr/>
          <a:lstStyle/>
          <a:p>
            <a:pPr marL="0" indent="0" algn="just" eaLnBrk="1" hangingPunct="1">
              <a:buFontTx/>
              <a:buNone/>
              <a:defRPr/>
            </a:pPr>
            <a:r>
              <a:rPr lang="en-US" altLang="zh-CN" sz="2400" kern="1200" dirty="0">
                <a:solidFill>
                  <a:srgbClr val="FF0000"/>
                </a:solidFill>
                <a:ea typeface="宋体" pitchFamily="2" charset="-122"/>
              </a:rPr>
              <a:t>SI System </a:t>
            </a:r>
            <a:r>
              <a:rPr lang="en-US" altLang="zh-CN" sz="2400" kern="1200" dirty="0">
                <a:ea typeface="宋体" pitchFamily="2" charset="-122"/>
              </a:rPr>
              <a:t>uses prefixes based on the power of 10 to relate larger and smaller units to the base unit. Each prefix represents a particular power of 10. </a:t>
            </a:r>
            <a:r>
              <a:rPr lang="en-US" altLang="zh-CN" sz="2400" kern="1200" dirty="0">
                <a:solidFill>
                  <a:srgbClr val="FF0000"/>
                </a:solidFill>
                <a:ea typeface="宋体" pitchFamily="2" charset="-122"/>
              </a:rPr>
              <a:t>Example:</a:t>
            </a:r>
            <a:r>
              <a:rPr lang="en-US" altLang="zh-CN" sz="2400" kern="1200" dirty="0">
                <a:ea typeface="宋体" pitchFamily="2" charset="-122"/>
              </a:rPr>
              <a:t> 2500 W is equivalent to 2.5 kW or 2.5 x 10</a:t>
            </a:r>
            <a:r>
              <a:rPr lang="en-US" altLang="zh-CN" sz="2400" kern="1200" baseline="30000" dirty="0">
                <a:ea typeface="宋体" pitchFamily="2" charset="-122"/>
              </a:rPr>
              <a:t>-3</a:t>
            </a:r>
            <a:r>
              <a:rPr lang="en-US" altLang="zh-CN" sz="2400" kern="1200" dirty="0">
                <a:ea typeface="宋体" pitchFamily="2" charset="-122"/>
              </a:rPr>
              <a:t> MW</a:t>
            </a:r>
          </a:p>
        </p:txBody>
      </p:sp>
      <p:sp>
        <p:nvSpPr>
          <p:cNvPr id="19459" name="页脚占位符 1">
            <a:extLst>
              <a:ext uri="{FF2B5EF4-FFF2-40B4-BE49-F238E27FC236}">
                <a16:creationId xmlns:a16="http://schemas.microsoft.com/office/drawing/2014/main" id="{1B506C02-FA43-408C-8840-022C68328347}"/>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19460" name="灯片编号占位符 2">
            <a:extLst>
              <a:ext uri="{FF2B5EF4-FFF2-40B4-BE49-F238E27FC236}">
                <a16:creationId xmlns:a16="http://schemas.microsoft.com/office/drawing/2014/main" id="{FD4BBB73-0E77-408F-83B4-F0D48A60CC0B}"/>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45BEB7C5-89E4-4C39-ABD5-367C6499376A}" type="slidenum">
              <a:rPr lang="zh-CN" altLang="en-US" sz="1200">
                <a:solidFill>
                  <a:srgbClr val="898989"/>
                </a:solidFill>
                <a:latin typeface="Times New Roman" panose="02020603050405020304" pitchFamily="18" charset="0"/>
              </a:rPr>
              <a:pPr>
                <a:spcBef>
                  <a:spcPct val="50000"/>
                </a:spcBef>
                <a:buFontTx/>
                <a:buNone/>
              </a:pPr>
              <a:t>14</a:t>
            </a:fld>
            <a:endParaRPr lang="zh-CN" altLang="en-US" sz="1200">
              <a:solidFill>
                <a:srgbClr val="898989"/>
              </a:solidFill>
              <a:latin typeface="Times New Roman" panose="02020603050405020304" pitchFamily="18" charset="0"/>
            </a:endParaRPr>
          </a:p>
        </p:txBody>
      </p:sp>
      <p:graphicFrame>
        <p:nvGraphicFramePr>
          <p:cNvPr id="216142" name="Group 78">
            <a:extLst>
              <a:ext uri="{FF2B5EF4-FFF2-40B4-BE49-F238E27FC236}">
                <a16:creationId xmlns:a16="http://schemas.microsoft.com/office/drawing/2014/main" id="{12D7C0BB-D168-4272-A149-AC566F780141}"/>
              </a:ext>
            </a:extLst>
          </p:cNvPr>
          <p:cNvGraphicFramePr>
            <a:graphicFrameLocks noGrp="1"/>
          </p:cNvGraphicFramePr>
          <p:nvPr/>
        </p:nvGraphicFramePr>
        <p:xfrm>
          <a:off x="420688" y="3459163"/>
          <a:ext cx="8153400" cy="2205036"/>
        </p:xfrm>
        <a:graphic>
          <a:graphicData uri="http://schemas.openxmlformats.org/drawingml/2006/table">
            <a:tbl>
              <a:tblPr/>
              <a:tblGrid>
                <a:gridCol w="906463">
                  <a:extLst>
                    <a:ext uri="{9D8B030D-6E8A-4147-A177-3AD203B41FA5}">
                      <a16:colId xmlns:a16="http://schemas.microsoft.com/office/drawing/2014/main" val="20000"/>
                    </a:ext>
                  </a:extLst>
                </a:gridCol>
                <a:gridCol w="835025">
                  <a:extLst>
                    <a:ext uri="{9D8B030D-6E8A-4147-A177-3AD203B41FA5}">
                      <a16:colId xmlns:a16="http://schemas.microsoft.com/office/drawing/2014/main" val="20001"/>
                    </a:ext>
                  </a:extLst>
                </a:gridCol>
                <a:gridCol w="976312">
                  <a:extLst>
                    <a:ext uri="{9D8B030D-6E8A-4147-A177-3AD203B41FA5}">
                      <a16:colId xmlns:a16="http://schemas.microsoft.com/office/drawing/2014/main" val="20002"/>
                    </a:ext>
                  </a:extLst>
                </a:gridCol>
                <a:gridCol w="906463">
                  <a:extLst>
                    <a:ext uri="{9D8B030D-6E8A-4147-A177-3AD203B41FA5}">
                      <a16:colId xmlns:a16="http://schemas.microsoft.com/office/drawing/2014/main" val="20003"/>
                    </a:ext>
                  </a:extLst>
                </a:gridCol>
                <a:gridCol w="808037">
                  <a:extLst>
                    <a:ext uri="{9D8B030D-6E8A-4147-A177-3AD203B41FA5}">
                      <a16:colId xmlns:a16="http://schemas.microsoft.com/office/drawing/2014/main" val="20004"/>
                    </a:ext>
                  </a:extLst>
                </a:gridCol>
                <a:gridCol w="1003300">
                  <a:extLst>
                    <a:ext uri="{9D8B030D-6E8A-4147-A177-3AD203B41FA5}">
                      <a16:colId xmlns:a16="http://schemas.microsoft.com/office/drawing/2014/main" val="20005"/>
                    </a:ext>
                  </a:extLst>
                </a:gridCol>
                <a:gridCol w="906463">
                  <a:extLst>
                    <a:ext uri="{9D8B030D-6E8A-4147-A177-3AD203B41FA5}">
                      <a16:colId xmlns:a16="http://schemas.microsoft.com/office/drawing/2014/main" val="20006"/>
                    </a:ext>
                  </a:extLst>
                </a:gridCol>
                <a:gridCol w="862012">
                  <a:extLst>
                    <a:ext uri="{9D8B030D-6E8A-4147-A177-3AD203B41FA5}">
                      <a16:colId xmlns:a16="http://schemas.microsoft.com/office/drawing/2014/main" val="20007"/>
                    </a:ext>
                  </a:extLst>
                </a:gridCol>
                <a:gridCol w="949325">
                  <a:extLst>
                    <a:ext uri="{9D8B030D-6E8A-4147-A177-3AD203B41FA5}">
                      <a16:colId xmlns:a16="http://schemas.microsoft.com/office/drawing/2014/main" val="20008"/>
                    </a:ext>
                  </a:extLst>
                </a:gridCol>
              </a:tblGrid>
              <a:tr h="64006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Multiplier</a:t>
                      </a: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Prefix</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Symbol</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Arial" charset="0"/>
                          <a:ea typeface="宋体" charset="-122"/>
                        </a:rPr>
                        <a:t>Multiplier</a:t>
                      </a: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Prefix</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Symbol</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Arial" charset="0"/>
                          <a:ea typeface="宋体" charset="-122"/>
                        </a:rPr>
                        <a:t>Multiplier</a:t>
                      </a: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altLang="zh-CN" sz="1800" b="0" i="0" u="none" strike="noStrike" cap="none" normalizeH="0" baseline="0" dirty="0">
                          <a:ln>
                            <a:noFill/>
                          </a:ln>
                          <a:solidFill>
                            <a:schemeClr val="tx1"/>
                          </a:solidFill>
                          <a:effectLst/>
                          <a:latin typeface="Arial" charset="0"/>
                          <a:ea typeface="宋体" charset="-122"/>
                        </a:rPr>
                        <a:t>Prefix</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Symbol</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00"/>
                    </a:solidFill>
                  </a:tcPr>
                </a:tc>
                <a:extLst>
                  <a:ext uri="{0D108BD9-81ED-4DB2-BD59-A6C34878D82A}">
                    <a16:rowId xmlns:a16="http://schemas.microsoft.com/office/drawing/2014/main" val="10000"/>
                  </a:ext>
                </a:extLst>
              </a:tr>
              <a:tr h="39203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18</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Arial" charset="0"/>
                          <a:ea typeface="宋体" charset="-122"/>
                        </a:rPr>
                        <a:t>exa</a:t>
                      </a:r>
                      <a:endParaRPr kumimoji="0" lang="en-US" altLang="zh-CN" sz="1800" b="0" i="0" u="none" strike="noStrike" cap="none" normalizeH="0" baseline="0" dirty="0">
                        <a:ln>
                          <a:noFill/>
                        </a:ln>
                        <a:solidFill>
                          <a:schemeClr val="tx1"/>
                        </a:solidFill>
                        <a:effectLst/>
                        <a:latin typeface="Arial" charset="0"/>
                        <a:ea typeface="宋体" charset="-122"/>
                      </a:endParaRP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E</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6</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mega</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M</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-9</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nano</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n</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04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15</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peta</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P</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3</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kilo</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k</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-12</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pico</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p</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203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12</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tera</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T</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-3</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milli</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m</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-15</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femto</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f</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04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9</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giga</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G</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-6</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micro</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Symbol" pitchFamily="18" charset="2"/>
                          <a:ea typeface="宋体" charset="-122"/>
                        </a:rPr>
                        <a:t>m</a:t>
                      </a:r>
                    </a:p>
                  </a:txBody>
                  <a:tcPr marT="45711" marB="45711"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10</a:t>
                      </a:r>
                      <a:r>
                        <a:rPr kumimoji="0" lang="en-US" altLang="zh-CN" sz="1800" b="0" i="0" u="none" strike="noStrike" cap="none" normalizeH="0" baseline="30000">
                          <a:ln>
                            <a:noFill/>
                          </a:ln>
                          <a:solidFill>
                            <a:schemeClr val="tx1"/>
                          </a:solidFill>
                          <a:effectLst/>
                          <a:latin typeface="Arial" charset="0"/>
                          <a:ea typeface="宋体" charset="-122"/>
                        </a:rPr>
                        <a:t>-18</a:t>
                      </a:r>
                      <a:endParaRPr kumimoji="0" lang="en-US" altLang="zh-CN" sz="1800" b="0" i="0" u="none" strike="noStrike" cap="none" normalizeH="0" baseline="0">
                        <a:ln>
                          <a:noFill/>
                        </a:ln>
                        <a:solidFill>
                          <a:schemeClr val="tx1"/>
                        </a:solidFill>
                        <a:effectLst/>
                        <a:latin typeface="Arial" charset="0"/>
                        <a:ea typeface="宋体" charset="-122"/>
                      </a:endParaRPr>
                    </a:p>
                  </a:txBody>
                  <a:tcPr marT="45711" marB="45711"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charset="0"/>
                          <a:ea typeface="宋体" charset="-122"/>
                        </a:rPr>
                        <a:t>atto</a:t>
                      </a:r>
                    </a:p>
                  </a:txBody>
                  <a:tcPr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800" b="0" i="0" u="none" strike="noStrike" cap="none" normalizeH="0" baseline="0" dirty="0">
                          <a:ln>
                            <a:noFill/>
                          </a:ln>
                          <a:solidFill>
                            <a:schemeClr val="tx1"/>
                          </a:solidFill>
                          <a:effectLst/>
                          <a:latin typeface="Arial" charset="0"/>
                          <a:ea typeface="宋体" charset="-122"/>
                        </a:rPr>
                        <a:t>a</a:t>
                      </a:r>
                    </a:p>
                  </a:txBody>
                  <a:tcPr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9523" name="Rectangle 77">
            <a:extLst>
              <a:ext uri="{FF2B5EF4-FFF2-40B4-BE49-F238E27FC236}">
                <a16:creationId xmlns:a16="http://schemas.microsoft.com/office/drawing/2014/main" id="{036C3150-6B7B-4144-8504-E22E15CE0DAF}"/>
              </a:ext>
            </a:extLst>
          </p:cNvPr>
          <p:cNvSpPr>
            <a:spLocks noChangeArrowheads="1"/>
          </p:cNvSpPr>
          <p:nvPr/>
        </p:nvSpPr>
        <p:spPr bwMode="auto">
          <a:xfrm>
            <a:off x="2824163" y="2611438"/>
            <a:ext cx="2846387"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kumimoji="1" lang="en-US" altLang="zh-CN" b="1">
                <a:solidFill>
                  <a:srgbClr val="FF3300"/>
                </a:solidFill>
                <a:latin typeface="Times New Roman" panose="02020603050405020304" pitchFamily="18" charset="0"/>
                <a:cs typeface="Times New Roman" panose="02020603050405020304" pitchFamily="18" charset="0"/>
              </a:rPr>
              <a:t>The SI prefixes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2147" name="Rectangle 3">
            <a:extLst>
              <a:ext uri="{FF2B5EF4-FFF2-40B4-BE49-F238E27FC236}">
                <a16:creationId xmlns:a16="http://schemas.microsoft.com/office/drawing/2014/main" id="{111FDEDE-0139-4C96-89BC-537037B17560}"/>
              </a:ext>
            </a:extLst>
          </p:cNvPr>
          <p:cNvSpPr>
            <a:spLocks noGrp="1" noChangeArrowheads="1"/>
          </p:cNvSpPr>
          <p:nvPr>
            <p:ph idx="1"/>
          </p:nvPr>
        </p:nvSpPr>
        <p:spPr>
          <a:xfrm>
            <a:off x="690563" y="2590800"/>
            <a:ext cx="6934200" cy="4267200"/>
          </a:xfrm>
        </p:spPr>
        <p:txBody>
          <a:bodyPr/>
          <a:lstStyle/>
          <a:p>
            <a:pPr eaLnBrk="1" hangingPunct="1">
              <a:defRPr/>
            </a:pPr>
            <a:r>
              <a:rPr lang="en-US" altLang="zh-CN" sz="2400" b="1" kern="1200" dirty="0">
                <a:ea typeface="宋体" pitchFamily="2" charset="-122"/>
              </a:rPr>
              <a:t>Two types of charge</a:t>
            </a:r>
          </a:p>
          <a:p>
            <a:pPr lvl="1" eaLnBrk="1" hangingPunct="1">
              <a:defRPr/>
            </a:pPr>
            <a:r>
              <a:rPr lang="en-US" altLang="zh-CN" sz="2400" kern="1200" dirty="0">
                <a:solidFill>
                  <a:srgbClr val="FF0000"/>
                </a:solidFill>
                <a:ea typeface="宋体" pitchFamily="2" charset="-122"/>
                <a:cs typeface="+mn-cs"/>
              </a:rPr>
              <a:t>positive</a:t>
            </a:r>
            <a:r>
              <a:rPr lang="en-US" altLang="zh-CN" sz="2400" kern="1200" dirty="0">
                <a:ea typeface="宋体" pitchFamily="2" charset="-122"/>
                <a:cs typeface="+mn-cs"/>
              </a:rPr>
              <a:t>: (proton)</a:t>
            </a:r>
          </a:p>
          <a:p>
            <a:pPr lvl="1" eaLnBrk="1" hangingPunct="1">
              <a:defRPr/>
            </a:pPr>
            <a:r>
              <a:rPr lang="en-US" altLang="zh-CN" sz="2400" kern="1200" dirty="0">
                <a:solidFill>
                  <a:srgbClr val="FF0000"/>
                </a:solidFill>
                <a:ea typeface="宋体" pitchFamily="2" charset="-122"/>
                <a:cs typeface="+mn-cs"/>
              </a:rPr>
              <a:t>negative</a:t>
            </a:r>
            <a:r>
              <a:rPr lang="en-US" altLang="zh-CN" sz="2400" kern="1200" dirty="0">
                <a:ea typeface="宋体" pitchFamily="2" charset="-122"/>
                <a:cs typeface="+mn-cs"/>
              </a:rPr>
              <a:t>: (electron, </a:t>
            </a:r>
            <a:r>
              <a:rPr lang="en-US" altLang="zh-CN" sz="2400" kern="1200" dirty="0">
                <a:solidFill>
                  <a:srgbClr val="FF0000"/>
                </a:solidFill>
                <a:ea typeface="宋体" pitchFamily="2" charset="-122"/>
                <a:cs typeface="+mn-cs"/>
              </a:rPr>
              <a:t>-</a:t>
            </a:r>
            <a:r>
              <a:rPr lang="en-US" altLang="zh-CN" sz="2400" dirty="0">
                <a:solidFill>
                  <a:srgbClr val="FF3300"/>
                </a:solidFill>
                <a:ea typeface="宋体" pitchFamily="2" charset="-122"/>
              </a:rPr>
              <a:t>1.602 </a:t>
            </a:r>
            <a:r>
              <a:rPr lang="en-US" altLang="zh-CN" sz="2400" dirty="0">
                <a:solidFill>
                  <a:srgbClr val="FF3300"/>
                </a:solidFill>
                <a:ea typeface="宋体" pitchFamily="2" charset="-122"/>
                <a:sym typeface="Symbol" pitchFamily="18" charset="2"/>
              </a:rPr>
              <a:t> </a:t>
            </a:r>
            <a:r>
              <a:rPr lang="en-US" altLang="zh-CN" sz="2400" dirty="0">
                <a:solidFill>
                  <a:srgbClr val="FF3300"/>
                </a:solidFill>
                <a:ea typeface="宋体" pitchFamily="2" charset="-122"/>
              </a:rPr>
              <a:t>10</a:t>
            </a:r>
            <a:r>
              <a:rPr lang="en-US" altLang="zh-CN" sz="2400" baseline="30000" dirty="0">
                <a:solidFill>
                  <a:srgbClr val="FF3300"/>
                </a:solidFill>
                <a:ea typeface="宋体" pitchFamily="2" charset="-122"/>
              </a:rPr>
              <a:t>-19</a:t>
            </a:r>
            <a:r>
              <a:rPr lang="en-US" altLang="zh-CN" sz="2400" dirty="0">
                <a:solidFill>
                  <a:srgbClr val="FF3300"/>
                </a:solidFill>
                <a:ea typeface="宋体" pitchFamily="2" charset="-122"/>
              </a:rPr>
              <a:t> C</a:t>
            </a:r>
            <a:r>
              <a:rPr lang="en-US" altLang="zh-CN" sz="2400" dirty="0">
                <a:ea typeface="宋体" pitchFamily="2" charset="-122"/>
              </a:rPr>
              <a:t> </a:t>
            </a:r>
            <a:r>
              <a:rPr lang="en-US" altLang="zh-CN" sz="2400" kern="1200" dirty="0">
                <a:ea typeface="宋体" pitchFamily="2" charset="-122"/>
                <a:cs typeface="+mn-cs"/>
              </a:rPr>
              <a:t>)</a:t>
            </a:r>
          </a:p>
          <a:p>
            <a:pPr eaLnBrk="1" hangingPunct="1">
              <a:defRPr/>
            </a:pPr>
            <a:r>
              <a:rPr lang="en-US" altLang="zh-CN" sz="2400" b="1" kern="1200" dirty="0">
                <a:ea typeface="宋体" pitchFamily="2" charset="-122"/>
              </a:rPr>
              <a:t>Continuously transferring charge</a:t>
            </a:r>
          </a:p>
          <a:p>
            <a:pPr lvl="1" eaLnBrk="1" hangingPunct="1">
              <a:defRPr/>
            </a:pPr>
            <a:r>
              <a:rPr lang="en-US" altLang="zh-CN" sz="2400" kern="1200" dirty="0">
                <a:ea typeface="宋体" pitchFamily="2" charset="-122"/>
                <a:cs typeface="+mn-cs"/>
              </a:rPr>
              <a:t>total amount of charge never changed</a:t>
            </a:r>
          </a:p>
          <a:p>
            <a:pPr lvl="1" eaLnBrk="1" hangingPunct="1">
              <a:defRPr/>
            </a:pPr>
            <a:r>
              <a:rPr lang="en-US" altLang="zh-CN" sz="2400" kern="1200" dirty="0">
                <a:ea typeface="宋体" pitchFamily="2" charset="-122"/>
                <a:cs typeface="+mn-cs"/>
              </a:rPr>
              <a:t>neither created nor destroyed </a:t>
            </a:r>
          </a:p>
          <a:p>
            <a:pPr marL="457200" lvl="1" indent="0" eaLnBrk="1" hangingPunct="1">
              <a:buFontTx/>
              <a:buNone/>
              <a:defRPr/>
            </a:pPr>
            <a:r>
              <a:rPr lang="en-US" altLang="zh-CN" sz="2400" kern="1200" dirty="0">
                <a:ea typeface="宋体" pitchFamily="2" charset="-122"/>
                <a:cs typeface="+mn-cs"/>
              </a:rPr>
              <a:t>(</a:t>
            </a:r>
            <a:r>
              <a:rPr lang="en-US" altLang="zh-CN" sz="2400" kern="1200" dirty="0">
                <a:solidFill>
                  <a:srgbClr val="FF0000"/>
                </a:solidFill>
                <a:ea typeface="宋体" pitchFamily="2" charset="-122"/>
                <a:cs typeface="+mn-cs"/>
              </a:rPr>
              <a:t>the law of conservation of charge</a:t>
            </a:r>
            <a:r>
              <a:rPr lang="en-US" altLang="zh-CN" sz="2400" kern="1200" dirty="0">
                <a:ea typeface="宋体" pitchFamily="2" charset="-122"/>
                <a:cs typeface="+mn-cs"/>
              </a:rPr>
              <a:t>)</a:t>
            </a:r>
          </a:p>
        </p:txBody>
      </p:sp>
      <p:sp>
        <p:nvSpPr>
          <p:cNvPr id="20483" name="页脚占位符 1">
            <a:extLst>
              <a:ext uri="{FF2B5EF4-FFF2-40B4-BE49-F238E27FC236}">
                <a16:creationId xmlns:a16="http://schemas.microsoft.com/office/drawing/2014/main" id="{73A7CC47-BC8F-45C2-BCF0-18B8958DB47E}"/>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20484" name="灯片编号占位符 2">
            <a:extLst>
              <a:ext uri="{FF2B5EF4-FFF2-40B4-BE49-F238E27FC236}">
                <a16:creationId xmlns:a16="http://schemas.microsoft.com/office/drawing/2014/main" id="{0D695324-007C-4B0D-8AF9-58AD5CFE0EE1}"/>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5966A472-F1CC-4BD9-B708-0EF2BA8065C9}" type="slidenum">
              <a:rPr lang="zh-CN" altLang="en-US" sz="1200">
                <a:solidFill>
                  <a:srgbClr val="898989"/>
                </a:solidFill>
                <a:latin typeface="Times New Roman" panose="02020603050405020304" pitchFamily="18" charset="0"/>
              </a:rPr>
              <a:pPr>
                <a:spcBef>
                  <a:spcPct val="50000"/>
                </a:spcBef>
                <a:buFontTx/>
                <a:buNone/>
              </a:pPr>
              <a:t>15</a:t>
            </a:fld>
            <a:endParaRPr lang="zh-CN" altLang="en-US" sz="1200">
              <a:solidFill>
                <a:srgbClr val="898989"/>
              </a:solidFill>
              <a:latin typeface="Times New Roman" panose="02020603050405020304" pitchFamily="18" charset="0"/>
            </a:endParaRPr>
          </a:p>
        </p:txBody>
      </p:sp>
      <p:sp>
        <p:nvSpPr>
          <p:cNvPr id="20485" name="AutoShape 4" descr="hydrogen isotopes">
            <a:extLst>
              <a:ext uri="{FF2B5EF4-FFF2-40B4-BE49-F238E27FC236}">
                <a16:creationId xmlns:a16="http://schemas.microsoft.com/office/drawing/2014/main" id="{29B5F0DD-E764-4275-8EB2-371350EA1930}"/>
              </a:ext>
            </a:extLst>
          </p:cNvPr>
          <p:cNvSpPr>
            <a:spLocks noChangeAspect="1" noChangeArrowheads="1"/>
          </p:cNvSpPr>
          <p:nvPr/>
        </p:nvSpPr>
        <p:spPr bwMode="auto">
          <a:xfrm>
            <a:off x="4424363" y="3281363"/>
            <a:ext cx="296862"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grpSp>
        <p:nvGrpSpPr>
          <p:cNvPr id="262149" name="Group 5">
            <a:extLst>
              <a:ext uri="{FF2B5EF4-FFF2-40B4-BE49-F238E27FC236}">
                <a16:creationId xmlns:a16="http://schemas.microsoft.com/office/drawing/2014/main" id="{7C211DE3-6053-456F-8B21-AA7F31CADB73}"/>
              </a:ext>
            </a:extLst>
          </p:cNvPr>
          <p:cNvGrpSpPr>
            <a:grpSpLocks/>
          </p:cNvGrpSpPr>
          <p:nvPr/>
        </p:nvGrpSpPr>
        <p:grpSpPr bwMode="auto">
          <a:xfrm>
            <a:off x="6337300" y="2114550"/>
            <a:ext cx="2266950" cy="1154113"/>
            <a:chOff x="4080" y="1296"/>
            <a:chExt cx="1428" cy="727"/>
          </a:xfrm>
        </p:grpSpPr>
        <p:pic>
          <p:nvPicPr>
            <p:cNvPr id="20490" name="Picture 6" descr="core">
              <a:extLst>
                <a:ext uri="{FF2B5EF4-FFF2-40B4-BE49-F238E27FC236}">
                  <a16:creationId xmlns:a16="http://schemas.microsoft.com/office/drawing/2014/main" id="{0150140C-49D0-4B8B-ADF7-8D48835DE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7568"/>
            <a:stretch>
              <a:fillRect/>
            </a:stretch>
          </p:blipFill>
          <p:spPr bwMode="auto">
            <a:xfrm>
              <a:off x="4080" y="1296"/>
              <a:ext cx="698"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1" name="Picture 7" descr="core2">
              <a:extLst>
                <a:ext uri="{FF2B5EF4-FFF2-40B4-BE49-F238E27FC236}">
                  <a16:creationId xmlns:a16="http://schemas.microsoft.com/office/drawing/2014/main" id="{17ADCA1B-3C89-4205-AF80-663B5D9E8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2" y="1392"/>
              <a:ext cx="75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 name="Rectangle 107">
            <a:extLst>
              <a:ext uri="{FF2B5EF4-FFF2-40B4-BE49-F238E27FC236}">
                <a16:creationId xmlns:a16="http://schemas.microsoft.com/office/drawing/2014/main" id="{A2CAF65D-EBCF-463F-B923-83D950D3418C}"/>
              </a:ext>
            </a:extLst>
          </p:cNvPr>
          <p:cNvSpPr txBox="1">
            <a:spLocks noChangeArrowheads="1"/>
          </p:cNvSpPr>
          <p:nvPr/>
        </p:nvSpPr>
        <p:spPr bwMode="auto">
          <a:xfrm>
            <a:off x="1143000" y="330200"/>
            <a:ext cx="60960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defRPr>
            </a:lvl9pPr>
          </a:lstStyle>
          <a:p>
            <a:pPr algn="ctr">
              <a:defRPr/>
            </a:pPr>
            <a:endParaRPr lang="zh-CN" altLang="en-US" sz="4400" b="1" dirty="0">
              <a:solidFill>
                <a:schemeClr val="accent2">
                  <a:lumMod val="75000"/>
                </a:schemeClr>
              </a:solidFill>
              <a:latin typeface="Comic Sans MS" panose="030F0702030302020204" pitchFamily="66" charset="0"/>
              <a:ea typeface="宋体" charset="-122"/>
            </a:endParaRPr>
          </a:p>
        </p:txBody>
      </p:sp>
      <p:sp>
        <p:nvSpPr>
          <p:cNvPr id="11" name="Text Box 116">
            <a:extLst>
              <a:ext uri="{FF2B5EF4-FFF2-40B4-BE49-F238E27FC236}">
                <a16:creationId xmlns:a16="http://schemas.microsoft.com/office/drawing/2014/main" id="{6DF893A0-8BB5-4341-884A-0CC95055D7DB}"/>
              </a:ext>
            </a:extLst>
          </p:cNvPr>
          <p:cNvSpPr txBox="1">
            <a:spLocks noChangeArrowheads="1"/>
          </p:cNvSpPr>
          <p:nvPr/>
        </p:nvSpPr>
        <p:spPr bwMode="auto">
          <a:xfrm>
            <a:off x="782638" y="1011238"/>
            <a:ext cx="80010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latin typeface="Wingdings" panose="05000000000000000000" pitchFamily="2" charset="2"/>
              </a:rPr>
              <a:t>n</a:t>
            </a:r>
            <a:r>
              <a:rPr lang="en-US" altLang="zh-CN" sz="2400">
                <a:latin typeface="Times New Roman" panose="02020603050405020304" pitchFamily="18" charset="0"/>
              </a:rPr>
              <a:t>   </a:t>
            </a:r>
            <a:r>
              <a:rPr lang="en-US" altLang="zh-CN" sz="2400">
                <a:solidFill>
                  <a:srgbClr val="FF0000"/>
                </a:solidFill>
              </a:rPr>
              <a:t>Charge</a:t>
            </a:r>
            <a:r>
              <a:rPr lang="en-US" altLang="zh-CN" sz="2400"/>
              <a:t> is an electrical property of the atomic particles of which matter consists, measured in </a:t>
            </a:r>
            <a:r>
              <a:rPr lang="en-US" altLang="zh-CN" sz="2400">
                <a:solidFill>
                  <a:srgbClr val="FF0000"/>
                </a:solidFill>
              </a:rPr>
              <a:t>coulombs (C)</a:t>
            </a:r>
            <a:r>
              <a:rPr lang="en-US" altLang="zh-CN" sz="2400"/>
              <a:t>.</a:t>
            </a:r>
          </a:p>
        </p:txBody>
      </p:sp>
      <p:sp>
        <p:nvSpPr>
          <p:cNvPr id="12" name="Rectangle 2">
            <a:extLst>
              <a:ext uri="{FF2B5EF4-FFF2-40B4-BE49-F238E27FC236}">
                <a16:creationId xmlns:a16="http://schemas.microsoft.com/office/drawing/2014/main" id="{5BE342AF-17A6-498D-89F8-1323CFCB9CBB}"/>
              </a:ext>
            </a:extLst>
          </p:cNvPr>
          <p:cNvSpPr txBox="1">
            <a:spLocks noRot="1" noChangeArrowheads="1"/>
          </p:cNvSpPr>
          <p:nvPr/>
        </p:nvSpPr>
        <p:spPr bwMode="auto">
          <a:xfrm>
            <a:off x="611188" y="330200"/>
            <a:ext cx="77724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defRPr>
            </a:lvl9pPr>
          </a:lstStyle>
          <a:p>
            <a:pPr algn="ctr">
              <a:lnSpc>
                <a:spcPct val="90000"/>
              </a:lnSpc>
              <a:defRPr/>
            </a:pPr>
            <a:r>
              <a:rPr lang="en-US" altLang="zh-CN" sz="4000" b="1" dirty="0">
                <a:effectLst>
                  <a:outerShdw blurRad="38100" dist="38100" dir="2700000" algn="tl">
                    <a:srgbClr val="C0C0C0"/>
                  </a:outerShdw>
                </a:effectLst>
                <a:latin typeface="Comic Sans MS" panose="030F0702030302020204" pitchFamily="66" charset="0"/>
                <a:ea typeface="宋体" pitchFamily="2" charset="-122"/>
              </a:rPr>
              <a:t>1.3 Charge and Current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nodeType="clickEffect">
                                  <p:stCondLst>
                                    <p:cond delay="0"/>
                                  </p:stCondLst>
                                  <p:childTnLst>
                                    <p:set>
                                      <p:cBhvr>
                                        <p:cTn id="12" dur="1" fill="hold">
                                          <p:stCondLst>
                                            <p:cond delay="0"/>
                                          </p:stCondLst>
                                        </p:cTn>
                                        <p:tgtEl>
                                          <p:spTgt spid="262149"/>
                                        </p:tgtEl>
                                        <p:attrNameLst>
                                          <p:attrName>style.visibility</p:attrName>
                                        </p:attrNameLst>
                                      </p:cBhvr>
                                      <p:to>
                                        <p:strVal val="visible"/>
                                      </p:to>
                                    </p:set>
                                    <p:animEffect transition="in" filter="barn(outVertical)">
                                      <p:cBhvr>
                                        <p:cTn id="13" dur="500"/>
                                        <p:tgtEl>
                                          <p:spTgt spid="26214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62147">
                                            <p:txEl>
                                              <p:pRg st="0" end="0"/>
                                            </p:txEl>
                                          </p:spTgt>
                                        </p:tgtEl>
                                        <p:attrNameLst>
                                          <p:attrName>style.visibility</p:attrName>
                                        </p:attrNameLst>
                                      </p:cBhvr>
                                      <p:to>
                                        <p:strVal val="visible"/>
                                      </p:to>
                                    </p:set>
                                    <p:anim calcmode="lin" valueType="num">
                                      <p:cBhvr additive="base">
                                        <p:cTn id="18" dur="500" fill="hold"/>
                                        <p:tgtEl>
                                          <p:spTgt spid="262147">
                                            <p:txEl>
                                              <p:pRg st="0" end="0"/>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62147">
                                            <p:txEl>
                                              <p:pRg st="0" end="0"/>
                                            </p:txEl>
                                          </p:spTgt>
                                        </p:tgtEl>
                                        <p:attrNameLst>
                                          <p:attrName>ppt_y</p:attrName>
                                        </p:attrNameLst>
                                      </p:cBhvr>
                                      <p:tavLst>
                                        <p:tav tm="0">
                                          <p:val>
                                            <p:strVal val="#ppt_y"/>
                                          </p:val>
                                        </p:tav>
                                        <p:tav tm="100000">
                                          <p:val>
                                            <p:strVal val="#ppt_y"/>
                                          </p:val>
                                        </p:tav>
                                      </p:tavLst>
                                    </p:anim>
                                  </p:childTnLst>
                                </p:cTn>
                              </p:par>
                              <p:par>
                                <p:cTn id="20" presetID="2" presetClass="entr" presetSubtype="8" fill="hold" grpId="0" nodeType="withEffect">
                                  <p:stCondLst>
                                    <p:cond delay="0"/>
                                  </p:stCondLst>
                                  <p:childTnLst>
                                    <p:set>
                                      <p:cBhvr>
                                        <p:cTn id="21" dur="1" fill="hold">
                                          <p:stCondLst>
                                            <p:cond delay="0"/>
                                          </p:stCondLst>
                                        </p:cTn>
                                        <p:tgtEl>
                                          <p:spTgt spid="262147">
                                            <p:txEl>
                                              <p:pRg st="1" end="1"/>
                                            </p:txEl>
                                          </p:spTgt>
                                        </p:tgtEl>
                                        <p:attrNameLst>
                                          <p:attrName>style.visibility</p:attrName>
                                        </p:attrNameLst>
                                      </p:cBhvr>
                                      <p:to>
                                        <p:strVal val="visible"/>
                                      </p:to>
                                    </p:set>
                                    <p:anim calcmode="lin" valueType="num">
                                      <p:cBhvr additive="base">
                                        <p:cTn id="22" dur="500" fill="hold"/>
                                        <p:tgtEl>
                                          <p:spTgt spid="262147">
                                            <p:txEl>
                                              <p:pRg st="1" end="1"/>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262147">
                                            <p:txEl>
                                              <p:pRg st="1" end="1"/>
                                            </p:txEl>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262147">
                                            <p:txEl>
                                              <p:pRg st="2" end="2"/>
                                            </p:txEl>
                                          </p:spTgt>
                                        </p:tgtEl>
                                        <p:attrNameLst>
                                          <p:attrName>style.visibility</p:attrName>
                                        </p:attrNameLst>
                                      </p:cBhvr>
                                      <p:to>
                                        <p:strVal val="visible"/>
                                      </p:to>
                                    </p:set>
                                    <p:anim calcmode="lin" valueType="num">
                                      <p:cBhvr additive="base">
                                        <p:cTn id="26" dur="500" fill="hold"/>
                                        <p:tgtEl>
                                          <p:spTgt spid="262147">
                                            <p:txEl>
                                              <p:pRg st="2" end="2"/>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2621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62147">
                                            <p:txEl>
                                              <p:pRg st="3" end="3"/>
                                            </p:txEl>
                                          </p:spTgt>
                                        </p:tgtEl>
                                        <p:attrNameLst>
                                          <p:attrName>style.visibility</p:attrName>
                                        </p:attrNameLst>
                                      </p:cBhvr>
                                      <p:to>
                                        <p:strVal val="visible"/>
                                      </p:to>
                                    </p:set>
                                    <p:anim calcmode="lin" valueType="num">
                                      <p:cBhvr additive="base">
                                        <p:cTn id="32" dur="500" fill="hold"/>
                                        <p:tgtEl>
                                          <p:spTgt spid="262147">
                                            <p:txEl>
                                              <p:pRg st="3" end="3"/>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262147">
                                            <p:txEl>
                                              <p:pRg st="3" end="3"/>
                                            </p:txEl>
                                          </p:spTgt>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262147">
                                            <p:txEl>
                                              <p:pRg st="4" end="4"/>
                                            </p:txEl>
                                          </p:spTgt>
                                        </p:tgtEl>
                                        <p:attrNameLst>
                                          <p:attrName>style.visibility</p:attrName>
                                        </p:attrNameLst>
                                      </p:cBhvr>
                                      <p:to>
                                        <p:strVal val="visible"/>
                                      </p:to>
                                    </p:set>
                                    <p:anim calcmode="lin" valueType="num">
                                      <p:cBhvr additive="base">
                                        <p:cTn id="36" dur="500" fill="hold"/>
                                        <p:tgtEl>
                                          <p:spTgt spid="262147">
                                            <p:txEl>
                                              <p:pRg st="4" end="4"/>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262147">
                                            <p:txEl>
                                              <p:pRg st="4" end="4"/>
                                            </p:txEl>
                                          </p:spTgt>
                                        </p:tgtEl>
                                        <p:attrNameLst>
                                          <p:attrName>ppt_y</p:attrName>
                                        </p:attrNameLst>
                                      </p:cBhvr>
                                      <p:tavLst>
                                        <p:tav tm="0">
                                          <p:val>
                                            <p:strVal val="#ppt_y"/>
                                          </p:val>
                                        </p:tav>
                                        <p:tav tm="100000">
                                          <p:val>
                                            <p:strVal val="#ppt_y"/>
                                          </p:val>
                                        </p:tav>
                                      </p:tavLst>
                                    </p:anim>
                                  </p:childTnLst>
                                </p:cTn>
                              </p:par>
                              <p:par>
                                <p:cTn id="38" presetID="2" presetClass="entr" presetSubtype="8" fill="hold" grpId="0" nodeType="withEffect">
                                  <p:stCondLst>
                                    <p:cond delay="0"/>
                                  </p:stCondLst>
                                  <p:childTnLst>
                                    <p:set>
                                      <p:cBhvr>
                                        <p:cTn id="39" dur="1" fill="hold">
                                          <p:stCondLst>
                                            <p:cond delay="0"/>
                                          </p:stCondLst>
                                        </p:cTn>
                                        <p:tgtEl>
                                          <p:spTgt spid="262147">
                                            <p:txEl>
                                              <p:pRg st="5" end="5"/>
                                            </p:txEl>
                                          </p:spTgt>
                                        </p:tgtEl>
                                        <p:attrNameLst>
                                          <p:attrName>style.visibility</p:attrName>
                                        </p:attrNameLst>
                                      </p:cBhvr>
                                      <p:to>
                                        <p:strVal val="visible"/>
                                      </p:to>
                                    </p:set>
                                    <p:anim calcmode="lin" valueType="num">
                                      <p:cBhvr additive="base">
                                        <p:cTn id="40" dur="500" fill="hold"/>
                                        <p:tgtEl>
                                          <p:spTgt spid="262147">
                                            <p:txEl>
                                              <p:pRg st="5" end="5"/>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262147">
                                            <p:txEl>
                                              <p:pRg st="5" end="5"/>
                                            </p:txEl>
                                          </p:spTgt>
                                        </p:tgtEl>
                                        <p:attrNameLst>
                                          <p:attrName>ppt_y</p:attrName>
                                        </p:attrNameLst>
                                      </p:cBhvr>
                                      <p:tavLst>
                                        <p:tav tm="0">
                                          <p:val>
                                            <p:strVal val="#ppt_y"/>
                                          </p:val>
                                        </p:tav>
                                        <p:tav tm="100000">
                                          <p:val>
                                            <p:strVal val="#ppt_y"/>
                                          </p:val>
                                        </p:tav>
                                      </p:tavLst>
                                    </p:anim>
                                  </p:childTnLst>
                                </p:cTn>
                              </p:par>
                              <p:par>
                                <p:cTn id="42" presetID="2" presetClass="entr" presetSubtype="8" fill="hold" grpId="0" nodeType="withEffect">
                                  <p:stCondLst>
                                    <p:cond delay="0"/>
                                  </p:stCondLst>
                                  <p:childTnLst>
                                    <p:set>
                                      <p:cBhvr>
                                        <p:cTn id="43" dur="1" fill="hold">
                                          <p:stCondLst>
                                            <p:cond delay="0"/>
                                          </p:stCondLst>
                                        </p:cTn>
                                        <p:tgtEl>
                                          <p:spTgt spid="262147">
                                            <p:txEl>
                                              <p:pRg st="6" end="6"/>
                                            </p:txEl>
                                          </p:spTgt>
                                        </p:tgtEl>
                                        <p:attrNameLst>
                                          <p:attrName>style.visibility</p:attrName>
                                        </p:attrNameLst>
                                      </p:cBhvr>
                                      <p:to>
                                        <p:strVal val="visible"/>
                                      </p:to>
                                    </p:set>
                                    <p:anim calcmode="lin" valueType="num">
                                      <p:cBhvr additive="base">
                                        <p:cTn id="44" dur="500" fill="hold"/>
                                        <p:tgtEl>
                                          <p:spTgt spid="262147">
                                            <p:txEl>
                                              <p:pRg st="6" end="6"/>
                                            </p:txEl>
                                          </p:spTgt>
                                        </p:tgtEl>
                                        <p:attrNameLst>
                                          <p:attrName>ppt_x</p:attrName>
                                        </p:attrNameLst>
                                      </p:cBhvr>
                                      <p:tavLst>
                                        <p:tav tm="0">
                                          <p:val>
                                            <p:strVal val="0-#ppt_w/2"/>
                                          </p:val>
                                        </p:tav>
                                        <p:tav tm="100000">
                                          <p:val>
                                            <p:strVal val="#ppt_x"/>
                                          </p:val>
                                        </p:tav>
                                      </p:tavLst>
                                    </p:anim>
                                    <p:anim calcmode="lin" valueType="num">
                                      <p:cBhvr additive="base">
                                        <p:cTn id="45" dur="500" fill="hold"/>
                                        <p:tgtEl>
                                          <p:spTgt spid="26214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7" grpId="0" build="p" autoUpdateAnimBg="0"/>
      <p:bldP spid="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4211" name="Object 115">
            <a:extLst>
              <a:ext uri="{FF2B5EF4-FFF2-40B4-BE49-F238E27FC236}">
                <a16:creationId xmlns:a16="http://schemas.microsoft.com/office/drawing/2014/main" id="{2FE028F2-DBD0-479B-AF47-0BAD6F74FF5F}"/>
              </a:ext>
            </a:extLst>
          </p:cNvPr>
          <p:cNvGraphicFramePr>
            <a:graphicFrameLocks noChangeAspect="1"/>
          </p:cNvGraphicFramePr>
          <p:nvPr/>
        </p:nvGraphicFramePr>
        <p:xfrm>
          <a:off x="3473450" y="1908175"/>
          <a:ext cx="990600" cy="930275"/>
        </p:xfrm>
        <a:graphic>
          <a:graphicData uri="http://schemas.openxmlformats.org/presentationml/2006/ole">
            <mc:AlternateContent xmlns:mc="http://schemas.openxmlformats.org/markup-compatibility/2006">
              <mc:Choice xmlns:v="urn:schemas-microsoft-com:vml" Requires="v">
                <p:oleObj name="Equation" r:id="rId3" imgW="418918" imgH="393529" progId="Equation.3">
                  <p:embed/>
                </p:oleObj>
              </mc:Choice>
              <mc:Fallback>
                <p:oleObj name="Equation" r:id="rId3" imgW="418918" imgH="393529" progId="Equation.3">
                  <p:embed/>
                  <p:pic>
                    <p:nvPicPr>
                      <p:cNvPr id="0" name="Object 1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3450" y="1908175"/>
                        <a:ext cx="990600"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12" name="Text Box 116">
            <a:extLst>
              <a:ext uri="{FF2B5EF4-FFF2-40B4-BE49-F238E27FC236}">
                <a16:creationId xmlns:a16="http://schemas.microsoft.com/office/drawing/2014/main" id="{9CEDBD67-9AA3-424A-A973-1332FCE2628A}"/>
              </a:ext>
            </a:extLst>
          </p:cNvPr>
          <p:cNvSpPr txBox="1">
            <a:spLocks noChangeArrowheads="1"/>
          </p:cNvSpPr>
          <p:nvPr/>
        </p:nvSpPr>
        <p:spPr bwMode="auto">
          <a:xfrm>
            <a:off x="1066800" y="715963"/>
            <a:ext cx="7192963"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latin typeface="Wingdings" panose="05000000000000000000" pitchFamily="2" charset="2"/>
              </a:rPr>
              <a:t>n</a:t>
            </a:r>
            <a:r>
              <a:rPr lang="en-US" altLang="zh-CN" sz="2400">
                <a:latin typeface="Times New Roman" panose="02020603050405020304" pitchFamily="18" charset="0"/>
              </a:rPr>
              <a:t>   </a:t>
            </a:r>
            <a:r>
              <a:rPr lang="en-US" altLang="zh-CN" sz="2400">
                <a:solidFill>
                  <a:srgbClr val="FF0000"/>
                </a:solidFill>
              </a:rPr>
              <a:t>Electric current </a:t>
            </a:r>
            <a:r>
              <a:rPr lang="en-US" altLang="zh-CN" sz="2400"/>
              <a:t>is the time rate of change of charge, measured in </a:t>
            </a:r>
            <a:r>
              <a:rPr lang="en-US" altLang="zh-CN" sz="2400">
                <a:solidFill>
                  <a:srgbClr val="FF0000"/>
                </a:solidFill>
              </a:rPr>
              <a:t>amperes</a:t>
            </a:r>
            <a:r>
              <a:rPr lang="en-US" altLang="zh-CN" sz="2400"/>
              <a:t> (</a:t>
            </a:r>
            <a:r>
              <a:rPr lang="en-US" altLang="zh-CN" sz="2400">
                <a:solidFill>
                  <a:srgbClr val="FF0000"/>
                </a:solidFill>
              </a:rPr>
              <a:t>A</a:t>
            </a:r>
            <a:r>
              <a:rPr lang="en-US" altLang="zh-CN" sz="2400"/>
              <a:t>).</a:t>
            </a:r>
          </a:p>
        </p:txBody>
      </p:sp>
      <p:sp>
        <p:nvSpPr>
          <p:cNvPr id="4213" name="Text Box 117">
            <a:extLst>
              <a:ext uri="{FF2B5EF4-FFF2-40B4-BE49-F238E27FC236}">
                <a16:creationId xmlns:a16="http://schemas.microsoft.com/office/drawing/2014/main" id="{A1B53D60-9B6B-4770-ADAC-7D48D58F6F58}"/>
              </a:ext>
            </a:extLst>
          </p:cNvPr>
          <p:cNvSpPr txBox="1">
            <a:spLocks noChangeArrowheads="1"/>
          </p:cNvSpPr>
          <p:nvPr/>
        </p:nvSpPr>
        <p:spPr bwMode="auto">
          <a:xfrm>
            <a:off x="2133600" y="3352800"/>
            <a:ext cx="58674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dirty="0"/>
              <a:t>A </a:t>
            </a:r>
            <a:r>
              <a:rPr lang="en-US" altLang="zh-CN" sz="2400" dirty="0">
                <a:solidFill>
                  <a:srgbClr val="FF0000"/>
                </a:solidFill>
              </a:rPr>
              <a:t>direct current (DC) </a:t>
            </a:r>
            <a:r>
              <a:rPr lang="en-US" altLang="zh-CN" sz="2400" dirty="0"/>
              <a:t>is a current that remains constant with time. (</a:t>
            </a:r>
            <a:r>
              <a:rPr lang="en-US" altLang="zh-CN" sz="2400" i="1" dirty="0">
                <a:solidFill>
                  <a:srgbClr val="FF0000"/>
                </a:solidFill>
              </a:rPr>
              <a:t>I</a:t>
            </a:r>
            <a:r>
              <a:rPr lang="en-US" altLang="zh-CN" sz="2400" dirty="0"/>
              <a:t>)</a:t>
            </a:r>
            <a:endParaRPr lang="zh-CN" altLang="en-US" sz="2400" dirty="0"/>
          </a:p>
        </p:txBody>
      </p:sp>
      <p:sp>
        <p:nvSpPr>
          <p:cNvPr id="4214" name="Text Box 118">
            <a:extLst>
              <a:ext uri="{FF2B5EF4-FFF2-40B4-BE49-F238E27FC236}">
                <a16:creationId xmlns:a16="http://schemas.microsoft.com/office/drawing/2014/main" id="{C607C990-0924-4B15-A608-1F5D7CD0F25B}"/>
              </a:ext>
            </a:extLst>
          </p:cNvPr>
          <p:cNvSpPr txBox="1">
            <a:spLocks noChangeArrowheads="1"/>
          </p:cNvSpPr>
          <p:nvPr/>
        </p:nvSpPr>
        <p:spPr bwMode="auto">
          <a:xfrm>
            <a:off x="2133600" y="4419600"/>
            <a:ext cx="6629400"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An </a:t>
            </a:r>
            <a:r>
              <a:rPr lang="en-US" altLang="zh-CN" sz="2400">
                <a:solidFill>
                  <a:srgbClr val="FF0000"/>
                </a:solidFill>
              </a:rPr>
              <a:t>alternating current (AC) </a:t>
            </a:r>
            <a:r>
              <a:rPr lang="en-US" altLang="zh-CN" sz="2400"/>
              <a:t>is a current that varies sinusoidally with time. (</a:t>
            </a:r>
            <a:r>
              <a:rPr lang="en-US" altLang="zh-CN" sz="2400">
                <a:solidFill>
                  <a:srgbClr val="FF0000"/>
                </a:solidFill>
              </a:rPr>
              <a:t>i</a:t>
            </a:r>
            <a:r>
              <a:rPr lang="en-US" altLang="zh-CN" sz="2400"/>
              <a:t>)</a:t>
            </a:r>
            <a:endParaRPr lang="zh-CN" altLang="en-US" sz="2400"/>
          </a:p>
          <a:p>
            <a:pPr>
              <a:spcBef>
                <a:spcPct val="50000"/>
              </a:spcBef>
              <a:buFontTx/>
              <a:buNone/>
            </a:pPr>
            <a:endParaRPr lang="zh-CN" altLang="en-US" sz="2400">
              <a:latin typeface="Times New Roman" panose="02020603050405020304" pitchFamily="18" charset="0"/>
            </a:endParaRPr>
          </a:p>
        </p:txBody>
      </p:sp>
      <p:sp>
        <p:nvSpPr>
          <p:cNvPr id="4215" name="Text Box 119">
            <a:extLst>
              <a:ext uri="{FF2B5EF4-FFF2-40B4-BE49-F238E27FC236}">
                <a16:creationId xmlns:a16="http://schemas.microsoft.com/office/drawing/2014/main" id="{A9547D7C-CAFE-4D70-8E0D-FED8781E184C}"/>
              </a:ext>
            </a:extLst>
          </p:cNvPr>
          <p:cNvSpPr txBox="1">
            <a:spLocks noChangeArrowheads="1"/>
          </p:cNvSpPr>
          <p:nvPr/>
        </p:nvSpPr>
        <p:spPr bwMode="auto">
          <a:xfrm>
            <a:off x="390525" y="3962400"/>
            <a:ext cx="11334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b="1" dirty="0"/>
              <a:t>Sort</a:t>
            </a:r>
          </a:p>
        </p:txBody>
      </p:sp>
      <p:sp>
        <p:nvSpPr>
          <p:cNvPr id="4216" name="AutoShape 120">
            <a:extLst>
              <a:ext uri="{FF2B5EF4-FFF2-40B4-BE49-F238E27FC236}">
                <a16:creationId xmlns:a16="http://schemas.microsoft.com/office/drawing/2014/main" id="{2FCBCF46-1E93-4A02-8455-D5542AA54745}"/>
              </a:ext>
            </a:extLst>
          </p:cNvPr>
          <p:cNvSpPr>
            <a:spLocks/>
          </p:cNvSpPr>
          <p:nvPr/>
        </p:nvSpPr>
        <p:spPr bwMode="auto">
          <a:xfrm>
            <a:off x="1600200" y="3733800"/>
            <a:ext cx="381000" cy="1066800"/>
          </a:xfrm>
          <a:prstGeom prst="leftBrace">
            <a:avLst>
              <a:gd name="adj1" fmla="val 2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21512" name="页脚占位符 1">
            <a:extLst>
              <a:ext uri="{FF2B5EF4-FFF2-40B4-BE49-F238E27FC236}">
                <a16:creationId xmlns:a16="http://schemas.microsoft.com/office/drawing/2014/main" id="{192A1395-367A-4AE2-B94B-D9A3882223E4}"/>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21513" name="灯片编号占位符 2">
            <a:extLst>
              <a:ext uri="{FF2B5EF4-FFF2-40B4-BE49-F238E27FC236}">
                <a16:creationId xmlns:a16="http://schemas.microsoft.com/office/drawing/2014/main" id="{35CC8762-0B6C-4DE3-B031-DF4D5DE9145A}"/>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BA94C17B-9F68-40BA-94D2-B5ADBC985313}" type="slidenum">
              <a:rPr lang="zh-CN" altLang="en-US" sz="1200">
                <a:solidFill>
                  <a:srgbClr val="898989"/>
                </a:solidFill>
                <a:latin typeface="Times New Roman" panose="02020603050405020304" pitchFamily="18" charset="0"/>
              </a:rPr>
              <a:pPr>
                <a:spcBef>
                  <a:spcPct val="50000"/>
                </a:spcBef>
                <a:buFontTx/>
                <a:buNone/>
              </a:pPr>
              <a:t>16</a:t>
            </a:fld>
            <a:endParaRPr lang="zh-CN" altLang="en-US" sz="1200">
              <a:solidFill>
                <a:srgbClr val="898989"/>
              </a:solidFill>
              <a:latin typeface="Times New Roman" panose="02020603050405020304" pitchFamily="18" charset="0"/>
            </a:endParaRPr>
          </a:p>
        </p:txBody>
      </p:sp>
      <p:pic>
        <p:nvPicPr>
          <p:cNvPr id="3" name="图片 2">
            <a:extLst>
              <a:ext uri="{FF2B5EF4-FFF2-40B4-BE49-F238E27FC236}">
                <a16:creationId xmlns:a16="http://schemas.microsoft.com/office/drawing/2014/main" id="{94051D03-A47E-4469-83A4-4C3143A7F62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964" y="1781172"/>
            <a:ext cx="1757375" cy="957269"/>
          </a:xfrm>
          <a:prstGeom prst="rect">
            <a:avLst/>
          </a:prstGeom>
        </p:spPr>
      </p:pic>
      <p:sp>
        <p:nvSpPr>
          <p:cNvPr id="12" name="对话气泡: 椭圆形 11">
            <a:extLst>
              <a:ext uri="{FF2B5EF4-FFF2-40B4-BE49-F238E27FC236}">
                <a16:creationId xmlns:a16="http://schemas.microsoft.com/office/drawing/2014/main" id="{B52D333E-5053-4BA0-93DA-40937D817991}"/>
              </a:ext>
            </a:extLst>
          </p:cNvPr>
          <p:cNvSpPr/>
          <p:nvPr/>
        </p:nvSpPr>
        <p:spPr bwMode="auto">
          <a:xfrm>
            <a:off x="5147186" y="1474848"/>
            <a:ext cx="2389239" cy="612648"/>
          </a:xfrm>
          <a:prstGeom prst="wedgeEllipseCallout">
            <a:avLst>
              <a:gd name="adj1" fmla="val -81768"/>
              <a:gd name="adj2" fmla="val 5688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800" dirty="0">
                <a:latin typeface="Verdana" pitchFamily="34" charset="0"/>
              </a:rPr>
              <a:t>coulombs, C</a:t>
            </a:r>
            <a:endParaRPr kumimoji="0" lang="zh-CN" altLang="en-US" sz="1800" b="0" i="0" u="none" strike="noStrike" cap="none" normalizeH="0" baseline="0" dirty="0">
              <a:ln>
                <a:noFill/>
              </a:ln>
              <a:solidFill>
                <a:schemeClr val="tx1"/>
              </a:solidFill>
              <a:effectLst/>
              <a:latin typeface="Verdana" pitchFamily="34" charset="0"/>
            </a:endParaRPr>
          </a:p>
        </p:txBody>
      </p:sp>
      <p:sp>
        <p:nvSpPr>
          <p:cNvPr id="14" name="对话气泡: 椭圆形 13">
            <a:extLst>
              <a:ext uri="{FF2B5EF4-FFF2-40B4-BE49-F238E27FC236}">
                <a16:creationId xmlns:a16="http://schemas.microsoft.com/office/drawing/2014/main" id="{833B0637-4A73-4073-A72D-A857F491BC79}"/>
              </a:ext>
            </a:extLst>
          </p:cNvPr>
          <p:cNvSpPr/>
          <p:nvPr/>
        </p:nvSpPr>
        <p:spPr bwMode="auto">
          <a:xfrm>
            <a:off x="5147186" y="2621884"/>
            <a:ext cx="2116136" cy="612648"/>
          </a:xfrm>
          <a:prstGeom prst="wedgeEllipseCallout">
            <a:avLst>
              <a:gd name="adj1" fmla="val -84812"/>
              <a:gd name="adj2" fmla="val -450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800" dirty="0">
                <a:latin typeface="Verdana" pitchFamily="34" charset="0"/>
              </a:rPr>
              <a:t>s</a:t>
            </a:r>
            <a:r>
              <a:rPr kumimoji="0" lang="en-US" altLang="zh-CN" sz="1800" b="0" i="0" u="none" strike="noStrike" cap="none" normalizeH="0" baseline="0" dirty="0">
                <a:ln>
                  <a:noFill/>
                </a:ln>
                <a:solidFill>
                  <a:schemeClr val="tx1"/>
                </a:solidFill>
                <a:effectLst/>
                <a:latin typeface="Verdana" pitchFamily="34" charset="0"/>
              </a:rPr>
              <a:t>econds, s</a:t>
            </a:r>
            <a:endParaRPr kumimoji="0" lang="zh-CN" altLang="en-US" sz="1800" b="0" i="0" u="none" strike="noStrike" cap="none" normalizeH="0" baseline="0" dirty="0">
              <a:ln>
                <a:noFill/>
              </a:ln>
              <a:solidFill>
                <a:schemeClr val="tx1"/>
              </a:solidFill>
              <a:effectLst/>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212"/>
                                        </p:tgtEl>
                                        <p:attrNameLst>
                                          <p:attrName>style.visibility</p:attrName>
                                        </p:attrNameLst>
                                      </p:cBhvr>
                                      <p:to>
                                        <p:strVal val="visible"/>
                                      </p:to>
                                    </p:set>
                                    <p:anim calcmode="lin" valueType="num">
                                      <p:cBhvr additive="base">
                                        <p:cTn id="7" dur="500" fill="hold"/>
                                        <p:tgtEl>
                                          <p:spTgt spid="4212"/>
                                        </p:tgtEl>
                                        <p:attrNameLst>
                                          <p:attrName>ppt_x</p:attrName>
                                        </p:attrNameLst>
                                      </p:cBhvr>
                                      <p:tavLst>
                                        <p:tav tm="0">
                                          <p:val>
                                            <p:strVal val="0-#ppt_w/2"/>
                                          </p:val>
                                        </p:tav>
                                        <p:tav tm="100000">
                                          <p:val>
                                            <p:strVal val="#ppt_x"/>
                                          </p:val>
                                        </p:tav>
                                      </p:tavLst>
                                    </p:anim>
                                    <p:anim calcmode="lin" valueType="num">
                                      <p:cBhvr additive="base">
                                        <p:cTn id="8" dur="500" fill="hold"/>
                                        <p:tgtEl>
                                          <p:spTgt spid="42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211"/>
                                        </p:tgtEl>
                                        <p:attrNameLst>
                                          <p:attrName>style.visibility</p:attrName>
                                        </p:attrNameLst>
                                      </p:cBhvr>
                                      <p:to>
                                        <p:strVal val="visible"/>
                                      </p:to>
                                    </p:set>
                                    <p:anim calcmode="lin" valueType="num">
                                      <p:cBhvr additive="base">
                                        <p:cTn id="13" dur="500" fill="hold"/>
                                        <p:tgtEl>
                                          <p:spTgt spid="4211"/>
                                        </p:tgtEl>
                                        <p:attrNameLst>
                                          <p:attrName>ppt_x</p:attrName>
                                        </p:attrNameLst>
                                      </p:cBhvr>
                                      <p:tavLst>
                                        <p:tav tm="0">
                                          <p:val>
                                            <p:strVal val="0-#ppt_w/2"/>
                                          </p:val>
                                        </p:tav>
                                        <p:tav tm="100000">
                                          <p:val>
                                            <p:strVal val="#ppt_x"/>
                                          </p:val>
                                        </p:tav>
                                      </p:tavLst>
                                    </p:anim>
                                    <p:anim calcmode="lin" valueType="num">
                                      <p:cBhvr additive="base">
                                        <p:cTn id="14" dur="500" fill="hold"/>
                                        <p:tgtEl>
                                          <p:spTgt spid="4211"/>
                                        </p:tgtEl>
                                        <p:attrNameLst>
                                          <p:attrName>ppt_y</p:attrName>
                                        </p:attrNameLst>
                                      </p:cBhvr>
                                      <p:tavLst>
                                        <p:tav tm="0">
                                          <p:val>
                                            <p:strVal val="#ppt_y"/>
                                          </p:val>
                                        </p:tav>
                                        <p:tav tm="100000">
                                          <p:val>
                                            <p:strVal val="#ppt_y"/>
                                          </p:val>
                                        </p:tav>
                                      </p:tavLst>
                                    </p:anim>
                                  </p:childTnLst>
                                </p:cTn>
                              </p:par>
                            </p:childTnLst>
                          </p:cTn>
                        </p:par>
                        <p:par>
                          <p:cTn id="15" fill="hold" nodeType="withGroup">
                            <p:stCondLst>
                              <p:cond delay="500"/>
                            </p:stCondLst>
                            <p:childTnLst>
                              <p:par>
                                <p:cTn id="16" presetID="42" presetClass="entr" presetSubtype="0"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1000"/>
                                        <p:tgtEl>
                                          <p:spTgt spid="12"/>
                                        </p:tgtEl>
                                      </p:cBhvr>
                                    </p:animEffect>
                                    <p:anim calcmode="lin" valueType="num">
                                      <p:cBhvr>
                                        <p:cTn id="19" dur="1000" fill="hold"/>
                                        <p:tgtEl>
                                          <p:spTgt spid="12"/>
                                        </p:tgtEl>
                                        <p:attrNameLst>
                                          <p:attrName>ppt_x</p:attrName>
                                        </p:attrNameLst>
                                      </p:cBhvr>
                                      <p:tavLst>
                                        <p:tav tm="0">
                                          <p:val>
                                            <p:strVal val="#ppt_x"/>
                                          </p:val>
                                        </p:tav>
                                        <p:tav tm="100000">
                                          <p:val>
                                            <p:strVal val="#ppt_x"/>
                                          </p:val>
                                        </p:tav>
                                      </p:tavLst>
                                    </p:anim>
                                    <p:anim calcmode="lin" valueType="num">
                                      <p:cBhvr>
                                        <p:cTn id="20" dur="1000" fill="hold"/>
                                        <p:tgtEl>
                                          <p:spTgt spid="12"/>
                                        </p:tgtEl>
                                        <p:attrNameLst>
                                          <p:attrName>ppt_y</p:attrName>
                                        </p:attrNameLst>
                                      </p:cBhvr>
                                      <p:tavLst>
                                        <p:tav tm="0">
                                          <p:val>
                                            <p:strVal val="#ppt_y+.1"/>
                                          </p:val>
                                        </p:tav>
                                        <p:tav tm="100000">
                                          <p:val>
                                            <p:strVal val="#ppt_y"/>
                                          </p:val>
                                        </p:tav>
                                      </p:tavLst>
                                    </p:anim>
                                  </p:childTnLst>
                                </p:cTn>
                              </p:par>
                            </p:childTnLst>
                          </p:cTn>
                        </p:par>
                        <p:par>
                          <p:cTn id="21" fill="hold">
                            <p:stCondLst>
                              <p:cond delay="1500"/>
                            </p:stCondLst>
                            <p:childTnLst>
                              <p:par>
                                <p:cTn id="22" presetID="42" presetClass="entr" presetSubtype="0"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215"/>
                                        </p:tgtEl>
                                        <p:attrNameLst>
                                          <p:attrName>style.visibility</p:attrName>
                                        </p:attrNameLst>
                                      </p:cBhvr>
                                      <p:to>
                                        <p:strVal val="visible"/>
                                      </p:to>
                                    </p:set>
                                    <p:anim calcmode="lin" valueType="num">
                                      <p:cBhvr additive="base">
                                        <p:cTn id="31" dur="500" fill="hold"/>
                                        <p:tgtEl>
                                          <p:spTgt spid="4215"/>
                                        </p:tgtEl>
                                        <p:attrNameLst>
                                          <p:attrName>ppt_x</p:attrName>
                                        </p:attrNameLst>
                                      </p:cBhvr>
                                      <p:tavLst>
                                        <p:tav tm="0">
                                          <p:val>
                                            <p:strVal val="0-#ppt_w/2"/>
                                          </p:val>
                                        </p:tav>
                                        <p:tav tm="100000">
                                          <p:val>
                                            <p:strVal val="#ppt_x"/>
                                          </p:val>
                                        </p:tav>
                                      </p:tavLst>
                                    </p:anim>
                                    <p:anim calcmode="lin" valueType="num">
                                      <p:cBhvr additive="base">
                                        <p:cTn id="32" dur="500" fill="hold"/>
                                        <p:tgtEl>
                                          <p:spTgt spid="421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216"/>
                                        </p:tgtEl>
                                        <p:attrNameLst>
                                          <p:attrName>style.visibility</p:attrName>
                                        </p:attrNameLst>
                                      </p:cBhvr>
                                      <p:to>
                                        <p:strVal val="visible"/>
                                      </p:to>
                                    </p:set>
                                    <p:anim calcmode="lin" valueType="num">
                                      <p:cBhvr additive="base">
                                        <p:cTn id="37" dur="500" fill="hold"/>
                                        <p:tgtEl>
                                          <p:spTgt spid="4216"/>
                                        </p:tgtEl>
                                        <p:attrNameLst>
                                          <p:attrName>ppt_x</p:attrName>
                                        </p:attrNameLst>
                                      </p:cBhvr>
                                      <p:tavLst>
                                        <p:tav tm="0">
                                          <p:val>
                                            <p:strVal val="0-#ppt_w/2"/>
                                          </p:val>
                                        </p:tav>
                                        <p:tav tm="100000">
                                          <p:val>
                                            <p:strVal val="#ppt_x"/>
                                          </p:val>
                                        </p:tav>
                                      </p:tavLst>
                                    </p:anim>
                                    <p:anim calcmode="lin" valueType="num">
                                      <p:cBhvr additive="base">
                                        <p:cTn id="38" dur="500" fill="hold"/>
                                        <p:tgtEl>
                                          <p:spTgt spid="421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4213"/>
                                        </p:tgtEl>
                                        <p:attrNameLst>
                                          <p:attrName>style.visibility</p:attrName>
                                        </p:attrNameLst>
                                      </p:cBhvr>
                                      <p:to>
                                        <p:strVal val="visible"/>
                                      </p:to>
                                    </p:set>
                                    <p:anim calcmode="lin" valueType="num">
                                      <p:cBhvr additive="base">
                                        <p:cTn id="43" dur="500" fill="hold"/>
                                        <p:tgtEl>
                                          <p:spTgt spid="4213"/>
                                        </p:tgtEl>
                                        <p:attrNameLst>
                                          <p:attrName>ppt_x</p:attrName>
                                        </p:attrNameLst>
                                      </p:cBhvr>
                                      <p:tavLst>
                                        <p:tav tm="0">
                                          <p:val>
                                            <p:strVal val="0-#ppt_w/2"/>
                                          </p:val>
                                        </p:tav>
                                        <p:tav tm="100000">
                                          <p:val>
                                            <p:strVal val="#ppt_x"/>
                                          </p:val>
                                        </p:tav>
                                      </p:tavLst>
                                    </p:anim>
                                    <p:anim calcmode="lin" valueType="num">
                                      <p:cBhvr additive="base">
                                        <p:cTn id="44" dur="500" fill="hold"/>
                                        <p:tgtEl>
                                          <p:spTgt spid="421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4214"/>
                                        </p:tgtEl>
                                        <p:attrNameLst>
                                          <p:attrName>style.visibility</p:attrName>
                                        </p:attrNameLst>
                                      </p:cBhvr>
                                      <p:to>
                                        <p:strVal val="visible"/>
                                      </p:to>
                                    </p:set>
                                    <p:anim calcmode="lin" valueType="num">
                                      <p:cBhvr additive="base">
                                        <p:cTn id="49" dur="500" fill="hold"/>
                                        <p:tgtEl>
                                          <p:spTgt spid="4214"/>
                                        </p:tgtEl>
                                        <p:attrNameLst>
                                          <p:attrName>ppt_x</p:attrName>
                                        </p:attrNameLst>
                                      </p:cBhvr>
                                      <p:tavLst>
                                        <p:tav tm="0">
                                          <p:val>
                                            <p:strVal val="0-#ppt_w/2"/>
                                          </p:val>
                                        </p:tav>
                                        <p:tav tm="100000">
                                          <p:val>
                                            <p:strVal val="#ppt_x"/>
                                          </p:val>
                                        </p:tav>
                                      </p:tavLst>
                                    </p:anim>
                                    <p:anim calcmode="lin" valueType="num">
                                      <p:cBhvr additive="base">
                                        <p:cTn id="50" dur="500" fill="hold"/>
                                        <p:tgtEl>
                                          <p:spTgt spid="42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2" grpId="0" autoUpdateAnimBg="0"/>
      <p:bldP spid="4213" grpId="0" autoUpdateAnimBg="0"/>
      <p:bldP spid="4214" grpId="0" autoUpdateAnimBg="0"/>
      <p:bldP spid="4215" grpId="0" autoUpdateAnimBg="0"/>
      <p:bldP spid="4216" grpId="0" animBg="1"/>
      <p:bldP spid="12"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a:extLst>
              <a:ext uri="{FF2B5EF4-FFF2-40B4-BE49-F238E27FC236}">
                <a16:creationId xmlns:a16="http://schemas.microsoft.com/office/drawing/2014/main" id="{CA42D4D0-4E4C-4431-9E27-FE5E53A2989C}"/>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801757A2-5DBE-4147-956E-6008E142C463}" type="slidenum">
              <a:rPr lang="zh-CN" altLang="en-US" sz="1400">
                <a:latin typeface="Times New Roman" panose="02020603050405020304" pitchFamily="18" charset="0"/>
              </a:rPr>
              <a:pPr eaLnBrk="1" hangingPunct="1">
                <a:spcBef>
                  <a:spcPct val="0"/>
                </a:spcBef>
                <a:buFontTx/>
                <a:buNone/>
              </a:pPr>
              <a:t>17</a:t>
            </a:fld>
            <a:endParaRPr lang="en-US" altLang="zh-CN" sz="1400">
              <a:latin typeface="Times New Roman" panose="02020603050405020304" pitchFamily="18" charset="0"/>
            </a:endParaRPr>
          </a:p>
        </p:txBody>
      </p:sp>
      <p:graphicFrame>
        <p:nvGraphicFramePr>
          <p:cNvPr id="22531" name="Object 4">
            <a:extLst>
              <a:ext uri="{FF2B5EF4-FFF2-40B4-BE49-F238E27FC236}">
                <a16:creationId xmlns:a16="http://schemas.microsoft.com/office/drawing/2014/main" id="{F93D25EB-F8E3-4E09-98B9-1772E64DEC67}"/>
              </a:ext>
            </a:extLst>
          </p:cNvPr>
          <p:cNvGraphicFramePr>
            <a:graphicFrameLocks noChangeAspect="1"/>
          </p:cNvGraphicFramePr>
          <p:nvPr/>
        </p:nvGraphicFramePr>
        <p:xfrm>
          <a:off x="1219200" y="0"/>
          <a:ext cx="6629400" cy="6492875"/>
        </p:xfrm>
        <a:graphic>
          <a:graphicData uri="http://schemas.openxmlformats.org/presentationml/2006/ole">
            <mc:AlternateContent xmlns:mc="http://schemas.openxmlformats.org/markup-compatibility/2006">
              <mc:Choice xmlns:v="urn:schemas-microsoft-com:vml" Requires="v">
                <p:oleObj name="Visio" r:id="rId2" imgW="6591146" imgH="9638248" progId="Visio.Drawing.11">
                  <p:embed/>
                </p:oleObj>
              </mc:Choice>
              <mc:Fallback>
                <p:oleObj name="Visio" r:id="rId2" imgW="6591146" imgH="9638248"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0"/>
                        <a:ext cx="6629400" cy="649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EA451827-2FD8-4568-9B49-0126E2280F5A}"/>
              </a:ext>
            </a:extLst>
          </p:cNvPr>
          <p:cNvSpPr txBox="1">
            <a:spLocks noChangeArrowheads="1"/>
          </p:cNvSpPr>
          <p:nvPr/>
        </p:nvSpPr>
        <p:spPr bwMode="auto">
          <a:xfrm>
            <a:off x="1066800" y="390525"/>
            <a:ext cx="41497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b="1">
                <a:solidFill>
                  <a:srgbClr val="FF0000"/>
                </a:solidFill>
              </a:rPr>
              <a:t>Reference direction </a:t>
            </a:r>
            <a:endParaRPr lang="zh-CN" altLang="en-US" sz="2400" b="1">
              <a:solidFill>
                <a:srgbClr val="FF0000"/>
              </a:solidFill>
            </a:endParaRPr>
          </a:p>
        </p:txBody>
      </p:sp>
      <p:pic>
        <p:nvPicPr>
          <p:cNvPr id="23555" name="Picture 3">
            <a:extLst>
              <a:ext uri="{FF2B5EF4-FFF2-40B4-BE49-F238E27FC236}">
                <a16:creationId xmlns:a16="http://schemas.microsoft.com/office/drawing/2014/main" id="{21273179-6080-448F-AA5E-D2291740C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538" y="1528763"/>
            <a:ext cx="2182812"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56" name="Line 4">
            <a:extLst>
              <a:ext uri="{FF2B5EF4-FFF2-40B4-BE49-F238E27FC236}">
                <a16:creationId xmlns:a16="http://schemas.microsoft.com/office/drawing/2014/main" id="{B7229939-7026-4409-8A22-6B16C2046F1D}"/>
              </a:ext>
            </a:extLst>
          </p:cNvPr>
          <p:cNvSpPr>
            <a:spLocks noChangeShapeType="1"/>
          </p:cNvSpPr>
          <p:nvPr/>
        </p:nvSpPr>
        <p:spPr bwMode="auto">
          <a:xfrm>
            <a:off x="1417638" y="1987550"/>
            <a:ext cx="228600" cy="0"/>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557" name="Text Box 6">
            <a:extLst>
              <a:ext uri="{FF2B5EF4-FFF2-40B4-BE49-F238E27FC236}">
                <a16:creationId xmlns:a16="http://schemas.microsoft.com/office/drawing/2014/main" id="{A6E1DEB6-5EBA-4C3E-9EA1-31AE3227E778}"/>
              </a:ext>
            </a:extLst>
          </p:cNvPr>
          <p:cNvSpPr txBox="1">
            <a:spLocks noChangeArrowheads="1"/>
          </p:cNvSpPr>
          <p:nvPr/>
        </p:nvSpPr>
        <p:spPr bwMode="auto">
          <a:xfrm>
            <a:off x="3571875" y="928688"/>
            <a:ext cx="4786313"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i &gt;0</a:t>
            </a:r>
            <a:r>
              <a:rPr lang="en-US" altLang="zh-CN" sz="2400"/>
              <a:t>  means the real direction is  same to the reference direction</a:t>
            </a:r>
          </a:p>
        </p:txBody>
      </p:sp>
      <p:sp>
        <p:nvSpPr>
          <p:cNvPr id="23558" name="Rectangle 8">
            <a:extLst>
              <a:ext uri="{FF2B5EF4-FFF2-40B4-BE49-F238E27FC236}">
                <a16:creationId xmlns:a16="http://schemas.microsoft.com/office/drawing/2014/main" id="{62631173-1517-4F8D-A5C2-2D93061B33C3}"/>
              </a:ext>
            </a:extLst>
          </p:cNvPr>
          <p:cNvSpPr>
            <a:spLocks noChangeArrowheads="1"/>
          </p:cNvSpPr>
          <p:nvPr/>
        </p:nvSpPr>
        <p:spPr bwMode="auto">
          <a:xfrm>
            <a:off x="3579813" y="2393950"/>
            <a:ext cx="4899025" cy="120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a:solidFill>
                  <a:srgbClr val="FF0000"/>
                </a:solidFill>
              </a:rPr>
              <a:t>i &lt;0</a:t>
            </a:r>
            <a:r>
              <a:rPr lang="en-US" altLang="zh-CN" sz="2400"/>
              <a:t>  means the real direction is  opposite to the reference direction</a:t>
            </a:r>
            <a:endParaRPr lang="zh-CN" altLang="en-US" sz="2400"/>
          </a:p>
        </p:txBody>
      </p:sp>
      <p:grpSp>
        <p:nvGrpSpPr>
          <p:cNvPr id="23559" name="Group 9">
            <a:extLst>
              <a:ext uri="{FF2B5EF4-FFF2-40B4-BE49-F238E27FC236}">
                <a16:creationId xmlns:a16="http://schemas.microsoft.com/office/drawing/2014/main" id="{35787527-7F8F-44FF-82F7-AF473717A7AF}"/>
              </a:ext>
            </a:extLst>
          </p:cNvPr>
          <p:cNvGrpSpPr>
            <a:grpSpLocks/>
          </p:cNvGrpSpPr>
          <p:nvPr/>
        </p:nvGrpSpPr>
        <p:grpSpPr bwMode="auto">
          <a:xfrm>
            <a:off x="1481138" y="3803650"/>
            <a:ext cx="3579812" cy="1682750"/>
            <a:chOff x="933" y="1049"/>
            <a:chExt cx="3893" cy="2221"/>
          </a:xfrm>
        </p:grpSpPr>
        <p:sp>
          <p:nvSpPr>
            <p:cNvPr id="23562" name="Freeform 10">
              <a:extLst>
                <a:ext uri="{FF2B5EF4-FFF2-40B4-BE49-F238E27FC236}">
                  <a16:creationId xmlns:a16="http://schemas.microsoft.com/office/drawing/2014/main" id="{9770E4BA-9E23-492A-BABC-1F0FFBD979C1}"/>
                </a:ext>
              </a:extLst>
            </p:cNvPr>
            <p:cNvSpPr>
              <a:spLocks/>
            </p:cNvSpPr>
            <p:nvPr/>
          </p:nvSpPr>
          <p:spPr bwMode="auto">
            <a:xfrm>
              <a:off x="1225" y="1057"/>
              <a:ext cx="1359" cy="1681"/>
            </a:xfrm>
            <a:custGeom>
              <a:avLst/>
              <a:gdLst>
                <a:gd name="T0" fmla="*/ 0 w 1113"/>
                <a:gd name="T1" fmla="*/ 30601 h 1320"/>
                <a:gd name="T2" fmla="*/ 0 w 1113"/>
                <a:gd name="T3" fmla="*/ 30446 h 1320"/>
                <a:gd name="T4" fmla="*/ 0 w 1113"/>
                <a:gd name="T5" fmla="*/ 30310 h 1320"/>
                <a:gd name="T6" fmla="*/ 0 w 1113"/>
                <a:gd name="T7" fmla="*/ 29893 h 1320"/>
                <a:gd name="T8" fmla="*/ 0 w 1113"/>
                <a:gd name="T9" fmla="*/ 29322 h 1320"/>
                <a:gd name="T10" fmla="*/ 79 w 1113"/>
                <a:gd name="T11" fmla="*/ 27947 h 1320"/>
                <a:gd name="T12" fmla="*/ 242 w 1113"/>
                <a:gd name="T13" fmla="*/ 26159 h 1320"/>
                <a:gd name="T14" fmla="*/ 492 w 1113"/>
                <a:gd name="T15" fmla="*/ 23945 h 1320"/>
                <a:gd name="T16" fmla="*/ 801 w 1113"/>
                <a:gd name="T17" fmla="*/ 21607 h 1320"/>
                <a:gd name="T18" fmla="*/ 1205 w 1113"/>
                <a:gd name="T19" fmla="*/ 18963 h 1320"/>
                <a:gd name="T20" fmla="*/ 1856 w 1113"/>
                <a:gd name="T21" fmla="*/ 16191 h 1320"/>
                <a:gd name="T22" fmla="*/ 2653 w 1113"/>
                <a:gd name="T23" fmla="*/ 13425 h 1320"/>
                <a:gd name="T24" fmla="*/ 3597 w 1113"/>
                <a:gd name="T25" fmla="*/ 10657 h 1320"/>
                <a:gd name="T26" fmla="*/ 4810 w 1113"/>
                <a:gd name="T27" fmla="*/ 8155 h 1320"/>
                <a:gd name="T28" fmla="*/ 6261 w 1113"/>
                <a:gd name="T29" fmla="*/ 5835 h 1320"/>
                <a:gd name="T30" fmla="*/ 7942 w 1113"/>
                <a:gd name="T31" fmla="*/ 3729 h 1320"/>
                <a:gd name="T32" fmla="*/ 9943 w 1113"/>
                <a:gd name="T33" fmla="*/ 1940 h 1320"/>
                <a:gd name="T34" fmla="*/ 11078 w 1113"/>
                <a:gd name="T35" fmla="*/ 1259 h 1320"/>
                <a:gd name="T36" fmla="*/ 12265 w 1113"/>
                <a:gd name="T37" fmla="*/ 684 h 1320"/>
                <a:gd name="T38" fmla="*/ 13556 w 1113"/>
                <a:gd name="T39" fmla="*/ 273 h 1320"/>
                <a:gd name="T40" fmla="*/ 14923 w 1113"/>
                <a:gd name="T41" fmla="*/ 0 h 1320"/>
                <a:gd name="T42" fmla="*/ 14923 w 1113"/>
                <a:gd name="T43" fmla="*/ 0 h 1320"/>
                <a:gd name="T44" fmla="*/ 13556 w 1113"/>
                <a:gd name="T45" fmla="*/ 273 h 1320"/>
                <a:gd name="T46" fmla="*/ 12265 w 1113"/>
                <a:gd name="T47" fmla="*/ 684 h 1320"/>
                <a:gd name="T48" fmla="*/ 11078 w 1113"/>
                <a:gd name="T49" fmla="*/ 1259 h 1320"/>
                <a:gd name="T50" fmla="*/ 9943 w 1113"/>
                <a:gd name="T51" fmla="*/ 1940 h 1320"/>
                <a:gd name="T52" fmla="*/ 7942 w 1113"/>
                <a:gd name="T53" fmla="*/ 3729 h 1320"/>
                <a:gd name="T54" fmla="*/ 6261 w 1113"/>
                <a:gd name="T55" fmla="*/ 5835 h 1320"/>
                <a:gd name="T56" fmla="*/ 4810 w 1113"/>
                <a:gd name="T57" fmla="*/ 8155 h 1320"/>
                <a:gd name="T58" fmla="*/ 3597 w 1113"/>
                <a:gd name="T59" fmla="*/ 10657 h 1320"/>
                <a:gd name="T60" fmla="*/ 2653 w 1113"/>
                <a:gd name="T61" fmla="*/ 13425 h 1320"/>
                <a:gd name="T62" fmla="*/ 1856 w 1113"/>
                <a:gd name="T63" fmla="*/ 16191 h 1320"/>
                <a:gd name="T64" fmla="*/ 1205 w 1113"/>
                <a:gd name="T65" fmla="*/ 18963 h 1320"/>
                <a:gd name="T66" fmla="*/ 801 w 1113"/>
                <a:gd name="T67" fmla="*/ 21607 h 1320"/>
                <a:gd name="T68" fmla="*/ 492 w 1113"/>
                <a:gd name="T69" fmla="*/ 23945 h 1320"/>
                <a:gd name="T70" fmla="*/ 242 w 1113"/>
                <a:gd name="T71" fmla="*/ 26159 h 1320"/>
                <a:gd name="T72" fmla="*/ 79 w 1113"/>
                <a:gd name="T73" fmla="*/ 27947 h 1320"/>
                <a:gd name="T74" fmla="*/ 0 w 1113"/>
                <a:gd name="T75" fmla="*/ 29322 h 1320"/>
                <a:gd name="T76" fmla="*/ 0 w 1113"/>
                <a:gd name="T77" fmla="*/ 29893 h 1320"/>
                <a:gd name="T78" fmla="*/ 0 w 1113"/>
                <a:gd name="T79" fmla="*/ 30310 h 1320"/>
                <a:gd name="T80" fmla="*/ 0 w 1113"/>
                <a:gd name="T81" fmla="*/ 30446 h 1320"/>
                <a:gd name="T82" fmla="*/ 0 w 1113"/>
                <a:gd name="T83" fmla="*/ 30601 h 1320"/>
                <a:gd name="T84" fmla="*/ 0 w 1113"/>
                <a:gd name="T85" fmla="*/ 30601 h 132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13" h="1320">
                  <a:moveTo>
                    <a:pt x="0" y="1320"/>
                  </a:moveTo>
                  <a:lnTo>
                    <a:pt x="0" y="1314"/>
                  </a:lnTo>
                  <a:lnTo>
                    <a:pt x="0" y="1308"/>
                  </a:lnTo>
                  <a:lnTo>
                    <a:pt x="0" y="1290"/>
                  </a:lnTo>
                  <a:lnTo>
                    <a:pt x="0" y="1266"/>
                  </a:lnTo>
                  <a:lnTo>
                    <a:pt x="6" y="1206"/>
                  </a:lnTo>
                  <a:lnTo>
                    <a:pt x="18" y="1129"/>
                  </a:lnTo>
                  <a:lnTo>
                    <a:pt x="36" y="1033"/>
                  </a:lnTo>
                  <a:lnTo>
                    <a:pt x="60" y="932"/>
                  </a:lnTo>
                  <a:lnTo>
                    <a:pt x="90" y="818"/>
                  </a:lnTo>
                  <a:lnTo>
                    <a:pt x="138" y="699"/>
                  </a:lnTo>
                  <a:lnTo>
                    <a:pt x="198" y="579"/>
                  </a:lnTo>
                  <a:lnTo>
                    <a:pt x="269" y="460"/>
                  </a:lnTo>
                  <a:lnTo>
                    <a:pt x="359" y="352"/>
                  </a:lnTo>
                  <a:lnTo>
                    <a:pt x="467" y="251"/>
                  </a:lnTo>
                  <a:lnTo>
                    <a:pt x="592" y="161"/>
                  </a:lnTo>
                  <a:lnTo>
                    <a:pt x="742" y="84"/>
                  </a:lnTo>
                  <a:lnTo>
                    <a:pt x="826" y="54"/>
                  </a:lnTo>
                  <a:lnTo>
                    <a:pt x="915" y="30"/>
                  </a:lnTo>
                  <a:lnTo>
                    <a:pt x="1011" y="12"/>
                  </a:lnTo>
                  <a:lnTo>
                    <a:pt x="1113" y="0"/>
                  </a:lnTo>
                  <a:lnTo>
                    <a:pt x="1011" y="12"/>
                  </a:lnTo>
                  <a:lnTo>
                    <a:pt x="915" y="30"/>
                  </a:lnTo>
                  <a:lnTo>
                    <a:pt x="826" y="54"/>
                  </a:lnTo>
                  <a:lnTo>
                    <a:pt x="742" y="84"/>
                  </a:lnTo>
                  <a:lnTo>
                    <a:pt x="592" y="161"/>
                  </a:lnTo>
                  <a:lnTo>
                    <a:pt x="467" y="251"/>
                  </a:lnTo>
                  <a:lnTo>
                    <a:pt x="359" y="352"/>
                  </a:lnTo>
                  <a:lnTo>
                    <a:pt x="269" y="460"/>
                  </a:lnTo>
                  <a:lnTo>
                    <a:pt x="198" y="579"/>
                  </a:lnTo>
                  <a:lnTo>
                    <a:pt x="138" y="699"/>
                  </a:lnTo>
                  <a:lnTo>
                    <a:pt x="90" y="818"/>
                  </a:lnTo>
                  <a:lnTo>
                    <a:pt x="60" y="932"/>
                  </a:lnTo>
                  <a:lnTo>
                    <a:pt x="36" y="1033"/>
                  </a:lnTo>
                  <a:lnTo>
                    <a:pt x="18" y="1129"/>
                  </a:lnTo>
                  <a:lnTo>
                    <a:pt x="6" y="1206"/>
                  </a:lnTo>
                  <a:lnTo>
                    <a:pt x="0" y="1266"/>
                  </a:lnTo>
                  <a:lnTo>
                    <a:pt x="0" y="1290"/>
                  </a:lnTo>
                  <a:lnTo>
                    <a:pt x="0" y="1308"/>
                  </a:lnTo>
                  <a:lnTo>
                    <a:pt x="0" y="1314"/>
                  </a:lnTo>
                  <a:lnTo>
                    <a:pt x="0" y="1320"/>
                  </a:lnTo>
                  <a:close/>
                </a:path>
              </a:pathLst>
            </a:custGeom>
            <a:solidFill>
              <a:srgbClr val="006666"/>
            </a:solidFill>
            <a:ln w="19050" cmpd="sng">
              <a:solidFill>
                <a:srgbClr val="C00000"/>
              </a:solidFill>
              <a:round/>
              <a:headEnd/>
              <a:tailEnd/>
            </a:ln>
          </p:spPr>
          <p:txBody>
            <a:bodyPr/>
            <a:lstStyle/>
            <a:p>
              <a:endParaRPr lang="zh-CN" altLang="en-US"/>
            </a:p>
          </p:txBody>
        </p:sp>
        <p:sp>
          <p:nvSpPr>
            <p:cNvPr id="23563" name="Freeform 11">
              <a:extLst>
                <a:ext uri="{FF2B5EF4-FFF2-40B4-BE49-F238E27FC236}">
                  <a16:creationId xmlns:a16="http://schemas.microsoft.com/office/drawing/2014/main" id="{A5339247-86FD-4DCC-AE99-197A3BF17986}"/>
                </a:ext>
              </a:extLst>
            </p:cNvPr>
            <p:cNvSpPr>
              <a:spLocks/>
            </p:cNvSpPr>
            <p:nvPr/>
          </p:nvSpPr>
          <p:spPr bwMode="auto">
            <a:xfrm>
              <a:off x="933" y="1535"/>
              <a:ext cx="88" cy="176"/>
            </a:xfrm>
            <a:custGeom>
              <a:avLst/>
              <a:gdLst>
                <a:gd name="T0" fmla="*/ 405 w 72"/>
                <a:gd name="T1" fmla="*/ 421 h 138"/>
                <a:gd name="T2" fmla="*/ 812 w 72"/>
                <a:gd name="T3" fmla="*/ 421 h 138"/>
                <a:gd name="T4" fmla="*/ 812 w 72"/>
                <a:gd name="T5" fmla="*/ 421 h 138"/>
                <a:gd name="T6" fmla="*/ 901 w 72"/>
                <a:gd name="T7" fmla="*/ 421 h 138"/>
                <a:gd name="T8" fmla="*/ 984 w 72"/>
                <a:gd name="T9" fmla="*/ 0 h 138"/>
                <a:gd name="T10" fmla="*/ 901 w 72"/>
                <a:gd name="T11" fmla="*/ 0 h 138"/>
                <a:gd name="T12" fmla="*/ 901 w 72"/>
                <a:gd name="T13" fmla="*/ 0 h 138"/>
                <a:gd name="T14" fmla="*/ 812 w 72"/>
                <a:gd name="T15" fmla="*/ 0 h 138"/>
                <a:gd name="T16" fmla="*/ 323 w 72"/>
                <a:gd name="T17" fmla="*/ 0 h 138"/>
                <a:gd name="T18" fmla="*/ 79 w 72"/>
                <a:gd name="T19" fmla="*/ 1124 h 138"/>
                <a:gd name="T20" fmla="*/ 79 w 72"/>
                <a:gd name="T21" fmla="*/ 1275 h 138"/>
                <a:gd name="T22" fmla="*/ 79 w 72"/>
                <a:gd name="T23" fmla="*/ 1275 h 138"/>
                <a:gd name="T24" fmla="*/ 323 w 72"/>
                <a:gd name="T25" fmla="*/ 1275 h 138"/>
                <a:gd name="T26" fmla="*/ 493 w 72"/>
                <a:gd name="T27" fmla="*/ 1422 h 138"/>
                <a:gd name="T28" fmla="*/ 659 w 72"/>
                <a:gd name="T29" fmla="*/ 1694 h 138"/>
                <a:gd name="T30" fmla="*/ 737 w 72"/>
                <a:gd name="T31" fmla="*/ 2268 h 138"/>
                <a:gd name="T32" fmla="*/ 659 w 72"/>
                <a:gd name="T33" fmla="*/ 2845 h 138"/>
                <a:gd name="T34" fmla="*/ 493 w 72"/>
                <a:gd name="T35" fmla="*/ 2975 h 138"/>
                <a:gd name="T36" fmla="*/ 323 w 72"/>
                <a:gd name="T37" fmla="*/ 2845 h 138"/>
                <a:gd name="T38" fmla="*/ 79 w 72"/>
                <a:gd name="T39" fmla="*/ 2688 h 138"/>
                <a:gd name="T40" fmla="*/ 0 w 72"/>
                <a:gd name="T41" fmla="*/ 2845 h 138"/>
                <a:gd name="T42" fmla="*/ 0 w 72"/>
                <a:gd name="T43" fmla="*/ 2975 h 138"/>
                <a:gd name="T44" fmla="*/ 79 w 72"/>
                <a:gd name="T45" fmla="*/ 3109 h 138"/>
                <a:gd name="T46" fmla="*/ 323 w 72"/>
                <a:gd name="T47" fmla="*/ 3262 h 138"/>
                <a:gd name="T48" fmla="*/ 566 w 72"/>
                <a:gd name="T49" fmla="*/ 3109 h 138"/>
                <a:gd name="T50" fmla="*/ 737 w 72"/>
                <a:gd name="T51" fmla="*/ 2975 h 138"/>
                <a:gd name="T52" fmla="*/ 901 w 72"/>
                <a:gd name="T53" fmla="*/ 2558 h 138"/>
                <a:gd name="T54" fmla="*/ 901 w 72"/>
                <a:gd name="T55" fmla="*/ 2131 h 138"/>
                <a:gd name="T56" fmla="*/ 901 w 72"/>
                <a:gd name="T57" fmla="*/ 1694 h 138"/>
                <a:gd name="T58" fmla="*/ 812 w 72"/>
                <a:gd name="T59" fmla="*/ 1275 h 138"/>
                <a:gd name="T60" fmla="*/ 566 w 72"/>
                <a:gd name="T61" fmla="*/ 1000 h 138"/>
                <a:gd name="T62" fmla="*/ 243 w 72"/>
                <a:gd name="T63" fmla="*/ 857 h 138"/>
                <a:gd name="T64" fmla="*/ 405 w 72"/>
                <a:gd name="T65" fmla="*/ 421 h 1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2" h="138">
                  <a:moveTo>
                    <a:pt x="30" y="18"/>
                  </a:moveTo>
                  <a:lnTo>
                    <a:pt x="60" y="18"/>
                  </a:lnTo>
                  <a:lnTo>
                    <a:pt x="66" y="18"/>
                  </a:lnTo>
                  <a:lnTo>
                    <a:pt x="72" y="0"/>
                  </a:lnTo>
                  <a:lnTo>
                    <a:pt x="66" y="0"/>
                  </a:lnTo>
                  <a:lnTo>
                    <a:pt x="60" y="0"/>
                  </a:lnTo>
                  <a:lnTo>
                    <a:pt x="24" y="0"/>
                  </a:lnTo>
                  <a:lnTo>
                    <a:pt x="6" y="48"/>
                  </a:lnTo>
                  <a:lnTo>
                    <a:pt x="6" y="54"/>
                  </a:lnTo>
                  <a:lnTo>
                    <a:pt x="24" y="54"/>
                  </a:lnTo>
                  <a:lnTo>
                    <a:pt x="36" y="60"/>
                  </a:lnTo>
                  <a:lnTo>
                    <a:pt x="48" y="72"/>
                  </a:lnTo>
                  <a:lnTo>
                    <a:pt x="54" y="96"/>
                  </a:lnTo>
                  <a:lnTo>
                    <a:pt x="48" y="120"/>
                  </a:lnTo>
                  <a:lnTo>
                    <a:pt x="36" y="126"/>
                  </a:lnTo>
                  <a:lnTo>
                    <a:pt x="24" y="120"/>
                  </a:lnTo>
                  <a:lnTo>
                    <a:pt x="6" y="114"/>
                  </a:lnTo>
                  <a:lnTo>
                    <a:pt x="0" y="120"/>
                  </a:lnTo>
                  <a:lnTo>
                    <a:pt x="0" y="126"/>
                  </a:lnTo>
                  <a:lnTo>
                    <a:pt x="6" y="132"/>
                  </a:lnTo>
                  <a:lnTo>
                    <a:pt x="24" y="138"/>
                  </a:lnTo>
                  <a:lnTo>
                    <a:pt x="42" y="132"/>
                  </a:lnTo>
                  <a:lnTo>
                    <a:pt x="54" y="126"/>
                  </a:lnTo>
                  <a:lnTo>
                    <a:pt x="66" y="108"/>
                  </a:lnTo>
                  <a:lnTo>
                    <a:pt x="66" y="90"/>
                  </a:lnTo>
                  <a:lnTo>
                    <a:pt x="66" y="72"/>
                  </a:lnTo>
                  <a:lnTo>
                    <a:pt x="60" y="54"/>
                  </a:lnTo>
                  <a:lnTo>
                    <a:pt x="42" y="42"/>
                  </a:lnTo>
                  <a:lnTo>
                    <a:pt x="18" y="36"/>
                  </a:lnTo>
                  <a:lnTo>
                    <a:pt x="30" y="18"/>
                  </a:lnTo>
                  <a:close/>
                </a:path>
              </a:pathLst>
            </a:custGeom>
            <a:solidFill>
              <a:srgbClr val="000000"/>
            </a:solidFill>
            <a:ln w="9525">
              <a:solidFill>
                <a:schemeClr val="tx1"/>
              </a:solidFill>
              <a:round/>
              <a:headEnd/>
              <a:tailEnd/>
            </a:ln>
          </p:spPr>
          <p:txBody>
            <a:bodyPr/>
            <a:lstStyle/>
            <a:p>
              <a:endParaRPr lang="zh-CN" altLang="en-US"/>
            </a:p>
          </p:txBody>
        </p:sp>
        <p:sp>
          <p:nvSpPr>
            <p:cNvPr id="23564" name="Freeform 12">
              <a:extLst>
                <a:ext uri="{FF2B5EF4-FFF2-40B4-BE49-F238E27FC236}">
                  <a16:creationId xmlns:a16="http://schemas.microsoft.com/office/drawing/2014/main" id="{D2F71D22-793B-445E-90DE-841C4CEFAB00}"/>
                </a:ext>
              </a:extLst>
            </p:cNvPr>
            <p:cNvSpPr>
              <a:spLocks noEditPoints="1"/>
            </p:cNvSpPr>
            <p:nvPr/>
          </p:nvSpPr>
          <p:spPr bwMode="auto">
            <a:xfrm>
              <a:off x="1072" y="1535"/>
              <a:ext cx="138" cy="169"/>
            </a:xfrm>
            <a:custGeom>
              <a:avLst/>
              <a:gdLst>
                <a:gd name="T0" fmla="*/ 1524 w 113"/>
                <a:gd name="T1" fmla="*/ 3124 h 132"/>
                <a:gd name="T2" fmla="*/ 1439 w 113"/>
                <a:gd name="T3" fmla="*/ 3124 h 132"/>
                <a:gd name="T4" fmla="*/ 1346 w 113"/>
                <a:gd name="T5" fmla="*/ 2831 h 132"/>
                <a:gd name="T6" fmla="*/ 790 w 113"/>
                <a:gd name="T7" fmla="*/ 0 h 132"/>
                <a:gd name="T8" fmla="*/ 710 w 113"/>
                <a:gd name="T9" fmla="*/ 0 h 132"/>
                <a:gd name="T10" fmla="*/ 319 w 113"/>
                <a:gd name="T11" fmla="*/ 2374 h 132"/>
                <a:gd name="T12" fmla="*/ 242 w 113"/>
                <a:gd name="T13" fmla="*/ 2831 h 132"/>
                <a:gd name="T14" fmla="*/ 162 w 113"/>
                <a:gd name="T15" fmla="*/ 3124 h 132"/>
                <a:gd name="T16" fmla="*/ 79 w 113"/>
                <a:gd name="T17" fmla="*/ 3124 h 132"/>
                <a:gd name="T18" fmla="*/ 0 w 113"/>
                <a:gd name="T19" fmla="*/ 3124 h 132"/>
                <a:gd name="T20" fmla="*/ 0 w 113"/>
                <a:gd name="T21" fmla="*/ 3287 h 132"/>
                <a:gd name="T22" fmla="*/ 492 w 113"/>
                <a:gd name="T23" fmla="*/ 3287 h 132"/>
                <a:gd name="T24" fmla="*/ 492 w 113"/>
                <a:gd name="T25" fmla="*/ 3124 h 132"/>
                <a:gd name="T26" fmla="*/ 404 w 113"/>
                <a:gd name="T27" fmla="*/ 3124 h 132"/>
                <a:gd name="T28" fmla="*/ 319 w 113"/>
                <a:gd name="T29" fmla="*/ 2990 h 132"/>
                <a:gd name="T30" fmla="*/ 319 w 113"/>
                <a:gd name="T31" fmla="*/ 2990 h 132"/>
                <a:gd name="T32" fmla="*/ 319 w 113"/>
                <a:gd name="T33" fmla="*/ 2831 h 132"/>
                <a:gd name="T34" fmla="*/ 404 w 113"/>
                <a:gd name="T35" fmla="*/ 2233 h 132"/>
                <a:gd name="T36" fmla="*/ 956 w 113"/>
                <a:gd name="T37" fmla="*/ 2233 h 132"/>
                <a:gd name="T38" fmla="*/ 1102 w 113"/>
                <a:gd name="T39" fmla="*/ 2696 h 132"/>
                <a:gd name="T40" fmla="*/ 1102 w 113"/>
                <a:gd name="T41" fmla="*/ 2831 h 132"/>
                <a:gd name="T42" fmla="*/ 1102 w 113"/>
                <a:gd name="T43" fmla="*/ 2990 h 132"/>
                <a:gd name="T44" fmla="*/ 1032 w 113"/>
                <a:gd name="T45" fmla="*/ 3124 h 132"/>
                <a:gd name="T46" fmla="*/ 956 w 113"/>
                <a:gd name="T47" fmla="*/ 3124 h 132"/>
                <a:gd name="T48" fmla="*/ 956 w 113"/>
                <a:gd name="T49" fmla="*/ 3287 h 132"/>
                <a:gd name="T50" fmla="*/ 1524 w 113"/>
                <a:gd name="T51" fmla="*/ 3287 h 132"/>
                <a:gd name="T52" fmla="*/ 1524 w 113"/>
                <a:gd name="T53" fmla="*/ 3124 h 132"/>
                <a:gd name="T54" fmla="*/ 492 w 113"/>
                <a:gd name="T55" fmla="*/ 2106 h 132"/>
                <a:gd name="T56" fmla="*/ 710 w 113"/>
                <a:gd name="T57" fmla="*/ 749 h 132"/>
                <a:gd name="T58" fmla="*/ 956 w 113"/>
                <a:gd name="T59" fmla="*/ 2106 h 132"/>
                <a:gd name="T60" fmla="*/ 492 w 113"/>
                <a:gd name="T61" fmla="*/ 2106 h 13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3" h="132">
                  <a:moveTo>
                    <a:pt x="113" y="126"/>
                  </a:moveTo>
                  <a:lnTo>
                    <a:pt x="107" y="126"/>
                  </a:lnTo>
                  <a:lnTo>
                    <a:pt x="101" y="114"/>
                  </a:lnTo>
                  <a:lnTo>
                    <a:pt x="59" y="0"/>
                  </a:lnTo>
                  <a:lnTo>
                    <a:pt x="53" y="0"/>
                  </a:lnTo>
                  <a:lnTo>
                    <a:pt x="24" y="96"/>
                  </a:lnTo>
                  <a:lnTo>
                    <a:pt x="18" y="114"/>
                  </a:lnTo>
                  <a:lnTo>
                    <a:pt x="12" y="126"/>
                  </a:lnTo>
                  <a:lnTo>
                    <a:pt x="6" y="126"/>
                  </a:lnTo>
                  <a:lnTo>
                    <a:pt x="0" y="126"/>
                  </a:lnTo>
                  <a:lnTo>
                    <a:pt x="0" y="132"/>
                  </a:lnTo>
                  <a:lnTo>
                    <a:pt x="36" y="132"/>
                  </a:lnTo>
                  <a:lnTo>
                    <a:pt x="36" y="126"/>
                  </a:lnTo>
                  <a:lnTo>
                    <a:pt x="30" y="126"/>
                  </a:lnTo>
                  <a:lnTo>
                    <a:pt x="24" y="120"/>
                  </a:lnTo>
                  <a:lnTo>
                    <a:pt x="24" y="114"/>
                  </a:lnTo>
                  <a:lnTo>
                    <a:pt x="30" y="90"/>
                  </a:lnTo>
                  <a:lnTo>
                    <a:pt x="71" y="90"/>
                  </a:lnTo>
                  <a:lnTo>
                    <a:pt x="83" y="108"/>
                  </a:lnTo>
                  <a:lnTo>
                    <a:pt x="83" y="114"/>
                  </a:lnTo>
                  <a:lnTo>
                    <a:pt x="83" y="120"/>
                  </a:lnTo>
                  <a:lnTo>
                    <a:pt x="77" y="126"/>
                  </a:lnTo>
                  <a:lnTo>
                    <a:pt x="71" y="126"/>
                  </a:lnTo>
                  <a:lnTo>
                    <a:pt x="71" y="132"/>
                  </a:lnTo>
                  <a:lnTo>
                    <a:pt x="113" y="132"/>
                  </a:lnTo>
                  <a:lnTo>
                    <a:pt x="113" y="126"/>
                  </a:lnTo>
                  <a:close/>
                  <a:moveTo>
                    <a:pt x="36" y="84"/>
                  </a:moveTo>
                  <a:lnTo>
                    <a:pt x="53" y="30"/>
                  </a:lnTo>
                  <a:lnTo>
                    <a:pt x="71" y="84"/>
                  </a:lnTo>
                  <a:lnTo>
                    <a:pt x="36" y="84"/>
                  </a:lnTo>
                  <a:close/>
                </a:path>
              </a:pathLst>
            </a:custGeom>
            <a:solidFill>
              <a:srgbClr val="000000"/>
            </a:solidFill>
            <a:ln w="9525">
              <a:solidFill>
                <a:schemeClr val="tx1"/>
              </a:solidFill>
              <a:round/>
              <a:headEnd/>
              <a:tailEnd/>
            </a:ln>
          </p:spPr>
          <p:txBody>
            <a:bodyPr/>
            <a:lstStyle/>
            <a:p>
              <a:endParaRPr lang="zh-CN" altLang="en-US"/>
            </a:p>
          </p:txBody>
        </p:sp>
        <p:sp>
          <p:nvSpPr>
            <p:cNvPr id="23565" name="Freeform 13">
              <a:extLst>
                <a:ext uri="{FF2B5EF4-FFF2-40B4-BE49-F238E27FC236}">
                  <a16:creationId xmlns:a16="http://schemas.microsoft.com/office/drawing/2014/main" id="{9C2164E6-EC4F-4EDB-B64B-3DA8A738DC03}"/>
                </a:ext>
              </a:extLst>
            </p:cNvPr>
            <p:cNvSpPr>
              <a:spLocks/>
            </p:cNvSpPr>
            <p:nvPr/>
          </p:nvSpPr>
          <p:spPr bwMode="auto">
            <a:xfrm>
              <a:off x="1656" y="3057"/>
              <a:ext cx="51" cy="213"/>
            </a:xfrm>
            <a:custGeom>
              <a:avLst/>
              <a:gdLst>
                <a:gd name="T0" fmla="*/ 521 w 42"/>
                <a:gd name="T1" fmla="*/ 0 h 167"/>
                <a:gd name="T2" fmla="*/ 157 w 42"/>
                <a:gd name="T3" fmla="*/ 857 h 167"/>
                <a:gd name="T4" fmla="*/ 74 w 42"/>
                <a:gd name="T5" fmla="*/ 1275 h 167"/>
                <a:gd name="T6" fmla="*/ 0 w 42"/>
                <a:gd name="T7" fmla="*/ 1814 h 167"/>
                <a:gd name="T8" fmla="*/ 0 w 42"/>
                <a:gd name="T9" fmla="*/ 2232 h 167"/>
                <a:gd name="T10" fmla="*/ 74 w 42"/>
                <a:gd name="T11" fmla="*/ 2675 h 167"/>
                <a:gd name="T12" fmla="*/ 157 w 42"/>
                <a:gd name="T13" fmla="*/ 3235 h 167"/>
                <a:gd name="T14" fmla="*/ 369 w 42"/>
                <a:gd name="T15" fmla="*/ 3683 h 167"/>
                <a:gd name="T16" fmla="*/ 521 w 42"/>
                <a:gd name="T17" fmla="*/ 3959 h 167"/>
                <a:gd name="T18" fmla="*/ 521 w 42"/>
                <a:gd name="T19" fmla="*/ 3796 h 167"/>
                <a:gd name="T20" fmla="*/ 369 w 42"/>
                <a:gd name="T21" fmla="*/ 3374 h 167"/>
                <a:gd name="T22" fmla="*/ 298 w 42"/>
                <a:gd name="T23" fmla="*/ 2816 h 167"/>
                <a:gd name="T24" fmla="*/ 232 w 42"/>
                <a:gd name="T25" fmla="*/ 2232 h 167"/>
                <a:gd name="T26" fmla="*/ 232 w 42"/>
                <a:gd name="T27" fmla="*/ 1814 h 167"/>
                <a:gd name="T28" fmla="*/ 232 w 42"/>
                <a:gd name="T29" fmla="*/ 1124 h 167"/>
                <a:gd name="T30" fmla="*/ 298 w 42"/>
                <a:gd name="T31" fmla="*/ 579 h 167"/>
                <a:gd name="T32" fmla="*/ 448 w 42"/>
                <a:gd name="T33" fmla="*/ 279 h 167"/>
                <a:gd name="T34" fmla="*/ 521 w 42"/>
                <a:gd name="T35" fmla="*/ 0 h 167"/>
                <a:gd name="T36" fmla="*/ 521 w 42"/>
                <a:gd name="T37" fmla="*/ 0 h 16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42" h="167">
                  <a:moveTo>
                    <a:pt x="42" y="0"/>
                  </a:moveTo>
                  <a:lnTo>
                    <a:pt x="12" y="36"/>
                  </a:lnTo>
                  <a:lnTo>
                    <a:pt x="6" y="54"/>
                  </a:lnTo>
                  <a:lnTo>
                    <a:pt x="0" y="77"/>
                  </a:lnTo>
                  <a:lnTo>
                    <a:pt x="0" y="95"/>
                  </a:lnTo>
                  <a:lnTo>
                    <a:pt x="6" y="113"/>
                  </a:lnTo>
                  <a:lnTo>
                    <a:pt x="12" y="137"/>
                  </a:lnTo>
                  <a:lnTo>
                    <a:pt x="30" y="155"/>
                  </a:lnTo>
                  <a:lnTo>
                    <a:pt x="42" y="167"/>
                  </a:lnTo>
                  <a:lnTo>
                    <a:pt x="42" y="161"/>
                  </a:lnTo>
                  <a:lnTo>
                    <a:pt x="30" y="143"/>
                  </a:lnTo>
                  <a:lnTo>
                    <a:pt x="24" y="119"/>
                  </a:lnTo>
                  <a:lnTo>
                    <a:pt x="18" y="95"/>
                  </a:lnTo>
                  <a:lnTo>
                    <a:pt x="18" y="77"/>
                  </a:lnTo>
                  <a:lnTo>
                    <a:pt x="18" y="48"/>
                  </a:lnTo>
                  <a:lnTo>
                    <a:pt x="24" y="24"/>
                  </a:lnTo>
                  <a:lnTo>
                    <a:pt x="36" y="12"/>
                  </a:lnTo>
                  <a:lnTo>
                    <a:pt x="42" y="0"/>
                  </a:lnTo>
                  <a:close/>
                </a:path>
              </a:pathLst>
            </a:custGeom>
            <a:solidFill>
              <a:srgbClr val="000000"/>
            </a:solidFill>
            <a:ln w="9525">
              <a:solidFill>
                <a:schemeClr val="tx1"/>
              </a:solidFill>
              <a:round/>
              <a:headEnd/>
              <a:tailEnd/>
            </a:ln>
          </p:spPr>
          <p:txBody>
            <a:bodyPr/>
            <a:lstStyle/>
            <a:p>
              <a:endParaRPr lang="zh-CN" altLang="en-US"/>
            </a:p>
          </p:txBody>
        </p:sp>
        <p:sp>
          <p:nvSpPr>
            <p:cNvPr id="23566" name="Freeform 14">
              <a:extLst>
                <a:ext uri="{FF2B5EF4-FFF2-40B4-BE49-F238E27FC236}">
                  <a16:creationId xmlns:a16="http://schemas.microsoft.com/office/drawing/2014/main" id="{C1EFB0F3-9A70-4B37-9734-8321107A1D7E}"/>
                </a:ext>
              </a:extLst>
            </p:cNvPr>
            <p:cNvSpPr>
              <a:spLocks noEditPoints="1"/>
            </p:cNvSpPr>
            <p:nvPr/>
          </p:nvSpPr>
          <p:spPr bwMode="auto">
            <a:xfrm>
              <a:off x="1722" y="3111"/>
              <a:ext cx="80" cy="113"/>
            </a:xfrm>
            <a:custGeom>
              <a:avLst/>
              <a:gdLst>
                <a:gd name="T0" fmla="*/ 510 w 66"/>
                <a:gd name="T1" fmla="*/ 1456 h 89"/>
                <a:gd name="T2" fmla="*/ 510 w 66"/>
                <a:gd name="T3" fmla="*/ 1579 h 89"/>
                <a:gd name="T4" fmla="*/ 439 w 66"/>
                <a:gd name="T5" fmla="*/ 1709 h 89"/>
                <a:gd name="T6" fmla="*/ 362 w 66"/>
                <a:gd name="T7" fmla="*/ 1709 h 89"/>
                <a:gd name="T8" fmla="*/ 286 w 66"/>
                <a:gd name="T9" fmla="*/ 1709 h 89"/>
                <a:gd name="T10" fmla="*/ 223 w 66"/>
                <a:gd name="T11" fmla="*/ 1579 h 89"/>
                <a:gd name="T12" fmla="*/ 223 w 66"/>
                <a:gd name="T13" fmla="*/ 1456 h 89"/>
                <a:gd name="T14" fmla="*/ 223 w 66"/>
                <a:gd name="T15" fmla="*/ 1456 h 89"/>
                <a:gd name="T16" fmla="*/ 286 w 66"/>
                <a:gd name="T17" fmla="*/ 1177 h 89"/>
                <a:gd name="T18" fmla="*/ 362 w 66"/>
                <a:gd name="T19" fmla="*/ 1045 h 89"/>
                <a:gd name="T20" fmla="*/ 510 w 66"/>
                <a:gd name="T21" fmla="*/ 772 h 89"/>
                <a:gd name="T22" fmla="*/ 510 w 66"/>
                <a:gd name="T23" fmla="*/ 1456 h 89"/>
                <a:gd name="T24" fmla="*/ 811 w 66"/>
                <a:gd name="T25" fmla="*/ 1709 h 89"/>
                <a:gd name="T26" fmla="*/ 811 w 66"/>
                <a:gd name="T27" fmla="*/ 1709 h 89"/>
                <a:gd name="T28" fmla="*/ 739 w 66"/>
                <a:gd name="T29" fmla="*/ 1709 h 89"/>
                <a:gd name="T30" fmla="*/ 656 w 66"/>
                <a:gd name="T31" fmla="*/ 1709 h 89"/>
                <a:gd name="T32" fmla="*/ 656 w 66"/>
                <a:gd name="T33" fmla="*/ 1579 h 89"/>
                <a:gd name="T34" fmla="*/ 656 w 66"/>
                <a:gd name="T35" fmla="*/ 648 h 89"/>
                <a:gd name="T36" fmla="*/ 656 w 66"/>
                <a:gd name="T37" fmla="*/ 253 h 89"/>
                <a:gd name="T38" fmla="*/ 510 w 66"/>
                <a:gd name="T39" fmla="*/ 151 h 89"/>
                <a:gd name="T40" fmla="*/ 362 w 66"/>
                <a:gd name="T41" fmla="*/ 0 h 89"/>
                <a:gd name="T42" fmla="*/ 152 w 66"/>
                <a:gd name="T43" fmla="*/ 151 h 89"/>
                <a:gd name="T44" fmla="*/ 70 w 66"/>
                <a:gd name="T45" fmla="*/ 518 h 89"/>
                <a:gd name="T46" fmla="*/ 70 w 66"/>
                <a:gd name="T47" fmla="*/ 648 h 89"/>
                <a:gd name="T48" fmla="*/ 152 w 66"/>
                <a:gd name="T49" fmla="*/ 648 h 89"/>
                <a:gd name="T50" fmla="*/ 223 w 66"/>
                <a:gd name="T51" fmla="*/ 648 h 89"/>
                <a:gd name="T52" fmla="*/ 223 w 66"/>
                <a:gd name="T53" fmla="*/ 518 h 89"/>
                <a:gd name="T54" fmla="*/ 223 w 66"/>
                <a:gd name="T55" fmla="*/ 402 h 89"/>
                <a:gd name="T56" fmla="*/ 223 w 66"/>
                <a:gd name="T57" fmla="*/ 253 h 89"/>
                <a:gd name="T58" fmla="*/ 286 w 66"/>
                <a:gd name="T59" fmla="*/ 151 h 89"/>
                <a:gd name="T60" fmla="*/ 362 w 66"/>
                <a:gd name="T61" fmla="*/ 151 h 89"/>
                <a:gd name="T62" fmla="*/ 439 w 66"/>
                <a:gd name="T63" fmla="*/ 151 h 89"/>
                <a:gd name="T64" fmla="*/ 510 w 66"/>
                <a:gd name="T65" fmla="*/ 402 h 89"/>
                <a:gd name="T66" fmla="*/ 510 w 66"/>
                <a:gd name="T67" fmla="*/ 648 h 89"/>
                <a:gd name="T68" fmla="*/ 152 w 66"/>
                <a:gd name="T69" fmla="*/ 1177 h 89"/>
                <a:gd name="T70" fmla="*/ 70 w 66"/>
                <a:gd name="T71" fmla="*/ 1322 h 89"/>
                <a:gd name="T72" fmla="*/ 0 w 66"/>
                <a:gd name="T73" fmla="*/ 1579 h 89"/>
                <a:gd name="T74" fmla="*/ 70 w 66"/>
                <a:gd name="T75" fmla="*/ 1849 h 89"/>
                <a:gd name="T76" fmla="*/ 223 w 66"/>
                <a:gd name="T77" fmla="*/ 1977 h 89"/>
                <a:gd name="T78" fmla="*/ 362 w 66"/>
                <a:gd name="T79" fmla="*/ 1849 h 89"/>
                <a:gd name="T80" fmla="*/ 510 w 66"/>
                <a:gd name="T81" fmla="*/ 1709 h 89"/>
                <a:gd name="T82" fmla="*/ 582 w 66"/>
                <a:gd name="T83" fmla="*/ 1977 h 89"/>
                <a:gd name="T84" fmla="*/ 656 w 66"/>
                <a:gd name="T85" fmla="*/ 1977 h 89"/>
                <a:gd name="T86" fmla="*/ 739 w 66"/>
                <a:gd name="T87" fmla="*/ 1977 h 89"/>
                <a:gd name="T88" fmla="*/ 811 w 66"/>
                <a:gd name="T89" fmla="*/ 1849 h 89"/>
                <a:gd name="T90" fmla="*/ 811 w 66"/>
                <a:gd name="T91" fmla="*/ 1709 h 8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66" h="89">
                  <a:moveTo>
                    <a:pt x="42" y="65"/>
                  </a:moveTo>
                  <a:lnTo>
                    <a:pt x="42" y="71"/>
                  </a:lnTo>
                  <a:lnTo>
                    <a:pt x="36" y="77"/>
                  </a:lnTo>
                  <a:lnTo>
                    <a:pt x="30" y="77"/>
                  </a:lnTo>
                  <a:lnTo>
                    <a:pt x="24" y="77"/>
                  </a:lnTo>
                  <a:lnTo>
                    <a:pt x="18" y="71"/>
                  </a:lnTo>
                  <a:lnTo>
                    <a:pt x="18" y="65"/>
                  </a:lnTo>
                  <a:lnTo>
                    <a:pt x="24" y="53"/>
                  </a:lnTo>
                  <a:lnTo>
                    <a:pt x="30" y="47"/>
                  </a:lnTo>
                  <a:lnTo>
                    <a:pt x="42" y="35"/>
                  </a:lnTo>
                  <a:lnTo>
                    <a:pt x="42" y="65"/>
                  </a:lnTo>
                  <a:close/>
                  <a:moveTo>
                    <a:pt x="66" y="77"/>
                  </a:moveTo>
                  <a:lnTo>
                    <a:pt x="66" y="77"/>
                  </a:lnTo>
                  <a:lnTo>
                    <a:pt x="60" y="77"/>
                  </a:lnTo>
                  <a:lnTo>
                    <a:pt x="54" y="77"/>
                  </a:lnTo>
                  <a:lnTo>
                    <a:pt x="54" y="71"/>
                  </a:lnTo>
                  <a:lnTo>
                    <a:pt x="54" y="29"/>
                  </a:lnTo>
                  <a:lnTo>
                    <a:pt x="54" y="12"/>
                  </a:lnTo>
                  <a:lnTo>
                    <a:pt x="42" y="6"/>
                  </a:lnTo>
                  <a:lnTo>
                    <a:pt x="30" y="0"/>
                  </a:lnTo>
                  <a:lnTo>
                    <a:pt x="12" y="6"/>
                  </a:lnTo>
                  <a:lnTo>
                    <a:pt x="6" y="24"/>
                  </a:lnTo>
                  <a:lnTo>
                    <a:pt x="6" y="29"/>
                  </a:lnTo>
                  <a:lnTo>
                    <a:pt x="12" y="29"/>
                  </a:lnTo>
                  <a:lnTo>
                    <a:pt x="18" y="29"/>
                  </a:lnTo>
                  <a:lnTo>
                    <a:pt x="18" y="24"/>
                  </a:lnTo>
                  <a:lnTo>
                    <a:pt x="18" y="18"/>
                  </a:lnTo>
                  <a:lnTo>
                    <a:pt x="18" y="12"/>
                  </a:lnTo>
                  <a:lnTo>
                    <a:pt x="24" y="6"/>
                  </a:lnTo>
                  <a:lnTo>
                    <a:pt x="30" y="6"/>
                  </a:lnTo>
                  <a:lnTo>
                    <a:pt x="36" y="6"/>
                  </a:lnTo>
                  <a:lnTo>
                    <a:pt x="42" y="18"/>
                  </a:lnTo>
                  <a:lnTo>
                    <a:pt x="42" y="29"/>
                  </a:lnTo>
                  <a:lnTo>
                    <a:pt x="12" y="53"/>
                  </a:lnTo>
                  <a:lnTo>
                    <a:pt x="6" y="59"/>
                  </a:lnTo>
                  <a:lnTo>
                    <a:pt x="0" y="71"/>
                  </a:lnTo>
                  <a:lnTo>
                    <a:pt x="6" y="83"/>
                  </a:lnTo>
                  <a:lnTo>
                    <a:pt x="18" y="89"/>
                  </a:lnTo>
                  <a:lnTo>
                    <a:pt x="30" y="83"/>
                  </a:lnTo>
                  <a:lnTo>
                    <a:pt x="42" y="77"/>
                  </a:lnTo>
                  <a:lnTo>
                    <a:pt x="48" y="89"/>
                  </a:lnTo>
                  <a:lnTo>
                    <a:pt x="54" y="89"/>
                  </a:lnTo>
                  <a:lnTo>
                    <a:pt x="60" y="89"/>
                  </a:lnTo>
                  <a:lnTo>
                    <a:pt x="66" y="83"/>
                  </a:lnTo>
                  <a:lnTo>
                    <a:pt x="66" y="77"/>
                  </a:lnTo>
                  <a:close/>
                </a:path>
              </a:pathLst>
            </a:custGeom>
            <a:solidFill>
              <a:srgbClr val="000000"/>
            </a:solidFill>
            <a:ln w="9525">
              <a:solidFill>
                <a:schemeClr val="tx1"/>
              </a:solidFill>
              <a:round/>
              <a:headEnd/>
              <a:tailEnd/>
            </a:ln>
          </p:spPr>
          <p:txBody>
            <a:bodyPr/>
            <a:lstStyle/>
            <a:p>
              <a:endParaRPr lang="zh-CN" altLang="en-US"/>
            </a:p>
          </p:txBody>
        </p:sp>
        <p:sp>
          <p:nvSpPr>
            <p:cNvPr id="23567" name="Freeform 15">
              <a:extLst>
                <a:ext uri="{FF2B5EF4-FFF2-40B4-BE49-F238E27FC236}">
                  <a16:creationId xmlns:a16="http://schemas.microsoft.com/office/drawing/2014/main" id="{167473B0-3495-4632-AE1D-594F906F1B8E}"/>
                </a:ext>
              </a:extLst>
            </p:cNvPr>
            <p:cNvSpPr>
              <a:spLocks/>
            </p:cNvSpPr>
            <p:nvPr/>
          </p:nvSpPr>
          <p:spPr bwMode="auto">
            <a:xfrm>
              <a:off x="1810" y="3057"/>
              <a:ext cx="51" cy="213"/>
            </a:xfrm>
            <a:custGeom>
              <a:avLst/>
              <a:gdLst>
                <a:gd name="T0" fmla="*/ 0 w 42"/>
                <a:gd name="T1" fmla="*/ 3959 h 167"/>
                <a:gd name="T2" fmla="*/ 232 w 42"/>
                <a:gd name="T3" fmla="*/ 3527 h 167"/>
                <a:gd name="T4" fmla="*/ 369 w 42"/>
                <a:gd name="T5" fmla="*/ 3104 h 167"/>
                <a:gd name="T6" fmla="*/ 521 w 42"/>
                <a:gd name="T7" fmla="*/ 1953 h 167"/>
                <a:gd name="T8" fmla="*/ 448 w 42"/>
                <a:gd name="T9" fmla="*/ 1275 h 167"/>
                <a:gd name="T10" fmla="*/ 369 w 42"/>
                <a:gd name="T11" fmla="*/ 691 h 167"/>
                <a:gd name="T12" fmla="*/ 232 w 42"/>
                <a:gd name="T13" fmla="*/ 279 h 167"/>
                <a:gd name="T14" fmla="*/ 74 w 42"/>
                <a:gd name="T15" fmla="*/ 0 h 167"/>
                <a:gd name="T16" fmla="*/ 0 w 42"/>
                <a:gd name="T17" fmla="*/ 0 h 167"/>
                <a:gd name="T18" fmla="*/ 232 w 42"/>
                <a:gd name="T19" fmla="*/ 421 h 167"/>
                <a:gd name="T20" fmla="*/ 298 w 42"/>
                <a:gd name="T21" fmla="*/ 1000 h 167"/>
                <a:gd name="T22" fmla="*/ 369 w 42"/>
                <a:gd name="T23" fmla="*/ 1547 h 167"/>
                <a:gd name="T24" fmla="*/ 369 w 42"/>
                <a:gd name="T25" fmla="*/ 1953 h 167"/>
                <a:gd name="T26" fmla="*/ 369 w 42"/>
                <a:gd name="T27" fmla="*/ 2816 h 167"/>
                <a:gd name="T28" fmla="*/ 232 w 42"/>
                <a:gd name="T29" fmla="*/ 3235 h 167"/>
                <a:gd name="T30" fmla="*/ 157 w 42"/>
                <a:gd name="T31" fmla="*/ 3527 h 167"/>
                <a:gd name="T32" fmla="*/ 0 w 42"/>
                <a:gd name="T33" fmla="*/ 3796 h 167"/>
                <a:gd name="T34" fmla="*/ 0 w 42"/>
                <a:gd name="T35" fmla="*/ 3959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2" h="167">
                  <a:moveTo>
                    <a:pt x="0" y="167"/>
                  </a:moveTo>
                  <a:lnTo>
                    <a:pt x="18" y="149"/>
                  </a:lnTo>
                  <a:lnTo>
                    <a:pt x="30" y="131"/>
                  </a:lnTo>
                  <a:lnTo>
                    <a:pt x="42" y="83"/>
                  </a:lnTo>
                  <a:lnTo>
                    <a:pt x="36" y="54"/>
                  </a:lnTo>
                  <a:lnTo>
                    <a:pt x="30" y="30"/>
                  </a:lnTo>
                  <a:lnTo>
                    <a:pt x="18" y="12"/>
                  </a:lnTo>
                  <a:lnTo>
                    <a:pt x="6" y="0"/>
                  </a:lnTo>
                  <a:lnTo>
                    <a:pt x="0" y="0"/>
                  </a:lnTo>
                  <a:lnTo>
                    <a:pt x="18" y="18"/>
                  </a:lnTo>
                  <a:lnTo>
                    <a:pt x="24" y="42"/>
                  </a:lnTo>
                  <a:lnTo>
                    <a:pt x="30" y="66"/>
                  </a:lnTo>
                  <a:lnTo>
                    <a:pt x="30" y="83"/>
                  </a:lnTo>
                  <a:lnTo>
                    <a:pt x="30" y="119"/>
                  </a:lnTo>
                  <a:lnTo>
                    <a:pt x="18" y="137"/>
                  </a:lnTo>
                  <a:lnTo>
                    <a:pt x="12" y="149"/>
                  </a:lnTo>
                  <a:lnTo>
                    <a:pt x="0" y="161"/>
                  </a:lnTo>
                  <a:lnTo>
                    <a:pt x="0" y="167"/>
                  </a:lnTo>
                  <a:close/>
                </a:path>
              </a:pathLst>
            </a:custGeom>
            <a:solidFill>
              <a:srgbClr val="000000"/>
            </a:solidFill>
            <a:ln w="9525">
              <a:solidFill>
                <a:schemeClr val="tx1"/>
              </a:solidFill>
              <a:round/>
              <a:headEnd/>
              <a:tailEnd/>
            </a:ln>
          </p:spPr>
          <p:txBody>
            <a:bodyPr/>
            <a:lstStyle/>
            <a:p>
              <a:endParaRPr lang="zh-CN" altLang="en-US"/>
            </a:p>
          </p:txBody>
        </p:sp>
        <p:sp>
          <p:nvSpPr>
            <p:cNvPr id="23568" name="Freeform 16">
              <a:extLst>
                <a:ext uri="{FF2B5EF4-FFF2-40B4-BE49-F238E27FC236}">
                  <a16:creationId xmlns:a16="http://schemas.microsoft.com/office/drawing/2014/main" id="{D6E656A2-9EAF-4E33-A0C6-A0CF2589D06E}"/>
                </a:ext>
              </a:extLst>
            </p:cNvPr>
            <p:cNvSpPr>
              <a:spLocks/>
            </p:cNvSpPr>
            <p:nvPr/>
          </p:nvSpPr>
          <p:spPr bwMode="auto">
            <a:xfrm>
              <a:off x="3482" y="1049"/>
              <a:ext cx="1344" cy="1696"/>
            </a:xfrm>
            <a:custGeom>
              <a:avLst/>
              <a:gdLst>
                <a:gd name="T0" fmla="*/ 0 w 1101"/>
                <a:gd name="T1" fmla="*/ 30786 h 1332"/>
                <a:gd name="T2" fmla="*/ 0 w 1101"/>
                <a:gd name="T3" fmla="*/ 30641 h 1332"/>
                <a:gd name="T4" fmla="*/ 0 w 1101"/>
                <a:gd name="T5" fmla="*/ 30518 h 1332"/>
                <a:gd name="T6" fmla="*/ 0 w 1101"/>
                <a:gd name="T7" fmla="*/ 30104 h 1332"/>
                <a:gd name="T8" fmla="*/ 0 w 1101"/>
                <a:gd name="T9" fmla="*/ 29549 h 1332"/>
                <a:gd name="T10" fmla="*/ 77 w 1101"/>
                <a:gd name="T11" fmla="*/ 28031 h 1332"/>
                <a:gd name="T12" fmla="*/ 242 w 1101"/>
                <a:gd name="T13" fmla="*/ 26241 h 1332"/>
                <a:gd name="T14" fmla="*/ 492 w 1101"/>
                <a:gd name="T15" fmla="*/ 24019 h 1332"/>
                <a:gd name="T16" fmla="*/ 798 w 1101"/>
                <a:gd name="T17" fmla="*/ 21555 h 1332"/>
                <a:gd name="T18" fmla="*/ 1204 w 1101"/>
                <a:gd name="T19" fmla="*/ 18777 h 1332"/>
                <a:gd name="T20" fmla="*/ 1831 w 1101"/>
                <a:gd name="T21" fmla="*/ 16023 h 1332"/>
                <a:gd name="T22" fmla="*/ 2639 w 1101"/>
                <a:gd name="T23" fmla="*/ 13250 h 1332"/>
                <a:gd name="T24" fmla="*/ 3619 w 1101"/>
                <a:gd name="T25" fmla="*/ 10494 h 1332"/>
                <a:gd name="T26" fmla="*/ 4799 w 1101"/>
                <a:gd name="T27" fmla="*/ 7861 h 1332"/>
                <a:gd name="T28" fmla="*/ 6248 w 1101"/>
                <a:gd name="T29" fmla="*/ 5523 h 1332"/>
                <a:gd name="T30" fmla="*/ 7929 w 1101"/>
                <a:gd name="T31" fmla="*/ 3445 h 1332"/>
                <a:gd name="T32" fmla="*/ 9828 w 1101"/>
                <a:gd name="T33" fmla="*/ 1791 h 1332"/>
                <a:gd name="T34" fmla="*/ 10963 w 1101"/>
                <a:gd name="T35" fmla="*/ 1105 h 1332"/>
                <a:gd name="T36" fmla="*/ 12157 w 1101"/>
                <a:gd name="T37" fmla="*/ 682 h 1332"/>
                <a:gd name="T38" fmla="*/ 13341 w 1101"/>
                <a:gd name="T39" fmla="*/ 271 h 1332"/>
                <a:gd name="T40" fmla="*/ 14718 w 1101"/>
                <a:gd name="T41" fmla="*/ 0 h 1332"/>
                <a:gd name="T42" fmla="*/ 14718 w 1101"/>
                <a:gd name="T43" fmla="*/ 0 h 1332"/>
                <a:gd name="T44" fmla="*/ 13341 w 1101"/>
                <a:gd name="T45" fmla="*/ 271 h 1332"/>
                <a:gd name="T46" fmla="*/ 12157 w 1101"/>
                <a:gd name="T47" fmla="*/ 682 h 1332"/>
                <a:gd name="T48" fmla="*/ 10963 w 1101"/>
                <a:gd name="T49" fmla="*/ 1105 h 1332"/>
                <a:gd name="T50" fmla="*/ 9828 w 1101"/>
                <a:gd name="T51" fmla="*/ 1791 h 1332"/>
                <a:gd name="T52" fmla="*/ 7929 w 1101"/>
                <a:gd name="T53" fmla="*/ 3445 h 1332"/>
                <a:gd name="T54" fmla="*/ 6248 w 1101"/>
                <a:gd name="T55" fmla="*/ 5523 h 1332"/>
                <a:gd name="T56" fmla="*/ 4799 w 1101"/>
                <a:gd name="T57" fmla="*/ 7861 h 1332"/>
                <a:gd name="T58" fmla="*/ 3619 w 1101"/>
                <a:gd name="T59" fmla="*/ 10494 h 1332"/>
                <a:gd name="T60" fmla="*/ 2639 w 1101"/>
                <a:gd name="T61" fmla="*/ 13250 h 1332"/>
                <a:gd name="T62" fmla="*/ 1831 w 1101"/>
                <a:gd name="T63" fmla="*/ 16023 h 1332"/>
                <a:gd name="T64" fmla="*/ 1204 w 1101"/>
                <a:gd name="T65" fmla="*/ 18777 h 1332"/>
                <a:gd name="T66" fmla="*/ 798 w 1101"/>
                <a:gd name="T67" fmla="*/ 21555 h 1332"/>
                <a:gd name="T68" fmla="*/ 492 w 1101"/>
                <a:gd name="T69" fmla="*/ 24019 h 1332"/>
                <a:gd name="T70" fmla="*/ 242 w 1101"/>
                <a:gd name="T71" fmla="*/ 26241 h 1332"/>
                <a:gd name="T72" fmla="*/ 77 w 1101"/>
                <a:gd name="T73" fmla="*/ 28031 h 1332"/>
                <a:gd name="T74" fmla="*/ 0 w 1101"/>
                <a:gd name="T75" fmla="*/ 29549 h 1332"/>
                <a:gd name="T76" fmla="*/ 0 w 1101"/>
                <a:gd name="T77" fmla="*/ 30104 h 1332"/>
                <a:gd name="T78" fmla="*/ 0 w 1101"/>
                <a:gd name="T79" fmla="*/ 30518 h 1332"/>
                <a:gd name="T80" fmla="*/ 0 w 1101"/>
                <a:gd name="T81" fmla="*/ 30641 h 1332"/>
                <a:gd name="T82" fmla="*/ 0 w 1101"/>
                <a:gd name="T83" fmla="*/ 30786 h 1332"/>
                <a:gd name="T84" fmla="*/ 0 w 1101"/>
                <a:gd name="T85" fmla="*/ 30786 h 133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101" h="1332">
                  <a:moveTo>
                    <a:pt x="0" y="1332"/>
                  </a:moveTo>
                  <a:lnTo>
                    <a:pt x="0" y="1326"/>
                  </a:lnTo>
                  <a:lnTo>
                    <a:pt x="0" y="1320"/>
                  </a:lnTo>
                  <a:lnTo>
                    <a:pt x="0" y="1302"/>
                  </a:lnTo>
                  <a:lnTo>
                    <a:pt x="0" y="1278"/>
                  </a:lnTo>
                  <a:lnTo>
                    <a:pt x="6" y="1212"/>
                  </a:lnTo>
                  <a:lnTo>
                    <a:pt x="18" y="1135"/>
                  </a:lnTo>
                  <a:lnTo>
                    <a:pt x="36" y="1039"/>
                  </a:lnTo>
                  <a:lnTo>
                    <a:pt x="60" y="932"/>
                  </a:lnTo>
                  <a:lnTo>
                    <a:pt x="90" y="812"/>
                  </a:lnTo>
                  <a:lnTo>
                    <a:pt x="138" y="693"/>
                  </a:lnTo>
                  <a:lnTo>
                    <a:pt x="198" y="573"/>
                  </a:lnTo>
                  <a:lnTo>
                    <a:pt x="270" y="454"/>
                  </a:lnTo>
                  <a:lnTo>
                    <a:pt x="359" y="340"/>
                  </a:lnTo>
                  <a:lnTo>
                    <a:pt x="467" y="239"/>
                  </a:lnTo>
                  <a:lnTo>
                    <a:pt x="593" y="149"/>
                  </a:lnTo>
                  <a:lnTo>
                    <a:pt x="736" y="78"/>
                  </a:lnTo>
                  <a:lnTo>
                    <a:pt x="820" y="48"/>
                  </a:lnTo>
                  <a:lnTo>
                    <a:pt x="910" y="30"/>
                  </a:lnTo>
                  <a:lnTo>
                    <a:pt x="999" y="12"/>
                  </a:lnTo>
                  <a:lnTo>
                    <a:pt x="1101" y="0"/>
                  </a:lnTo>
                  <a:lnTo>
                    <a:pt x="999" y="12"/>
                  </a:lnTo>
                  <a:lnTo>
                    <a:pt x="910" y="30"/>
                  </a:lnTo>
                  <a:lnTo>
                    <a:pt x="820" y="48"/>
                  </a:lnTo>
                  <a:lnTo>
                    <a:pt x="736" y="78"/>
                  </a:lnTo>
                  <a:lnTo>
                    <a:pt x="593" y="149"/>
                  </a:lnTo>
                  <a:lnTo>
                    <a:pt x="467" y="239"/>
                  </a:lnTo>
                  <a:lnTo>
                    <a:pt x="359" y="340"/>
                  </a:lnTo>
                  <a:lnTo>
                    <a:pt x="270" y="454"/>
                  </a:lnTo>
                  <a:lnTo>
                    <a:pt x="198" y="573"/>
                  </a:lnTo>
                  <a:lnTo>
                    <a:pt x="138" y="693"/>
                  </a:lnTo>
                  <a:lnTo>
                    <a:pt x="90" y="812"/>
                  </a:lnTo>
                  <a:lnTo>
                    <a:pt x="60" y="932"/>
                  </a:lnTo>
                  <a:lnTo>
                    <a:pt x="36" y="1039"/>
                  </a:lnTo>
                  <a:lnTo>
                    <a:pt x="18" y="1135"/>
                  </a:lnTo>
                  <a:lnTo>
                    <a:pt x="6" y="1212"/>
                  </a:lnTo>
                  <a:lnTo>
                    <a:pt x="0" y="1278"/>
                  </a:lnTo>
                  <a:lnTo>
                    <a:pt x="0" y="1302"/>
                  </a:lnTo>
                  <a:lnTo>
                    <a:pt x="0" y="1320"/>
                  </a:lnTo>
                  <a:lnTo>
                    <a:pt x="0" y="1326"/>
                  </a:lnTo>
                  <a:lnTo>
                    <a:pt x="0" y="1332"/>
                  </a:lnTo>
                  <a:close/>
                </a:path>
              </a:pathLst>
            </a:custGeom>
            <a:solidFill>
              <a:srgbClr val="006666"/>
            </a:solidFill>
            <a:ln w="19050" cmpd="sng">
              <a:solidFill>
                <a:srgbClr val="C00000"/>
              </a:solidFill>
              <a:round/>
              <a:headEnd/>
              <a:tailEnd/>
            </a:ln>
          </p:spPr>
          <p:txBody>
            <a:bodyPr/>
            <a:lstStyle/>
            <a:p>
              <a:endParaRPr lang="zh-CN" altLang="en-US"/>
            </a:p>
          </p:txBody>
        </p:sp>
        <p:sp>
          <p:nvSpPr>
            <p:cNvPr id="23569" name="Rectangle 17">
              <a:extLst>
                <a:ext uri="{FF2B5EF4-FFF2-40B4-BE49-F238E27FC236}">
                  <a16:creationId xmlns:a16="http://schemas.microsoft.com/office/drawing/2014/main" id="{01C3F614-CD35-4BE1-8AFA-D608E227CC66}"/>
                </a:ext>
              </a:extLst>
            </p:cNvPr>
            <p:cNvSpPr>
              <a:spLocks noChangeArrowheads="1"/>
            </p:cNvSpPr>
            <p:nvPr/>
          </p:nvSpPr>
          <p:spPr bwMode="auto">
            <a:xfrm>
              <a:off x="3066" y="1620"/>
              <a:ext cx="102" cy="15"/>
            </a:xfrm>
            <a:prstGeom prst="rect">
              <a:avLst/>
            </a:prstGeom>
            <a:solidFill>
              <a:srgbClr val="000000"/>
            </a:solidFill>
            <a:ln w="9525">
              <a:solidFill>
                <a:schemeClr val="tx1"/>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23570" name="Freeform 18">
              <a:extLst>
                <a:ext uri="{FF2B5EF4-FFF2-40B4-BE49-F238E27FC236}">
                  <a16:creationId xmlns:a16="http://schemas.microsoft.com/office/drawing/2014/main" id="{254C86E8-6EF8-475A-B7EF-5E9811BC7B6B}"/>
                </a:ext>
              </a:extLst>
            </p:cNvPr>
            <p:cNvSpPr>
              <a:spLocks/>
            </p:cNvSpPr>
            <p:nvPr/>
          </p:nvSpPr>
          <p:spPr bwMode="auto">
            <a:xfrm>
              <a:off x="3175" y="1520"/>
              <a:ext cx="88" cy="176"/>
            </a:xfrm>
            <a:custGeom>
              <a:avLst/>
              <a:gdLst>
                <a:gd name="T0" fmla="*/ 323 w 72"/>
                <a:gd name="T1" fmla="*/ 579 h 138"/>
                <a:gd name="T2" fmla="*/ 812 w 72"/>
                <a:gd name="T3" fmla="*/ 579 h 138"/>
                <a:gd name="T4" fmla="*/ 812 w 72"/>
                <a:gd name="T5" fmla="*/ 579 h 138"/>
                <a:gd name="T6" fmla="*/ 901 w 72"/>
                <a:gd name="T7" fmla="*/ 421 h 138"/>
                <a:gd name="T8" fmla="*/ 984 w 72"/>
                <a:gd name="T9" fmla="*/ 156 h 138"/>
                <a:gd name="T10" fmla="*/ 901 w 72"/>
                <a:gd name="T11" fmla="*/ 0 h 138"/>
                <a:gd name="T12" fmla="*/ 901 w 72"/>
                <a:gd name="T13" fmla="*/ 156 h 138"/>
                <a:gd name="T14" fmla="*/ 812 w 72"/>
                <a:gd name="T15" fmla="*/ 156 h 138"/>
                <a:gd name="T16" fmla="*/ 323 w 72"/>
                <a:gd name="T17" fmla="*/ 156 h 138"/>
                <a:gd name="T18" fmla="*/ 79 w 72"/>
                <a:gd name="T19" fmla="*/ 1275 h 138"/>
                <a:gd name="T20" fmla="*/ 79 w 72"/>
                <a:gd name="T21" fmla="*/ 1275 h 138"/>
                <a:gd name="T22" fmla="*/ 493 w 72"/>
                <a:gd name="T23" fmla="*/ 1547 h 138"/>
                <a:gd name="T24" fmla="*/ 659 w 72"/>
                <a:gd name="T25" fmla="*/ 1829 h 138"/>
                <a:gd name="T26" fmla="*/ 737 w 72"/>
                <a:gd name="T27" fmla="*/ 2268 h 138"/>
                <a:gd name="T28" fmla="*/ 659 w 72"/>
                <a:gd name="T29" fmla="*/ 2975 h 138"/>
                <a:gd name="T30" fmla="*/ 405 w 72"/>
                <a:gd name="T31" fmla="*/ 3109 h 138"/>
                <a:gd name="T32" fmla="*/ 243 w 72"/>
                <a:gd name="T33" fmla="*/ 2975 h 138"/>
                <a:gd name="T34" fmla="*/ 79 w 72"/>
                <a:gd name="T35" fmla="*/ 2845 h 138"/>
                <a:gd name="T36" fmla="*/ 0 w 72"/>
                <a:gd name="T37" fmla="*/ 2975 h 138"/>
                <a:gd name="T38" fmla="*/ 0 w 72"/>
                <a:gd name="T39" fmla="*/ 2975 h 138"/>
                <a:gd name="T40" fmla="*/ 79 w 72"/>
                <a:gd name="T41" fmla="*/ 3109 h 138"/>
                <a:gd name="T42" fmla="*/ 323 w 72"/>
                <a:gd name="T43" fmla="*/ 3262 h 138"/>
                <a:gd name="T44" fmla="*/ 566 w 72"/>
                <a:gd name="T45" fmla="*/ 3109 h 138"/>
                <a:gd name="T46" fmla="*/ 737 w 72"/>
                <a:gd name="T47" fmla="*/ 2975 h 138"/>
                <a:gd name="T48" fmla="*/ 901 w 72"/>
                <a:gd name="T49" fmla="*/ 2558 h 138"/>
                <a:gd name="T50" fmla="*/ 901 w 72"/>
                <a:gd name="T51" fmla="*/ 2131 h 138"/>
                <a:gd name="T52" fmla="*/ 901 w 72"/>
                <a:gd name="T53" fmla="*/ 1829 h 138"/>
                <a:gd name="T54" fmla="*/ 812 w 72"/>
                <a:gd name="T55" fmla="*/ 1422 h 138"/>
                <a:gd name="T56" fmla="*/ 566 w 72"/>
                <a:gd name="T57" fmla="*/ 1124 h 138"/>
                <a:gd name="T58" fmla="*/ 243 w 72"/>
                <a:gd name="T59" fmla="*/ 1000 h 138"/>
                <a:gd name="T60" fmla="*/ 323 w 72"/>
                <a:gd name="T61" fmla="*/ 579 h 13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72" h="138">
                  <a:moveTo>
                    <a:pt x="24" y="24"/>
                  </a:moveTo>
                  <a:lnTo>
                    <a:pt x="60" y="24"/>
                  </a:lnTo>
                  <a:lnTo>
                    <a:pt x="66" y="18"/>
                  </a:lnTo>
                  <a:lnTo>
                    <a:pt x="72" y="6"/>
                  </a:lnTo>
                  <a:lnTo>
                    <a:pt x="66" y="0"/>
                  </a:lnTo>
                  <a:lnTo>
                    <a:pt x="66" y="6"/>
                  </a:lnTo>
                  <a:lnTo>
                    <a:pt x="60" y="6"/>
                  </a:lnTo>
                  <a:lnTo>
                    <a:pt x="24" y="6"/>
                  </a:lnTo>
                  <a:lnTo>
                    <a:pt x="6" y="54"/>
                  </a:lnTo>
                  <a:lnTo>
                    <a:pt x="36" y="66"/>
                  </a:lnTo>
                  <a:lnTo>
                    <a:pt x="48" y="78"/>
                  </a:lnTo>
                  <a:lnTo>
                    <a:pt x="54" y="96"/>
                  </a:lnTo>
                  <a:lnTo>
                    <a:pt x="48" y="126"/>
                  </a:lnTo>
                  <a:lnTo>
                    <a:pt x="30" y="132"/>
                  </a:lnTo>
                  <a:lnTo>
                    <a:pt x="18" y="126"/>
                  </a:lnTo>
                  <a:lnTo>
                    <a:pt x="6" y="120"/>
                  </a:lnTo>
                  <a:lnTo>
                    <a:pt x="0" y="126"/>
                  </a:lnTo>
                  <a:lnTo>
                    <a:pt x="6" y="132"/>
                  </a:lnTo>
                  <a:lnTo>
                    <a:pt x="24" y="138"/>
                  </a:lnTo>
                  <a:lnTo>
                    <a:pt x="42" y="132"/>
                  </a:lnTo>
                  <a:lnTo>
                    <a:pt x="54" y="126"/>
                  </a:lnTo>
                  <a:lnTo>
                    <a:pt x="66" y="108"/>
                  </a:lnTo>
                  <a:lnTo>
                    <a:pt x="66" y="90"/>
                  </a:lnTo>
                  <a:lnTo>
                    <a:pt x="66" y="78"/>
                  </a:lnTo>
                  <a:lnTo>
                    <a:pt x="60" y="60"/>
                  </a:lnTo>
                  <a:lnTo>
                    <a:pt x="42" y="48"/>
                  </a:lnTo>
                  <a:lnTo>
                    <a:pt x="18" y="42"/>
                  </a:lnTo>
                  <a:lnTo>
                    <a:pt x="24" y="24"/>
                  </a:lnTo>
                  <a:close/>
                </a:path>
              </a:pathLst>
            </a:custGeom>
            <a:solidFill>
              <a:srgbClr val="000000"/>
            </a:solidFill>
            <a:ln w="9525">
              <a:solidFill>
                <a:schemeClr val="tx1"/>
              </a:solidFill>
              <a:round/>
              <a:headEnd/>
              <a:tailEnd/>
            </a:ln>
          </p:spPr>
          <p:txBody>
            <a:bodyPr/>
            <a:lstStyle/>
            <a:p>
              <a:endParaRPr lang="zh-CN" altLang="en-US"/>
            </a:p>
          </p:txBody>
        </p:sp>
        <p:sp>
          <p:nvSpPr>
            <p:cNvPr id="23571" name="Freeform 19">
              <a:extLst>
                <a:ext uri="{FF2B5EF4-FFF2-40B4-BE49-F238E27FC236}">
                  <a16:creationId xmlns:a16="http://schemas.microsoft.com/office/drawing/2014/main" id="{34CE0A84-EA65-4B22-ACFA-BB8FEA7ECF53}"/>
                </a:ext>
              </a:extLst>
            </p:cNvPr>
            <p:cNvSpPr>
              <a:spLocks noEditPoints="1"/>
            </p:cNvSpPr>
            <p:nvPr/>
          </p:nvSpPr>
          <p:spPr bwMode="auto">
            <a:xfrm>
              <a:off x="3314" y="1528"/>
              <a:ext cx="139" cy="168"/>
            </a:xfrm>
            <a:custGeom>
              <a:avLst/>
              <a:gdLst>
                <a:gd name="T0" fmla="*/ 1496 w 114"/>
                <a:gd name="T1" fmla="*/ 2898 h 132"/>
                <a:gd name="T2" fmla="*/ 1423 w 114"/>
                <a:gd name="T3" fmla="*/ 2898 h 132"/>
                <a:gd name="T4" fmla="*/ 1423 w 114"/>
                <a:gd name="T5" fmla="*/ 2772 h 132"/>
                <a:gd name="T6" fmla="*/ 1334 w 114"/>
                <a:gd name="T7" fmla="*/ 2464 h 132"/>
                <a:gd name="T8" fmla="*/ 793 w 114"/>
                <a:gd name="T9" fmla="*/ 0 h 132"/>
                <a:gd name="T10" fmla="*/ 710 w 114"/>
                <a:gd name="T11" fmla="*/ 0 h 132"/>
                <a:gd name="T12" fmla="*/ 311 w 114"/>
                <a:gd name="T13" fmla="*/ 2195 h 132"/>
                <a:gd name="T14" fmla="*/ 241 w 114"/>
                <a:gd name="T15" fmla="*/ 2464 h 132"/>
                <a:gd name="T16" fmla="*/ 162 w 114"/>
                <a:gd name="T17" fmla="*/ 2772 h 132"/>
                <a:gd name="T18" fmla="*/ 162 w 114"/>
                <a:gd name="T19" fmla="*/ 2772 h 132"/>
                <a:gd name="T20" fmla="*/ 77 w 114"/>
                <a:gd name="T21" fmla="*/ 2898 h 132"/>
                <a:gd name="T22" fmla="*/ 0 w 114"/>
                <a:gd name="T23" fmla="*/ 2898 h 132"/>
                <a:gd name="T24" fmla="*/ 0 w 114"/>
                <a:gd name="T25" fmla="*/ 3029 h 132"/>
                <a:gd name="T26" fmla="*/ 477 w 114"/>
                <a:gd name="T27" fmla="*/ 3029 h 132"/>
                <a:gd name="T28" fmla="*/ 477 w 114"/>
                <a:gd name="T29" fmla="*/ 2898 h 132"/>
                <a:gd name="T30" fmla="*/ 402 w 114"/>
                <a:gd name="T31" fmla="*/ 2898 h 132"/>
                <a:gd name="T32" fmla="*/ 311 w 114"/>
                <a:gd name="T33" fmla="*/ 2772 h 132"/>
                <a:gd name="T34" fmla="*/ 311 w 114"/>
                <a:gd name="T35" fmla="*/ 2621 h 132"/>
                <a:gd name="T36" fmla="*/ 311 w 114"/>
                <a:gd name="T37" fmla="*/ 2621 h 132"/>
                <a:gd name="T38" fmla="*/ 402 w 114"/>
                <a:gd name="T39" fmla="*/ 2078 h 132"/>
                <a:gd name="T40" fmla="*/ 949 w 114"/>
                <a:gd name="T41" fmla="*/ 2078 h 132"/>
                <a:gd name="T42" fmla="*/ 1094 w 114"/>
                <a:gd name="T43" fmla="*/ 2464 h 132"/>
                <a:gd name="T44" fmla="*/ 1094 w 114"/>
                <a:gd name="T45" fmla="*/ 2621 h 132"/>
                <a:gd name="T46" fmla="*/ 1094 w 114"/>
                <a:gd name="T47" fmla="*/ 2772 h 132"/>
                <a:gd name="T48" fmla="*/ 1024 w 114"/>
                <a:gd name="T49" fmla="*/ 2898 h 132"/>
                <a:gd name="T50" fmla="*/ 949 w 114"/>
                <a:gd name="T51" fmla="*/ 2898 h 132"/>
                <a:gd name="T52" fmla="*/ 949 w 114"/>
                <a:gd name="T53" fmla="*/ 3029 h 132"/>
                <a:gd name="T54" fmla="*/ 1496 w 114"/>
                <a:gd name="T55" fmla="*/ 3029 h 132"/>
                <a:gd name="T56" fmla="*/ 1496 w 114"/>
                <a:gd name="T57" fmla="*/ 2898 h 132"/>
                <a:gd name="T58" fmla="*/ 477 w 114"/>
                <a:gd name="T59" fmla="*/ 1789 h 132"/>
                <a:gd name="T60" fmla="*/ 710 w 114"/>
                <a:gd name="T61" fmla="*/ 559 h 132"/>
                <a:gd name="T62" fmla="*/ 949 w 114"/>
                <a:gd name="T63" fmla="*/ 1789 h 132"/>
                <a:gd name="T64" fmla="*/ 477 w 114"/>
                <a:gd name="T65" fmla="*/ 1789 h 1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14" h="132">
                  <a:moveTo>
                    <a:pt x="114" y="126"/>
                  </a:moveTo>
                  <a:lnTo>
                    <a:pt x="108" y="126"/>
                  </a:lnTo>
                  <a:lnTo>
                    <a:pt x="108" y="120"/>
                  </a:lnTo>
                  <a:lnTo>
                    <a:pt x="102" y="108"/>
                  </a:lnTo>
                  <a:lnTo>
                    <a:pt x="60" y="0"/>
                  </a:lnTo>
                  <a:lnTo>
                    <a:pt x="54" y="0"/>
                  </a:lnTo>
                  <a:lnTo>
                    <a:pt x="24" y="96"/>
                  </a:lnTo>
                  <a:lnTo>
                    <a:pt x="18" y="108"/>
                  </a:lnTo>
                  <a:lnTo>
                    <a:pt x="12" y="120"/>
                  </a:lnTo>
                  <a:lnTo>
                    <a:pt x="6" y="126"/>
                  </a:lnTo>
                  <a:lnTo>
                    <a:pt x="0" y="126"/>
                  </a:lnTo>
                  <a:lnTo>
                    <a:pt x="0" y="132"/>
                  </a:lnTo>
                  <a:lnTo>
                    <a:pt x="36" y="132"/>
                  </a:lnTo>
                  <a:lnTo>
                    <a:pt x="36" y="126"/>
                  </a:lnTo>
                  <a:lnTo>
                    <a:pt x="30" y="126"/>
                  </a:lnTo>
                  <a:lnTo>
                    <a:pt x="24" y="120"/>
                  </a:lnTo>
                  <a:lnTo>
                    <a:pt x="24" y="114"/>
                  </a:lnTo>
                  <a:lnTo>
                    <a:pt x="30" y="90"/>
                  </a:lnTo>
                  <a:lnTo>
                    <a:pt x="72" y="90"/>
                  </a:lnTo>
                  <a:lnTo>
                    <a:pt x="84" y="108"/>
                  </a:lnTo>
                  <a:lnTo>
                    <a:pt x="84" y="114"/>
                  </a:lnTo>
                  <a:lnTo>
                    <a:pt x="84" y="120"/>
                  </a:lnTo>
                  <a:lnTo>
                    <a:pt x="78" y="126"/>
                  </a:lnTo>
                  <a:lnTo>
                    <a:pt x="72" y="126"/>
                  </a:lnTo>
                  <a:lnTo>
                    <a:pt x="72" y="132"/>
                  </a:lnTo>
                  <a:lnTo>
                    <a:pt x="114" y="132"/>
                  </a:lnTo>
                  <a:lnTo>
                    <a:pt x="114" y="126"/>
                  </a:lnTo>
                  <a:close/>
                  <a:moveTo>
                    <a:pt x="36" y="78"/>
                  </a:moveTo>
                  <a:lnTo>
                    <a:pt x="54" y="24"/>
                  </a:lnTo>
                  <a:lnTo>
                    <a:pt x="72" y="78"/>
                  </a:lnTo>
                  <a:lnTo>
                    <a:pt x="36" y="78"/>
                  </a:lnTo>
                  <a:close/>
                </a:path>
              </a:pathLst>
            </a:custGeom>
            <a:solidFill>
              <a:srgbClr val="000000"/>
            </a:solidFill>
            <a:ln w="9525">
              <a:solidFill>
                <a:schemeClr val="tx1"/>
              </a:solidFill>
              <a:round/>
              <a:headEnd/>
              <a:tailEnd/>
            </a:ln>
          </p:spPr>
          <p:txBody>
            <a:bodyPr/>
            <a:lstStyle/>
            <a:p>
              <a:endParaRPr lang="zh-CN" altLang="en-US"/>
            </a:p>
          </p:txBody>
        </p:sp>
        <p:sp>
          <p:nvSpPr>
            <p:cNvPr id="23572" name="Freeform 20">
              <a:extLst>
                <a:ext uri="{FF2B5EF4-FFF2-40B4-BE49-F238E27FC236}">
                  <a16:creationId xmlns:a16="http://schemas.microsoft.com/office/drawing/2014/main" id="{BDE5EFAC-8A1D-4F13-88A1-421F794354A6}"/>
                </a:ext>
              </a:extLst>
            </p:cNvPr>
            <p:cNvSpPr>
              <a:spLocks/>
            </p:cNvSpPr>
            <p:nvPr/>
          </p:nvSpPr>
          <p:spPr bwMode="auto">
            <a:xfrm>
              <a:off x="3898" y="3057"/>
              <a:ext cx="51" cy="213"/>
            </a:xfrm>
            <a:custGeom>
              <a:avLst/>
              <a:gdLst>
                <a:gd name="T0" fmla="*/ 521 w 42"/>
                <a:gd name="T1" fmla="*/ 0 h 167"/>
                <a:gd name="T2" fmla="*/ 157 w 42"/>
                <a:gd name="T3" fmla="*/ 857 h 167"/>
                <a:gd name="T4" fmla="*/ 74 w 42"/>
                <a:gd name="T5" fmla="*/ 1422 h 167"/>
                <a:gd name="T6" fmla="*/ 0 w 42"/>
                <a:gd name="T7" fmla="*/ 1953 h 167"/>
                <a:gd name="T8" fmla="*/ 74 w 42"/>
                <a:gd name="T9" fmla="*/ 2675 h 167"/>
                <a:gd name="T10" fmla="*/ 157 w 42"/>
                <a:gd name="T11" fmla="*/ 3235 h 167"/>
                <a:gd name="T12" fmla="*/ 298 w 42"/>
                <a:gd name="T13" fmla="*/ 3683 h 167"/>
                <a:gd name="T14" fmla="*/ 521 w 42"/>
                <a:gd name="T15" fmla="*/ 3959 h 167"/>
                <a:gd name="T16" fmla="*/ 521 w 42"/>
                <a:gd name="T17" fmla="*/ 3796 h 167"/>
                <a:gd name="T18" fmla="*/ 369 w 42"/>
                <a:gd name="T19" fmla="*/ 3374 h 167"/>
                <a:gd name="T20" fmla="*/ 298 w 42"/>
                <a:gd name="T21" fmla="*/ 2816 h 167"/>
                <a:gd name="T22" fmla="*/ 232 w 42"/>
                <a:gd name="T23" fmla="*/ 2232 h 167"/>
                <a:gd name="T24" fmla="*/ 232 w 42"/>
                <a:gd name="T25" fmla="*/ 1814 h 167"/>
                <a:gd name="T26" fmla="*/ 232 w 42"/>
                <a:gd name="T27" fmla="*/ 1124 h 167"/>
                <a:gd name="T28" fmla="*/ 298 w 42"/>
                <a:gd name="T29" fmla="*/ 579 h 167"/>
                <a:gd name="T30" fmla="*/ 448 w 42"/>
                <a:gd name="T31" fmla="*/ 279 h 167"/>
                <a:gd name="T32" fmla="*/ 521 w 42"/>
                <a:gd name="T33" fmla="*/ 156 h 167"/>
                <a:gd name="T34" fmla="*/ 521 w 42"/>
                <a:gd name="T35" fmla="*/ 0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2" h="167">
                  <a:moveTo>
                    <a:pt x="42" y="0"/>
                  </a:moveTo>
                  <a:lnTo>
                    <a:pt x="12" y="36"/>
                  </a:lnTo>
                  <a:lnTo>
                    <a:pt x="6" y="60"/>
                  </a:lnTo>
                  <a:lnTo>
                    <a:pt x="0" y="83"/>
                  </a:lnTo>
                  <a:lnTo>
                    <a:pt x="6" y="113"/>
                  </a:lnTo>
                  <a:lnTo>
                    <a:pt x="12" y="137"/>
                  </a:lnTo>
                  <a:lnTo>
                    <a:pt x="24" y="155"/>
                  </a:lnTo>
                  <a:lnTo>
                    <a:pt x="42" y="167"/>
                  </a:lnTo>
                  <a:lnTo>
                    <a:pt x="42" y="161"/>
                  </a:lnTo>
                  <a:lnTo>
                    <a:pt x="30" y="143"/>
                  </a:lnTo>
                  <a:lnTo>
                    <a:pt x="24" y="119"/>
                  </a:lnTo>
                  <a:lnTo>
                    <a:pt x="18" y="95"/>
                  </a:lnTo>
                  <a:lnTo>
                    <a:pt x="18" y="77"/>
                  </a:lnTo>
                  <a:lnTo>
                    <a:pt x="18" y="48"/>
                  </a:lnTo>
                  <a:lnTo>
                    <a:pt x="24" y="24"/>
                  </a:lnTo>
                  <a:lnTo>
                    <a:pt x="36" y="12"/>
                  </a:lnTo>
                  <a:lnTo>
                    <a:pt x="42" y="6"/>
                  </a:lnTo>
                  <a:lnTo>
                    <a:pt x="42" y="0"/>
                  </a:lnTo>
                  <a:close/>
                </a:path>
              </a:pathLst>
            </a:custGeom>
            <a:solidFill>
              <a:srgbClr val="000000"/>
            </a:solidFill>
            <a:ln w="9525">
              <a:solidFill>
                <a:schemeClr val="tx1"/>
              </a:solidFill>
              <a:round/>
              <a:headEnd/>
              <a:tailEnd/>
            </a:ln>
          </p:spPr>
          <p:txBody>
            <a:bodyPr/>
            <a:lstStyle/>
            <a:p>
              <a:endParaRPr lang="zh-CN" altLang="en-US"/>
            </a:p>
          </p:txBody>
        </p:sp>
        <p:sp>
          <p:nvSpPr>
            <p:cNvPr id="23573" name="Freeform 21">
              <a:extLst>
                <a:ext uri="{FF2B5EF4-FFF2-40B4-BE49-F238E27FC236}">
                  <a16:creationId xmlns:a16="http://schemas.microsoft.com/office/drawing/2014/main" id="{4EFDA60A-FEC2-4084-B1A1-63CAF14585EA}"/>
                </a:ext>
              </a:extLst>
            </p:cNvPr>
            <p:cNvSpPr>
              <a:spLocks noEditPoints="1"/>
            </p:cNvSpPr>
            <p:nvPr/>
          </p:nvSpPr>
          <p:spPr bwMode="auto">
            <a:xfrm>
              <a:off x="3957" y="3057"/>
              <a:ext cx="95" cy="167"/>
            </a:xfrm>
            <a:custGeom>
              <a:avLst/>
              <a:gdLst>
                <a:gd name="T0" fmla="*/ 306 w 78"/>
                <a:gd name="T1" fmla="*/ 1679 h 131"/>
                <a:gd name="T2" fmla="*/ 397 w 78"/>
                <a:gd name="T3" fmla="*/ 1401 h 131"/>
                <a:gd name="T4" fmla="*/ 549 w 78"/>
                <a:gd name="T5" fmla="*/ 1270 h 131"/>
                <a:gd name="T6" fmla="*/ 694 w 78"/>
                <a:gd name="T7" fmla="*/ 1401 h 131"/>
                <a:gd name="T8" fmla="*/ 778 w 78"/>
                <a:gd name="T9" fmla="*/ 1541 h 131"/>
                <a:gd name="T10" fmla="*/ 845 w 78"/>
                <a:gd name="T11" fmla="*/ 2230 h 131"/>
                <a:gd name="T12" fmla="*/ 778 w 78"/>
                <a:gd name="T13" fmla="*/ 2668 h 131"/>
                <a:gd name="T14" fmla="*/ 694 w 78"/>
                <a:gd name="T15" fmla="*/ 2940 h 131"/>
                <a:gd name="T16" fmla="*/ 549 w 78"/>
                <a:gd name="T17" fmla="*/ 2940 h 131"/>
                <a:gd name="T18" fmla="*/ 397 w 78"/>
                <a:gd name="T19" fmla="*/ 2940 h 131"/>
                <a:gd name="T20" fmla="*/ 306 w 78"/>
                <a:gd name="T21" fmla="*/ 2803 h 131"/>
                <a:gd name="T22" fmla="*/ 306 w 78"/>
                <a:gd name="T23" fmla="*/ 1679 h 131"/>
                <a:gd name="T24" fmla="*/ 161 w 78"/>
                <a:gd name="T25" fmla="*/ 2803 h 131"/>
                <a:gd name="T26" fmla="*/ 239 w 78"/>
                <a:gd name="T27" fmla="*/ 2940 h 131"/>
                <a:gd name="T28" fmla="*/ 306 w 78"/>
                <a:gd name="T29" fmla="*/ 3077 h 131"/>
                <a:gd name="T30" fmla="*/ 468 w 78"/>
                <a:gd name="T31" fmla="*/ 3077 h 131"/>
                <a:gd name="T32" fmla="*/ 694 w 78"/>
                <a:gd name="T33" fmla="*/ 2940 h 131"/>
                <a:gd name="T34" fmla="*/ 845 w 78"/>
                <a:gd name="T35" fmla="*/ 2668 h 131"/>
                <a:gd name="T36" fmla="*/ 1018 w 78"/>
                <a:gd name="T37" fmla="*/ 1950 h 131"/>
                <a:gd name="T38" fmla="*/ 931 w 78"/>
                <a:gd name="T39" fmla="*/ 1270 h 131"/>
                <a:gd name="T40" fmla="*/ 778 w 78"/>
                <a:gd name="T41" fmla="*/ 1123 h 131"/>
                <a:gd name="T42" fmla="*/ 619 w 78"/>
                <a:gd name="T43" fmla="*/ 996 h 131"/>
                <a:gd name="T44" fmla="*/ 468 w 78"/>
                <a:gd name="T45" fmla="*/ 1123 h 131"/>
                <a:gd name="T46" fmla="*/ 306 w 78"/>
                <a:gd name="T47" fmla="*/ 1401 h 131"/>
                <a:gd name="T48" fmla="*/ 306 w 78"/>
                <a:gd name="T49" fmla="*/ 1401 h 131"/>
                <a:gd name="T50" fmla="*/ 306 w 78"/>
                <a:gd name="T51" fmla="*/ 0 h 131"/>
                <a:gd name="T52" fmla="*/ 306 w 78"/>
                <a:gd name="T53" fmla="*/ 0 h 131"/>
                <a:gd name="T54" fmla="*/ 161 w 78"/>
                <a:gd name="T55" fmla="*/ 156 h 131"/>
                <a:gd name="T56" fmla="*/ 0 w 78"/>
                <a:gd name="T57" fmla="*/ 156 h 131"/>
                <a:gd name="T58" fmla="*/ 0 w 78"/>
                <a:gd name="T59" fmla="*/ 279 h 131"/>
                <a:gd name="T60" fmla="*/ 74 w 78"/>
                <a:gd name="T61" fmla="*/ 279 h 131"/>
                <a:gd name="T62" fmla="*/ 74 w 78"/>
                <a:gd name="T63" fmla="*/ 279 h 131"/>
                <a:gd name="T64" fmla="*/ 161 w 78"/>
                <a:gd name="T65" fmla="*/ 279 h 131"/>
                <a:gd name="T66" fmla="*/ 161 w 78"/>
                <a:gd name="T67" fmla="*/ 416 h 131"/>
                <a:gd name="T68" fmla="*/ 161 w 78"/>
                <a:gd name="T69" fmla="*/ 2803 h 1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78" h="131">
                  <a:moveTo>
                    <a:pt x="24" y="71"/>
                  </a:moveTo>
                  <a:lnTo>
                    <a:pt x="30" y="60"/>
                  </a:lnTo>
                  <a:lnTo>
                    <a:pt x="42" y="54"/>
                  </a:lnTo>
                  <a:lnTo>
                    <a:pt x="54" y="60"/>
                  </a:lnTo>
                  <a:lnTo>
                    <a:pt x="60" y="66"/>
                  </a:lnTo>
                  <a:lnTo>
                    <a:pt x="66" y="95"/>
                  </a:lnTo>
                  <a:lnTo>
                    <a:pt x="60" y="113"/>
                  </a:lnTo>
                  <a:lnTo>
                    <a:pt x="54" y="125"/>
                  </a:lnTo>
                  <a:lnTo>
                    <a:pt x="42" y="125"/>
                  </a:lnTo>
                  <a:lnTo>
                    <a:pt x="30" y="125"/>
                  </a:lnTo>
                  <a:lnTo>
                    <a:pt x="24" y="119"/>
                  </a:lnTo>
                  <a:lnTo>
                    <a:pt x="24" y="71"/>
                  </a:lnTo>
                  <a:close/>
                  <a:moveTo>
                    <a:pt x="12" y="119"/>
                  </a:moveTo>
                  <a:lnTo>
                    <a:pt x="18" y="125"/>
                  </a:lnTo>
                  <a:lnTo>
                    <a:pt x="24" y="131"/>
                  </a:lnTo>
                  <a:lnTo>
                    <a:pt x="36" y="131"/>
                  </a:lnTo>
                  <a:lnTo>
                    <a:pt x="54" y="125"/>
                  </a:lnTo>
                  <a:lnTo>
                    <a:pt x="66" y="113"/>
                  </a:lnTo>
                  <a:lnTo>
                    <a:pt x="78" y="83"/>
                  </a:lnTo>
                  <a:lnTo>
                    <a:pt x="72" y="54"/>
                  </a:lnTo>
                  <a:lnTo>
                    <a:pt x="60" y="48"/>
                  </a:lnTo>
                  <a:lnTo>
                    <a:pt x="48" y="42"/>
                  </a:lnTo>
                  <a:lnTo>
                    <a:pt x="36" y="48"/>
                  </a:lnTo>
                  <a:lnTo>
                    <a:pt x="24" y="60"/>
                  </a:lnTo>
                  <a:lnTo>
                    <a:pt x="24" y="0"/>
                  </a:lnTo>
                  <a:lnTo>
                    <a:pt x="12" y="6"/>
                  </a:lnTo>
                  <a:lnTo>
                    <a:pt x="0" y="6"/>
                  </a:lnTo>
                  <a:lnTo>
                    <a:pt x="0" y="12"/>
                  </a:lnTo>
                  <a:lnTo>
                    <a:pt x="6" y="12"/>
                  </a:lnTo>
                  <a:lnTo>
                    <a:pt x="12" y="12"/>
                  </a:lnTo>
                  <a:lnTo>
                    <a:pt x="12" y="18"/>
                  </a:lnTo>
                  <a:lnTo>
                    <a:pt x="12" y="119"/>
                  </a:lnTo>
                  <a:close/>
                </a:path>
              </a:pathLst>
            </a:custGeom>
            <a:solidFill>
              <a:srgbClr val="000000"/>
            </a:solidFill>
            <a:ln w="9525">
              <a:solidFill>
                <a:schemeClr val="tx1"/>
              </a:solidFill>
              <a:round/>
              <a:headEnd/>
              <a:tailEnd/>
            </a:ln>
          </p:spPr>
          <p:txBody>
            <a:bodyPr/>
            <a:lstStyle/>
            <a:p>
              <a:endParaRPr lang="zh-CN" altLang="en-US"/>
            </a:p>
          </p:txBody>
        </p:sp>
        <p:sp>
          <p:nvSpPr>
            <p:cNvPr id="23574" name="Freeform 22">
              <a:extLst>
                <a:ext uri="{FF2B5EF4-FFF2-40B4-BE49-F238E27FC236}">
                  <a16:creationId xmlns:a16="http://schemas.microsoft.com/office/drawing/2014/main" id="{6DD4BBF0-5755-4E5F-9040-8C61AB2113BA}"/>
                </a:ext>
              </a:extLst>
            </p:cNvPr>
            <p:cNvSpPr>
              <a:spLocks/>
            </p:cNvSpPr>
            <p:nvPr/>
          </p:nvSpPr>
          <p:spPr bwMode="auto">
            <a:xfrm>
              <a:off x="4066" y="3057"/>
              <a:ext cx="52" cy="213"/>
            </a:xfrm>
            <a:custGeom>
              <a:avLst/>
              <a:gdLst>
                <a:gd name="T0" fmla="*/ 0 w 42"/>
                <a:gd name="T1" fmla="*/ 3959 h 167"/>
                <a:gd name="T2" fmla="*/ 485 w 42"/>
                <a:gd name="T3" fmla="*/ 3104 h 167"/>
                <a:gd name="T4" fmla="*/ 670 w 42"/>
                <a:gd name="T5" fmla="*/ 2516 h 167"/>
                <a:gd name="T6" fmla="*/ 670 w 42"/>
                <a:gd name="T7" fmla="*/ 1953 h 167"/>
                <a:gd name="T8" fmla="*/ 579 w 42"/>
                <a:gd name="T9" fmla="*/ 1275 h 167"/>
                <a:gd name="T10" fmla="*/ 485 w 42"/>
                <a:gd name="T11" fmla="*/ 691 h 167"/>
                <a:gd name="T12" fmla="*/ 282 w 42"/>
                <a:gd name="T13" fmla="*/ 279 h 167"/>
                <a:gd name="T14" fmla="*/ 0 w 42"/>
                <a:gd name="T15" fmla="*/ 0 h 167"/>
                <a:gd name="T16" fmla="*/ 0 w 42"/>
                <a:gd name="T17" fmla="*/ 156 h 167"/>
                <a:gd name="T18" fmla="*/ 207 w 42"/>
                <a:gd name="T19" fmla="*/ 579 h 167"/>
                <a:gd name="T20" fmla="*/ 392 w 42"/>
                <a:gd name="T21" fmla="*/ 1124 h 167"/>
                <a:gd name="T22" fmla="*/ 392 w 42"/>
                <a:gd name="T23" fmla="*/ 1689 h 167"/>
                <a:gd name="T24" fmla="*/ 392 w 42"/>
                <a:gd name="T25" fmla="*/ 2110 h 167"/>
                <a:gd name="T26" fmla="*/ 392 w 42"/>
                <a:gd name="T27" fmla="*/ 2816 h 167"/>
                <a:gd name="T28" fmla="*/ 282 w 42"/>
                <a:gd name="T29" fmla="*/ 3235 h 167"/>
                <a:gd name="T30" fmla="*/ 207 w 42"/>
                <a:gd name="T31" fmla="*/ 3527 h 167"/>
                <a:gd name="T32" fmla="*/ 0 w 42"/>
                <a:gd name="T33" fmla="*/ 3796 h 167"/>
                <a:gd name="T34" fmla="*/ 0 w 42"/>
                <a:gd name="T35" fmla="*/ 3959 h 1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42" h="167">
                  <a:moveTo>
                    <a:pt x="0" y="167"/>
                  </a:moveTo>
                  <a:lnTo>
                    <a:pt x="30" y="131"/>
                  </a:lnTo>
                  <a:lnTo>
                    <a:pt x="42" y="107"/>
                  </a:lnTo>
                  <a:lnTo>
                    <a:pt x="42" y="83"/>
                  </a:lnTo>
                  <a:lnTo>
                    <a:pt x="36" y="54"/>
                  </a:lnTo>
                  <a:lnTo>
                    <a:pt x="30" y="30"/>
                  </a:lnTo>
                  <a:lnTo>
                    <a:pt x="18" y="12"/>
                  </a:lnTo>
                  <a:lnTo>
                    <a:pt x="0" y="0"/>
                  </a:lnTo>
                  <a:lnTo>
                    <a:pt x="0" y="6"/>
                  </a:lnTo>
                  <a:lnTo>
                    <a:pt x="12" y="24"/>
                  </a:lnTo>
                  <a:lnTo>
                    <a:pt x="24" y="48"/>
                  </a:lnTo>
                  <a:lnTo>
                    <a:pt x="24" y="71"/>
                  </a:lnTo>
                  <a:lnTo>
                    <a:pt x="24" y="89"/>
                  </a:lnTo>
                  <a:lnTo>
                    <a:pt x="24" y="119"/>
                  </a:lnTo>
                  <a:lnTo>
                    <a:pt x="18" y="137"/>
                  </a:lnTo>
                  <a:lnTo>
                    <a:pt x="12" y="149"/>
                  </a:lnTo>
                  <a:lnTo>
                    <a:pt x="0" y="161"/>
                  </a:lnTo>
                  <a:lnTo>
                    <a:pt x="0" y="167"/>
                  </a:lnTo>
                  <a:close/>
                </a:path>
              </a:pathLst>
            </a:custGeom>
            <a:solidFill>
              <a:srgbClr val="000000"/>
            </a:solidFill>
            <a:ln w="9525">
              <a:solidFill>
                <a:schemeClr val="tx1"/>
              </a:solidFill>
              <a:round/>
              <a:headEnd/>
              <a:tailEnd/>
            </a:ln>
          </p:spPr>
          <p:txBody>
            <a:bodyPr/>
            <a:lstStyle/>
            <a:p>
              <a:endParaRPr lang="zh-CN" altLang="en-US"/>
            </a:p>
          </p:txBody>
        </p:sp>
        <p:sp>
          <p:nvSpPr>
            <p:cNvPr id="23575" name="Line 23">
              <a:extLst>
                <a:ext uri="{FF2B5EF4-FFF2-40B4-BE49-F238E27FC236}">
                  <a16:creationId xmlns:a16="http://schemas.microsoft.com/office/drawing/2014/main" id="{B08B777A-755A-4988-83DF-CF0BD1299512}"/>
                </a:ext>
              </a:extLst>
            </p:cNvPr>
            <p:cNvSpPr>
              <a:spLocks noChangeShapeType="1"/>
            </p:cNvSpPr>
            <p:nvPr/>
          </p:nvSpPr>
          <p:spPr bwMode="auto">
            <a:xfrm flipH="1">
              <a:off x="3489" y="1497"/>
              <a:ext cx="190" cy="381"/>
            </a:xfrm>
            <a:prstGeom prst="line">
              <a:avLst/>
            </a:prstGeom>
            <a:noFill/>
            <a:ln w="0">
              <a:solidFill>
                <a:srgbClr val="C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6" name="Freeform 24">
              <a:extLst>
                <a:ext uri="{FF2B5EF4-FFF2-40B4-BE49-F238E27FC236}">
                  <a16:creationId xmlns:a16="http://schemas.microsoft.com/office/drawing/2014/main" id="{242FFD69-2CDC-438A-9357-8E5B1A415C89}"/>
                </a:ext>
              </a:extLst>
            </p:cNvPr>
            <p:cNvSpPr>
              <a:spLocks/>
            </p:cNvSpPr>
            <p:nvPr/>
          </p:nvSpPr>
          <p:spPr bwMode="auto">
            <a:xfrm>
              <a:off x="3489" y="1497"/>
              <a:ext cx="190" cy="381"/>
            </a:xfrm>
            <a:custGeom>
              <a:avLst/>
              <a:gdLst>
                <a:gd name="T0" fmla="*/ 2021 w 156"/>
                <a:gd name="T1" fmla="*/ 0 h 299"/>
                <a:gd name="T2" fmla="*/ 0 w 156"/>
                <a:gd name="T3" fmla="*/ 6969 h 299"/>
                <a:gd name="T4" fmla="*/ 2021 w 156"/>
                <a:gd name="T5" fmla="*/ 0 h 299"/>
                <a:gd name="T6" fmla="*/ 2021 w 156"/>
                <a:gd name="T7" fmla="*/ 0 h 2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6" h="299">
                  <a:moveTo>
                    <a:pt x="156" y="0"/>
                  </a:moveTo>
                  <a:lnTo>
                    <a:pt x="0" y="299"/>
                  </a:lnTo>
                  <a:lnTo>
                    <a:pt x="156" y="0"/>
                  </a:lnTo>
                  <a:close/>
                </a:path>
              </a:pathLst>
            </a:custGeom>
            <a:solidFill>
              <a:srgbClr val="000000"/>
            </a:solidFill>
            <a:ln w="9525">
              <a:solidFill>
                <a:srgbClr val="C00000"/>
              </a:solidFill>
              <a:round/>
              <a:headEnd/>
              <a:tailEnd/>
            </a:ln>
          </p:spPr>
          <p:txBody>
            <a:bodyPr/>
            <a:lstStyle/>
            <a:p>
              <a:endParaRPr lang="zh-CN" altLang="en-US"/>
            </a:p>
          </p:txBody>
        </p:sp>
        <p:sp>
          <p:nvSpPr>
            <p:cNvPr id="23577" name="Freeform 25">
              <a:extLst>
                <a:ext uri="{FF2B5EF4-FFF2-40B4-BE49-F238E27FC236}">
                  <a16:creationId xmlns:a16="http://schemas.microsoft.com/office/drawing/2014/main" id="{19ACCF39-D3B5-4DD3-9593-F5C788E0531A}"/>
                </a:ext>
              </a:extLst>
            </p:cNvPr>
            <p:cNvSpPr>
              <a:spLocks/>
            </p:cNvSpPr>
            <p:nvPr/>
          </p:nvSpPr>
          <p:spPr bwMode="auto">
            <a:xfrm>
              <a:off x="3424" y="1825"/>
              <a:ext cx="116" cy="191"/>
            </a:xfrm>
            <a:custGeom>
              <a:avLst/>
              <a:gdLst>
                <a:gd name="T0" fmla="*/ 492 w 95"/>
                <a:gd name="T1" fmla="*/ 0 h 150"/>
                <a:gd name="T2" fmla="*/ 0 w 95"/>
                <a:gd name="T3" fmla="*/ 3457 h 150"/>
                <a:gd name="T4" fmla="*/ 1276 w 95"/>
                <a:gd name="T5" fmla="*/ 954 h 150"/>
                <a:gd name="T6" fmla="*/ 492 w 95"/>
                <a:gd name="T7" fmla="*/ 0 h 150"/>
                <a:gd name="T8" fmla="*/ 492 w 95"/>
                <a:gd name="T9" fmla="*/ 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5" h="150">
                  <a:moveTo>
                    <a:pt x="36" y="0"/>
                  </a:moveTo>
                  <a:lnTo>
                    <a:pt x="0" y="150"/>
                  </a:lnTo>
                  <a:lnTo>
                    <a:pt x="95" y="42"/>
                  </a:lnTo>
                  <a:lnTo>
                    <a:pt x="36" y="0"/>
                  </a:lnTo>
                  <a:close/>
                </a:path>
              </a:pathLst>
            </a:custGeom>
            <a:solidFill>
              <a:srgbClr val="000000"/>
            </a:solidFill>
            <a:ln w="9525">
              <a:solidFill>
                <a:srgbClr val="C00000"/>
              </a:solidFill>
              <a:round/>
              <a:headEnd/>
              <a:tailEnd/>
            </a:ln>
          </p:spPr>
          <p:txBody>
            <a:bodyPr/>
            <a:lstStyle/>
            <a:p>
              <a:endParaRPr lang="zh-CN" altLang="en-US"/>
            </a:p>
          </p:txBody>
        </p:sp>
        <p:sp>
          <p:nvSpPr>
            <p:cNvPr id="23578" name="Line 26">
              <a:extLst>
                <a:ext uri="{FF2B5EF4-FFF2-40B4-BE49-F238E27FC236}">
                  <a16:creationId xmlns:a16="http://schemas.microsoft.com/office/drawing/2014/main" id="{5203E316-DB65-4D82-9BC1-E341E84F9DD3}"/>
                </a:ext>
              </a:extLst>
            </p:cNvPr>
            <p:cNvSpPr>
              <a:spLocks noChangeShapeType="1"/>
            </p:cNvSpPr>
            <p:nvPr/>
          </p:nvSpPr>
          <p:spPr bwMode="auto">
            <a:xfrm flipV="1">
              <a:off x="1240" y="1505"/>
              <a:ext cx="190" cy="381"/>
            </a:xfrm>
            <a:prstGeom prst="line">
              <a:avLst/>
            </a:prstGeom>
            <a:noFill/>
            <a:ln w="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9" name="Freeform 27">
              <a:extLst>
                <a:ext uri="{FF2B5EF4-FFF2-40B4-BE49-F238E27FC236}">
                  <a16:creationId xmlns:a16="http://schemas.microsoft.com/office/drawing/2014/main" id="{489F8452-287D-4F36-A78A-B4762F093B69}"/>
                </a:ext>
              </a:extLst>
            </p:cNvPr>
            <p:cNvSpPr>
              <a:spLocks/>
            </p:cNvSpPr>
            <p:nvPr/>
          </p:nvSpPr>
          <p:spPr bwMode="auto">
            <a:xfrm>
              <a:off x="1240" y="1505"/>
              <a:ext cx="190" cy="381"/>
            </a:xfrm>
            <a:custGeom>
              <a:avLst/>
              <a:gdLst>
                <a:gd name="T0" fmla="*/ 0 w 156"/>
                <a:gd name="T1" fmla="*/ 6969 h 299"/>
                <a:gd name="T2" fmla="*/ 2021 w 156"/>
                <a:gd name="T3" fmla="*/ 0 h 299"/>
                <a:gd name="T4" fmla="*/ 0 w 156"/>
                <a:gd name="T5" fmla="*/ 6969 h 299"/>
                <a:gd name="T6" fmla="*/ 0 w 156"/>
                <a:gd name="T7" fmla="*/ 6969 h 2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6" h="299">
                  <a:moveTo>
                    <a:pt x="0" y="299"/>
                  </a:moveTo>
                  <a:lnTo>
                    <a:pt x="156" y="0"/>
                  </a:lnTo>
                  <a:lnTo>
                    <a:pt x="0" y="299"/>
                  </a:lnTo>
                  <a:close/>
                </a:path>
              </a:pathLst>
            </a:custGeom>
            <a:solidFill>
              <a:srgbClr val="000000"/>
            </a:solidFill>
            <a:ln w="9525">
              <a:solidFill>
                <a:srgbClr val="C00000"/>
              </a:solidFill>
              <a:round/>
              <a:headEnd/>
              <a:tailEnd/>
            </a:ln>
          </p:spPr>
          <p:txBody>
            <a:bodyPr/>
            <a:lstStyle/>
            <a:p>
              <a:endParaRPr lang="zh-CN" altLang="en-US"/>
            </a:p>
          </p:txBody>
        </p:sp>
        <p:sp>
          <p:nvSpPr>
            <p:cNvPr id="23580" name="Freeform 28">
              <a:extLst>
                <a:ext uri="{FF2B5EF4-FFF2-40B4-BE49-F238E27FC236}">
                  <a16:creationId xmlns:a16="http://schemas.microsoft.com/office/drawing/2014/main" id="{3FD054A0-9300-4526-BBE8-EF7580522E51}"/>
                </a:ext>
              </a:extLst>
            </p:cNvPr>
            <p:cNvSpPr>
              <a:spLocks/>
            </p:cNvSpPr>
            <p:nvPr/>
          </p:nvSpPr>
          <p:spPr bwMode="auto">
            <a:xfrm>
              <a:off x="1379" y="1376"/>
              <a:ext cx="117" cy="190"/>
            </a:xfrm>
            <a:custGeom>
              <a:avLst/>
              <a:gdLst>
                <a:gd name="T0" fmla="*/ 785 w 96"/>
                <a:gd name="T1" fmla="*/ 3509 h 149"/>
                <a:gd name="T2" fmla="*/ 1255 w 96"/>
                <a:gd name="T3" fmla="*/ 0 h 149"/>
                <a:gd name="T4" fmla="*/ 0 w 96"/>
                <a:gd name="T5" fmla="*/ 2516 h 149"/>
                <a:gd name="T6" fmla="*/ 785 w 96"/>
                <a:gd name="T7" fmla="*/ 3509 h 149"/>
                <a:gd name="T8" fmla="*/ 785 w 96"/>
                <a:gd name="T9" fmla="*/ 350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 h="149">
                  <a:moveTo>
                    <a:pt x="60" y="149"/>
                  </a:moveTo>
                  <a:lnTo>
                    <a:pt x="96" y="0"/>
                  </a:lnTo>
                  <a:lnTo>
                    <a:pt x="0" y="107"/>
                  </a:lnTo>
                  <a:lnTo>
                    <a:pt x="60" y="149"/>
                  </a:lnTo>
                  <a:close/>
                </a:path>
              </a:pathLst>
            </a:custGeom>
            <a:solidFill>
              <a:srgbClr val="000000"/>
            </a:solidFill>
            <a:ln w="9525">
              <a:solidFill>
                <a:srgbClr val="C00000"/>
              </a:solidFill>
              <a:round/>
              <a:headEnd/>
              <a:tailEnd/>
            </a:ln>
          </p:spPr>
          <p:txBody>
            <a:bodyPr/>
            <a:lstStyle/>
            <a:p>
              <a:endParaRPr lang="zh-CN" altLang="en-US"/>
            </a:p>
          </p:txBody>
        </p:sp>
      </p:grpSp>
      <p:sp>
        <p:nvSpPr>
          <p:cNvPr id="23560" name="页脚占位符 1">
            <a:extLst>
              <a:ext uri="{FF2B5EF4-FFF2-40B4-BE49-F238E27FC236}">
                <a16:creationId xmlns:a16="http://schemas.microsoft.com/office/drawing/2014/main" id="{7A45E6C8-394C-4B42-8E7F-42C715F8C79A}"/>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23561" name="灯片编号占位符 2">
            <a:extLst>
              <a:ext uri="{FF2B5EF4-FFF2-40B4-BE49-F238E27FC236}">
                <a16:creationId xmlns:a16="http://schemas.microsoft.com/office/drawing/2014/main" id="{B2523C4F-9C17-452B-9B01-0388A3024800}"/>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051BBFF5-B94D-478E-856F-36DAF957CA60}" type="slidenum">
              <a:rPr lang="zh-CN" altLang="en-US" sz="1200">
                <a:solidFill>
                  <a:srgbClr val="898989"/>
                </a:solidFill>
                <a:latin typeface="Times New Roman" panose="02020603050405020304" pitchFamily="18" charset="0"/>
              </a:rPr>
              <a:pPr>
                <a:spcBef>
                  <a:spcPct val="50000"/>
                </a:spcBef>
                <a:buFontTx/>
                <a:buNone/>
              </a:pPr>
              <a:t>18</a:t>
            </a:fld>
            <a:endParaRPr lang="zh-CN" altLang="en-US" sz="1200">
              <a:solidFill>
                <a:srgbClr val="898989"/>
              </a:solidFill>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灯片编号占位符 6">
            <a:extLst>
              <a:ext uri="{FF2B5EF4-FFF2-40B4-BE49-F238E27FC236}">
                <a16:creationId xmlns:a16="http://schemas.microsoft.com/office/drawing/2014/main" id="{6AAABB5C-C17E-479F-8EBC-DE08A52870DC}"/>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FBEDED30-5ADF-4437-9F5D-8D7011BEAE3D}" type="slidenum">
              <a:rPr lang="zh-CN" altLang="en-US" sz="1400">
                <a:latin typeface="Times New Roman" panose="02020603050405020304" pitchFamily="18" charset="0"/>
              </a:rPr>
              <a:pPr eaLnBrk="1" hangingPunct="1">
                <a:spcBef>
                  <a:spcPct val="0"/>
                </a:spcBef>
                <a:buFontTx/>
                <a:buNone/>
              </a:pPr>
              <a:t>19</a:t>
            </a:fld>
            <a:endParaRPr lang="en-US" altLang="zh-CN" sz="1400">
              <a:latin typeface="Times New Roman" panose="02020603050405020304" pitchFamily="18" charset="0"/>
            </a:endParaRPr>
          </a:p>
        </p:txBody>
      </p:sp>
      <p:sp>
        <p:nvSpPr>
          <p:cNvPr id="133123" name="Rectangle 3">
            <a:extLst>
              <a:ext uri="{FF2B5EF4-FFF2-40B4-BE49-F238E27FC236}">
                <a16:creationId xmlns:a16="http://schemas.microsoft.com/office/drawing/2014/main" id="{E14A8263-CFC8-466D-AFBE-5B6945E351BD}"/>
              </a:ext>
            </a:extLst>
          </p:cNvPr>
          <p:cNvSpPr>
            <a:spLocks noGrp="1" noChangeArrowheads="1"/>
          </p:cNvSpPr>
          <p:nvPr>
            <p:ph type="body" sz="half" idx="1"/>
          </p:nvPr>
        </p:nvSpPr>
        <p:spPr>
          <a:xfrm>
            <a:off x="381000" y="381000"/>
            <a:ext cx="8229600" cy="6056313"/>
          </a:xfrm>
        </p:spPr>
        <p:txBody>
          <a:bodyPr/>
          <a:lstStyle/>
          <a:p>
            <a:pPr algn="just">
              <a:buFontTx/>
              <a:buNone/>
              <a:defRPr/>
            </a:pPr>
            <a:r>
              <a:rPr lang="en-US" altLang="zh-CN" sz="2800" dirty="0">
                <a:solidFill>
                  <a:srgbClr val="FF0066"/>
                </a:solidFill>
                <a:ea typeface="宋体" pitchFamily="2" charset="-122"/>
              </a:rPr>
              <a:t>-------------------------------------------------</a:t>
            </a:r>
            <a:endParaRPr lang="en-US" altLang="zh-CN" sz="2900" dirty="0">
              <a:latin typeface="Times New Roman" pitchFamily="18" charset="0"/>
              <a:ea typeface="宋体" pitchFamily="2" charset="-122"/>
            </a:endParaRPr>
          </a:p>
          <a:p>
            <a:pPr algn="just">
              <a:buFontTx/>
              <a:buNone/>
              <a:defRPr/>
            </a:pPr>
            <a:r>
              <a:rPr lang="en-US" altLang="zh-CN" sz="2900" dirty="0">
                <a:solidFill>
                  <a:srgbClr val="CC0000"/>
                </a:solidFill>
                <a:latin typeface="Times New Roman" pitchFamily="18" charset="0"/>
                <a:ea typeface="宋体" pitchFamily="2" charset="-122"/>
              </a:rPr>
              <a:t>Practice 1.1:</a:t>
            </a:r>
          </a:p>
          <a:p>
            <a:pPr algn="just">
              <a:buFontTx/>
              <a:buNone/>
              <a:defRPr/>
            </a:pPr>
            <a:r>
              <a:rPr lang="en-US" altLang="zh-CN" sz="2900" dirty="0">
                <a:latin typeface="Times New Roman" pitchFamily="18" charset="0"/>
                <a:ea typeface="宋体" pitchFamily="2" charset="-122"/>
              </a:rPr>
              <a:t>    In the wire of Fig. 1.4, electrons moving from </a:t>
            </a:r>
            <a:r>
              <a:rPr lang="en-US" altLang="zh-CN" sz="3000" i="1" dirty="0">
                <a:latin typeface="Times New Roman" pitchFamily="18" charset="0"/>
                <a:ea typeface="宋体" pitchFamily="2" charset="-122"/>
              </a:rPr>
              <a:t>left</a:t>
            </a:r>
            <a:r>
              <a:rPr lang="en-US" altLang="zh-CN" sz="3000" dirty="0">
                <a:latin typeface="Times New Roman" pitchFamily="18" charset="0"/>
                <a:ea typeface="宋体" pitchFamily="2" charset="-122"/>
              </a:rPr>
              <a:t> to </a:t>
            </a:r>
            <a:r>
              <a:rPr lang="en-US" altLang="zh-CN" sz="3000" i="1">
                <a:latin typeface="Times New Roman" pitchFamily="18" charset="0"/>
                <a:ea typeface="宋体" pitchFamily="2" charset="-122"/>
              </a:rPr>
              <a:t>right</a:t>
            </a:r>
            <a:r>
              <a:rPr lang="en-US" altLang="zh-CN" sz="3000">
                <a:latin typeface="Times New Roman" pitchFamily="18" charset="0"/>
                <a:ea typeface="宋体" pitchFamily="2" charset="-122"/>
              </a:rPr>
              <a:t> create </a:t>
            </a:r>
            <a:r>
              <a:rPr lang="en-US" altLang="zh-CN" sz="3000" dirty="0">
                <a:latin typeface="Times New Roman" pitchFamily="18" charset="0"/>
                <a:ea typeface="宋体" pitchFamily="2" charset="-122"/>
              </a:rPr>
              <a:t>a current of 1 mA. Determine </a:t>
            </a:r>
            <a:r>
              <a:rPr lang="en-US" altLang="zh-CN" sz="3000" i="1" dirty="0">
                <a:latin typeface="Times New Roman" pitchFamily="18" charset="0"/>
                <a:ea typeface="宋体" pitchFamily="2" charset="-122"/>
              </a:rPr>
              <a:t>I</a:t>
            </a:r>
            <a:r>
              <a:rPr lang="en-US" altLang="zh-CN" sz="3000" baseline="-25000" dirty="0">
                <a:latin typeface="Times New Roman" pitchFamily="18" charset="0"/>
                <a:ea typeface="宋体" pitchFamily="2" charset="-122"/>
              </a:rPr>
              <a:t>1</a:t>
            </a:r>
            <a:r>
              <a:rPr lang="en-US" altLang="zh-CN" sz="3000" dirty="0">
                <a:latin typeface="Times New Roman" pitchFamily="18" charset="0"/>
                <a:ea typeface="宋体" pitchFamily="2" charset="-122"/>
              </a:rPr>
              <a:t> and </a:t>
            </a:r>
            <a:r>
              <a:rPr lang="en-US" altLang="zh-CN" sz="3000" i="1" dirty="0">
                <a:latin typeface="Times New Roman" pitchFamily="18" charset="0"/>
                <a:ea typeface="宋体" pitchFamily="2" charset="-122"/>
              </a:rPr>
              <a:t>I</a:t>
            </a:r>
            <a:r>
              <a:rPr lang="en-US" altLang="zh-CN" sz="3000" baseline="-25000" dirty="0">
                <a:latin typeface="Times New Roman" pitchFamily="18" charset="0"/>
                <a:ea typeface="宋体" pitchFamily="2" charset="-122"/>
              </a:rPr>
              <a:t>2</a:t>
            </a:r>
            <a:r>
              <a:rPr lang="en-US" altLang="zh-CN" sz="3000" dirty="0">
                <a:latin typeface="Times New Roman" pitchFamily="18" charset="0"/>
                <a:ea typeface="宋体" pitchFamily="2" charset="-122"/>
              </a:rPr>
              <a:t>.</a:t>
            </a:r>
          </a:p>
          <a:p>
            <a:pPr algn="just">
              <a:buFontTx/>
              <a:buNone/>
              <a:defRPr/>
            </a:pPr>
            <a:endParaRPr lang="en-US" altLang="zh-CN" sz="3000" dirty="0">
              <a:latin typeface="Times New Roman" pitchFamily="18" charset="0"/>
              <a:ea typeface="宋体" pitchFamily="2" charset="-122"/>
            </a:endParaRPr>
          </a:p>
          <a:p>
            <a:pPr algn="just">
              <a:buFontTx/>
              <a:buNone/>
              <a:defRPr/>
            </a:pPr>
            <a:endParaRPr lang="en-US" altLang="zh-CN" sz="3000" dirty="0">
              <a:latin typeface="Times New Roman" pitchFamily="18" charset="0"/>
              <a:ea typeface="宋体" pitchFamily="2" charset="-122"/>
            </a:endParaRPr>
          </a:p>
          <a:p>
            <a:pPr algn="just">
              <a:buFontTx/>
              <a:buNone/>
              <a:defRPr/>
            </a:pPr>
            <a:endParaRPr lang="en-US" altLang="zh-CN" sz="3000" dirty="0">
              <a:latin typeface="Times New Roman" pitchFamily="18" charset="0"/>
              <a:ea typeface="宋体" pitchFamily="2" charset="-122"/>
            </a:endParaRPr>
          </a:p>
          <a:p>
            <a:pPr algn="just">
              <a:buFontTx/>
              <a:buNone/>
              <a:defRPr/>
            </a:pPr>
            <a:r>
              <a:rPr lang="en-US" altLang="zh-CN" sz="2600" dirty="0">
                <a:solidFill>
                  <a:srgbClr val="FF0066"/>
                </a:solidFill>
                <a:latin typeface="Times New Roman" pitchFamily="18" charset="0"/>
                <a:ea typeface="宋体" pitchFamily="2" charset="-122"/>
              </a:rPr>
              <a:t>----------------------------------------------------------------</a:t>
            </a:r>
          </a:p>
          <a:p>
            <a:pPr algn="just">
              <a:buFontTx/>
              <a:buNone/>
              <a:defRPr/>
            </a:pPr>
            <a:r>
              <a:rPr lang="en-US" altLang="zh-CN" sz="2800" dirty="0" err="1">
                <a:solidFill>
                  <a:srgbClr val="0000FF"/>
                </a:solidFill>
                <a:effectLst>
                  <a:outerShdw blurRad="38100" dist="38100" dir="2700000" algn="tl">
                    <a:srgbClr val="C0C0C0"/>
                  </a:outerShdw>
                </a:effectLst>
                <a:ea typeface="宋体" pitchFamily="2" charset="-122"/>
              </a:rPr>
              <a:t>Ans</a:t>
            </a:r>
            <a:r>
              <a:rPr lang="en-US" altLang="zh-CN" sz="2800" dirty="0">
                <a:solidFill>
                  <a:srgbClr val="0000FF"/>
                </a:solidFill>
                <a:effectLst>
                  <a:outerShdw blurRad="38100" dist="38100" dir="2700000" algn="tl">
                    <a:srgbClr val="C0C0C0"/>
                  </a:outerShdw>
                </a:effectLst>
                <a:ea typeface="宋体" pitchFamily="2" charset="-122"/>
              </a:rPr>
              <a:t>: </a:t>
            </a:r>
            <a:r>
              <a:rPr lang="en-US" altLang="zh-CN" sz="2800" dirty="0">
                <a:solidFill>
                  <a:srgbClr val="0000FF"/>
                </a:solidFill>
                <a:effectLst>
                  <a:outerShdw blurRad="38100" dist="38100" dir="2700000" algn="tl">
                    <a:srgbClr val="C0C0C0"/>
                  </a:outerShdw>
                </a:effectLst>
                <a:latin typeface="Times New Roman" pitchFamily="18" charset="0"/>
                <a:ea typeface="宋体" pitchFamily="2" charset="-122"/>
              </a:rPr>
              <a:t> I</a:t>
            </a:r>
            <a:r>
              <a:rPr lang="en-US" altLang="zh-CN" sz="1600" dirty="0">
                <a:solidFill>
                  <a:srgbClr val="0000FF"/>
                </a:solidFill>
                <a:effectLst>
                  <a:outerShdw blurRad="38100" dist="38100" dir="2700000" algn="tl">
                    <a:srgbClr val="C0C0C0"/>
                  </a:outerShdw>
                </a:effectLst>
                <a:ea typeface="宋体" pitchFamily="2" charset="-122"/>
              </a:rPr>
              <a:t>1</a:t>
            </a:r>
            <a:r>
              <a:rPr lang="en-US" altLang="zh-CN" sz="2800" i="1" dirty="0">
                <a:solidFill>
                  <a:srgbClr val="0000FF"/>
                </a:solidFill>
                <a:effectLst>
                  <a:outerShdw blurRad="38100" dist="38100" dir="2700000" algn="tl">
                    <a:srgbClr val="C0C0C0"/>
                  </a:outerShdw>
                </a:effectLst>
                <a:ea typeface="宋体" pitchFamily="2" charset="-122"/>
              </a:rPr>
              <a:t> </a:t>
            </a:r>
            <a:r>
              <a:rPr lang="en-US" altLang="zh-CN" sz="2800" dirty="0">
                <a:solidFill>
                  <a:srgbClr val="0000FF"/>
                </a:solidFill>
                <a:effectLst>
                  <a:outerShdw blurRad="38100" dist="38100" dir="2700000" algn="tl">
                    <a:srgbClr val="C0C0C0"/>
                  </a:outerShdw>
                </a:effectLst>
                <a:ea typeface="宋体" pitchFamily="2" charset="-122"/>
              </a:rPr>
              <a:t>= -1 mA;  </a:t>
            </a:r>
            <a:r>
              <a:rPr lang="en-US" altLang="zh-CN" sz="2800" dirty="0">
                <a:solidFill>
                  <a:srgbClr val="0000FF"/>
                </a:solidFill>
                <a:effectLst>
                  <a:outerShdw blurRad="38100" dist="38100" dir="2700000" algn="tl">
                    <a:srgbClr val="C0C0C0"/>
                  </a:outerShdw>
                </a:effectLst>
                <a:latin typeface="Times New Roman" pitchFamily="18" charset="0"/>
                <a:ea typeface="宋体" pitchFamily="2" charset="-122"/>
              </a:rPr>
              <a:t>I</a:t>
            </a:r>
            <a:r>
              <a:rPr lang="en-US" altLang="zh-CN" sz="1800" dirty="0">
                <a:solidFill>
                  <a:srgbClr val="0000FF"/>
                </a:solidFill>
                <a:effectLst>
                  <a:outerShdw blurRad="38100" dist="38100" dir="2700000" algn="tl">
                    <a:srgbClr val="C0C0C0"/>
                  </a:outerShdw>
                </a:effectLst>
                <a:ea typeface="宋体" pitchFamily="2" charset="-122"/>
              </a:rPr>
              <a:t>2</a:t>
            </a:r>
            <a:r>
              <a:rPr lang="en-US" altLang="zh-CN" sz="2800" dirty="0">
                <a:solidFill>
                  <a:srgbClr val="0000FF"/>
                </a:solidFill>
                <a:effectLst>
                  <a:outerShdw blurRad="38100" dist="38100" dir="2700000" algn="tl">
                    <a:srgbClr val="C0C0C0"/>
                  </a:outerShdw>
                </a:effectLst>
                <a:ea typeface="宋体" pitchFamily="2" charset="-122"/>
              </a:rPr>
              <a:t> = +1 mA.</a:t>
            </a:r>
          </a:p>
          <a:p>
            <a:pPr>
              <a:defRPr/>
            </a:pPr>
            <a:endParaRPr lang="en-US" altLang="zh-CN" sz="2800" dirty="0">
              <a:solidFill>
                <a:srgbClr val="0000FF"/>
              </a:solidFill>
              <a:ea typeface="宋体" pitchFamily="2" charset="-122"/>
            </a:endParaRPr>
          </a:p>
          <a:p>
            <a:pPr>
              <a:defRPr/>
            </a:pPr>
            <a:endParaRPr lang="zh-CN" altLang="en-US" sz="2800" dirty="0">
              <a:ea typeface="宋体" pitchFamily="2" charset="-122"/>
            </a:endParaRPr>
          </a:p>
        </p:txBody>
      </p:sp>
      <p:graphicFrame>
        <p:nvGraphicFramePr>
          <p:cNvPr id="133124" name="Object 4">
            <a:extLst>
              <a:ext uri="{FF2B5EF4-FFF2-40B4-BE49-F238E27FC236}">
                <a16:creationId xmlns:a16="http://schemas.microsoft.com/office/drawing/2014/main" id="{F5A90725-D077-48B4-B673-D088880D52A2}"/>
              </a:ext>
            </a:extLst>
          </p:cNvPr>
          <p:cNvGraphicFramePr>
            <a:graphicFrameLocks noGrp="1" noChangeAspect="1"/>
          </p:cNvGraphicFramePr>
          <p:nvPr>
            <p:ph sz="half" idx="2"/>
          </p:nvPr>
        </p:nvGraphicFramePr>
        <p:xfrm>
          <a:off x="2438400" y="2743200"/>
          <a:ext cx="3124200" cy="1787525"/>
        </p:xfrm>
        <a:graphic>
          <a:graphicData uri="http://schemas.openxmlformats.org/presentationml/2006/ole">
            <mc:AlternateContent xmlns:mc="http://schemas.openxmlformats.org/markup-compatibility/2006">
              <mc:Choice xmlns:v="urn:schemas-microsoft-com:vml" Requires="v">
                <p:oleObj name="Visio" r:id="rId2" imgW="1967301" imgH="1125565" progId="Visio.Drawing.11">
                  <p:embed/>
                </p:oleObj>
              </mc:Choice>
              <mc:Fallback>
                <p:oleObj name="Visio" r:id="rId2" imgW="1967301" imgH="1125565"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743200"/>
                        <a:ext cx="3124200" cy="178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133123">
                                            <p:txEl>
                                              <p:pRg st="0" end="0"/>
                                            </p:txEl>
                                          </p:spTgt>
                                        </p:tgtEl>
                                        <p:attrNameLst>
                                          <p:attrName>style.visibility</p:attrName>
                                        </p:attrNameLst>
                                      </p:cBhvr>
                                      <p:to>
                                        <p:strVal val="visible"/>
                                      </p:to>
                                    </p:set>
                                    <p:animEffect transition="in" filter="fade">
                                      <p:cBhvr>
                                        <p:cTn id="7" dur="500"/>
                                        <p:tgtEl>
                                          <p:spTgt spid="133123">
                                            <p:txEl>
                                              <p:pRg st="0" end="0"/>
                                            </p:txEl>
                                          </p:spTgt>
                                        </p:tgtEl>
                                      </p:cBhvr>
                                    </p:animEffect>
                                    <p:anim calcmode="lin" valueType="num">
                                      <p:cBhvr>
                                        <p:cTn id="8" dur="500" fill="hold"/>
                                        <p:tgtEl>
                                          <p:spTgt spid="13312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3312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133123">
                                            <p:txEl>
                                              <p:pRg st="1" end="1"/>
                                            </p:txEl>
                                          </p:spTgt>
                                        </p:tgtEl>
                                        <p:attrNameLst>
                                          <p:attrName>style.visibility</p:attrName>
                                        </p:attrNameLst>
                                      </p:cBhvr>
                                      <p:to>
                                        <p:strVal val="visible"/>
                                      </p:to>
                                    </p:set>
                                    <p:animEffect transition="in" filter="fade">
                                      <p:cBhvr>
                                        <p:cTn id="14" dur="500"/>
                                        <p:tgtEl>
                                          <p:spTgt spid="133123">
                                            <p:txEl>
                                              <p:pRg st="1" end="1"/>
                                            </p:txEl>
                                          </p:spTgt>
                                        </p:tgtEl>
                                      </p:cBhvr>
                                    </p:animEffect>
                                    <p:anim calcmode="lin" valueType="num">
                                      <p:cBhvr>
                                        <p:cTn id="15" dur="500" fill="hold"/>
                                        <p:tgtEl>
                                          <p:spTgt spid="133123">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33123">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133123">
                                            <p:txEl>
                                              <p:pRg st="2" end="2"/>
                                            </p:txEl>
                                          </p:spTgt>
                                        </p:tgtEl>
                                        <p:attrNameLst>
                                          <p:attrName>style.visibility</p:attrName>
                                        </p:attrNameLst>
                                      </p:cBhvr>
                                      <p:to>
                                        <p:strVal val="visible"/>
                                      </p:to>
                                    </p:set>
                                    <p:animEffect transition="in" filter="fade">
                                      <p:cBhvr>
                                        <p:cTn id="21" dur="500"/>
                                        <p:tgtEl>
                                          <p:spTgt spid="133123">
                                            <p:txEl>
                                              <p:pRg st="2" end="2"/>
                                            </p:txEl>
                                          </p:spTgt>
                                        </p:tgtEl>
                                      </p:cBhvr>
                                    </p:animEffect>
                                    <p:anim calcmode="lin" valueType="num">
                                      <p:cBhvr>
                                        <p:cTn id="22" dur="500" fill="hold"/>
                                        <p:tgtEl>
                                          <p:spTgt spid="133123">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133123">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8" presetClass="entr" presetSubtype="16" fill="hold" nodeType="clickEffect">
                                  <p:stCondLst>
                                    <p:cond delay="0"/>
                                  </p:stCondLst>
                                  <p:childTnLst>
                                    <p:set>
                                      <p:cBhvr>
                                        <p:cTn id="27" dur="1" fill="hold">
                                          <p:stCondLst>
                                            <p:cond delay="0"/>
                                          </p:stCondLst>
                                        </p:cTn>
                                        <p:tgtEl>
                                          <p:spTgt spid="133124"/>
                                        </p:tgtEl>
                                        <p:attrNameLst>
                                          <p:attrName>style.visibility</p:attrName>
                                        </p:attrNameLst>
                                      </p:cBhvr>
                                      <p:to>
                                        <p:strVal val="visible"/>
                                      </p:to>
                                    </p:set>
                                    <p:animEffect transition="in" filter="diamond(in)">
                                      <p:cBhvr>
                                        <p:cTn id="28" dur="2000"/>
                                        <p:tgtEl>
                                          <p:spTgt spid="13312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4" presetClass="entr" presetSubtype="0" fill="hold" grpId="0" nodeType="clickEffect">
                                  <p:stCondLst>
                                    <p:cond delay="0"/>
                                  </p:stCondLst>
                                  <p:childTnLst>
                                    <p:set>
                                      <p:cBhvr>
                                        <p:cTn id="32" dur="0" fill="hold">
                                          <p:stCondLst>
                                            <p:cond delay="0"/>
                                          </p:stCondLst>
                                        </p:cTn>
                                        <p:tgtEl>
                                          <p:spTgt spid="133123">
                                            <p:txEl>
                                              <p:pRg st="6" end="6"/>
                                            </p:txEl>
                                          </p:spTgt>
                                        </p:tgtEl>
                                        <p:attrNameLst>
                                          <p:attrName>style.visibility</p:attrName>
                                        </p:attrNameLst>
                                      </p:cBhvr>
                                      <p:to>
                                        <p:strVal val="visible"/>
                                      </p:to>
                                    </p:set>
                                    <p:animEffect transition="in" filter="fade">
                                      <p:cBhvr>
                                        <p:cTn id="33" dur="500"/>
                                        <p:tgtEl>
                                          <p:spTgt spid="133123">
                                            <p:txEl>
                                              <p:pRg st="6" end="6"/>
                                            </p:txEl>
                                          </p:spTgt>
                                        </p:tgtEl>
                                      </p:cBhvr>
                                    </p:animEffect>
                                    <p:anim calcmode="lin" valueType="num">
                                      <p:cBhvr>
                                        <p:cTn id="34" dur="500" fill="hold"/>
                                        <p:tgtEl>
                                          <p:spTgt spid="133123">
                                            <p:txEl>
                                              <p:pRg st="6" end="6"/>
                                            </p:txEl>
                                          </p:spTgt>
                                        </p:tgtEl>
                                        <p:attrNameLst>
                                          <p:attrName>ppt_x</p:attrName>
                                        </p:attrNameLst>
                                      </p:cBhvr>
                                      <p:tavLst>
                                        <p:tav tm="0">
                                          <p:val>
                                            <p:strVal val="#ppt_x"/>
                                          </p:val>
                                        </p:tav>
                                        <p:tav tm="100000">
                                          <p:val>
                                            <p:strVal val="#ppt_x"/>
                                          </p:val>
                                        </p:tav>
                                      </p:tavLst>
                                    </p:anim>
                                    <p:anim calcmode="lin" valueType="num">
                                      <p:cBhvr>
                                        <p:cTn id="35" dur="500" fill="hold"/>
                                        <p:tgtEl>
                                          <p:spTgt spid="133123">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44" presetClass="entr" presetSubtype="0" fill="hold" grpId="0" nodeType="clickEffect">
                                  <p:stCondLst>
                                    <p:cond delay="0"/>
                                  </p:stCondLst>
                                  <p:childTnLst>
                                    <p:set>
                                      <p:cBhvr>
                                        <p:cTn id="39" dur="0" fill="hold">
                                          <p:stCondLst>
                                            <p:cond delay="0"/>
                                          </p:stCondLst>
                                        </p:cTn>
                                        <p:tgtEl>
                                          <p:spTgt spid="133123">
                                            <p:txEl>
                                              <p:pRg st="7" end="7"/>
                                            </p:txEl>
                                          </p:spTgt>
                                        </p:tgtEl>
                                        <p:attrNameLst>
                                          <p:attrName>style.visibility</p:attrName>
                                        </p:attrNameLst>
                                      </p:cBhvr>
                                      <p:to>
                                        <p:strVal val="visible"/>
                                      </p:to>
                                    </p:set>
                                    <p:animEffect transition="in" filter="fade">
                                      <p:cBhvr>
                                        <p:cTn id="40" dur="500"/>
                                        <p:tgtEl>
                                          <p:spTgt spid="133123">
                                            <p:txEl>
                                              <p:pRg st="7" end="7"/>
                                            </p:txEl>
                                          </p:spTgt>
                                        </p:tgtEl>
                                      </p:cBhvr>
                                    </p:animEffect>
                                    <p:anim calcmode="lin" valueType="num">
                                      <p:cBhvr>
                                        <p:cTn id="41" dur="500" fill="hold"/>
                                        <p:tgtEl>
                                          <p:spTgt spid="133123">
                                            <p:txEl>
                                              <p:pRg st="7" end="7"/>
                                            </p:txEl>
                                          </p:spTgt>
                                        </p:tgtEl>
                                        <p:attrNameLst>
                                          <p:attrName>ppt_x</p:attrName>
                                        </p:attrNameLst>
                                      </p:cBhvr>
                                      <p:tavLst>
                                        <p:tav tm="0">
                                          <p:val>
                                            <p:strVal val="#ppt_x"/>
                                          </p:val>
                                        </p:tav>
                                        <p:tav tm="100000">
                                          <p:val>
                                            <p:strVal val="#ppt_x"/>
                                          </p:val>
                                        </p:tav>
                                      </p:tavLst>
                                    </p:anim>
                                    <p:anim calcmode="lin" valueType="num">
                                      <p:cBhvr>
                                        <p:cTn id="42" dur="500" fill="hold"/>
                                        <p:tgtEl>
                                          <p:spTgt spid="133123">
                                            <p:txEl>
                                              <p:pRg st="7" end="7"/>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5">
            <a:extLst>
              <a:ext uri="{FF2B5EF4-FFF2-40B4-BE49-F238E27FC236}">
                <a16:creationId xmlns:a16="http://schemas.microsoft.com/office/drawing/2014/main" id="{7F5AC4BE-9B8C-47A7-B3B3-FCDE79DC006D}"/>
              </a:ext>
            </a:extLst>
          </p:cNvPr>
          <p:cNvSpPr>
            <a:spLocks noChangeArrowheads="1"/>
          </p:cNvSpPr>
          <p:nvPr/>
        </p:nvSpPr>
        <p:spPr bwMode="auto">
          <a:xfrm>
            <a:off x="609600" y="1219200"/>
            <a:ext cx="75438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a:solidFill>
                  <a:srgbClr val="FF0000"/>
                </a:solidFill>
              </a:rPr>
              <a:t>Voltage</a:t>
            </a:r>
            <a:r>
              <a:rPr lang="en-US" altLang="zh-CN" sz="2400"/>
              <a:t> (or </a:t>
            </a:r>
            <a:r>
              <a:rPr lang="en-US" altLang="zh-CN" sz="2400">
                <a:solidFill>
                  <a:srgbClr val="FF0000"/>
                </a:solidFill>
              </a:rPr>
              <a:t>potential difference</a:t>
            </a:r>
            <a:r>
              <a:rPr lang="en-US" altLang="zh-CN" sz="2400"/>
              <a:t>)  is the energy required to move a unit charge through an element, measured in </a:t>
            </a:r>
            <a:r>
              <a:rPr lang="en-US" altLang="zh-CN" sz="2400">
                <a:solidFill>
                  <a:srgbClr val="FF0000"/>
                </a:solidFill>
              </a:rPr>
              <a:t>volts</a:t>
            </a:r>
            <a:r>
              <a:rPr lang="en-US" altLang="zh-CN" sz="2400"/>
              <a:t>(</a:t>
            </a:r>
            <a:r>
              <a:rPr lang="en-US" altLang="zh-CN" sz="2400">
                <a:solidFill>
                  <a:srgbClr val="FF0000"/>
                </a:solidFill>
              </a:rPr>
              <a:t>V</a:t>
            </a:r>
            <a:r>
              <a:rPr lang="en-US" altLang="zh-CN" sz="2400"/>
              <a:t>). </a:t>
            </a:r>
          </a:p>
        </p:txBody>
      </p:sp>
      <p:graphicFrame>
        <p:nvGraphicFramePr>
          <p:cNvPr id="25603" name="Object 36">
            <a:extLst>
              <a:ext uri="{FF2B5EF4-FFF2-40B4-BE49-F238E27FC236}">
                <a16:creationId xmlns:a16="http://schemas.microsoft.com/office/drawing/2014/main" id="{092B0785-B3B7-468F-98AC-057D1C2E69EE}"/>
              </a:ext>
            </a:extLst>
          </p:cNvPr>
          <p:cNvGraphicFramePr>
            <a:graphicFrameLocks noChangeAspect="1"/>
          </p:cNvGraphicFramePr>
          <p:nvPr/>
        </p:nvGraphicFramePr>
        <p:xfrm>
          <a:off x="2481263" y="2419350"/>
          <a:ext cx="955675" cy="852488"/>
        </p:xfrm>
        <a:graphic>
          <a:graphicData uri="http://schemas.openxmlformats.org/presentationml/2006/ole">
            <mc:AlternateContent xmlns:mc="http://schemas.openxmlformats.org/markup-compatibility/2006">
              <mc:Choice xmlns:v="urn:schemas-microsoft-com:vml" Requires="v">
                <p:oleObj name="Equation" r:id="rId3" imgW="469900" imgH="419100" progId="Equation.3">
                  <p:embed/>
                </p:oleObj>
              </mc:Choice>
              <mc:Fallback>
                <p:oleObj name="Equation" r:id="rId3" imgW="469900" imgH="419100" progId="Equation.3">
                  <p:embed/>
                  <p:pic>
                    <p:nvPicPr>
                      <p:cNvPr id="0" name="Object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1263" y="2419350"/>
                        <a:ext cx="955675"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4" name="Text Box 37">
            <a:extLst>
              <a:ext uri="{FF2B5EF4-FFF2-40B4-BE49-F238E27FC236}">
                <a16:creationId xmlns:a16="http://schemas.microsoft.com/office/drawing/2014/main" id="{A6D6C4E7-A693-4B07-8B5E-D99C383CA0C9}"/>
              </a:ext>
            </a:extLst>
          </p:cNvPr>
          <p:cNvSpPr txBox="1">
            <a:spLocks noChangeArrowheads="1"/>
          </p:cNvSpPr>
          <p:nvPr/>
        </p:nvSpPr>
        <p:spPr bwMode="auto">
          <a:xfrm>
            <a:off x="742950" y="3357563"/>
            <a:ext cx="63928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Reference direction or voltage polarity </a:t>
            </a:r>
            <a:endParaRPr lang="zh-CN" altLang="en-US" sz="2400">
              <a:solidFill>
                <a:srgbClr val="FF0000"/>
              </a:solidFill>
            </a:endParaRPr>
          </a:p>
        </p:txBody>
      </p:sp>
      <p:pic>
        <p:nvPicPr>
          <p:cNvPr id="25605" name="Picture 38">
            <a:extLst>
              <a:ext uri="{FF2B5EF4-FFF2-40B4-BE49-F238E27FC236}">
                <a16:creationId xmlns:a16="http://schemas.microsoft.com/office/drawing/2014/main" id="{3CA5B6CD-0A4D-46BF-BC0A-51120ED396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6975" y="4081463"/>
            <a:ext cx="1841500"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5606" name="Text Box 39">
            <a:extLst>
              <a:ext uri="{FF2B5EF4-FFF2-40B4-BE49-F238E27FC236}">
                <a16:creationId xmlns:a16="http://schemas.microsoft.com/office/drawing/2014/main" id="{402BE430-95B7-4162-A9EA-947F5DCF5905}"/>
              </a:ext>
            </a:extLst>
          </p:cNvPr>
          <p:cNvSpPr txBox="1">
            <a:spLocks noChangeArrowheads="1"/>
          </p:cNvSpPr>
          <p:nvPr/>
        </p:nvSpPr>
        <p:spPr bwMode="auto">
          <a:xfrm>
            <a:off x="3143250" y="3819525"/>
            <a:ext cx="4786313"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V&gt;0</a:t>
            </a:r>
            <a:r>
              <a:rPr lang="en-US" altLang="zh-CN" sz="2400"/>
              <a:t>  means the real polarity is  same to the reference polarity</a:t>
            </a:r>
          </a:p>
        </p:txBody>
      </p:sp>
      <p:sp>
        <p:nvSpPr>
          <p:cNvPr id="25607" name="Rectangle 40">
            <a:extLst>
              <a:ext uri="{FF2B5EF4-FFF2-40B4-BE49-F238E27FC236}">
                <a16:creationId xmlns:a16="http://schemas.microsoft.com/office/drawing/2014/main" id="{D6C156DB-773E-4435-B11C-7408F7393F28}"/>
              </a:ext>
            </a:extLst>
          </p:cNvPr>
          <p:cNvSpPr>
            <a:spLocks noChangeArrowheads="1"/>
          </p:cNvSpPr>
          <p:nvPr/>
        </p:nvSpPr>
        <p:spPr bwMode="auto">
          <a:xfrm>
            <a:off x="3143250" y="5013325"/>
            <a:ext cx="48990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a:solidFill>
                  <a:srgbClr val="FF0000"/>
                </a:solidFill>
              </a:rPr>
              <a:t>V&lt;0 </a:t>
            </a:r>
            <a:r>
              <a:rPr lang="en-US" altLang="zh-CN" sz="2400"/>
              <a:t> means the real polarity is  opposite to the reference polarity</a:t>
            </a:r>
            <a:endParaRPr lang="zh-CN" altLang="en-US" sz="2400"/>
          </a:p>
        </p:txBody>
      </p:sp>
      <p:sp>
        <p:nvSpPr>
          <p:cNvPr id="25608" name="页脚占位符 1">
            <a:extLst>
              <a:ext uri="{FF2B5EF4-FFF2-40B4-BE49-F238E27FC236}">
                <a16:creationId xmlns:a16="http://schemas.microsoft.com/office/drawing/2014/main" id="{8132464F-2CF1-4607-874B-82E85AB483EA}"/>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25609" name="灯片编号占位符 2">
            <a:extLst>
              <a:ext uri="{FF2B5EF4-FFF2-40B4-BE49-F238E27FC236}">
                <a16:creationId xmlns:a16="http://schemas.microsoft.com/office/drawing/2014/main" id="{7DF1E4BE-6720-4FAC-89BE-110B44FFB173}"/>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CD69371C-C055-4E6E-8EE9-40D91B4E4A58}" type="slidenum">
              <a:rPr lang="zh-CN" altLang="en-US" sz="1200">
                <a:solidFill>
                  <a:srgbClr val="898989"/>
                </a:solidFill>
                <a:latin typeface="Times New Roman" panose="02020603050405020304" pitchFamily="18" charset="0"/>
              </a:rPr>
              <a:pPr>
                <a:spcBef>
                  <a:spcPct val="50000"/>
                </a:spcBef>
                <a:buFontTx/>
                <a:buNone/>
              </a:pPr>
              <a:t>20</a:t>
            </a:fld>
            <a:endParaRPr lang="zh-CN" altLang="en-US" sz="1200">
              <a:solidFill>
                <a:srgbClr val="898989"/>
              </a:solidFill>
              <a:latin typeface="Times New Roman" panose="02020603050405020304" pitchFamily="18" charset="0"/>
            </a:endParaRPr>
          </a:p>
        </p:txBody>
      </p:sp>
      <p:sp>
        <p:nvSpPr>
          <p:cNvPr id="12" name="Rectangle 2">
            <a:extLst>
              <a:ext uri="{FF2B5EF4-FFF2-40B4-BE49-F238E27FC236}">
                <a16:creationId xmlns:a16="http://schemas.microsoft.com/office/drawing/2014/main" id="{9E771BE6-82AC-4DC5-9830-67D6CA1D4275}"/>
              </a:ext>
            </a:extLst>
          </p:cNvPr>
          <p:cNvSpPr txBox="1">
            <a:spLocks noRot="1" noChangeArrowheads="1"/>
          </p:cNvSpPr>
          <p:nvPr/>
        </p:nvSpPr>
        <p:spPr bwMode="auto">
          <a:xfrm>
            <a:off x="611188" y="266700"/>
            <a:ext cx="77724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defRPr>
            </a:lvl9pPr>
          </a:lstStyle>
          <a:p>
            <a:pPr algn="ctr">
              <a:lnSpc>
                <a:spcPct val="90000"/>
              </a:lnSpc>
              <a:defRPr/>
            </a:pPr>
            <a:r>
              <a:rPr lang="en-US" altLang="zh-CN" sz="4000" b="1" dirty="0">
                <a:effectLst>
                  <a:outerShdw blurRad="38100" dist="38100" dir="2700000" algn="tl">
                    <a:srgbClr val="C0C0C0"/>
                  </a:outerShdw>
                </a:effectLst>
                <a:latin typeface="Comic Sans MS" panose="030F0702030302020204" pitchFamily="66" charset="0"/>
                <a:ea typeface="宋体" pitchFamily="2" charset="-122"/>
              </a:rPr>
              <a:t>1.4  Voltage</a:t>
            </a:r>
          </a:p>
        </p:txBody>
      </p:sp>
      <p:sp>
        <p:nvSpPr>
          <p:cNvPr id="11" name="对话气泡: 椭圆形 10">
            <a:extLst>
              <a:ext uri="{FF2B5EF4-FFF2-40B4-BE49-F238E27FC236}">
                <a16:creationId xmlns:a16="http://schemas.microsoft.com/office/drawing/2014/main" id="{78040F76-8538-4781-BE00-A77A4F5A431D}"/>
              </a:ext>
            </a:extLst>
          </p:cNvPr>
          <p:cNvSpPr/>
          <p:nvPr/>
        </p:nvSpPr>
        <p:spPr bwMode="auto">
          <a:xfrm>
            <a:off x="4605595" y="1980994"/>
            <a:ext cx="1710813" cy="612648"/>
          </a:xfrm>
          <a:prstGeom prst="wedgeEllipseCallout">
            <a:avLst>
              <a:gd name="adj1" fmla="val -118433"/>
              <a:gd name="adj2" fmla="val 5287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800" dirty="0">
                <a:latin typeface="Verdana" pitchFamily="34" charset="0"/>
              </a:rPr>
              <a:t>joules, J</a:t>
            </a:r>
            <a:endParaRPr kumimoji="0" lang="zh-CN" altLang="en-US" sz="1800" b="0" i="0" u="none" strike="noStrike" cap="none" normalizeH="0" baseline="0" dirty="0">
              <a:ln>
                <a:noFill/>
              </a:ln>
              <a:solidFill>
                <a:schemeClr val="tx1"/>
              </a:solidFill>
              <a:effectLst/>
              <a:latin typeface="Verdana" pitchFamily="34" charset="0"/>
            </a:endParaRPr>
          </a:p>
        </p:txBody>
      </p:sp>
      <p:sp>
        <p:nvSpPr>
          <p:cNvPr id="13" name="对话气泡: 椭圆形 12">
            <a:extLst>
              <a:ext uri="{FF2B5EF4-FFF2-40B4-BE49-F238E27FC236}">
                <a16:creationId xmlns:a16="http://schemas.microsoft.com/office/drawing/2014/main" id="{4B67C359-56C9-4530-9949-1A2937C733EB}"/>
              </a:ext>
            </a:extLst>
          </p:cNvPr>
          <p:cNvSpPr/>
          <p:nvPr/>
        </p:nvSpPr>
        <p:spPr bwMode="auto">
          <a:xfrm>
            <a:off x="4571999" y="2767934"/>
            <a:ext cx="2389239" cy="612648"/>
          </a:xfrm>
          <a:prstGeom prst="wedgeEllipseCallout">
            <a:avLst>
              <a:gd name="adj1" fmla="val -99464"/>
              <a:gd name="adj2" fmla="val 231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800" dirty="0">
                <a:latin typeface="Verdana" pitchFamily="34" charset="0"/>
              </a:rPr>
              <a:t>coulombs, C</a:t>
            </a:r>
            <a:endParaRPr kumimoji="0" lang="zh-CN" altLang="en-US" sz="1800" b="0" i="0" u="none" strike="noStrike" cap="none" normalizeH="0" baseline="0" dirty="0">
              <a:ln>
                <a:noFill/>
              </a:ln>
              <a:solidFill>
                <a:schemeClr val="tx1"/>
              </a:solidFill>
              <a:effectLst/>
              <a:latin typeface="Verdana"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6">
            <a:extLst>
              <a:ext uri="{FF2B5EF4-FFF2-40B4-BE49-F238E27FC236}">
                <a16:creationId xmlns:a16="http://schemas.microsoft.com/office/drawing/2014/main" id="{B4197E8C-B256-4EAE-8946-2D41CCE3463D}"/>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9288959C-6516-4714-8140-0B81228C7975}" type="slidenum">
              <a:rPr lang="zh-CN" altLang="en-US" sz="1400">
                <a:latin typeface="Times New Roman" panose="02020603050405020304" pitchFamily="18" charset="0"/>
              </a:rPr>
              <a:pPr eaLnBrk="1" hangingPunct="1">
                <a:spcBef>
                  <a:spcPct val="0"/>
                </a:spcBef>
                <a:buFontTx/>
                <a:buNone/>
              </a:pPr>
              <a:t>21</a:t>
            </a:fld>
            <a:endParaRPr lang="en-US" altLang="zh-CN" sz="1400">
              <a:latin typeface="Times New Roman" panose="02020603050405020304" pitchFamily="18" charset="0"/>
            </a:endParaRPr>
          </a:p>
        </p:txBody>
      </p:sp>
      <p:sp>
        <p:nvSpPr>
          <p:cNvPr id="143363" name="Rectangle 3">
            <a:extLst>
              <a:ext uri="{FF2B5EF4-FFF2-40B4-BE49-F238E27FC236}">
                <a16:creationId xmlns:a16="http://schemas.microsoft.com/office/drawing/2014/main" id="{EC948384-20CE-4FAB-B9A1-7E9A39BF962D}"/>
              </a:ext>
            </a:extLst>
          </p:cNvPr>
          <p:cNvSpPr>
            <a:spLocks noGrp="1" noChangeArrowheads="1"/>
          </p:cNvSpPr>
          <p:nvPr>
            <p:ph type="body" sz="half" idx="1"/>
          </p:nvPr>
        </p:nvSpPr>
        <p:spPr>
          <a:xfrm>
            <a:off x="1514475" y="228600"/>
            <a:ext cx="7400925" cy="5167313"/>
          </a:xfrm>
        </p:spPr>
        <p:txBody>
          <a:bodyPr/>
          <a:lstStyle/>
          <a:p>
            <a:pPr>
              <a:lnSpc>
                <a:spcPct val="120000"/>
              </a:lnSpc>
              <a:buClr>
                <a:srgbClr val="FF3300"/>
              </a:buClr>
              <a:buFont typeface="Wingdings" pitchFamily="2" charset="2"/>
              <a:buChar char="l"/>
              <a:defRPr/>
            </a:pPr>
            <a:r>
              <a:rPr lang="en-US" altLang="zh-CN" sz="2400" dirty="0">
                <a:ea typeface="宋体" charset="-122"/>
              </a:rPr>
              <a:t>Electric voltage, </a:t>
            </a:r>
            <a:r>
              <a:rPr lang="en-US" altLang="zh-CN" sz="2400" dirty="0" err="1">
                <a:ea typeface="宋体" charset="-122"/>
              </a:rPr>
              <a:t>v</a:t>
            </a:r>
            <a:r>
              <a:rPr lang="en-US" altLang="zh-CN" sz="2400" baseline="-25000" dirty="0" err="1">
                <a:ea typeface="宋体" charset="-122"/>
              </a:rPr>
              <a:t>ab</a:t>
            </a:r>
            <a:r>
              <a:rPr lang="en-US" altLang="zh-CN" sz="2400" baseline="-25000" dirty="0">
                <a:ea typeface="宋体" charset="-122"/>
              </a:rPr>
              <a:t>,</a:t>
            </a:r>
            <a:r>
              <a:rPr lang="en-US" altLang="zh-CN" sz="2400" dirty="0">
                <a:ea typeface="宋体" charset="-122"/>
              </a:rPr>
              <a:t> is always </a:t>
            </a:r>
            <a:r>
              <a:rPr lang="en-US" altLang="zh-CN" sz="2400" dirty="0">
                <a:solidFill>
                  <a:srgbClr val="FF3300"/>
                </a:solidFill>
                <a:ea typeface="宋体" charset="-122"/>
              </a:rPr>
              <a:t>across the circuit element</a:t>
            </a:r>
            <a:r>
              <a:rPr lang="en-US" altLang="zh-CN" sz="2400" dirty="0">
                <a:ea typeface="宋体" charset="-122"/>
              </a:rPr>
              <a:t> or </a:t>
            </a:r>
            <a:r>
              <a:rPr lang="en-US" altLang="zh-CN" sz="2400" dirty="0">
                <a:solidFill>
                  <a:srgbClr val="FF3300"/>
                </a:solidFill>
                <a:ea typeface="宋体" charset="-122"/>
              </a:rPr>
              <a:t>between two points in a circuit. </a:t>
            </a:r>
          </a:p>
          <a:p>
            <a:pPr lvl="1">
              <a:lnSpc>
                <a:spcPct val="120000"/>
              </a:lnSpc>
              <a:spcAft>
                <a:spcPct val="20000"/>
              </a:spcAft>
              <a:defRPr/>
            </a:pPr>
            <a:r>
              <a:rPr lang="en-US" altLang="zh-CN" sz="2400" dirty="0" err="1">
                <a:ea typeface="宋体" charset="-122"/>
              </a:rPr>
              <a:t>v</a:t>
            </a:r>
            <a:r>
              <a:rPr lang="en-US" altLang="zh-CN" sz="2400" baseline="-25000" dirty="0" err="1">
                <a:ea typeface="宋体" charset="-122"/>
              </a:rPr>
              <a:t>ab</a:t>
            </a:r>
            <a:r>
              <a:rPr lang="en-US" altLang="zh-CN" sz="2400" dirty="0">
                <a:ea typeface="宋体" charset="-122"/>
              </a:rPr>
              <a:t> &gt; 0 means the potential of </a:t>
            </a:r>
            <a:r>
              <a:rPr lang="en-US" altLang="zh-CN" sz="2400" dirty="0">
                <a:solidFill>
                  <a:srgbClr val="FF3300"/>
                </a:solidFill>
                <a:ea typeface="宋体" charset="-122"/>
              </a:rPr>
              <a:t>a</a:t>
            </a:r>
            <a:r>
              <a:rPr lang="en-US" altLang="zh-CN" sz="2400" dirty="0">
                <a:ea typeface="宋体" charset="-122"/>
              </a:rPr>
              <a:t> is higher than potential of </a:t>
            </a:r>
            <a:r>
              <a:rPr lang="en-US" altLang="zh-CN" sz="2400" dirty="0">
                <a:solidFill>
                  <a:srgbClr val="FF3300"/>
                </a:solidFill>
                <a:ea typeface="宋体" charset="-122"/>
              </a:rPr>
              <a:t>b. </a:t>
            </a:r>
          </a:p>
          <a:p>
            <a:pPr lvl="1">
              <a:lnSpc>
                <a:spcPct val="120000"/>
              </a:lnSpc>
              <a:spcAft>
                <a:spcPct val="20000"/>
              </a:spcAft>
              <a:defRPr/>
            </a:pPr>
            <a:r>
              <a:rPr lang="en-US" altLang="zh-CN" sz="2400" dirty="0" err="1">
                <a:ea typeface="宋体" charset="-122"/>
              </a:rPr>
              <a:t>v</a:t>
            </a:r>
            <a:r>
              <a:rPr lang="en-US" altLang="zh-CN" sz="2400" baseline="-25000" dirty="0" err="1">
                <a:ea typeface="宋体" charset="-122"/>
              </a:rPr>
              <a:t>ab</a:t>
            </a:r>
            <a:r>
              <a:rPr lang="en-US" altLang="zh-CN" sz="2400" baseline="-25000" dirty="0">
                <a:ea typeface="宋体" charset="-122"/>
              </a:rPr>
              <a:t> </a:t>
            </a:r>
            <a:r>
              <a:rPr lang="en-US" altLang="zh-CN" sz="2400" dirty="0">
                <a:ea typeface="宋体" charset="-122"/>
              </a:rPr>
              <a:t>&lt; 0 means the potential of </a:t>
            </a:r>
            <a:r>
              <a:rPr lang="en-US" altLang="zh-CN" sz="2400" dirty="0">
                <a:solidFill>
                  <a:srgbClr val="FF3300"/>
                </a:solidFill>
                <a:ea typeface="宋体" charset="-122"/>
              </a:rPr>
              <a:t>a</a:t>
            </a:r>
            <a:r>
              <a:rPr lang="en-US" altLang="zh-CN" sz="2400" dirty="0">
                <a:ea typeface="宋体" charset="-122"/>
              </a:rPr>
              <a:t> is lower than potential   of </a:t>
            </a:r>
            <a:r>
              <a:rPr lang="en-US" altLang="zh-CN" sz="2400" dirty="0">
                <a:solidFill>
                  <a:srgbClr val="FF3300"/>
                </a:solidFill>
                <a:ea typeface="宋体" charset="-122"/>
              </a:rPr>
              <a:t>b.</a:t>
            </a:r>
          </a:p>
          <a:p>
            <a:pPr>
              <a:lnSpc>
                <a:spcPct val="120000"/>
              </a:lnSpc>
              <a:buFont typeface="Wingdings" pitchFamily="2" charset="2"/>
              <a:buChar char="l"/>
              <a:defRPr/>
            </a:pPr>
            <a:r>
              <a:rPr lang="en-US" altLang="zh-CN" sz="2800" dirty="0">
                <a:solidFill>
                  <a:srgbClr val="FF3300"/>
                </a:solidFill>
                <a:ea typeface="宋体" charset="-122"/>
              </a:rPr>
              <a:t>   </a:t>
            </a:r>
            <a:r>
              <a:rPr lang="en-US" altLang="zh-CN" sz="2400" dirty="0">
                <a:solidFill>
                  <a:srgbClr val="FF3300"/>
                </a:solidFill>
                <a:ea typeface="宋体" charset="-122"/>
              </a:rPr>
              <a:t>We should note that </a:t>
            </a:r>
            <a:r>
              <a:rPr lang="en-US" altLang="zh-CN" sz="2400" i="1" dirty="0">
                <a:solidFill>
                  <a:srgbClr val="0000FF"/>
                </a:solidFill>
                <a:ea typeface="宋体" charset="-122"/>
              </a:rPr>
              <a:t>a voltage can exist between a  pair of electrical terminals whether a current is flowing or not.</a:t>
            </a:r>
            <a:endParaRPr lang="zh-CN" altLang="en-US" sz="2400" i="1" dirty="0">
              <a:solidFill>
                <a:srgbClr val="0000FF"/>
              </a:solidFill>
              <a:ea typeface="宋体" charset="-122"/>
            </a:endParaRPr>
          </a:p>
          <a:p>
            <a:pPr marL="0" indent="0">
              <a:lnSpc>
                <a:spcPct val="120000"/>
              </a:lnSpc>
              <a:buClr>
                <a:srgbClr val="FF3300"/>
              </a:buClr>
              <a:buFontTx/>
              <a:buNone/>
              <a:defRPr/>
            </a:pPr>
            <a:endParaRPr lang="en-US" altLang="zh-CN" sz="2800" dirty="0">
              <a:ea typeface="宋体" charset="-122"/>
            </a:endParaRPr>
          </a:p>
          <a:p>
            <a:pPr>
              <a:lnSpc>
                <a:spcPct val="120000"/>
              </a:lnSpc>
              <a:buClr>
                <a:srgbClr val="FF3300"/>
              </a:buClr>
              <a:buFont typeface="Wingdings" pitchFamily="2" charset="2"/>
              <a:buChar char="l"/>
              <a:defRPr/>
            </a:pPr>
            <a:endParaRPr lang="en-US" altLang="zh-CN" sz="2800" dirty="0">
              <a:ea typeface="宋体" charset="-122"/>
            </a:endParaRPr>
          </a:p>
        </p:txBody>
      </p:sp>
      <p:graphicFrame>
        <p:nvGraphicFramePr>
          <p:cNvPr id="26628" name="对象 1">
            <a:extLst>
              <a:ext uri="{FF2B5EF4-FFF2-40B4-BE49-F238E27FC236}">
                <a16:creationId xmlns:a16="http://schemas.microsoft.com/office/drawing/2014/main" id="{41582243-029A-4B2F-AFA1-2A2EA6FF8358}"/>
              </a:ext>
            </a:extLst>
          </p:cNvPr>
          <p:cNvGraphicFramePr>
            <a:graphicFrameLocks noChangeAspect="1"/>
          </p:cNvGraphicFramePr>
          <p:nvPr/>
        </p:nvGraphicFramePr>
        <p:xfrm>
          <a:off x="390525" y="455613"/>
          <a:ext cx="1152525" cy="1584325"/>
        </p:xfrm>
        <a:graphic>
          <a:graphicData uri="http://schemas.openxmlformats.org/presentationml/2006/ole">
            <mc:AlternateContent xmlns:mc="http://schemas.openxmlformats.org/markup-compatibility/2006">
              <mc:Choice xmlns:v="urn:schemas-microsoft-com:vml" Requires="v">
                <p:oleObj name="Visio" r:id="rId2" imgW="660197" imgH="907085" progId="Visio.Drawing.11">
                  <p:embed/>
                </p:oleObj>
              </mc:Choice>
              <mc:Fallback>
                <p:oleObj name="Visio" r:id="rId2" imgW="660197" imgH="907085" progId="Visio.Drawing.11">
                  <p:embed/>
                  <p:pic>
                    <p:nvPicPr>
                      <p:cNvPr id="0"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25" y="455613"/>
                        <a:ext cx="1152525" cy="158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fade">
                                      <p:cBhvr>
                                        <p:cTn id="7" dur="1000"/>
                                        <p:tgtEl>
                                          <p:spTgt spid="143363">
                                            <p:txEl>
                                              <p:pRg st="0" end="0"/>
                                            </p:txEl>
                                          </p:spTgt>
                                        </p:tgtEl>
                                      </p:cBhvr>
                                    </p:animEffect>
                                    <p:anim calcmode="lin" valueType="num">
                                      <p:cBhvr>
                                        <p:cTn id="8" dur="10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33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nodeType="clickEffect">
                                  <p:stCondLst>
                                    <p:cond delay="0"/>
                                  </p:stCondLst>
                                  <p:childTnLst>
                                    <p:set>
                                      <p:cBhvr>
                                        <p:cTn id="13" dur="1" fill="hold">
                                          <p:stCondLst>
                                            <p:cond delay="0"/>
                                          </p:stCondLst>
                                        </p:cTn>
                                        <p:tgtEl>
                                          <p:spTgt spid="143363">
                                            <p:txEl>
                                              <p:pRg st="1" end="1"/>
                                            </p:txEl>
                                          </p:spTgt>
                                        </p:tgtEl>
                                        <p:attrNameLst>
                                          <p:attrName>style.visibility</p:attrName>
                                        </p:attrNameLst>
                                      </p:cBhvr>
                                      <p:to>
                                        <p:strVal val="visible"/>
                                      </p:to>
                                    </p:set>
                                    <p:animEffect transition="in" filter="barn(inVertical)">
                                      <p:cBhvr>
                                        <p:cTn id="14" dur="500"/>
                                        <p:tgtEl>
                                          <p:spTgt spid="143363">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6" presetClass="entr" presetSubtype="21" fill="hold" nodeType="clickEffect">
                                  <p:stCondLst>
                                    <p:cond delay="0"/>
                                  </p:stCondLst>
                                  <p:childTnLst>
                                    <p:set>
                                      <p:cBhvr>
                                        <p:cTn id="18" dur="1" fill="hold">
                                          <p:stCondLst>
                                            <p:cond delay="0"/>
                                          </p:stCondLst>
                                        </p:cTn>
                                        <p:tgtEl>
                                          <p:spTgt spid="143363">
                                            <p:txEl>
                                              <p:pRg st="2" end="2"/>
                                            </p:txEl>
                                          </p:spTgt>
                                        </p:tgtEl>
                                        <p:attrNameLst>
                                          <p:attrName>style.visibility</p:attrName>
                                        </p:attrNameLst>
                                      </p:cBhvr>
                                      <p:to>
                                        <p:strVal val="visible"/>
                                      </p:to>
                                    </p:set>
                                    <p:animEffect transition="in" filter="barn(inVertical)">
                                      <p:cBhvr>
                                        <p:cTn id="19" dur="500"/>
                                        <p:tgtEl>
                                          <p:spTgt spid="143363">
                                            <p:txEl>
                                              <p:pRg st="2" end="2"/>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6" presetClass="entr" presetSubtype="16" fill="hold" nodeType="clickEffect">
                                  <p:stCondLst>
                                    <p:cond delay="0"/>
                                  </p:stCondLst>
                                  <p:childTnLst>
                                    <p:set>
                                      <p:cBhvr>
                                        <p:cTn id="23" dur="1" fill="hold">
                                          <p:stCondLst>
                                            <p:cond delay="0"/>
                                          </p:stCondLst>
                                        </p:cTn>
                                        <p:tgtEl>
                                          <p:spTgt spid="143363">
                                            <p:txEl>
                                              <p:pRg st="3" end="3"/>
                                            </p:txEl>
                                          </p:spTgt>
                                        </p:tgtEl>
                                        <p:attrNameLst>
                                          <p:attrName>style.visibility</p:attrName>
                                        </p:attrNameLst>
                                      </p:cBhvr>
                                      <p:to>
                                        <p:strVal val="visible"/>
                                      </p:to>
                                    </p:set>
                                    <p:animEffect transition="in" filter="circle(in)">
                                      <p:cBhvr>
                                        <p:cTn id="24" dur="2000"/>
                                        <p:tgtEl>
                                          <p:spTgt spid="1433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a:extLst>
              <a:ext uri="{FF2B5EF4-FFF2-40B4-BE49-F238E27FC236}">
                <a16:creationId xmlns:a16="http://schemas.microsoft.com/office/drawing/2014/main" id="{5D4BEC93-0D41-4D1B-B955-01E901083D4E}"/>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D9E378DB-F5E0-4617-A280-4C264E681B04}" type="slidenum">
              <a:rPr lang="zh-CN" altLang="en-US" sz="1400">
                <a:latin typeface="Times New Roman" panose="02020603050405020304" pitchFamily="18" charset="0"/>
              </a:rPr>
              <a:pPr eaLnBrk="1" hangingPunct="1">
                <a:spcBef>
                  <a:spcPct val="0"/>
                </a:spcBef>
                <a:buFontTx/>
                <a:buNone/>
              </a:pPr>
              <a:t>22</a:t>
            </a:fld>
            <a:endParaRPr lang="en-US" altLang="zh-CN" sz="1400">
              <a:latin typeface="Times New Roman" panose="02020603050405020304" pitchFamily="18" charset="0"/>
            </a:endParaRPr>
          </a:p>
        </p:txBody>
      </p:sp>
      <p:graphicFrame>
        <p:nvGraphicFramePr>
          <p:cNvPr id="27651" name="Object 4">
            <a:extLst>
              <a:ext uri="{FF2B5EF4-FFF2-40B4-BE49-F238E27FC236}">
                <a16:creationId xmlns:a16="http://schemas.microsoft.com/office/drawing/2014/main" id="{CDCA6FD0-B87E-4083-B473-4D867A4A49FD}"/>
              </a:ext>
            </a:extLst>
          </p:cNvPr>
          <p:cNvGraphicFramePr>
            <a:graphicFrameLocks noChangeAspect="1"/>
          </p:cNvGraphicFramePr>
          <p:nvPr/>
        </p:nvGraphicFramePr>
        <p:xfrm>
          <a:off x="914400" y="381000"/>
          <a:ext cx="6697663" cy="5248275"/>
        </p:xfrm>
        <a:graphic>
          <a:graphicData uri="http://schemas.openxmlformats.org/presentationml/2006/ole">
            <mc:AlternateContent xmlns:mc="http://schemas.openxmlformats.org/markup-compatibility/2006">
              <mc:Choice xmlns:v="urn:schemas-microsoft-com:vml" Requires="v">
                <p:oleObj name="Visio" r:id="rId2" imgW="4006732" imgH="2868044" progId="Visio.Drawing.11">
                  <p:embed/>
                </p:oleObj>
              </mc:Choice>
              <mc:Fallback>
                <p:oleObj name="Visio" r:id="rId2" imgW="4006732" imgH="2868044"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81000"/>
                        <a:ext cx="6697663"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a:extLst>
              <a:ext uri="{FF2B5EF4-FFF2-40B4-BE49-F238E27FC236}">
                <a16:creationId xmlns:a16="http://schemas.microsoft.com/office/drawing/2014/main" id="{CF5A2F6A-71DA-4A85-9D1E-F11B5D6125D0}"/>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252BF573-9F01-4AF9-8453-19D404FC70B5}" type="slidenum">
              <a:rPr lang="zh-CN" altLang="en-US" sz="1400">
                <a:latin typeface="Times New Roman" panose="02020603050405020304" pitchFamily="18" charset="0"/>
              </a:rPr>
              <a:pPr eaLnBrk="1" hangingPunct="1">
                <a:spcBef>
                  <a:spcPct val="0"/>
                </a:spcBef>
                <a:buFontTx/>
                <a:buNone/>
              </a:pPr>
              <a:t>23</a:t>
            </a:fld>
            <a:endParaRPr lang="en-US" altLang="zh-CN" sz="1400">
              <a:latin typeface="Times New Roman" panose="02020603050405020304" pitchFamily="18" charset="0"/>
            </a:endParaRPr>
          </a:p>
        </p:txBody>
      </p:sp>
      <p:graphicFrame>
        <p:nvGraphicFramePr>
          <p:cNvPr id="28675" name="Object 4">
            <a:extLst>
              <a:ext uri="{FF2B5EF4-FFF2-40B4-BE49-F238E27FC236}">
                <a16:creationId xmlns:a16="http://schemas.microsoft.com/office/drawing/2014/main" id="{88EA16BB-B73F-4BFF-B2EC-6460EE395FD3}"/>
              </a:ext>
            </a:extLst>
          </p:cNvPr>
          <p:cNvGraphicFramePr>
            <a:graphicFrameLocks noChangeAspect="1"/>
          </p:cNvGraphicFramePr>
          <p:nvPr/>
        </p:nvGraphicFramePr>
        <p:xfrm>
          <a:off x="1371600" y="381000"/>
          <a:ext cx="6096000" cy="5864225"/>
        </p:xfrm>
        <a:graphic>
          <a:graphicData uri="http://schemas.openxmlformats.org/presentationml/2006/ole">
            <mc:AlternateContent xmlns:mc="http://schemas.openxmlformats.org/markup-compatibility/2006">
              <mc:Choice xmlns:v="urn:schemas-microsoft-com:vml" Requires="v">
                <p:oleObj name="Visio" r:id="rId2" imgW="2830007" imgH="3917533" progId="Visio.Drawing.11">
                  <p:embed/>
                </p:oleObj>
              </mc:Choice>
              <mc:Fallback>
                <p:oleObj name="Visio" r:id="rId2" imgW="2830007" imgH="3917533"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81000"/>
                        <a:ext cx="6096000" cy="586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灯片编号占位符 3">
            <a:extLst>
              <a:ext uri="{FF2B5EF4-FFF2-40B4-BE49-F238E27FC236}">
                <a16:creationId xmlns:a16="http://schemas.microsoft.com/office/drawing/2014/main" id="{AA36478D-B755-4B48-AC9C-85F10DF181A6}"/>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78D84D2B-DDBD-4D73-844A-162595C4C246}" type="slidenum">
              <a:rPr lang="zh-CN" altLang="en-US" sz="1400">
                <a:latin typeface="Times New Roman" panose="02020603050405020304" pitchFamily="18" charset="0"/>
              </a:rPr>
              <a:pPr eaLnBrk="1" hangingPunct="1">
                <a:spcBef>
                  <a:spcPct val="0"/>
                </a:spcBef>
                <a:buFontTx/>
                <a:buNone/>
              </a:pPr>
              <a:t>24</a:t>
            </a:fld>
            <a:endParaRPr lang="en-US" altLang="zh-CN" sz="1400">
              <a:latin typeface="Times New Roman" panose="02020603050405020304" pitchFamily="18" charset="0"/>
            </a:endParaRPr>
          </a:p>
        </p:txBody>
      </p:sp>
      <p:graphicFrame>
        <p:nvGraphicFramePr>
          <p:cNvPr id="149509" name="Object 5">
            <a:extLst>
              <a:ext uri="{FF2B5EF4-FFF2-40B4-BE49-F238E27FC236}">
                <a16:creationId xmlns:a16="http://schemas.microsoft.com/office/drawing/2014/main" id="{9EFC73C9-1B29-4447-AC9A-DD20DA52FC39}"/>
              </a:ext>
            </a:extLst>
          </p:cNvPr>
          <p:cNvGraphicFramePr>
            <a:graphicFrameLocks noChangeAspect="1"/>
          </p:cNvGraphicFramePr>
          <p:nvPr/>
        </p:nvGraphicFramePr>
        <p:xfrm>
          <a:off x="1371600" y="2819400"/>
          <a:ext cx="5791200" cy="3810000"/>
        </p:xfrm>
        <a:graphic>
          <a:graphicData uri="http://schemas.openxmlformats.org/presentationml/2006/ole">
            <mc:AlternateContent xmlns:mc="http://schemas.openxmlformats.org/markup-compatibility/2006">
              <mc:Choice xmlns:v="urn:schemas-microsoft-com:vml" Requires="v">
                <p:oleObj name="Visio" r:id="rId2" imgW="2256739" imgH="1858061" progId="Visio.Drawing.11">
                  <p:embed/>
                </p:oleObj>
              </mc:Choice>
              <mc:Fallback>
                <p:oleObj name="Visio" r:id="rId2" imgW="2256739" imgH="1858061"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819400"/>
                        <a:ext cx="57912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9510" name="Rectangle 6">
            <a:extLst>
              <a:ext uri="{FF2B5EF4-FFF2-40B4-BE49-F238E27FC236}">
                <a16:creationId xmlns:a16="http://schemas.microsoft.com/office/drawing/2014/main" id="{795CE4FA-C371-4152-984E-0FF29834DD38}"/>
              </a:ext>
            </a:extLst>
          </p:cNvPr>
          <p:cNvSpPr>
            <a:spLocks noChangeArrowheads="1"/>
          </p:cNvSpPr>
          <p:nvPr/>
        </p:nvSpPr>
        <p:spPr bwMode="auto">
          <a:xfrm>
            <a:off x="304800" y="152400"/>
            <a:ext cx="8458200"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spcAft>
                <a:spcPct val="30000"/>
              </a:spcAft>
              <a:buFontTx/>
              <a:buNone/>
            </a:pPr>
            <a:r>
              <a:rPr lang="en-US" altLang="zh-CN" sz="2800">
                <a:solidFill>
                  <a:srgbClr val="CC0000"/>
                </a:solidFill>
              </a:rPr>
              <a:t>Practice 1.2</a:t>
            </a:r>
          </a:p>
          <a:p>
            <a:pPr eaLnBrk="1" hangingPunct="1">
              <a:spcBef>
                <a:spcPct val="0"/>
              </a:spcBef>
              <a:spcAft>
                <a:spcPct val="30000"/>
              </a:spcAft>
              <a:buFontTx/>
              <a:buNone/>
            </a:pPr>
            <a:r>
              <a:rPr lang="en-US" altLang="zh-CN" sz="2800"/>
              <a:t>For  the element in Fig. 1.7, v1 =17 V. Determine v2.</a:t>
            </a:r>
          </a:p>
          <a:p>
            <a:pPr eaLnBrk="1" hangingPunct="1">
              <a:spcBef>
                <a:spcPct val="0"/>
              </a:spcBef>
              <a:spcAft>
                <a:spcPct val="30000"/>
              </a:spcAft>
              <a:buFontTx/>
              <a:buNone/>
            </a:pPr>
            <a:r>
              <a:rPr lang="en-US" altLang="zh-CN" sz="2800">
                <a:solidFill>
                  <a:srgbClr val="FF3300"/>
                </a:solidFill>
              </a:rPr>
              <a:t>---------------------------------------------------</a:t>
            </a:r>
          </a:p>
          <a:p>
            <a:pPr eaLnBrk="1" hangingPunct="1">
              <a:spcBef>
                <a:spcPct val="0"/>
              </a:spcBef>
              <a:buFontTx/>
              <a:buNone/>
            </a:pPr>
            <a:r>
              <a:rPr lang="en-US" altLang="zh-CN" sz="2800"/>
              <a:t>   Ans: v2 =  - 17 V</a:t>
            </a:r>
          </a:p>
        </p:txBody>
      </p:sp>
      <p:sp>
        <p:nvSpPr>
          <p:cNvPr id="149511" name="Rectangle 7">
            <a:extLst>
              <a:ext uri="{FF2B5EF4-FFF2-40B4-BE49-F238E27FC236}">
                <a16:creationId xmlns:a16="http://schemas.microsoft.com/office/drawing/2014/main" id="{924617BE-9E53-4A96-9A00-3E54FFC53B3C}"/>
              </a:ext>
            </a:extLst>
          </p:cNvPr>
          <p:cNvSpPr>
            <a:spLocks noChangeArrowheads="1"/>
          </p:cNvSpPr>
          <p:nvPr/>
        </p:nvSpPr>
        <p:spPr bwMode="auto">
          <a:xfrm>
            <a:off x="228600" y="2514600"/>
            <a:ext cx="861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spcAft>
                <a:spcPct val="30000"/>
              </a:spcAft>
              <a:buFontTx/>
              <a:buNone/>
            </a:pPr>
            <a:r>
              <a:rPr lang="en-US" altLang="zh-CN" sz="2800">
                <a:solidFill>
                  <a:srgbClr val="FF3300"/>
                </a:solidFill>
                <a:latin typeface="Times New Roman" panose="02020603050405020304"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49510">
                                            <p:txEl>
                                              <p:pRg st="0" end="0"/>
                                            </p:txEl>
                                          </p:spTgt>
                                        </p:tgtEl>
                                        <p:attrNameLst>
                                          <p:attrName>style.visibility</p:attrName>
                                        </p:attrNameLst>
                                      </p:cBhvr>
                                      <p:to>
                                        <p:strVal val="visible"/>
                                      </p:to>
                                    </p:set>
                                    <p:animEffect transition="in" filter="slide(fromBottom)">
                                      <p:cBhvr>
                                        <p:cTn id="7" dur="500"/>
                                        <p:tgtEl>
                                          <p:spTgt spid="14951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149510">
                                            <p:txEl>
                                              <p:pRg st="1" end="1"/>
                                            </p:txEl>
                                          </p:spTgt>
                                        </p:tgtEl>
                                        <p:attrNameLst>
                                          <p:attrName>style.visibility</p:attrName>
                                        </p:attrNameLst>
                                      </p:cBhvr>
                                      <p:to>
                                        <p:strVal val="visible"/>
                                      </p:to>
                                    </p:set>
                                    <p:animEffect transition="in" filter="slide(fromBottom)">
                                      <p:cBhvr>
                                        <p:cTn id="12" dur="500"/>
                                        <p:tgtEl>
                                          <p:spTgt spid="14951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149509"/>
                                        </p:tgtEl>
                                        <p:attrNameLst>
                                          <p:attrName>style.visibility</p:attrName>
                                        </p:attrNameLst>
                                      </p:cBhvr>
                                      <p:to>
                                        <p:strVal val="visible"/>
                                      </p:to>
                                    </p:set>
                                    <p:animEffect transition="in" filter="slide(fromBottom)">
                                      <p:cBhvr>
                                        <p:cTn id="17" dur="500"/>
                                        <p:tgtEl>
                                          <p:spTgt spid="1495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149510">
                                            <p:txEl>
                                              <p:pRg st="2" end="2"/>
                                            </p:txEl>
                                          </p:spTgt>
                                        </p:tgtEl>
                                        <p:attrNameLst>
                                          <p:attrName>style.visibility</p:attrName>
                                        </p:attrNameLst>
                                      </p:cBhvr>
                                      <p:to>
                                        <p:strVal val="visible"/>
                                      </p:to>
                                    </p:set>
                                    <p:animEffect transition="in" filter="slide(fromBottom)">
                                      <p:cBhvr>
                                        <p:cTn id="22" dur="500"/>
                                        <p:tgtEl>
                                          <p:spTgt spid="149510">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149510">
                                            <p:txEl>
                                              <p:pRg st="3" end="3"/>
                                            </p:txEl>
                                          </p:spTgt>
                                        </p:tgtEl>
                                        <p:attrNameLst>
                                          <p:attrName>style.visibility</p:attrName>
                                        </p:attrNameLst>
                                      </p:cBhvr>
                                      <p:to>
                                        <p:strVal val="visible"/>
                                      </p:to>
                                    </p:set>
                                    <p:animEffect transition="in" filter="slide(fromBottom)">
                                      <p:cBhvr>
                                        <p:cTn id="27" dur="500"/>
                                        <p:tgtEl>
                                          <p:spTgt spid="149510">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49511"/>
                                        </p:tgtEl>
                                        <p:attrNameLst>
                                          <p:attrName>style.visibility</p:attrName>
                                        </p:attrNameLst>
                                      </p:cBhvr>
                                      <p:to>
                                        <p:strVal val="visible"/>
                                      </p:to>
                                    </p:set>
                                    <p:animEffect transition="in" filter="slide(fromBottom)">
                                      <p:cBhvr>
                                        <p:cTn id="32" dur="500"/>
                                        <p:tgtEl>
                                          <p:spTgt spid="149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10" grpId="0" build="allAtOnce"/>
      <p:bldP spid="1495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CD6F267-18DD-43B6-BC14-CF2698875A8D}"/>
              </a:ext>
            </a:extLst>
          </p:cNvPr>
          <p:cNvSpPr>
            <a:spLocks noRot="1" noChangeArrowheads="1"/>
          </p:cNvSpPr>
          <p:nvPr/>
        </p:nvSpPr>
        <p:spPr bwMode="auto">
          <a:xfrm>
            <a:off x="684213" y="2582863"/>
            <a:ext cx="575945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4400" b="1" i="1">
                <a:solidFill>
                  <a:srgbClr val="FF0000"/>
                </a:solidFill>
                <a:latin typeface="Times New Roman" panose="02020603050405020304" pitchFamily="18" charset="0"/>
              </a:rPr>
              <a:t> Keep in mind</a:t>
            </a:r>
            <a:r>
              <a:rPr lang="en-US" altLang="zh-CN" sz="4400" b="1">
                <a:solidFill>
                  <a:srgbClr val="FF0000"/>
                </a:solidFill>
                <a:latin typeface="Times New Roman" panose="02020603050405020304" pitchFamily="18" charset="0"/>
              </a:rPr>
              <a:t>:</a:t>
            </a:r>
            <a:r>
              <a:rPr lang="en-US" altLang="zh-CN" sz="4400">
                <a:solidFill>
                  <a:srgbClr val="FF0000"/>
                </a:solidFill>
                <a:latin typeface="Times New Roman" panose="02020603050405020304" pitchFamily="18" charset="0"/>
              </a:rPr>
              <a:t> </a:t>
            </a:r>
          </a:p>
        </p:txBody>
      </p:sp>
      <p:sp>
        <p:nvSpPr>
          <p:cNvPr id="65539" name="Rectangle 3">
            <a:extLst>
              <a:ext uri="{FF2B5EF4-FFF2-40B4-BE49-F238E27FC236}">
                <a16:creationId xmlns:a16="http://schemas.microsoft.com/office/drawing/2014/main" id="{5C7F8C88-CCDB-46ED-A9FB-318B03F2ED92}"/>
              </a:ext>
            </a:extLst>
          </p:cNvPr>
          <p:cNvSpPr>
            <a:spLocks noChangeArrowheads="1"/>
          </p:cNvSpPr>
          <p:nvPr/>
        </p:nvSpPr>
        <p:spPr bwMode="auto">
          <a:xfrm>
            <a:off x="684213" y="3444875"/>
            <a:ext cx="7993062" cy="30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 typeface="Times New Roman" panose="02020603050405020304" pitchFamily="18" charset="0"/>
              <a:buChar char="☺"/>
            </a:pPr>
            <a:r>
              <a:rPr lang="en-US" altLang="zh-CN" sz="2400"/>
              <a:t>Current and voltage are the two basic variables in electric circuits</a:t>
            </a:r>
          </a:p>
          <a:p>
            <a:pPr>
              <a:spcBef>
                <a:spcPct val="0"/>
              </a:spcBef>
              <a:buFont typeface="Times New Roman" panose="02020603050405020304" pitchFamily="18" charset="0"/>
              <a:buNone/>
            </a:pPr>
            <a:endParaRPr lang="en-US" altLang="zh-CN" sz="2400"/>
          </a:p>
          <a:p>
            <a:pPr>
              <a:spcBef>
                <a:spcPct val="0"/>
              </a:spcBef>
              <a:buFont typeface="Times New Roman" panose="02020603050405020304" pitchFamily="18" charset="0"/>
              <a:buChar char="☺"/>
            </a:pPr>
            <a:r>
              <a:rPr lang="en-US" altLang="zh-CN" sz="2400"/>
              <a:t>Electric current is always through an element</a:t>
            </a:r>
          </a:p>
          <a:p>
            <a:pPr>
              <a:spcBef>
                <a:spcPct val="0"/>
              </a:spcBef>
              <a:buFont typeface="Times New Roman" panose="02020603050405020304" pitchFamily="18" charset="0"/>
              <a:buNone/>
            </a:pPr>
            <a:endParaRPr lang="en-US" altLang="zh-CN" sz="2400"/>
          </a:p>
          <a:p>
            <a:pPr>
              <a:spcBef>
                <a:spcPct val="0"/>
              </a:spcBef>
              <a:buFont typeface="Times New Roman" panose="02020603050405020304" pitchFamily="18" charset="0"/>
              <a:buNone/>
            </a:pPr>
            <a:endParaRPr lang="en-US" altLang="zh-CN" sz="2400"/>
          </a:p>
          <a:p>
            <a:pPr>
              <a:spcBef>
                <a:spcPct val="0"/>
              </a:spcBef>
              <a:buFont typeface="Times New Roman" panose="02020603050405020304" pitchFamily="18" charset="0"/>
              <a:buChar char="☺"/>
            </a:pPr>
            <a:r>
              <a:rPr lang="en-US" altLang="zh-CN" sz="2400"/>
              <a:t>Electric voltage is always across the element or between two points</a:t>
            </a:r>
          </a:p>
        </p:txBody>
      </p:sp>
      <p:sp>
        <p:nvSpPr>
          <p:cNvPr id="30724" name="Rectangle 14">
            <a:extLst>
              <a:ext uri="{FF2B5EF4-FFF2-40B4-BE49-F238E27FC236}">
                <a16:creationId xmlns:a16="http://schemas.microsoft.com/office/drawing/2014/main" id="{F6A283A9-7E20-4322-B147-3468522BBC5A}"/>
              </a:ext>
            </a:extLst>
          </p:cNvPr>
          <p:cNvSpPr>
            <a:spLocks noRot="1" noChangeArrowheads="1"/>
          </p:cNvSpPr>
          <p:nvPr/>
        </p:nvSpPr>
        <p:spPr bwMode="auto">
          <a:xfrm>
            <a:off x="890588" y="465138"/>
            <a:ext cx="8027987" cy="175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3600" b="1" i="1">
                <a:solidFill>
                  <a:srgbClr val="92D050"/>
                </a:solidFill>
              </a:rPr>
              <a:t>Notice</a:t>
            </a:r>
          </a:p>
          <a:p>
            <a:pPr>
              <a:spcBef>
                <a:spcPct val="50000"/>
              </a:spcBef>
              <a:buClr>
                <a:schemeClr val="tx1"/>
              </a:buClr>
              <a:buFontTx/>
              <a:buNone/>
            </a:pPr>
            <a:r>
              <a:rPr lang="en-US" altLang="zh-CN" sz="2400" b="1"/>
              <a:t>V:</a:t>
            </a:r>
            <a:r>
              <a:rPr lang="en-US" altLang="zh-CN" sz="2400"/>
              <a:t> </a:t>
            </a:r>
            <a:r>
              <a:rPr lang="en-US" altLang="zh-CN" sz="2400">
                <a:solidFill>
                  <a:srgbClr val="FF0000"/>
                </a:solidFill>
              </a:rPr>
              <a:t>dc voltage </a:t>
            </a:r>
            <a:r>
              <a:rPr lang="en-US" altLang="zh-CN" sz="2400"/>
              <a:t>(produced by a battery)</a:t>
            </a:r>
          </a:p>
          <a:p>
            <a:pPr>
              <a:spcBef>
                <a:spcPct val="50000"/>
              </a:spcBef>
              <a:buClr>
                <a:schemeClr val="tx1"/>
              </a:buClr>
              <a:buFontTx/>
              <a:buNone/>
            </a:pPr>
            <a:r>
              <a:rPr lang="en-US" altLang="zh-CN" sz="2400" b="1"/>
              <a:t>v:</a:t>
            </a:r>
            <a:r>
              <a:rPr lang="en-US" altLang="zh-CN" sz="2400">
                <a:solidFill>
                  <a:srgbClr val="FF0000"/>
                </a:solidFill>
              </a:rPr>
              <a:t> ac voltage </a:t>
            </a:r>
            <a:r>
              <a:rPr lang="en-US" altLang="zh-CN" sz="2400"/>
              <a:t>(produced by an electric generator)</a:t>
            </a:r>
          </a:p>
        </p:txBody>
      </p:sp>
      <p:sp>
        <p:nvSpPr>
          <p:cNvPr id="30725" name="页脚占位符 1">
            <a:extLst>
              <a:ext uri="{FF2B5EF4-FFF2-40B4-BE49-F238E27FC236}">
                <a16:creationId xmlns:a16="http://schemas.microsoft.com/office/drawing/2014/main" id="{11CA4D4C-8522-4ED0-9255-A5B90AD1C361}"/>
              </a:ext>
            </a:extLst>
          </p:cNvPr>
          <p:cNvSpPr>
            <a:spLocks noGrp="1"/>
          </p:cNvSpPr>
          <p:nvPr>
            <p:ph type="ftr" sz="quarter" idx="11"/>
          </p:nvPr>
        </p:nvSpPr>
        <p:spPr>
          <a:xfrm>
            <a:off x="3233738" y="6400800"/>
            <a:ext cx="2895600" cy="457200"/>
          </a:xfrm>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30726" name="灯片编号占位符 2">
            <a:extLst>
              <a:ext uri="{FF2B5EF4-FFF2-40B4-BE49-F238E27FC236}">
                <a16:creationId xmlns:a16="http://schemas.microsoft.com/office/drawing/2014/main" id="{9F3ED777-2A59-4189-BFC1-7CB0F12A9EA2}"/>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C38E7F41-3F90-4E77-8CAF-668E38618B04}" type="slidenum">
              <a:rPr lang="zh-CN" altLang="en-US" sz="1200">
                <a:solidFill>
                  <a:srgbClr val="898989"/>
                </a:solidFill>
                <a:latin typeface="Times New Roman" panose="02020603050405020304" pitchFamily="18" charset="0"/>
              </a:rPr>
              <a:pPr>
                <a:spcBef>
                  <a:spcPct val="50000"/>
                </a:spcBef>
                <a:buFontTx/>
                <a:buNone/>
              </a:pPr>
              <a:t>25</a:t>
            </a:fld>
            <a:endParaRPr lang="zh-CN" altLang="en-US" sz="1200">
              <a:solidFill>
                <a:srgbClr val="898989"/>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5538"/>
                                        </p:tgtEl>
                                        <p:attrNameLst>
                                          <p:attrName>style.visibility</p:attrName>
                                        </p:attrNameLst>
                                      </p:cBhvr>
                                      <p:to>
                                        <p:strVal val="visible"/>
                                      </p:to>
                                    </p:set>
                                    <p:animEffect transition="in" filter="fade">
                                      <p:cBhvr>
                                        <p:cTn id="7" dur="1000"/>
                                        <p:tgtEl>
                                          <p:spTgt spid="65538"/>
                                        </p:tgtEl>
                                      </p:cBhvr>
                                    </p:animEffect>
                                    <p:anim calcmode="lin" valueType="num">
                                      <p:cBhvr>
                                        <p:cTn id="8" dur="1000" fill="hold"/>
                                        <p:tgtEl>
                                          <p:spTgt spid="65538"/>
                                        </p:tgtEl>
                                        <p:attrNameLst>
                                          <p:attrName>ppt_x</p:attrName>
                                        </p:attrNameLst>
                                      </p:cBhvr>
                                      <p:tavLst>
                                        <p:tav tm="0">
                                          <p:val>
                                            <p:strVal val="#ppt_x"/>
                                          </p:val>
                                        </p:tav>
                                        <p:tav tm="100000">
                                          <p:val>
                                            <p:strVal val="#ppt_x"/>
                                          </p:val>
                                        </p:tav>
                                      </p:tavLst>
                                    </p:anim>
                                    <p:anim calcmode="lin" valueType="num">
                                      <p:cBhvr>
                                        <p:cTn id="9" dur="1000" fill="hold"/>
                                        <p:tgtEl>
                                          <p:spTgt spid="65538"/>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5539"/>
                                        </p:tgtEl>
                                        <p:attrNameLst>
                                          <p:attrName>style.visibility</p:attrName>
                                        </p:attrNameLst>
                                      </p:cBhvr>
                                      <p:to>
                                        <p:strVal val="visible"/>
                                      </p:to>
                                    </p:set>
                                    <p:animEffect transition="in" filter="fade">
                                      <p:cBhvr>
                                        <p:cTn id="14" dur="1000"/>
                                        <p:tgtEl>
                                          <p:spTgt spid="65539"/>
                                        </p:tgtEl>
                                      </p:cBhvr>
                                    </p:animEffect>
                                    <p:anim calcmode="lin" valueType="num">
                                      <p:cBhvr>
                                        <p:cTn id="15" dur="1000" fill="hold"/>
                                        <p:tgtEl>
                                          <p:spTgt spid="65539"/>
                                        </p:tgtEl>
                                        <p:attrNameLst>
                                          <p:attrName>ppt_x</p:attrName>
                                        </p:attrNameLst>
                                      </p:cBhvr>
                                      <p:tavLst>
                                        <p:tav tm="0">
                                          <p:val>
                                            <p:strVal val="#ppt_x"/>
                                          </p:val>
                                        </p:tav>
                                        <p:tav tm="100000">
                                          <p:val>
                                            <p:strVal val="#ppt_x"/>
                                          </p:val>
                                        </p:tav>
                                      </p:tavLst>
                                    </p:anim>
                                    <p:anim calcmode="lin" valueType="num">
                                      <p:cBhvr>
                                        <p:cTn id="16" dur="1000" fill="hold"/>
                                        <p:tgtEl>
                                          <p:spTgt spid="655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p:bldP spid="655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a:extLst>
              <a:ext uri="{FF2B5EF4-FFF2-40B4-BE49-F238E27FC236}">
                <a16:creationId xmlns:a16="http://schemas.microsoft.com/office/drawing/2014/main" id="{88866703-6502-484B-94CE-0307293618ED}"/>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546CC9DF-CC0B-4895-9E30-776F8D83394B}" type="slidenum">
              <a:rPr lang="en-US" altLang="zh-CN" sz="1400">
                <a:latin typeface="Times New Roman" panose="02020603050405020304" pitchFamily="18" charset="0"/>
              </a:rPr>
              <a:pPr eaLnBrk="1" hangingPunct="1">
                <a:spcBef>
                  <a:spcPct val="0"/>
                </a:spcBef>
                <a:buFontTx/>
                <a:buNone/>
              </a:pPr>
              <a:t>26</a:t>
            </a:fld>
            <a:endParaRPr lang="en-US" altLang="zh-CN" sz="1400">
              <a:latin typeface="Times New Roman" panose="02020603050405020304" pitchFamily="18" charset="0"/>
            </a:endParaRPr>
          </a:p>
        </p:txBody>
      </p:sp>
      <p:sp>
        <p:nvSpPr>
          <p:cNvPr id="31747" name="矩形 4">
            <a:extLst>
              <a:ext uri="{FF2B5EF4-FFF2-40B4-BE49-F238E27FC236}">
                <a16:creationId xmlns:a16="http://schemas.microsoft.com/office/drawing/2014/main" id="{90932C24-ECFF-4937-BBC1-9BFABC3AFAFE}"/>
              </a:ext>
            </a:extLst>
          </p:cNvPr>
          <p:cNvSpPr>
            <a:spLocks noChangeArrowheads="1"/>
          </p:cNvSpPr>
          <p:nvPr/>
        </p:nvSpPr>
        <p:spPr bwMode="auto">
          <a:xfrm>
            <a:off x="757238" y="647700"/>
            <a:ext cx="762158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 typeface="Times New Roman" panose="02020603050405020304" pitchFamily="18" charset="0"/>
              <a:buChar char="☺"/>
            </a:pPr>
            <a:r>
              <a:rPr lang="en-US" altLang="zh-CN" sz="2400" dirty="0"/>
              <a:t>The polarity of voltage is indicated by a plus-minus pair of algebraic signs.</a:t>
            </a:r>
          </a:p>
          <a:p>
            <a:pPr eaLnBrk="1" hangingPunct="1">
              <a:spcBef>
                <a:spcPct val="0"/>
              </a:spcBef>
              <a:buFontTx/>
              <a:buNone/>
            </a:pPr>
            <a:endParaRPr lang="en-US" altLang="zh-CN" sz="2400" dirty="0"/>
          </a:p>
          <a:p>
            <a:pPr eaLnBrk="1" hangingPunct="1">
              <a:spcBef>
                <a:spcPct val="0"/>
              </a:spcBef>
              <a:buFont typeface="Times New Roman" panose="02020603050405020304" pitchFamily="18" charset="0"/>
              <a:buChar char="☺"/>
            </a:pPr>
            <a:r>
              <a:rPr lang="en-US" altLang="zh-CN" sz="2400" dirty="0"/>
              <a:t>The definition of any voltage must include plus-minus sign pair!</a:t>
            </a:r>
          </a:p>
          <a:p>
            <a:pPr eaLnBrk="1" hangingPunct="1">
              <a:spcBef>
                <a:spcPct val="0"/>
              </a:spcBef>
              <a:buFontTx/>
              <a:buNone/>
            </a:pPr>
            <a:endParaRPr lang="en-US" altLang="zh-CN" sz="2400" dirty="0"/>
          </a:p>
          <a:p>
            <a:pPr eaLnBrk="1" hangingPunct="1">
              <a:spcBef>
                <a:spcPct val="0"/>
              </a:spcBef>
              <a:buFont typeface="Times New Roman" panose="02020603050405020304" pitchFamily="18" charset="0"/>
              <a:buChar char="☺"/>
            </a:pPr>
            <a:r>
              <a:rPr lang="en-US" altLang="zh-CN" sz="2400">
                <a:solidFill>
                  <a:srgbClr val="FF0000"/>
                </a:solidFill>
              </a:rPr>
              <a:t>Using a quantity v without specifying the location of plus-minus sign pair is using an undefined term.</a:t>
            </a:r>
            <a:endParaRPr lang="zh-CN" altLang="en-US" sz="2400" dirty="0">
              <a:solidFill>
                <a:srgbClr val="FF0000"/>
              </a:solidFill>
            </a:endParaRPr>
          </a:p>
          <a:p>
            <a:pPr eaLnBrk="1" hangingPunct="1">
              <a:spcBef>
                <a:spcPct val="0"/>
              </a:spcBef>
              <a:buFont typeface="Times New Roman" panose="02020603050405020304" pitchFamily="18" charset="0"/>
              <a:buChar char="☺"/>
            </a:pPr>
            <a:endParaRPr lang="en-US" altLang="zh-CN" sz="2400" dirty="0"/>
          </a:p>
          <a:p>
            <a:pPr eaLnBrk="1" hangingPunct="1">
              <a:spcBef>
                <a:spcPct val="0"/>
              </a:spcBef>
              <a:buFont typeface="Times New Roman" panose="02020603050405020304" pitchFamily="18" charset="0"/>
              <a:buChar char="☺"/>
            </a:pPr>
            <a:endParaRPr lang="en-US" altLang="zh-CN" sz="2400" dirty="0"/>
          </a:p>
          <a:p>
            <a:pPr eaLnBrk="1" hangingPunct="1">
              <a:spcBef>
                <a:spcPct val="0"/>
              </a:spcBef>
              <a:buFont typeface="Times New Roman" panose="02020603050405020304" pitchFamily="18" charset="0"/>
              <a:buChar char="☺"/>
            </a:pPr>
            <a:endParaRPr lang="en-US" altLang="zh-CN" sz="2400" dirty="0"/>
          </a:p>
          <a:p>
            <a:pPr eaLnBrk="1" hangingPunct="1">
              <a:spcBef>
                <a:spcPct val="0"/>
              </a:spcBef>
              <a:buFont typeface="Times New Roman" panose="02020603050405020304" pitchFamily="18" charset="0"/>
              <a:buChar char="☺"/>
            </a:pPr>
            <a:endParaRPr lang="en-US" altLang="zh-CN"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a:extLst>
              <a:ext uri="{FF2B5EF4-FFF2-40B4-BE49-F238E27FC236}">
                <a16:creationId xmlns:a16="http://schemas.microsoft.com/office/drawing/2014/main" id="{8194D6DE-7CE5-4E16-B7D7-A422C9BAFEDA}"/>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9747177E-0385-42E1-9F85-5126185BB0E7}" type="slidenum">
              <a:rPr lang="zh-CN" altLang="en-US" sz="1400">
                <a:latin typeface="Times New Roman" panose="02020603050405020304" pitchFamily="18" charset="0"/>
              </a:rPr>
              <a:pPr eaLnBrk="1" hangingPunct="1">
                <a:spcBef>
                  <a:spcPct val="0"/>
                </a:spcBef>
                <a:buFontTx/>
                <a:buNone/>
              </a:pPr>
              <a:t>27</a:t>
            </a:fld>
            <a:endParaRPr lang="en-US" altLang="zh-CN" sz="1400">
              <a:latin typeface="Times New Roman" panose="02020603050405020304" pitchFamily="18" charset="0"/>
            </a:endParaRPr>
          </a:p>
        </p:txBody>
      </p:sp>
      <p:graphicFrame>
        <p:nvGraphicFramePr>
          <p:cNvPr id="32771" name="Object 5">
            <a:extLst>
              <a:ext uri="{FF2B5EF4-FFF2-40B4-BE49-F238E27FC236}">
                <a16:creationId xmlns:a16="http://schemas.microsoft.com/office/drawing/2014/main" id="{A4625BCB-A5CA-4251-9D08-5F8781312DE2}"/>
              </a:ext>
            </a:extLst>
          </p:cNvPr>
          <p:cNvGraphicFramePr>
            <a:graphicFrameLocks noChangeAspect="1"/>
          </p:cNvGraphicFramePr>
          <p:nvPr/>
        </p:nvGraphicFramePr>
        <p:xfrm>
          <a:off x="1143000" y="228600"/>
          <a:ext cx="6400800" cy="6400800"/>
        </p:xfrm>
        <a:graphic>
          <a:graphicData uri="http://schemas.openxmlformats.org/presentationml/2006/ole">
            <mc:AlternateContent xmlns:mc="http://schemas.openxmlformats.org/markup-compatibility/2006">
              <mc:Choice xmlns:v="urn:schemas-microsoft-com:vml" Requires="v">
                <p:oleObj name="Visio" r:id="rId2" imgW="3991661" imgH="5011644" progId="Visio.Drawing.11">
                  <p:embed/>
                </p:oleObj>
              </mc:Choice>
              <mc:Fallback>
                <p:oleObj name="Visio" r:id="rId2" imgW="3991661" imgH="5011644"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28600"/>
                        <a:ext cx="6400800" cy="640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7">
            <a:extLst>
              <a:ext uri="{FF2B5EF4-FFF2-40B4-BE49-F238E27FC236}">
                <a16:creationId xmlns:a16="http://schemas.microsoft.com/office/drawing/2014/main" id="{B902CC3F-B1DF-4791-A923-4FBC468F5585}"/>
              </a:ext>
            </a:extLst>
          </p:cNvPr>
          <p:cNvSpPr>
            <a:spLocks noChangeArrowheads="1"/>
          </p:cNvSpPr>
          <p:nvPr/>
        </p:nvSpPr>
        <p:spPr bwMode="auto">
          <a:xfrm>
            <a:off x="741363" y="850900"/>
            <a:ext cx="457358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a:solidFill>
                  <a:srgbClr val="FF0000"/>
                </a:solidFill>
              </a:rPr>
              <a:t>passive sign convention</a:t>
            </a:r>
            <a:endParaRPr lang="zh-CN" altLang="en-US">
              <a:solidFill>
                <a:srgbClr val="FF0000"/>
              </a:solidFill>
            </a:endParaRPr>
          </a:p>
        </p:txBody>
      </p:sp>
      <p:pic>
        <p:nvPicPr>
          <p:cNvPr id="33795" name="Picture 28">
            <a:extLst>
              <a:ext uri="{FF2B5EF4-FFF2-40B4-BE49-F238E27FC236}">
                <a16:creationId xmlns:a16="http://schemas.microsoft.com/office/drawing/2014/main" id="{0190C31B-4865-4E17-82FF-A20AA43526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1900" y="2068513"/>
            <a:ext cx="1841500"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796" name="Line 29">
            <a:extLst>
              <a:ext uri="{FF2B5EF4-FFF2-40B4-BE49-F238E27FC236}">
                <a16:creationId xmlns:a16="http://schemas.microsoft.com/office/drawing/2014/main" id="{C84862DB-AB26-4267-86C3-2B839A5EA5AC}"/>
              </a:ext>
            </a:extLst>
          </p:cNvPr>
          <p:cNvSpPr>
            <a:spLocks noChangeShapeType="1"/>
          </p:cNvSpPr>
          <p:nvPr/>
        </p:nvSpPr>
        <p:spPr bwMode="auto">
          <a:xfrm>
            <a:off x="1236663" y="2362200"/>
            <a:ext cx="2143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797" name="Text Box 30">
            <a:extLst>
              <a:ext uri="{FF2B5EF4-FFF2-40B4-BE49-F238E27FC236}">
                <a16:creationId xmlns:a16="http://schemas.microsoft.com/office/drawing/2014/main" id="{24B8CB40-CE0B-4D47-9C17-07A9E3760734}"/>
              </a:ext>
            </a:extLst>
          </p:cNvPr>
          <p:cNvSpPr txBox="1">
            <a:spLocks noChangeArrowheads="1"/>
          </p:cNvSpPr>
          <p:nvPr/>
        </p:nvSpPr>
        <p:spPr bwMode="auto">
          <a:xfrm>
            <a:off x="3284538" y="1825625"/>
            <a:ext cx="552132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t>Passive sign convention is satisfied when current enters through the </a:t>
            </a:r>
            <a:r>
              <a:rPr lang="en-US" altLang="zh-CN" sz="2400">
                <a:solidFill>
                  <a:srgbClr val="FF0000"/>
                </a:solidFill>
              </a:rPr>
              <a:t>positive</a:t>
            </a:r>
            <a:r>
              <a:rPr lang="en-US" altLang="zh-CN" sz="2400"/>
              <a:t> polarity of the voltage.</a:t>
            </a:r>
          </a:p>
        </p:txBody>
      </p:sp>
      <p:sp>
        <p:nvSpPr>
          <p:cNvPr id="33798" name="Text Box 31">
            <a:extLst>
              <a:ext uri="{FF2B5EF4-FFF2-40B4-BE49-F238E27FC236}">
                <a16:creationId xmlns:a16="http://schemas.microsoft.com/office/drawing/2014/main" id="{BD61B796-6ECE-4F76-BA1D-4D4EC7814FCD}"/>
              </a:ext>
            </a:extLst>
          </p:cNvPr>
          <p:cNvSpPr txBox="1">
            <a:spLocks noChangeArrowheads="1"/>
          </p:cNvSpPr>
          <p:nvPr/>
        </p:nvSpPr>
        <p:spPr bwMode="auto">
          <a:xfrm>
            <a:off x="1009650" y="3929063"/>
            <a:ext cx="7189788"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t>Unless otherwise stated, we will follow the passive sign convention throughout this course.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4">
            <a:extLst>
              <a:ext uri="{FF2B5EF4-FFF2-40B4-BE49-F238E27FC236}">
                <a16:creationId xmlns:a16="http://schemas.microsoft.com/office/drawing/2014/main" id="{A26473F9-2BDD-4B0D-8E2A-5DCA48825DC9}"/>
              </a:ext>
            </a:extLst>
          </p:cNvPr>
          <p:cNvSpPr txBox="1">
            <a:spLocks noChangeArrowheads="1"/>
          </p:cNvSpPr>
          <p:nvPr/>
        </p:nvSpPr>
        <p:spPr bwMode="auto">
          <a:xfrm>
            <a:off x="558800" y="1003300"/>
            <a:ext cx="8143875"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b="1">
                <a:latin typeface="Times New Roman" panose="02020603050405020304" pitchFamily="18" charset="0"/>
              </a:rPr>
              <a:t>  </a:t>
            </a:r>
            <a:r>
              <a:rPr lang="en-US" altLang="zh-CN" sz="2400">
                <a:solidFill>
                  <a:srgbClr val="FF0000"/>
                </a:solidFill>
              </a:rPr>
              <a:t>Power</a:t>
            </a:r>
            <a:r>
              <a:rPr lang="en-US" altLang="zh-CN" sz="2400"/>
              <a:t> is the time rate of expending or absorbing energy.  Measured in </a:t>
            </a:r>
            <a:r>
              <a:rPr lang="en-US" altLang="zh-CN" sz="2400">
                <a:solidFill>
                  <a:srgbClr val="FF0000"/>
                </a:solidFill>
              </a:rPr>
              <a:t>watts(W)</a:t>
            </a:r>
          </a:p>
        </p:txBody>
      </p:sp>
      <p:graphicFrame>
        <p:nvGraphicFramePr>
          <p:cNvPr id="34819" name="Object 5">
            <a:extLst>
              <a:ext uri="{FF2B5EF4-FFF2-40B4-BE49-F238E27FC236}">
                <a16:creationId xmlns:a16="http://schemas.microsoft.com/office/drawing/2014/main" id="{3CB82514-EEC2-484E-B031-62034A684098}"/>
              </a:ext>
            </a:extLst>
          </p:cNvPr>
          <p:cNvGraphicFramePr>
            <a:graphicFrameLocks noChangeAspect="1"/>
          </p:cNvGraphicFramePr>
          <p:nvPr/>
        </p:nvGraphicFramePr>
        <p:xfrm>
          <a:off x="3155950" y="1835150"/>
          <a:ext cx="1152525" cy="915988"/>
        </p:xfrm>
        <a:graphic>
          <a:graphicData uri="http://schemas.openxmlformats.org/presentationml/2006/ole">
            <mc:AlternateContent xmlns:mc="http://schemas.openxmlformats.org/markup-compatibility/2006">
              <mc:Choice xmlns:v="urn:schemas-microsoft-com:vml" Requires="v">
                <p:oleObj name="Equation" r:id="rId3" imgW="495085" imgH="393529" progId="Equation.3">
                  <p:embed/>
                </p:oleObj>
              </mc:Choice>
              <mc:Fallback>
                <p:oleObj name="Equation" r:id="rId3" imgW="495085" imgH="39352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5950" y="1835150"/>
                        <a:ext cx="1152525"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0" name="Object 6">
            <a:extLst>
              <a:ext uri="{FF2B5EF4-FFF2-40B4-BE49-F238E27FC236}">
                <a16:creationId xmlns:a16="http://schemas.microsoft.com/office/drawing/2014/main" id="{BBA0B2E0-FAE7-436B-AFCD-25E5674D9F07}"/>
              </a:ext>
            </a:extLst>
          </p:cNvPr>
          <p:cNvGraphicFramePr>
            <a:graphicFrameLocks noChangeAspect="1"/>
          </p:cNvGraphicFramePr>
          <p:nvPr/>
        </p:nvGraphicFramePr>
        <p:xfrm>
          <a:off x="1403350" y="2809875"/>
          <a:ext cx="2951163" cy="1265238"/>
        </p:xfrm>
        <a:graphic>
          <a:graphicData uri="http://schemas.openxmlformats.org/presentationml/2006/ole">
            <mc:AlternateContent xmlns:mc="http://schemas.openxmlformats.org/markup-compatibility/2006">
              <mc:Choice xmlns:v="urn:schemas-microsoft-com:vml" Requires="v">
                <p:oleObj name="Equation" r:id="rId5" imgW="1422400" imgH="609600" progId="Equation.3">
                  <p:embed/>
                </p:oleObj>
              </mc:Choice>
              <mc:Fallback>
                <p:oleObj name="Equation" r:id="rId5" imgW="1422400" imgH="609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2809875"/>
                        <a:ext cx="2951163" cy="1265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1" name="Text Box 7">
            <a:extLst>
              <a:ext uri="{FF2B5EF4-FFF2-40B4-BE49-F238E27FC236}">
                <a16:creationId xmlns:a16="http://schemas.microsoft.com/office/drawing/2014/main" id="{BBD353C3-568E-4F97-B1F7-7484CEFC9DAC}"/>
              </a:ext>
            </a:extLst>
          </p:cNvPr>
          <p:cNvSpPr txBox="1">
            <a:spLocks noChangeArrowheads="1"/>
          </p:cNvSpPr>
          <p:nvPr/>
        </p:nvSpPr>
        <p:spPr bwMode="auto">
          <a:xfrm>
            <a:off x="5246688" y="3471863"/>
            <a:ext cx="326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P=VI</a:t>
            </a:r>
            <a:r>
              <a:rPr lang="en-US" altLang="zh-CN" sz="2400"/>
              <a:t> in a </a:t>
            </a:r>
            <a:r>
              <a:rPr lang="en-US" altLang="zh-CN" sz="2400">
                <a:solidFill>
                  <a:srgbClr val="FF0000"/>
                </a:solidFill>
              </a:rPr>
              <a:t>DC</a:t>
            </a:r>
            <a:r>
              <a:rPr lang="en-US" altLang="zh-CN" sz="2400"/>
              <a:t> circuit</a:t>
            </a:r>
          </a:p>
        </p:txBody>
      </p:sp>
      <p:sp>
        <p:nvSpPr>
          <p:cNvPr id="34822" name="页脚占位符 1">
            <a:extLst>
              <a:ext uri="{FF2B5EF4-FFF2-40B4-BE49-F238E27FC236}">
                <a16:creationId xmlns:a16="http://schemas.microsoft.com/office/drawing/2014/main" id="{9B6DE89B-B2E2-46CE-B31F-CD2876EA6FBB}"/>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34823" name="灯片编号占位符 2">
            <a:extLst>
              <a:ext uri="{FF2B5EF4-FFF2-40B4-BE49-F238E27FC236}">
                <a16:creationId xmlns:a16="http://schemas.microsoft.com/office/drawing/2014/main" id="{0633A19B-C4C2-400F-B307-A5A4656642AE}"/>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BE659274-7919-444F-AB59-619AC5537082}" type="slidenum">
              <a:rPr lang="zh-CN" altLang="en-US" sz="1200">
                <a:solidFill>
                  <a:srgbClr val="898989"/>
                </a:solidFill>
                <a:latin typeface="Times New Roman" panose="02020603050405020304" pitchFamily="18" charset="0"/>
              </a:rPr>
              <a:pPr>
                <a:spcBef>
                  <a:spcPct val="50000"/>
                </a:spcBef>
                <a:buFontTx/>
                <a:buNone/>
              </a:pPr>
              <a:t>29</a:t>
            </a:fld>
            <a:endParaRPr lang="zh-CN" altLang="en-US" sz="1200">
              <a:solidFill>
                <a:srgbClr val="898989"/>
              </a:solidFill>
              <a:latin typeface="Times New Roman" panose="02020603050405020304" pitchFamily="18" charset="0"/>
            </a:endParaRPr>
          </a:p>
        </p:txBody>
      </p:sp>
      <p:sp>
        <p:nvSpPr>
          <p:cNvPr id="11" name="Rectangle 2">
            <a:extLst>
              <a:ext uri="{FF2B5EF4-FFF2-40B4-BE49-F238E27FC236}">
                <a16:creationId xmlns:a16="http://schemas.microsoft.com/office/drawing/2014/main" id="{5DE6E345-92DE-430D-ADD5-AE0EA03D4673}"/>
              </a:ext>
            </a:extLst>
          </p:cNvPr>
          <p:cNvSpPr txBox="1">
            <a:spLocks noRot="1" noChangeArrowheads="1"/>
          </p:cNvSpPr>
          <p:nvPr/>
        </p:nvSpPr>
        <p:spPr bwMode="auto">
          <a:xfrm>
            <a:off x="611188" y="222250"/>
            <a:ext cx="77724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defRPr>
            </a:lvl9pPr>
          </a:lstStyle>
          <a:p>
            <a:pPr algn="ctr">
              <a:lnSpc>
                <a:spcPct val="90000"/>
              </a:lnSpc>
              <a:defRPr/>
            </a:pPr>
            <a:r>
              <a:rPr lang="en-US" altLang="zh-CN" sz="4000" b="1" dirty="0">
                <a:effectLst>
                  <a:outerShdw blurRad="38100" dist="38100" dir="2700000" algn="tl">
                    <a:srgbClr val="C0C0C0"/>
                  </a:outerShdw>
                </a:effectLst>
                <a:latin typeface="Comic Sans MS" panose="030F0702030302020204" pitchFamily="66" charset="0"/>
                <a:ea typeface="宋体" pitchFamily="2" charset="-122"/>
              </a:rPr>
              <a:t>1.5  Power and Energy</a:t>
            </a:r>
          </a:p>
        </p:txBody>
      </p:sp>
      <p:sp>
        <p:nvSpPr>
          <p:cNvPr id="34825" name="Rectangle 27">
            <a:extLst>
              <a:ext uri="{FF2B5EF4-FFF2-40B4-BE49-F238E27FC236}">
                <a16:creationId xmlns:a16="http://schemas.microsoft.com/office/drawing/2014/main" id="{C9049C30-F1FB-44F7-BCB1-B9702BAC19D3}"/>
              </a:ext>
            </a:extLst>
          </p:cNvPr>
          <p:cNvSpPr>
            <a:spLocks noChangeArrowheads="1"/>
          </p:cNvSpPr>
          <p:nvPr/>
        </p:nvSpPr>
        <p:spPr bwMode="auto">
          <a:xfrm>
            <a:off x="741363" y="4359275"/>
            <a:ext cx="357346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b="1">
                <a:solidFill>
                  <a:srgbClr val="FF0000"/>
                </a:solidFill>
              </a:rPr>
              <a:t>passive sign convention</a:t>
            </a:r>
            <a:endParaRPr lang="zh-CN" altLang="en-US" sz="2400" b="1">
              <a:solidFill>
                <a:srgbClr val="FF0000"/>
              </a:solidFill>
            </a:endParaRPr>
          </a:p>
        </p:txBody>
      </p:sp>
      <p:pic>
        <p:nvPicPr>
          <p:cNvPr id="34826" name="Picture 28">
            <a:extLst>
              <a:ext uri="{FF2B5EF4-FFF2-40B4-BE49-F238E27FC236}">
                <a16:creationId xmlns:a16="http://schemas.microsoft.com/office/drawing/2014/main" id="{DF30F1A9-403F-42CE-9587-D9172F349B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1363" y="5181600"/>
            <a:ext cx="1462087"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4827" name="Text Box 30">
            <a:extLst>
              <a:ext uri="{FF2B5EF4-FFF2-40B4-BE49-F238E27FC236}">
                <a16:creationId xmlns:a16="http://schemas.microsoft.com/office/drawing/2014/main" id="{E4E19CD7-F307-4CFD-A492-A7280E6668F1}"/>
              </a:ext>
            </a:extLst>
          </p:cNvPr>
          <p:cNvSpPr txBox="1">
            <a:spLocks noChangeArrowheads="1"/>
          </p:cNvSpPr>
          <p:nvPr/>
        </p:nvSpPr>
        <p:spPr bwMode="auto">
          <a:xfrm>
            <a:off x="2646363" y="4881563"/>
            <a:ext cx="6056312"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b="1"/>
              <a:t>Passive sign convention</a:t>
            </a:r>
            <a:r>
              <a:rPr lang="en-US" altLang="zh-CN" sz="2400"/>
              <a:t> is satisfied when current enters through the positive polarity of the voltage.</a:t>
            </a:r>
          </a:p>
        </p:txBody>
      </p:sp>
      <p:sp>
        <p:nvSpPr>
          <p:cNvPr id="34828" name="Line 29">
            <a:extLst>
              <a:ext uri="{FF2B5EF4-FFF2-40B4-BE49-F238E27FC236}">
                <a16:creationId xmlns:a16="http://schemas.microsoft.com/office/drawing/2014/main" id="{53127566-870E-4C8D-A9A1-5C3AFD5E6B9D}"/>
              </a:ext>
            </a:extLst>
          </p:cNvPr>
          <p:cNvSpPr>
            <a:spLocks noChangeShapeType="1"/>
          </p:cNvSpPr>
          <p:nvPr/>
        </p:nvSpPr>
        <p:spPr bwMode="auto">
          <a:xfrm>
            <a:off x="893763" y="5483225"/>
            <a:ext cx="2143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对话气泡: 椭圆形 1">
            <a:extLst>
              <a:ext uri="{FF2B5EF4-FFF2-40B4-BE49-F238E27FC236}">
                <a16:creationId xmlns:a16="http://schemas.microsoft.com/office/drawing/2014/main" id="{447785AD-C98E-49DC-9A78-8B817E0AB47B}"/>
              </a:ext>
            </a:extLst>
          </p:cNvPr>
          <p:cNvSpPr/>
          <p:nvPr/>
        </p:nvSpPr>
        <p:spPr bwMode="auto">
          <a:xfrm>
            <a:off x="4892728" y="2599438"/>
            <a:ext cx="2116136" cy="612648"/>
          </a:xfrm>
          <a:prstGeom prst="wedgeEllipseCallout">
            <a:avLst>
              <a:gd name="adj1" fmla="val -84812"/>
              <a:gd name="adj2" fmla="val -450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800" dirty="0">
                <a:latin typeface="Verdana" pitchFamily="34" charset="0"/>
              </a:rPr>
              <a:t>s</a:t>
            </a:r>
            <a:r>
              <a:rPr kumimoji="0" lang="en-US" altLang="zh-CN" sz="1800" b="0" i="0" u="none" strike="noStrike" cap="none" normalizeH="0" baseline="0" dirty="0">
                <a:ln>
                  <a:noFill/>
                </a:ln>
                <a:solidFill>
                  <a:schemeClr val="tx1"/>
                </a:solidFill>
                <a:effectLst/>
                <a:latin typeface="Verdana" pitchFamily="34" charset="0"/>
              </a:rPr>
              <a:t>econds, s</a:t>
            </a:r>
            <a:endParaRPr kumimoji="0" lang="zh-CN" altLang="en-US" sz="1800" b="0" i="0" u="none" strike="noStrike" cap="none" normalizeH="0" baseline="0" dirty="0">
              <a:ln>
                <a:noFill/>
              </a:ln>
              <a:solidFill>
                <a:schemeClr val="tx1"/>
              </a:solidFill>
              <a:effectLst/>
              <a:latin typeface="Verdana" pitchFamily="34" charset="0"/>
            </a:endParaRPr>
          </a:p>
        </p:txBody>
      </p:sp>
      <p:sp>
        <p:nvSpPr>
          <p:cNvPr id="14" name="对话气泡: 椭圆形 13">
            <a:extLst>
              <a:ext uri="{FF2B5EF4-FFF2-40B4-BE49-F238E27FC236}">
                <a16:creationId xmlns:a16="http://schemas.microsoft.com/office/drawing/2014/main" id="{A6BD1B6E-D743-41AB-906D-CD17594D576E}"/>
              </a:ext>
            </a:extLst>
          </p:cNvPr>
          <p:cNvSpPr/>
          <p:nvPr/>
        </p:nvSpPr>
        <p:spPr bwMode="auto">
          <a:xfrm>
            <a:off x="5354843" y="1648207"/>
            <a:ext cx="1710813" cy="612648"/>
          </a:xfrm>
          <a:prstGeom prst="wedgeEllipseCallout">
            <a:avLst>
              <a:gd name="adj1" fmla="val -111249"/>
              <a:gd name="adj2" fmla="val 2157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altLang="zh-CN" sz="1800" dirty="0">
                <a:latin typeface="Verdana" pitchFamily="34" charset="0"/>
              </a:rPr>
              <a:t>joules, J</a:t>
            </a:r>
            <a:endParaRPr kumimoji="0" lang="zh-CN" altLang="en-US" sz="1800" b="0" i="0" u="none" strike="noStrike" cap="none" normalizeH="0" baseline="0" dirty="0">
              <a:ln>
                <a:noFill/>
              </a:ln>
              <a:solidFill>
                <a:schemeClr val="tx1"/>
              </a:solidFill>
              <a:effectLst/>
              <a:latin typeface="Verdana"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1">
            <a:extLst>
              <a:ext uri="{FF2B5EF4-FFF2-40B4-BE49-F238E27FC236}">
                <a16:creationId xmlns:a16="http://schemas.microsoft.com/office/drawing/2014/main" id="{6446F803-0155-412B-8ABB-FBA4518EAB4D}"/>
              </a:ext>
            </a:extLst>
          </p:cNvPr>
          <p:cNvSpPr txBox="1">
            <a:spLocks noChangeArrowheads="1"/>
          </p:cNvSpPr>
          <p:nvPr/>
        </p:nvSpPr>
        <p:spPr bwMode="auto">
          <a:xfrm>
            <a:off x="558800" y="2068513"/>
            <a:ext cx="8070850" cy="708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000" b="1"/>
              <a:t>Unless otherwise stated, we will </a:t>
            </a:r>
            <a:r>
              <a:rPr lang="en-US" altLang="zh-CN" sz="2000" b="1">
                <a:solidFill>
                  <a:srgbClr val="FF0000"/>
                </a:solidFill>
              </a:rPr>
              <a:t>follow the passive sign convention</a:t>
            </a:r>
            <a:r>
              <a:rPr lang="en-US" altLang="zh-CN" sz="2000" b="1"/>
              <a:t> throughout this course.</a:t>
            </a:r>
          </a:p>
        </p:txBody>
      </p:sp>
      <p:sp>
        <p:nvSpPr>
          <p:cNvPr id="35843" name="Rectangle 75">
            <a:extLst>
              <a:ext uri="{FF2B5EF4-FFF2-40B4-BE49-F238E27FC236}">
                <a16:creationId xmlns:a16="http://schemas.microsoft.com/office/drawing/2014/main" id="{583E733C-4F1E-4264-A113-E19921128CF5}"/>
              </a:ext>
            </a:extLst>
          </p:cNvPr>
          <p:cNvSpPr>
            <a:spLocks noGrp="1" noChangeArrowheads="1"/>
          </p:cNvSpPr>
          <p:nvPr>
            <p:ph type="title"/>
          </p:nvPr>
        </p:nvSpPr>
        <p:spPr>
          <a:xfrm>
            <a:off x="698500" y="2908300"/>
            <a:ext cx="8269288" cy="777875"/>
          </a:xfrm>
        </p:spPr>
        <p:txBody>
          <a:bodyPr/>
          <a:lstStyle/>
          <a:p>
            <a:pPr algn="l" eaLnBrk="1" hangingPunct="1"/>
            <a:br>
              <a:rPr lang="zh-CN" altLang="en-US">
                <a:effectLst/>
                <a:ea typeface="宋体" panose="02010600030101010101" pitchFamily="2" charset="-122"/>
              </a:rPr>
            </a:br>
            <a:r>
              <a:rPr lang="en-US" altLang="zh-CN" sz="2000" b="1">
                <a:effectLst/>
                <a:ea typeface="宋体" panose="02010600030101010101" pitchFamily="2" charset="-122"/>
              </a:rPr>
              <a:t>Reference</a:t>
            </a:r>
            <a:r>
              <a:rPr lang="en-US" altLang="zh-CN" sz="2000">
                <a:effectLst/>
                <a:ea typeface="宋体" panose="02010600030101010101" pitchFamily="2" charset="-122"/>
              </a:rPr>
              <a:t> polarities for power using passive sign convention</a:t>
            </a:r>
            <a:br>
              <a:rPr lang="en-US" altLang="zh-CN" sz="2000">
                <a:effectLst/>
                <a:ea typeface="宋体" panose="02010600030101010101" pitchFamily="2" charset="-122"/>
              </a:rPr>
            </a:br>
            <a:endParaRPr lang="en-US" altLang="zh-CN" sz="2000">
              <a:effectLst/>
              <a:ea typeface="宋体" panose="02010600030101010101" pitchFamily="2" charset="-122"/>
            </a:endParaRPr>
          </a:p>
        </p:txBody>
      </p:sp>
      <p:sp>
        <p:nvSpPr>
          <p:cNvPr id="35844" name="页脚占位符 1">
            <a:extLst>
              <a:ext uri="{FF2B5EF4-FFF2-40B4-BE49-F238E27FC236}">
                <a16:creationId xmlns:a16="http://schemas.microsoft.com/office/drawing/2014/main" id="{2B550764-203F-486D-88FF-C0585A1C246D}"/>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35845" name="灯片编号占位符 2">
            <a:extLst>
              <a:ext uri="{FF2B5EF4-FFF2-40B4-BE49-F238E27FC236}">
                <a16:creationId xmlns:a16="http://schemas.microsoft.com/office/drawing/2014/main" id="{E745A1A3-D80B-4D39-864F-789C729EDCB1}"/>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CFF19B23-479E-4960-AD84-202FC3D6488E}" type="slidenum">
              <a:rPr lang="zh-CN" altLang="en-US" sz="1200">
                <a:solidFill>
                  <a:srgbClr val="898989"/>
                </a:solidFill>
                <a:latin typeface="Times New Roman" panose="02020603050405020304" pitchFamily="18" charset="0"/>
              </a:rPr>
              <a:pPr>
                <a:spcBef>
                  <a:spcPct val="50000"/>
                </a:spcBef>
                <a:buFontTx/>
                <a:buNone/>
              </a:pPr>
              <a:t>30</a:t>
            </a:fld>
            <a:endParaRPr lang="zh-CN" altLang="en-US" sz="1200">
              <a:solidFill>
                <a:srgbClr val="898989"/>
              </a:solidFill>
              <a:latin typeface="Times New Roman" panose="02020603050405020304" pitchFamily="18" charset="0"/>
            </a:endParaRPr>
          </a:p>
        </p:txBody>
      </p:sp>
      <p:sp>
        <p:nvSpPr>
          <p:cNvPr id="35846" name="Rectangle 9">
            <a:extLst>
              <a:ext uri="{FF2B5EF4-FFF2-40B4-BE49-F238E27FC236}">
                <a16:creationId xmlns:a16="http://schemas.microsoft.com/office/drawing/2014/main" id="{BDCBDE7B-9B3B-4BAA-8C88-398A4EEAB9EB}"/>
              </a:ext>
            </a:extLst>
          </p:cNvPr>
          <p:cNvSpPr>
            <a:spLocks noRot="1" noChangeArrowheads="1"/>
          </p:cNvSpPr>
          <p:nvPr/>
        </p:nvSpPr>
        <p:spPr bwMode="auto">
          <a:xfrm>
            <a:off x="474663" y="344488"/>
            <a:ext cx="8369300" cy="154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Passive sign convention </a:t>
            </a:r>
            <a:r>
              <a:rPr lang="en-US" altLang="zh-CN" sz="2400"/>
              <a:t>is satisfied when the current enters through the positive terminal of an element and </a:t>
            </a:r>
            <a:r>
              <a:rPr lang="en-US" altLang="zh-CN" sz="2400">
                <a:solidFill>
                  <a:srgbClr val="FF0000"/>
                </a:solidFill>
              </a:rPr>
              <a:t>p=+vi</a:t>
            </a:r>
            <a:r>
              <a:rPr lang="en-US" altLang="zh-CN" sz="2400"/>
              <a:t>. If the current enters through the negative terminal, </a:t>
            </a:r>
            <a:r>
              <a:rPr lang="en-US" altLang="zh-CN" sz="2400">
                <a:solidFill>
                  <a:srgbClr val="FF0000"/>
                </a:solidFill>
              </a:rPr>
              <a:t>p=-vi</a:t>
            </a:r>
            <a:r>
              <a:rPr lang="en-US" altLang="zh-CN" sz="2400"/>
              <a:t>.</a:t>
            </a:r>
          </a:p>
        </p:txBody>
      </p:sp>
      <p:grpSp>
        <p:nvGrpSpPr>
          <p:cNvPr id="35847" name="Group 77">
            <a:extLst>
              <a:ext uri="{FF2B5EF4-FFF2-40B4-BE49-F238E27FC236}">
                <a16:creationId xmlns:a16="http://schemas.microsoft.com/office/drawing/2014/main" id="{BEDD2F13-CF2B-4631-BA16-6E4D2C6568D0}"/>
              </a:ext>
            </a:extLst>
          </p:cNvPr>
          <p:cNvGrpSpPr>
            <a:grpSpLocks/>
          </p:cNvGrpSpPr>
          <p:nvPr/>
        </p:nvGrpSpPr>
        <p:grpSpPr bwMode="auto">
          <a:xfrm>
            <a:off x="1220788" y="3679825"/>
            <a:ext cx="1243012" cy="2336800"/>
            <a:chOff x="552" y="823"/>
            <a:chExt cx="783" cy="1472"/>
          </a:xfrm>
        </p:grpSpPr>
        <p:sp>
          <p:nvSpPr>
            <p:cNvPr id="35885" name="Freeform 3">
              <a:extLst>
                <a:ext uri="{FF2B5EF4-FFF2-40B4-BE49-F238E27FC236}">
                  <a16:creationId xmlns:a16="http://schemas.microsoft.com/office/drawing/2014/main" id="{C82C1F8C-CD5D-4A25-A377-CCB59D8717F6}"/>
                </a:ext>
              </a:extLst>
            </p:cNvPr>
            <p:cNvSpPr>
              <a:spLocks noEditPoints="1"/>
            </p:cNvSpPr>
            <p:nvPr/>
          </p:nvSpPr>
          <p:spPr bwMode="auto">
            <a:xfrm>
              <a:off x="706" y="1982"/>
              <a:ext cx="100" cy="74"/>
            </a:xfrm>
            <a:custGeom>
              <a:avLst/>
              <a:gdLst>
                <a:gd name="T0" fmla="*/ 1 w 150"/>
                <a:gd name="T1" fmla="*/ 1 h 142"/>
                <a:gd name="T2" fmla="*/ 1 w 150"/>
                <a:gd name="T3" fmla="*/ 1 h 142"/>
                <a:gd name="T4" fmla="*/ 1 w 150"/>
                <a:gd name="T5" fmla="*/ 1 h 142"/>
                <a:gd name="T6" fmla="*/ 1 w 150"/>
                <a:gd name="T7" fmla="*/ 1 h 142"/>
                <a:gd name="T8" fmla="*/ 1 w 150"/>
                <a:gd name="T9" fmla="*/ 1 h 142"/>
                <a:gd name="T10" fmla="*/ 1 w 150"/>
                <a:gd name="T11" fmla="*/ 1 h 142"/>
                <a:gd name="T12" fmla="*/ 1 w 150"/>
                <a:gd name="T13" fmla="*/ 1 h 142"/>
                <a:gd name="T14" fmla="*/ 1 w 150"/>
                <a:gd name="T15" fmla="*/ 1 h 142"/>
                <a:gd name="T16" fmla="*/ 1 w 150"/>
                <a:gd name="T17" fmla="*/ 1 h 142"/>
                <a:gd name="T18" fmla="*/ 1 w 150"/>
                <a:gd name="T19" fmla="*/ 1 h 142"/>
                <a:gd name="T20" fmla="*/ 1 w 150"/>
                <a:gd name="T21" fmla="*/ 1 h 142"/>
                <a:gd name="T22" fmla="*/ 1 w 150"/>
                <a:gd name="T23" fmla="*/ 1 h 142"/>
                <a:gd name="T24" fmla="*/ 1 w 150"/>
                <a:gd name="T25" fmla="*/ 1 h 142"/>
                <a:gd name="T26" fmla="*/ 1 w 150"/>
                <a:gd name="T27" fmla="*/ 1 h 142"/>
                <a:gd name="T28" fmla="*/ 1 w 150"/>
                <a:gd name="T29" fmla="*/ 1 h 142"/>
                <a:gd name="T30" fmla="*/ 1 w 150"/>
                <a:gd name="T31" fmla="*/ 1 h 142"/>
                <a:gd name="T32" fmla="*/ 1 w 150"/>
                <a:gd name="T33" fmla="*/ 1 h 142"/>
                <a:gd name="T34" fmla="*/ 1 w 150"/>
                <a:gd name="T35" fmla="*/ 1 h 142"/>
                <a:gd name="T36" fmla="*/ 1 w 150"/>
                <a:gd name="T37" fmla="*/ 1 h 142"/>
                <a:gd name="T38" fmla="*/ 1 w 150"/>
                <a:gd name="T39" fmla="*/ 1 h 142"/>
                <a:gd name="T40" fmla="*/ 1 w 150"/>
                <a:gd name="T41" fmla="*/ 1 h 142"/>
                <a:gd name="T42" fmla="*/ 1 w 150"/>
                <a:gd name="T43" fmla="*/ 1 h 142"/>
                <a:gd name="T44" fmla="*/ 1 w 150"/>
                <a:gd name="T45" fmla="*/ 1 h 142"/>
                <a:gd name="T46" fmla="*/ 1 w 150"/>
                <a:gd name="T47" fmla="*/ 1 h 142"/>
                <a:gd name="T48" fmla="*/ 1 w 150"/>
                <a:gd name="T49" fmla="*/ 1 h 142"/>
                <a:gd name="T50" fmla="*/ 0 w 150"/>
                <a:gd name="T51" fmla="*/ 1 h 142"/>
                <a:gd name="T52" fmla="*/ 0 w 150"/>
                <a:gd name="T53" fmla="*/ 1 h 142"/>
                <a:gd name="T54" fmla="*/ 1 w 150"/>
                <a:gd name="T55" fmla="*/ 1 h 142"/>
                <a:gd name="T56" fmla="*/ 1 w 150"/>
                <a:gd name="T57" fmla="*/ 1 h 142"/>
                <a:gd name="T58" fmla="*/ 1 w 150"/>
                <a:gd name="T59" fmla="*/ 1 h 142"/>
                <a:gd name="T60" fmla="*/ 1 w 150"/>
                <a:gd name="T61" fmla="*/ 1 h 142"/>
                <a:gd name="T62" fmla="*/ 1 w 150"/>
                <a:gd name="T63" fmla="*/ 1 h 142"/>
                <a:gd name="T64" fmla="*/ 1 w 150"/>
                <a:gd name="T65" fmla="*/ 1 h 142"/>
                <a:gd name="T66" fmla="*/ 1 w 150"/>
                <a:gd name="T67" fmla="*/ 1 h 142"/>
                <a:gd name="T68" fmla="*/ 1 w 150"/>
                <a:gd name="T69" fmla="*/ 1 h 142"/>
                <a:gd name="T70" fmla="*/ 1 w 150"/>
                <a:gd name="T71" fmla="*/ 1 h 142"/>
                <a:gd name="T72" fmla="*/ 1 w 150"/>
                <a:gd name="T73" fmla="*/ 1 h 142"/>
                <a:gd name="T74" fmla="*/ 1 w 150"/>
                <a:gd name="T75" fmla="*/ 1 h 142"/>
                <a:gd name="T76" fmla="*/ 1 w 150"/>
                <a:gd name="T77" fmla="*/ 1 h 142"/>
                <a:gd name="T78" fmla="*/ 1 w 150"/>
                <a:gd name="T79" fmla="*/ 1 h 142"/>
                <a:gd name="T80" fmla="*/ 1 w 150"/>
                <a:gd name="T81" fmla="*/ 0 h 142"/>
                <a:gd name="T82" fmla="*/ 1 w 150"/>
                <a:gd name="T83" fmla="*/ 1 h 142"/>
                <a:gd name="T84" fmla="*/ 1 w 150"/>
                <a:gd name="T85" fmla="*/ 1 h 142"/>
                <a:gd name="T86" fmla="*/ 1 w 150"/>
                <a:gd name="T87" fmla="*/ 1 h 142"/>
                <a:gd name="T88" fmla="*/ 1 w 150"/>
                <a:gd name="T89" fmla="*/ 0 h 142"/>
                <a:gd name="T90" fmla="*/ 1 w 150"/>
                <a:gd name="T91" fmla="*/ 0 h 142"/>
                <a:gd name="T92" fmla="*/ 1 w 150"/>
                <a:gd name="T93" fmla="*/ 0 h 142"/>
                <a:gd name="T94" fmla="*/ 1 w 150"/>
                <a:gd name="T95" fmla="*/ 1 h 14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50" h="142">
                  <a:moveTo>
                    <a:pt x="126" y="24"/>
                  </a:moveTo>
                  <a:lnTo>
                    <a:pt x="118" y="48"/>
                  </a:lnTo>
                  <a:lnTo>
                    <a:pt x="110" y="71"/>
                  </a:lnTo>
                  <a:lnTo>
                    <a:pt x="87" y="87"/>
                  </a:lnTo>
                  <a:lnTo>
                    <a:pt x="63" y="95"/>
                  </a:lnTo>
                  <a:lnTo>
                    <a:pt x="55" y="95"/>
                  </a:lnTo>
                  <a:lnTo>
                    <a:pt x="55" y="87"/>
                  </a:lnTo>
                  <a:lnTo>
                    <a:pt x="55" y="79"/>
                  </a:lnTo>
                  <a:lnTo>
                    <a:pt x="63" y="63"/>
                  </a:lnTo>
                  <a:lnTo>
                    <a:pt x="71" y="32"/>
                  </a:lnTo>
                  <a:lnTo>
                    <a:pt x="87" y="16"/>
                  </a:lnTo>
                  <a:lnTo>
                    <a:pt x="110" y="8"/>
                  </a:lnTo>
                  <a:lnTo>
                    <a:pt x="126" y="16"/>
                  </a:lnTo>
                  <a:lnTo>
                    <a:pt x="126" y="24"/>
                  </a:lnTo>
                  <a:close/>
                  <a:moveTo>
                    <a:pt x="31" y="8"/>
                  </a:moveTo>
                  <a:lnTo>
                    <a:pt x="39" y="8"/>
                  </a:lnTo>
                  <a:lnTo>
                    <a:pt x="47" y="8"/>
                  </a:lnTo>
                  <a:lnTo>
                    <a:pt x="55" y="16"/>
                  </a:lnTo>
                  <a:lnTo>
                    <a:pt x="55" y="24"/>
                  </a:lnTo>
                  <a:lnTo>
                    <a:pt x="47" y="32"/>
                  </a:lnTo>
                  <a:lnTo>
                    <a:pt x="39" y="63"/>
                  </a:lnTo>
                  <a:lnTo>
                    <a:pt x="23" y="103"/>
                  </a:lnTo>
                  <a:lnTo>
                    <a:pt x="16" y="126"/>
                  </a:lnTo>
                  <a:lnTo>
                    <a:pt x="8" y="134"/>
                  </a:lnTo>
                  <a:lnTo>
                    <a:pt x="0" y="134"/>
                  </a:lnTo>
                  <a:lnTo>
                    <a:pt x="0" y="142"/>
                  </a:lnTo>
                  <a:lnTo>
                    <a:pt x="55" y="142"/>
                  </a:lnTo>
                  <a:lnTo>
                    <a:pt x="55" y="134"/>
                  </a:lnTo>
                  <a:lnTo>
                    <a:pt x="47" y="134"/>
                  </a:lnTo>
                  <a:lnTo>
                    <a:pt x="39" y="126"/>
                  </a:lnTo>
                  <a:lnTo>
                    <a:pt x="47" y="111"/>
                  </a:lnTo>
                  <a:lnTo>
                    <a:pt x="47" y="95"/>
                  </a:lnTo>
                  <a:lnTo>
                    <a:pt x="71" y="95"/>
                  </a:lnTo>
                  <a:lnTo>
                    <a:pt x="102" y="87"/>
                  </a:lnTo>
                  <a:lnTo>
                    <a:pt x="126" y="71"/>
                  </a:lnTo>
                  <a:lnTo>
                    <a:pt x="142" y="56"/>
                  </a:lnTo>
                  <a:lnTo>
                    <a:pt x="150" y="24"/>
                  </a:lnTo>
                  <a:lnTo>
                    <a:pt x="142" y="8"/>
                  </a:lnTo>
                  <a:lnTo>
                    <a:pt x="118" y="0"/>
                  </a:lnTo>
                  <a:lnTo>
                    <a:pt x="87" y="8"/>
                  </a:lnTo>
                  <a:lnTo>
                    <a:pt x="71" y="24"/>
                  </a:lnTo>
                  <a:lnTo>
                    <a:pt x="79" y="0"/>
                  </a:lnTo>
                  <a:lnTo>
                    <a:pt x="31" y="0"/>
                  </a:lnTo>
                  <a:lnTo>
                    <a:pt x="31" y="8"/>
                  </a:lnTo>
                  <a:close/>
                </a:path>
              </a:pathLst>
            </a:custGeom>
            <a:solidFill>
              <a:srgbClr val="000000"/>
            </a:solidFill>
            <a:ln w="9525">
              <a:solidFill>
                <a:schemeClr val="tx1"/>
              </a:solidFill>
              <a:round/>
              <a:headEnd/>
              <a:tailEnd/>
            </a:ln>
          </p:spPr>
          <p:txBody>
            <a:bodyPr/>
            <a:lstStyle/>
            <a:p>
              <a:endParaRPr lang="zh-CN" altLang="en-US"/>
            </a:p>
          </p:txBody>
        </p:sp>
        <p:sp>
          <p:nvSpPr>
            <p:cNvPr id="35886" name="Freeform 4">
              <a:extLst>
                <a:ext uri="{FF2B5EF4-FFF2-40B4-BE49-F238E27FC236}">
                  <a16:creationId xmlns:a16="http://schemas.microsoft.com/office/drawing/2014/main" id="{5EFEBF2A-544D-417C-94D7-97D6EDC5229C}"/>
                </a:ext>
              </a:extLst>
            </p:cNvPr>
            <p:cNvSpPr>
              <a:spLocks noEditPoints="1"/>
            </p:cNvSpPr>
            <p:nvPr/>
          </p:nvSpPr>
          <p:spPr bwMode="auto">
            <a:xfrm>
              <a:off x="869" y="1986"/>
              <a:ext cx="95" cy="33"/>
            </a:xfrm>
            <a:custGeom>
              <a:avLst/>
              <a:gdLst>
                <a:gd name="T0" fmla="*/ 1 w 142"/>
                <a:gd name="T1" fmla="*/ 0 h 63"/>
                <a:gd name="T2" fmla="*/ 0 w 142"/>
                <a:gd name="T3" fmla="*/ 0 h 63"/>
                <a:gd name="T4" fmla="*/ 0 w 142"/>
                <a:gd name="T5" fmla="*/ 1 h 63"/>
                <a:gd name="T6" fmla="*/ 1 w 142"/>
                <a:gd name="T7" fmla="*/ 1 h 63"/>
                <a:gd name="T8" fmla="*/ 1 w 142"/>
                <a:gd name="T9" fmla="*/ 0 h 63"/>
                <a:gd name="T10" fmla="*/ 1 w 142"/>
                <a:gd name="T11" fmla="*/ 1 h 63"/>
                <a:gd name="T12" fmla="*/ 0 w 142"/>
                <a:gd name="T13" fmla="*/ 1 h 63"/>
                <a:gd name="T14" fmla="*/ 0 w 142"/>
                <a:gd name="T15" fmla="*/ 1 h 63"/>
                <a:gd name="T16" fmla="*/ 1 w 142"/>
                <a:gd name="T17" fmla="*/ 1 h 63"/>
                <a:gd name="T18" fmla="*/ 1 w 142"/>
                <a:gd name="T19" fmla="*/ 1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2" h="63">
                  <a:moveTo>
                    <a:pt x="142" y="0"/>
                  </a:moveTo>
                  <a:lnTo>
                    <a:pt x="0" y="0"/>
                  </a:lnTo>
                  <a:lnTo>
                    <a:pt x="0" y="16"/>
                  </a:lnTo>
                  <a:lnTo>
                    <a:pt x="142" y="16"/>
                  </a:lnTo>
                  <a:lnTo>
                    <a:pt x="142" y="0"/>
                  </a:lnTo>
                  <a:close/>
                  <a:moveTo>
                    <a:pt x="142" y="48"/>
                  </a:moveTo>
                  <a:lnTo>
                    <a:pt x="0" y="48"/>
                  </a:lnTo>
                  <a:lnTo>
                    <a:pt x="0" y="63"/>
                  </a:lnTo>
                  <a:lnTo>
                    <a:pt x="142" y="63"/>
                  </a:lnTo>
                  <a:lnTo>
                    <a:pt x="142" y="48"/>
                  </a:lnTo>
                  <a:close/>
                </a:path>
              </a:pathLst>
            </a:custGeom>
            <a:solidFill>
              <a:srgbClr val="000000"/>
            </a:solidFill>
            <a:ln w="9525">
              <a:solidFill>
                <a:schemeClr val="tx1"/>
              </a:solidFill>
              <a:round/>
              <a:headEnd/>
              <a:tailEnd/>
            </a:ln>
          </p:spPr>
          <p:txBody>
            <a:bodyPr/>
            <a:lstStyle/>
            <a:p>
              <a:endParaRPr lang="zh-CN" altLang="en-US"/>
            </a:p>
          </p:txBody>
        </p:sp>
        <p:sp>
          <p:nvSpPr>
            <p:cNvPr id="35887" name="Freeform 5">
              <a:extLst>
                <a:ext uri="{FF2B5EF4-FFF2-40B4-BE49-F238E27FC236}">
                  <a16:creationId xmlns:a16="http://schemas.microsoft.com/office/drawing/2014/main" id="{9A64C07A-752A-4B15-A669-8851EB73AB4A}"/>
                </a:ext>
              </a:extLst>
            </p:cNvPr>
            <p:cNvSpPr>
              <a:spLocks/>
            </p:cNvSpPr>
            <p:nvPr/>
          </p:nvSpPr>
          <p:spPr bwMode="auto">
            <a:xfrm>
              <a:off x="1023" y="1974"/>
              <a:ext cx="100" cy="57"/>
            </a:xfrm>
            <a:custGeom>
              <a:avLst/>
              <a:gdLst>
                <a:gd name="T0" fmla="*/ 1 w 150"/>
                <a:gd name="T1" fmla="*/ 1 h 110"/>
                <a:gd name="T2" fmla="*/ 0 w 150"/>
                <a:gd name="T3" fmla="*/ 1 h 110"/>
                <a:gd name="T4" fmla="*/ 0 w 150"/>
                <a:gd name="T5" fmla="*/ 1 h 110"/>
                <a:gd name="T6" fmla="*/ 1 w 150"/>
                <a:gd name="T7" fmla="*/ 1 h 110"/>
                <a:gd name="T8" fmla="*/ 1 w 150"/>
                <a:gd name="T9" fmla="*/ 1 h 110"/>
                <a:gd name="T10" fmla="*/ 1 w 150"/>
                <a:gd name="T11" fmla="*/ 1 h 110"/>
                <a:gd name="T12" fmla="*/ 1 w 150"/>
                <a:gd name="T13" fmla="*/ 1 h 110"/>
                <a:gd name="T14" fmla="*/ 1 w 150"/>
                <a:gd name="T15" fmla="*/ 1 h 110"/>
                <a:gd name="T16" fmla="*/ 1 w 150"/>
                <a:gd name="T17" fmla="*/ 1 h 110"/>
                <a:gd name="T18" fmla="*/ 1 w 150"/>
                <a:gd name="T19" fmla="*/ 1 h 110"/>
                <a:gd name="T20" fmla="*/ 1 w 150"/>
                <a:gd name="T21" fmla="*/ 0 h 110"/>
                <a:gd name="T22" fmla="*/ 1 w 150"/>
                <a:gd name="T23" fmla="*/ 0 h 110"/>
                <a:gd name="T24" fmla="*/ 1 w 150"/>
                <a:gd name="T25" fmla="*/ 1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0" h="110">
                  <a:moveTo>
                    <a:pt x="63" y="47"/>
                  </a:moveTo>
                  <a:lnTo>
                    <a:pt x="0" y="47"/>
                  </a:lnTo>
                  <a:lnTo>
                    <a:pt x="0" y="63"/>
                  </a:lnTo>
                  <a:lnTo>
                    <a:pt x="63" y="63"/>
                  </a:lnTo>
                  <a:lnTo>
                    <a:pt x="63" y="110"/>
                  </a:lnTo>
                  <a:lnTo>
                    <a:pt x="87" y="110"/>
                  </a:lnTo>
                  <a:lnTo>
                    <a:pt x="87" y="63"/>
                  </a:lnTo>
                  <a:lnTo>
                    <a:pt x="150" y="63"/>
                  </a:lnTo>
                  <a:lnTo>
                    <a:pt x="150" y="47"/>
                  </a:lnTo>
                  <a:lnTo>
                    <a:pt x="87" y="47"/>
                  </a:lnTo>
                  <a:lnTo>
                    <a:pt x="87" y="0"/>
                  </a:lnTo>
                  <a:lnTo>
                    <a:pt x="63" y="0"/>
                  </a:lnTo>
                  <a:lnTo>
                    <a:pt x="63" y="47"/>
                  </a:lnTo>
                  <a:close/>
                </a:path>
              </a:pathLst>
            </a:custGeom>
            <a:solidFill>
              <a:srgbClr val="000000"/>
            </a:solidFill>
            <a:ln w="9525">
              <a:solidFill>
                <a:schemeClr val="tx1"/>
              </a:solidFill>
              <a:round/>
              <a:headEnd/>
              <a:tailEnd/>
            </a:ln>
          </p:spPr>
          <p:txBody>
            <a:bodyPr/>
            <a:lstStyle/>
            <a:p>
              <a:endParaRPr lang="zh-CN" altLang="en-US"/>
            </a:p>
          </p:txBody>
        </p:sp>
        <p:sp>
          <p:nvSpPr>
            <p:cNvPr id="35888" name="Freeform 6">
              <a:extLst>
                <a:ext uri="{FF2B5EF4-FFF2-40B4-BE49-F238E27FC236}">
                  <a16:creationId xmlns:a16="http://schemas.microsoft.com/office/drawing/2014/main" id="{DC4CD1FA-151C-459B-B304-7570BAF373BE}"/>
                </a:ext>
              </a:extLst>
            </p:cNvPr>
            <p:cNvSpPr>
              <a:spLocks/>
            </p:cNvSpPr>
            <p:nvPr/>
          </p:nvSpPr>
          <p:spPr bwMode="auto">
            <a:xfrm>
              <a:off x="1129" y="1986"/>
              <a:ext cx="74" cy="49"/>
            </a:xfrm>
            <a:custGeom>
              <a:avLst/>
              <a:gdLst>
                <a:gd name="T0" fmla="*/ 0 w 111"/>
                <a:gd name="T1" fmla="*/ 1 h 95"/>
                <a:gd name="T2" fmla="*/ 1 w 111"/>
                <a:gd name="T3" fmla="*/ 1 h 95"/>
                <a:gd name="T4" fmla="*/ 1 w 111"/>
                <a:gd name="T5" fmla="*/ 1 h 95"/>
                <a:gd name="T6" fmla="*/ 1 w 111"/>
                <a:gd name="T7" fmla="*/ 1 h 95"/>
                <a:gd name="T8" fmla="*/ 1 w 111"/>
                <a:gd name="T9" fmla="*/ 1 h 95"/>
                <a:gd name="T10" fmla="*/ 1 w 111"/>
                <a:gd name="T11" fmla="*/ 1 h 95"/>
                <a:gd name="T12" fmla="*/ 1 w 111"/>
                <a:gd name="T13" fmla="*/ 1 h 95"/>
                <a:gd name="T14" fmla="*/ 1 w 111"/>
                <a:gd name="T15" fmla="*/ 1 h 95"/>
                <a:gd name="T16" fmla="*/ 1 w 111"/>
                <a:gd name="T17" fmla="*/ 1 h 95"/>
                <a:gd name="T18" fmla="*/ 1 w 111"/>
                <a:gd name="T19" fmla="*/ 1 h 95"/>
                <a:gd name="T20" fmla="*/ 1 w 111"/>
                <a:gd name="T21" fmla="*/ 1 h 95"/>
                <a:gd name="T22" fmla="*/ 1 w 111"/>
                <a:gd name="T23" fmla="*/ 1 h 95"/>
                <a:gd name="T24" fmla="*/ 1 w 111"/>
                <a:gd name="T25" fmla="*/ 1 h 95"/>
                <a:gd name="T26" fmla="*/ 1 w 111"/>
                <a:gd name="T27" fmla="*/ 1 h 95"/>
                <a:gd name="T28" fmla="*/ 1 w 111"/>
                <a:gd name="T29" fmla="*/ 0 h 95"/>
                <a:gd name="T30" fmla="*/ 1 w 111"/>
                <a:gd name="T31" fmla="*/ 0 h 95"/>
                <a:gd name="T32" fmla="*/ 1 w 111"/>
                <a:gd name="T33" fmla="*/ 0 h 95"/>
                <a:gd name="T34" fmla="*/ 1 w 111"/>
                <a:gd name="T35" fmla="*/ 1 h 95"/>
                <a:gd name="T36" fmla="*/ 1 w 111"/>
                <a:gd name="T37" fmla="*/ 1 h 95"/>
                <a:gd name="T38" fmla="*/ 1 w 111"/>
                <a:gd name="T39" fmla="*/ 1 h 95"/>
                <a:gd name="T40" fmla="*/ 1 w 111"/>
                <a:gd name="T41" fmla="*/ 1 h 95"/>
                <a:gd name="T42" fmla="*/ 1 w 111"/>
                <a:gd name="T43" fmla="*/ 1 h 95"/>
                <a:gd name="T44" fmla="*/ 1 w 111"/>
                <a:gd name="T45" fmla="*/ 1 h 95"/>
                <a:gd name="T46" fmla="*/ 1 w 111"/>
                <a:gd name="T47" fmla="*/ 1 h 95"/>
                <a:gd name="T48" fmla="*/ 1 w 111"/>
                <a:gd name="T49" fmla="*/ 1 h 95"/>
                <a:gd name="T50" fmla="*/ 1 w 111"/>
                <a:gd name="T51" fmla="*/ 0 h 95"/>
                <a:gd name="T52" fmla="*/ 1 w 111"/>
                <a:gd name="T53" fmla="*/ 0 h 95"/>
                <a:gd name="T54" fmla="*/ 1 w 111"/>
                <a:gd name="T55" fmla="*/ 0 h 95"/>
                <a:gd name="T56" fmla="*/ 0 w 111"/>
                <a:gd name="T57" fmla="*/ 0 h 95"/>
                <a:gd name="T58" fmla="*/ 0 w 111"/>
                <a:gd name="T59" fmla="*/ 1 h 9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11" h="95">
                  <a:moveTo>
                    <a:pt x="0" y="8"/>
                  </a:moveTo>
                  <a:lnTo>
                    <a:pt x="16" y="8"/>
                  </a:lnTo>
                  <a:lnTo>
                    <a:pt x="24" y="8"/>
                  </a:lnTo>
                  <a:lnTo>
                    <a:pt x="24" y="24"/>
                  </a:lnTo>
                  <a:lnTo>
                    <a:pt x="32" y="55"/>
                  </a:lnTo>
                  <a:lnTo>
                    <a:pt x="32" y="87"/>
                  </a:lnTo>
                  <a:lnTo>
                    <a:pt x="40" y="95"/>
                  </a:lnTo>
                  <a:lnTo>
                    <a:pt x="47" y="87"/>
                  </a:lnTo>
                  <a:lnTo>
                    <a:pt x="63" y="71"/>
                  </a:lnTo>
                  <a:lnTo>
                    <a:pt x="71" y="63"/>
                  </a:lnTo>
                  <a:lnTo>
                    <a:pt x="87" y="48"/>
                  </a:lnTo>
                  <a:lnTo>
                    <a:pt x="103" y="24"/>
                  </a:lnTo>
                  <a:lnTo>
                    <a:pt x="111" y="8"/>
                  </a:lnTo>
                  <a:lnTo>
                    <a:pt x="103" y="0"/>
                  </a:lnTo>
                  <a:lnTo>
                    <a:pt x="95" y="0"/>
                  </a:lnTo>
                  <a:lnTo>
                    <a:pt x="87" y="8"/>
                  </a:lnTo>
                  <a:lnTo>
                    <a:pt x="95" y="16"/>
                  </a:lnTo>
                  <a:lnTo>
                    <a:pt x="103" y="24"/>
                  </a:lnTo>
                  <a:lnTo>
                    <a:pt x="103" y="32"/>
                  </a:lnTo>
                  <a:lnTo>
                    <a:pt x="87" y="48"/>
                  </a:lnTo>
                  <a:lnTo>
                    <a:pt x="63" y="63"/>
                  </a:lnTo>
                  <a:lnTo>
                    <a:pt x="55" y="71"/>
                  </a:lnTo>
                  <a:lnTo>
                    <a:pt x="47" y="40"/>
                  </a:lnTo>
                  <a:lnTo>
                    <a:pt x="40" y="0"/>
                  </a:lnTo>
                  <a:lnTo>
                    <a:pt x="24" y="0"/>
                  </a:lnTo>
                  <a:lnTo>
                    <a:pt x="0" y="0"/>
                  </a:lnTo>
                  <a:lnTo>
                    <a:pt x="0" y="8"/>
                  </a:lnTo>
                  <a:close/>
                </a:path>
              </a:pathLst>
            </a:custGeom>
            <a:solidFill>
              <a:srgbClr val="000000"/>
            </a:solidFill>
            <a:ln w="9525">
              <a:solidFill>
                <a:schemeClr val="tx1"/>
              </a:solidFill>
              <a:round/>
              <a:headEnd/>
              <a:tailEnd/>
            </a:ln>
          </p:spPr>
          <p:txBody>
            <a:bodyPr/>
            <a:lstStyle/>
            <a:p>
              <a:endParaRPr lang="zh-CN" altLang="en-US"/>
            </a:p>
          </p:txBody>
        </p:sp>
        <p:sp>
          <p:nvSpPr>
            <p:cNvPr id="35889" name="Freeform 7">
              <a:extLst>
                <a:ext uri="{FF2B5EF4-FFF2-40B4-BE49-F238E27FC236}">
                  <a16:creationId xmlns:a16="http://schemas.microsoft.com/office/drawing/2014/main" id="{15CAB56A-1B94-45B3-B006-9D9D008B1DEF}"/>
                </a:ext>
              </a:extLst>
            </p:cNvPr>
            <p:cNvSpPr>
              <a:spLocks noEditPoints="1"/>
            </p:cNvSpPr>
            <p:nvPr/>
          </p:nvSpPr>
          <p:spPr bwMode="auto">
            <a:xfrm>
              <a:off x="1219" y="1957"/>
              <a:ext cx="42" cy="74"/>
            </a:xfrm>
            <a:custGeom>
              <a:avLst/>
              <a:gdLst>
                <a:gd name="T0" fmla="*/ 1 w 63"/>
                <a:gd name="T1" fmla="*/ 1 h 142"/>
                <a:gd name="T2" fmla="*/ 1 w 63"/>
                <a:gd name="T3" fmla="*/ 1 h 142"/>
                <a:gd name="T4" fmla="*/ 1 w 63"/>
                <a:gd name="T5" fmla="*/ 1 h 142"/>
                <a:gd name="T6" fmla="*/ 1 w 63"/>
                <a:gd name="T7" fmla="*/ 1 h 142"/>
                <a:gd name="T8" fmla="*/ 1 w 63"/>
                <a:gd name="T9" fmla="*/ 1 h 142"/>
                <a:gd name="T10" fmla="*/ 1 w 63"/>
                <a:gd name="T11" fmla="*/ 1 h 142"/>
                <a:gd name="T12" fmla="*/ 1 w 63"/>
                <a:gd name="T13" fmla="*/ 1 h 142"/>
                <a:gd name="T14" fmla="*/ 1 w 63"/>
                <a:gd name="T15" fmla="*/ 1 h 142"/>
                <a:gd name="T16" fmla="*/ 1 w 63"/>
                <a:gd name="T17" fmla="*/ 1 h 142"/>
                <a:gd name="T18" fmla="*/ 1 w 63"/>
                <a:gd name="T19" fmla="*/ 1 h 142"/>
                <a:gd name="T20" fmla="*/ 1 w 63"/>
                <a:gd name="T21" fmla="*/ 1 h 142"/>
                <a:gd name="T22" fmla="*/ 1 w 63"/>
                <a:gd name="T23" fmla="*/ 1 h 142"/>
                <a:gd name="T24" fmla="*/ 1 w 63"/>
                <a:gd name="T25" fmla="*/ 1 h 142"/>
                <a:gd name="T26" fmla="*/ 1 w 63"/>
                <a:gd name="T27" fmla="*/ 1 h 142"/>
                <a:gd name="T28" fmla="*/ 1 w 63"/>
                <a:gd name="T29" fmla="*/ 1 h 142"/>
                <a:gd name="T30" fmla="*/ 1 w 63"/>
                <a:gd name="T31" fmla="*/ 1 h 142"/>
                <a:gd name="T32" fmla="*/ 0 w 63"/>
                <a:gd name="T33" fmla="*/ 1 h 142"/>
                <a:gd name="T34" fmla="*/ 0 w 63"/>
                <a:gd name="T35" fmla="*/ 1 h 142"/>
                <a:gd name="T36" fmla="*/ 1 w 63"/>
                <a:gd name="T37" fmla="*/ 1 h 142"/>
                <a:gd name="T38" fmla="*/ 1 w 63"/>
                <a:gd name="T39" fmla="*/ 1 h 142"/>
                <a:gd name="T40" fmla="*/ 1 w 63"/>
                <a:gd name="T41" fmla="*/ 1 h 142"/>
                <a:gd name="T42" fmla="*/ 1 w 63"/>
                <a:gd name="T43" fmla="*/ 1 h 142"/>
                <a:gd name="T44" fmla="*/ 1 w 63"/>
                <a:gd name="T45" fmla="*/ 1 h 142"/>
                <a:gd name="T46" fmla="*/ 1 w 63"/>
                <a:gd name="T47" fmla="*/ 1 h 142"/>
                <a:gd name="T48" fmla="*/ 1 w 63"/>
                <a:gd name="T49" fmla="*/ 0 h 142"/>
                <a:gd name="T50" fmla="*/ 1 w 63"/>
                <a:gd name="T51" fmla="*/ 0 h 142"/>
                <a:gd name="T52" fmla="*/ 1 w 63"/>
                <a:gd name="T53" fmla="*/ 1 h 142"/>
                <a:gd name="T54" fmla="*/ 1 w 63"/>
                <a:gd name="T55" fmla="*/ 1 h 142"/>
                <a:gd name="T56" fmla="*/ 1 w 63"/>
                <a:gd name="T57" fmla="*/ 1 h 142"/>
                <a:gd name="T58" fmla="*/ 1 w 63"/>
                <a:gd name="T59" fmla="*/ 1 h 142"/>
                <a:gd name="T60" fmla="*/ 1 w 63"/>
                <a:gd name="T61" fmla="*/ 1 h 142"/>
                <a:gd name="T62" fmla="*/ 1 w 63"/>
                <a:gd name="T63" fmla="*/ 1 h 1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3" h="142">
                  <a:moveTo>
                    <a:pt x="48" y="118"/>
                  </a:moveTo>
                  <a:lnTo>
                    <a:pt x="40" y="126"/>
                  </a:lnTo>
                  <a:lnTo>
                    <a:pt x="24" y="134"/>
                  </a:lnTo>
                  <a:lnTo>
                    <a:pt x="24" y="126"/>
                  </a:lnTo>
                  <a:lnTo>
                    <a:pt x="24" y="118"/>
                  </a:lnTo>
                  <a:lnTo>
                    <a:pt x="55" y="47"/>
                  </a:lnTo>
                  <a:lnTo>
                    <a:pt x="48" y="47"/>
                  </a:lnTo>
                  <a:lnTo>
                    <a:pt x="32" y="47"/>
                  </a:lnTo>
                  <a:lnTo>
                    <a:pt x="8" y="55"/>
                  </a:lnTo>
                  <a:lnTo>
                    <a:pt x="24" y="55"/>
                  </a:lnTo>
                  <a:lnTo>
                    <a:pt x="24" y="63"/>
                  </a:lnTo>
                  <a:lnTo>
                    <a:pt x="24" y="71"/>
                  </a:lnTo>
                  <a:lnTo>
                    <a:pt x="16" y="95"/>
                  </a:lnTo>
                  <a:lnTo>
                    <a:pt x="8" y="118"/>
                  </a:lnTo>
                  <a:lnTo>
                    <a:pt x="0" y="134"/>
                  </a:lnTo>
                  <a:lnTo>
                    <a:pt x="0" y="142"/>
                  </a:lnTo>
                  <a:lnTo>
                    <a:pt x="16" y="142"/>
                  </a:lnTo>
                  <a:lnTo>
                    <a:pt x="40" y="134"/>
                  </a:lnTo>
                  <a:lnTo>
                    <a:pt x="55" y="118"/>
                  </a:lnTo>
                  <a:lnTo>
                    <a:pt x="48" y="118"/>
                  </a:lnTo>
                  <a:close/>
                  <a:moveTo>
                    <a:pt x="63" y="8"/>
                  </a:moveTo>
                  <a:lnTo>
                    <a:pt x="55" y="8"/>
                  </a:lnTo>
                  <a:lnTo>
                    <a:pt x="48" y="0"/>
                  </a:lnTo>
                  <a:lnTo>
                    <a:pt x="40" y="0"/>
                  </a:lnTo>
                  <a:lnTo>
                    <a:pt x="32" y="8"/>
                  </a:lnTo>
                  <a:lnTo>
                    <a:pt x="40" y="16"/>
                  </a:lnTo>
                  <a:lnTo>
                    <a:pt x="48" y="24"/>
                  </a:lnTo>
                  <a:lnTo>
                    <a:pt x="55" y="16"/>
                  </a:lnTo>
                  <a:lnTo>
                    <a:pt x="63" y="8"/>
                  </a:lnTo>
                  <a:close/>
                </a:path>
              </a:pathLst>
            </a:custGeom>
            <a:solidFill>
              <a:srgbClr val="000000"/>
            </a:solidFill>
            <a:ln w="9525">
              <a:solidFill>
                <a:schemeClr val="tx1"/>
              </a:solidFill>
              <a:round/>
              <a:headEnd/>
              <a:tailEnd/>
            </a:ln>
          </p:spPr>
          <p:txBody>
            <a:bodyPr/>
            <a:lstStyle/>
            <a:p>
              <a:endParaRPr lang="zh-CN" altLang="en-US"/>
            </a:p>
          </p:txBody>
        </p:sp>
        <p:sp>
          <p:nvSpPr>
            <p:cNvPr id="35890" name="Freeform 8">
              <a:extLst>
                <a:ext uri="{FF2B5EF4-FFF2-40B4-BE49-F238E27FC236}">
                  <a16:creationId xmlns:a16="http://schemas.microsoft.com/office/drawing/2014/main" id="{A1C91688-60CF-4BA3-B57B-19EF59ABAF4B}"/>
                </a:ext>
              </a:extLst>
            </p:cNvPr>
            <p:cNvSpPr>
              <a:spLocks/>
            </p:cNvSpPr>
            <p:nvPr/>
          </p:nvSpPr>
          <p:spPr bwMode="auto">
            <a:xfrm>
              <a:off x="859" y="2196"/>
              <a:ext cx="48" cy="99"/>
            </a:xfrm>
            <a:custGeom>
              <a:avLst/>
              <a:gdLst>
                <a:gd name="T0" fmla="*/ 1 w 71"/>
                <a:gd name="T1" fmla="*/ 0 h 189"/>
                <a:gd name="T2" fmla="*/ 1 w 71"/>
                <a:gd name="T3" fmla="*/ 1 h 189"/>
                <a:gd name="T4" fmla="*/ 1 w 71"/>
                <a:gd name="T5" fmla="*/ 1 h 189"/>
                <a:gd name="T6" fmla="*/ 1 w 71"/>
                <a:gd name="T7" fmla="*/ 1 h 189"/>
                <a:gd name="T8" fmla="*/ 0 w 71"/>
                <a:gd name="T9" fmla="*/ 1 h 189"/>
                <a:gd name="T10" fmla="*/ 1 w 71"/>
                <a:gd name="T11" fmla="*/ 1 h 189"/>
                <a:gd name="T12" fmla="*/ 1 w 71"/>
                <a:gd name="T13" fmla="*/ 1 h 189"/>
                <a:gd name="T14" fmla="*/ 1 w 71"/>
                <a:gd name="T15" fmla="*/ 1 h 189"/>
                <a:gd name="T16" fmla="*/ 1 w 71"/>
                <a:gd name="T17" fmla="*/ 1 h 189"/>
                <a:gd name="T18" fmla="*/ 1 w 71"/>
                <a:gd name="T19" fmla="*/ 1 h 189"/>
                <a:gd name="T20" fmla="*/ 1 w 71"/>
                <a:gd name="T21" fmla="*/ 1 h 189"/>
                <a:gd name="T22" fmla="*/ 1 w 71"/>
                <a:gd name="T23" fmla="*/ 1 h 189"/>
                <a:gd name="T24" fmla="*/ 1 w 71"/>
                <a:gd name="T25" fmla="*/ 1 h 189"/>
                <a:gd name="T26" fmla="*/ 1 w 71"/>
                <a:gd name="T27" fmla="*/ 1 h 189"/>
                <a:gd name="T28" fmla="*/ 1 w 71"/>
                <a:gd name="T29" fmla="*/ 1 h 189"/>
                <a:gd name="T30" fmla="*/ 1 w 71"/>
                <a:gd name="T31" fmla="*/ 1 h 189"/>
                <a:gd name="T32" fmla="*/ 1 w 71"/>
                <a:gd name="T33" fmla="*/ 1 h 189"/>
                <a:gd name="T34" fmla="*/ 1 w 71"/>
                <a:gd name="T35" fmla="*/ 1 h 189"/>
                <a:gd name="T36" fmla="*/ 1 w 71"/>
                <a:gd name="T37" fmla="*/ 0 h 18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71" h="189">
                  <a:moveTo>
                    <a:pt x="71" y="0"/>
                  </a:moveTo>
                  <a:lnTo>
                    <a:pt x="39" y="16"/>
                  </a:lnTo>
                  <a:lnTo>
                    <a:pt x="15" y="40"/>
                  </a:lnTo>
                  <a:lnTo>
                    <a:pt x="8" y="63"/>
                  </a:lnTo>
                  <a:lnTo>
                    <a:pt x="0" y="95"/>
                  </a:lnTo>
                  <a:lnTo>
                    <a:pt x="8" y="134"/>
                  </a:lnTo>
                  <a:lnTo>
                    <a:pt x="23" y="158"/>
                  </a:lnTo>
                  <a:lnTo>
                    <a:pt x="39" y="173"/>
                  </a:lnTo>
                  <a:lnTo>
                    <a:pt x="71" y="189"/>
                  </a:lnTo>
                  <a:lnTo>
                    <a:pt x="71" y="181"/>
                  </a:lnTo>
                  <a:lnTo>
                    <a:pt x="47" y="158"/>
                  </a:lnTo>
                  <a:lnTo>
                    <a:pt x="31" y="134"/>
                  </a:lnTo>
                  <a:lnTo>
                    <a:pt x="23" y="110"/>
                  </a:lnTo>
                  <a:lnTo>
                    <a:pt x="23" y="95"/>
                  </a:lnTo>
                  <a:lnTo>
                    <a:pt x="31" y="63"/>
                  </a:lnTo>
                  <a:lnTo>
                    <a:pt x="39" y="32"/>
                  </a:lnTo>
                  <a:lnTo>
                    <a:pt x="55" y="16"/>
                  </a:lnTo>
                  <a:lnTo>
                    <a:pt x="71" y="8"/>
                  </a:lnTo>
                  <a:lnTo>
                    <a:pt x="71" y="0"/>
                  </a:lnTo>
                  <a:close/>
                </a:path>
              </a:pathLst>
            </a:custGeom>
            <a:solidFill>
              <a:srgbClr val="000000"/>
            </a:solidFill>
            <a:ln w="9525">
              <a:solidFill>
                <a:schemeClr val="tx1"/>
              </a:solidFill>
              <a:round/>
              <a:headEnd/>
              <a:tailEnd/>
            </a:ln>
          </p:spPr>
          <p:txBody>
            <a:bodyPr/>
            <a:lstStyle/>
            <a:p>
              <a:endParaRPr lang="zh-CN" altLang="en-US"/>
            </a:p>
          </p:txBody>
        </p:sp>
        <p:sp>
          <p:nvSpPr>
            <p:cNvPr id="35891" name="Freeform 9">
              <a:extLst>
                <a:ext uri="{FF2B5EF4-FFF2-40B4-BE49-F238E27FC236}">
                  <a16:creationId xmlns:a16="http://schemas.microsoft.com/office/drawing/2014/main" id="{A85D3CFD-472E-42A4-8411-14F3919A6836}"/>
                </a:ext>
              </a:extLst>
            </p:cNvPr>
            <p:cNvSpPr>
              <a:spLocks noEditPoints="1"/>
            </p:cNvSpPr>
            <p:nvPr/>
          </p:nvSpPr>
          <p:spPr bwMode="auto">
            <a:xfrm>
              <a:off x="917" y="2221"/>
              <a:ext cx="80" cy="54"/>
            </a:xfrm>
            <a:custGeom>
              <a:avLst/>
              <a:gdLst>
                <a:gd name="T0" fmla="*/ 1 w 119"/>
                <a:gd name="T1" fmla="*/ 1 h 103"/>
                <a:gd name="T2" fmla="*/ 1 w 119"/>
                <a:gd name="T3" fmla="*/ 1 h 103"/>
                <a:gd name="T4" fmla="*/ 1 w 119"/>
                <a:gd name="T5" fmla="*/ 1 h 103"/>
                <a:gd name="T6" fmla="*/ 1 w 119"/>
                <a:gd name="T7" fmla="*/ 1 h 103"/>
                <a:gd name="T8" fmla="*/ 1 w 119"/>
                <a:gd name="T9" fmla="*/ 1 h 103"/>
                <a:gd name="T10" fmla="*/ 1 w 119"/>
                <a:gd name="T11" fmla="*/ 1 h 103"/>
                <a:gd name="T12" fmla="*/ 1 w 119"/>
                <a:gd name="T13" fmla="*/ 1 h 103"/>
                <a:gd name="T14" fmla="*/ 1 w 119"/>
                <a:gd name="T15" fmla="*/ 1 h 103"/>
                <a:gd name="T16" fmla="*/ 1 w 119"/>
                <a:gd name="T17" fmla="*/ 1 h 103"/>
                <a:gd name="T18" fmla="*/ 1 w 119"/>
                <a:gd name="T19" fmla="*/ 1 h 103"/>
                <a:gd name="T20" fmla="*/ 1 w 119"/>
                <a:gd name="T21" fmla="*/ 1 h 103"/>
                <a:gd name="T22" fmla="*/ 1 w 119"/>
                <a:gd name="T23" fmla="*/ 1 h 103"/>
                <a:gd name="T24" fmla="*/ 1 w 119"/>
                <a:gd name="T25" fmla="*/ 1 h 103"/>
                <a:gd name="T26" fmla="*/ 1 w 119"/>
                <a:gd name="T27" fmla="*/ 1 h 103"/>
                <a:gd name="T28" fmla="*/ 1 w 119"/>
                <a:gd name="T29" fmla="*/ 1 h 103"/>
                <a:gd name="T30" fmla="*/ 1 w 119"/>
                <a:gd name="T31" fmla="*/ 1 h 103"/>
                <a:gd name="T32" fmla="*/ 1 w 119"/>
                <a:gd name="T33" fmla="*/ 1 h 103"/>
                <a:gd name="T34" fmla="*/ 1 w 119"/>
                <a:gd name="T35" fmla="*/ 1 h 103"/>
                <a:gd name="T36" fmla="*/ 1 w 119"/>
                <a:gd name="T37" fmla="*/ 1 h 103"/>
                <a:gd name="T38" fmla="*/ 1 w 119"/>
                <a:gd name="T39" fmla="*/ 1 h 103"/>
                <a:gd name="T40" fmla="*/ 1 w 119"/>
                <a:gd name="T41" fmla="*/ 1 h 103"/>
                <a:gd name="T42" fmla="*/ 1 w 119"/>
                <a:gd name="T43" fmla="*/ 0 h 103"/>
                <a:gd name="T44" fmla="*/ 1 w 119"/>
                <a:gd name="T45" fmla="*/ 1 h 103"/>
                <a:gd name="T46" fmla="*/ 1 w 119"/>
                <a:gd name="T47" fmla="*/ 1 h 103"/>
                <a:gd name="T48" fmla="*/ 1 w 119"/>
                <a:gd name="T49" fmla="*/ 1 h 103"/>
                <a:gd name="T50" fmla="*/ 1 w 119"/>
                <a:gd name="T51" fmla="*/ 1 h 103"/>
                <a:gd name="T52" fmla="*/ 1 w 119"/>
                <a:gd name="T53" fmla="*/ 1 h 103"/>
                <a:gd name="T54" fmla="*/ 1 w 119"/>
                <a:gd name="T55" fmla="*/ 1 h 103"/>
                <a:gd name="T56" fmla="*/ 1 w 119"/>
                <a:gd name="T57" fmla="*/ 1 h 103"/>
                <a:gd name="T58" fmla="*/ 1 w 119"/>
                <a:gd name="T59" fmla="*/ 1 h 103"/>
                <a:gd name="T60" fmla="*/ 1 w 119"/>
                <a:gd name="T61" fmla="*/ 1 h 103"/>
                <a:gd name="T62" fmla="*/ 1 w 119"/>
                <a:gd name="T63" fmla="*/ 1 h 103"/>
                <a:gd name="T64" fmla="*/ 1 w 119"/>
                <a:gd name="T65" fmla="*/ 1 h 103"/>
                <a:gd name="T66" fmla="*/ 1 w 119"/>
                <a:gd name="T67" fmla="*/ 1 h 103"/>
                <a:gd name="T68" fmla="*/ 1 w 119"/>
                <a:gd name="T69" fmla="*/ 1 h 103"/>
                <a:gd name="T70" fmla="*/ 1 w 119"/>
                <a:gd name="T71" fmla="*/ 1 h 103"/>
                <a:gd name="T72" fmla="*/ 1 w 119"/>
                <a:gd name="T73" fmla="*/ 1 h 103"/>
                <a:gd name="T74" fmla="*/ 1 w 119"/>
                <a:gd name="T75" fmla="*/ 1 h 103"/>
                <a:gd name="T76" fmla="*/ 0 w 119"/>
                <a:gd name="T77" fmla="*/ 1 h 103"/>
                <a:gd name="T78" fmla="*/ 1 w 119"/>
                <a:gd name="T79" fmla="*/ 1 h 103"/>
                <a:gd name="T80" fmla="*/ 1 w 119"/>
                <a:gd name="T81" fmla="*/ 1 h 103"/>
                <a:gd name="T82" fmla="*/ 1 w 119"/>
                <a:gd name="T83" fmla="*/ 1 h 103"/>
                <a:gd name="T84" fmla="*/ 1 w 119"/>
                <a:gd name="T85" fmla="*/ 1 h 103"/>
                <a:gd name="T86" fmla="*/ 1 w 119"/>
                <a:gd name="T87" fmla="*/ 1 h 103"/>
                <a:gd name="T88" fmla="*/ 1 w 119"/>
                <a:gd name="T89" fmla="*/ 1 h 103"/>
                <a:gd name="T90" fmla="*/ 1 w 119"/>
                <a:gd name="T91" fmla="*/ 1 h 103"/>
                <a:gd name="T92" fmla="*/ 1 w 119"/>
                <a:gd name="T93" fmla="*/ 1 h 103"/>
                <a:gd name="T94" fmla="*/ 1 w 119"/>
                <a:gd name="T95" fmla="*/ 1 h 10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9" h="103">
                  <a:moveTo>
                    <a:pt x="79" y="79"/>
                  </a:moveTo>
                  <a:lnTo>
                    <a:pt x="71" y="87"/>
                  </a:lnTo>
                  <a:lnTo>
                    <a:pt x="64" y="87"/>
                  </a:lnTo>
                  <a:lnTo>
                    <a:pt x="56" y="95"/>
                  </a:lnTo>
                  <a:lnTo>
                    <a:pt x="48" y="95"/>
                  </a:lnTo>
                  <a:lnTo>
                    <a:pt x="40" y="87"/>
                  </a:lnTo>
                  <a:lnTo>
                    <a:pt x="32" y="79"/>
                  </a:lnTo>
                  <a:lnTo>
                    <a:pt x="32" y="71"/>
                  </a:lnTo>
                  <a:lnTo>
                    <a:pt x="40" y="63"/>
                  </a:lnTo>
                  <a:lnTo>
                    <a:pt x="56" y="56"/>
                  </a:lnTo>
                  <a:lnTo>
                    <a:pt x="79" y="48"/>
                  </a:lnTo>
                  <a:lnTo>
                    <a:pt x="79" y="79"/>
                  </a:lnTo>
                  <a:close/>
                  <a:moveTo>
                    <a:pt x="119" y="87"/>
                  </a:moveTo>
                  <a:lnTo>
                    <a:pt x="119" y="95"/>
                  </a:lnTo>
                  <a:lnTo>
                    <a:pt x="111" y="95"/>
                  </a:lnTo>
                  <a:lnTo>
                    <a:pt x="95" y="87"/>
                  </a:lnTo>
                  <a:lnTo>
                    <a:pt x="95" y="79"/>
                  </a:lnTo>
                  <a:lnTo>
                    <a:pt x="95" y="40"/>
                  </a:lnTo>
                  <a:lnTo>
                    <a:pt x="87" y="16"/>
                  </a:lnTo>
                  <a:lnTo>
                    <a:pt x="79" y="8"/>
                  </a:lnTo>
                  <a:lnTo>
                    <a:pt x="56" y="0"/>
                  </a:lnTo>
                  <a:lnTo>
                    <a:pt x="24" y="8"/>
                  </a:lnTo>
                  <a:lnTo>
                    <a:pt x="8" y="24"/>
                  </a:lnTo>
                  <a:lnTo>
                    <a:pt x="16" y="32"/>
                  </a:lnTo>
                  <a:lnTo>
                    <a:pt x="24" y="40"/>
                  </a:lnTo>
                  <a:lnTo>
                    <a:pt x="32" y="32"/>
                  </a:lnTo>
                  <a:lnTo>
                    <a:pt x="32" y="24"/>
                  </a:lnTo>
                  <a:lnTo>
                    <a:pt x="32" y="16"/>
                  </a:lnTo>
                  <a:lnTo>
                    <a:pt x="40" y="8"/>
                  </a:lnTo>
                  <a:lnTo>
                    <a:pt x="56" y="8"/>
                  </a:lnTo>
                  <a:lnTo>
                    <a:pt x="71" y="8"/>
                  </a:lnTo>
                  <a:lnTo>
                    <a:pt x="79" y="24"/>
                  </a:lnTo>
                  <a:lnTo>
                    <a:pt x="79" y="40"/>
                  </a:lnTo>
                  <a:lnTo>
                    <a:pt x="48" y="48"/>
                  </a:lnTo>
                  <a:lnTo>
                    <a:pt x="24" y="63"/>
                  </a:lnTo>
                  <a:lnTo>
                    <a:pt x="8" y="71"/>
                  </a:lnTo>
                  <a:lnTo>
                    <a:pt x="0" y="79"/>
                  </a:lnTo>
                  <a:lnTo>
                    <a:pt x="8" y="95"/>
                  </a:lnTo>
                  <a:lnTo>
                    <a:pt x="32" y="103"/>
                  </a:lnTo>
                  <a:lnTo>
                    <a:pt x="56" y="95"/>
                  </a:lnTo>
                  <a:lnTo>
                    <a:pt x="79" y="87"/>
                  </a:lnTo>
                  <a:lnTo>
                    <a:pt x="87" y="103"/>
                  </a:lnTo>
                  <a:lnTo>
                    <a:pt x="95" y="103"/>
                  </a:lnTo>
                  <a:lnTo>
                    <a:pt x="111" y="103"/>
                  </a:lnTo>
                  <a:lnTo>
                    <a:pt x="119" y="95"/>
                  </a:lnTo>
                  <a:lnTo>
                    <a:pt x="119" y="87"/>
                  </a:lnTo>
                  <a:close/>
                </a:path>
              </a:pathLst>
            </a:custGeom>
            <a:solidFill>
              <a:srgbClr val="000000"/>
            </a:solidFill>
            <a:ln w="9525">
              <a:solidFill>
                <a:schemeClr val="tx1"/>
              </a:solidFill>
              <a:round/>
              <a:headEnd/>
              <a:tailEnd/>
            </a:ln>
          </p:spPr>
          <p:txBody>
            <a:bodyPr/>
            <a:lstStyle/>
            <a:p>
              <a:endParaRPr lang="zh-CN" altLang="en-US"/>
            </a:p>
          </p:txBody>
        </p:sp>
        <p:sp>
          <p:nvSpPr>
            <p:cNvPr id="35892" name="Freeform 10">
              <a:extLst>
                <a:ext uri="{FF2B5EF4-FFF2-40B4-BE49-F238E27FC236}">
                  <a16:creationId xmlns:a16="http://schemas.microsoft.com/office/drawing/2014/main" id="{C1B0E1B0-5243-4EB0-A4B1-790146BDE297}"/>
                </a:ext>
              </a:extLst>
            </p:cNvPr>
            <p:cNvSpPr>
              <a:spLocks/>
            </p:cNvSpPr>
            <p:nvPr/>
          </p:nvSpPr>
          <p:spPr bwMode="auto">
            <a:xfrm>
              <a:off x="1002" y="2196"/>
              <a:ext cx="53" cy="99"/>
            </a:xfrm>
            <a:custGeom>
              <a:avLst/>
              <a:gdLst>
                <a:gd name="T0" fmla="*/ 1 w 79"/>
                <a:gd name="T1" fmla="*/ 1 h 189"/>
                <a:gd name="T2" fmla="*/ 1 w 79"/>
                <a:gd name="T3" fmla="*/ 1 h 189"/>
                <a:gd name="T4" fmla="*/ 1 w 79"/>
                <a:gd name="T5" fmla="*/ 1 h 189"/>
                <a:gd name="T6" fmla="*/ 1 w 79"/>
                <a:gd name="T7" fmla="*/ 1 h 189"/>
                <a:gd name="T8" fmla="*/ 1 w 79"/>
                <a:gd name="T9" fmla="*/ 1 h 189"/>
                <a:gd name="T10" fmla="*/ 1 w 79"/>
                <a:gd name="T11" fmla="*/ 1 h 189"/>
                <a:gd name="T12" fmla="*/ 1 w 79"/>
                <a:gd name="T13" fmla="*/ 1 h 189"/>
                <a:gd name="T14" fmla="*/ 1 w 79"/>
                <a:gd name="T15" fmla="*/ 0 h 189"/>
                <a:gd name="T16" fmla="*/ 0 w 79"/>
                <a:gd name="T17" fmla="*/ 1 h 189"/>
                <a:gd name="T18" fmla="*/ 1 w 79"/>
                <a:gd name="T19" fmla="*/ 1 h 189"/>
                <a:gd name="T20" fmla="*/ 1 w 79"/>
                <a:gd name="T21" fmla="*/ 1 h 189"/>
                <a:gd name="T22" fmla="*/ 1 w 79"/>
                <a:gd name="T23" fmla="*/ 1 h 189"/>
                <a:gd name="T24" fmla="*/ 1 w 79"/>
                <a:gd name="T25" fmla="*/ 1 h 189"/>
                <a:gd name="T26" fmla="*/ 1 w 79"/>
                <a:gd name="T27" fmla="*/ 1 h 189"/>
                <a:gd name="T28" fmla="*/ 1 w 79"/>
                <a:gd name="T29" fmla="*/ 1 h 189"/>
                <a:gd name="T30" fmla="*/ 1 w 79"/>
                <a:gd name="T31" fmla="*/ 1 h 189"/>
                <a:gd name="T32" fmla="*/ 0 w 79"/>
                <a:gd name="T33" fmla="*/ 1 h 189"/>
                <a:gd name="T34" fmla="*/ 1 w 79"/>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9" h="189">
                  <a:moveTo>
                    <a:pt x="8" y="189"/>
                  </a:moveTo>
                  <a:lnTo>
                    <a:pt x="55" y="150"/>
                  </a:lnTo>
                  <a:lnTo>
                    <a:pt x="71" y="126"/>
                  </a:lnTo>
                  <a:lnTo>
                    <a:pt x="79" y="95"/>
                  </a:lnTo>
                  <a:lnTo>
                    <a:pt x="71" y="63"/>
                  </a:lnTo>
                  <a:lnTo>
                    <a:pt x="55" y="40"/>
                  </a:lnTo>
                  <a:lnTo>
                    <a:pt x="31" y="16"/>
                  </a:lnTo>
                  <a:lnTo>
                    <a:pt x="8" y="0"/>
                  </a:lnTo>
                  <a:lnTo>
                    <a:pt x="0" y="8"/>
                  </a:lnTo>
                  <a:lnTo>
                    <a:pt x="31" y="32"/>
                  </a:lnTo>
                  <a:lnTo>
                    <a:pt x="39" y="55"/>
                  </a:lnTo>
                  <a:lnTo>
                    <a:pt x="47" y="79"/>
                  </a:lnTo>
                  <a:lnTo>
                    <a:pt x="47" y="103"/>
                  </a:lnTo>
                  <a:lnTo>
                    <a:pt x="47" y="134"/>
                  </a:lnTo>
                  <a:lnTo>
                    <a:pt x="31" y="158"/>
                  </a:lnTo>
                  <a:lnTo>
                    <a:pt x="15" y="173"/>
                  </a:lnTo>
                  <a:lnTo>
                    <a:pt x="0" y="181"/>
                  </a:lnTo>
                  <a:lnTo>
                    <a:pt x="8" y="189"/>
                  </a:lnTo>
                  <a:close/>
                </a:path>
              </a:pathLst>
            </a:custGeom>
            <a:solidFill>
              <a:srgbClr val="000000"/>
            </a:solidFill>
            <a:ln w="9525">
              <a:solidFill>
                <a:schemeClr val="tx1"/>
              </a:solidFill>
              <a:round/>
              <a:headEnd/>
              <a:tailEnd/>
            </a:ln>
          </p:spPr>
          <p:txBody>
            <a:bodyPr/>
            <a:lstStyle/>
            <a:p>
              <a:endParaRPr lang="zh-CN" altLang="en-US"/>
            </a:p>
          </p:txBody>
        </p:sp>
        <p:sp>
          <p:nvSpPr>
            <p:cNvPr id="35893" name="Freeform 11">
              <a:extLst>
                <a:ext uri="{FF2B5EF4-FFF2-40B4-BE49-F238E27FC236}">
                  <a16:creationId xmlns:a16="http://schemas.microsoft.com/office/drawing/2014/main" id="{B13061BD-9556-4A03-9DB6-C63E248F4AC0}"/>
                </a:ext>
              </a:extLst>
            </p:cNvPr>
            <p:cNvSpPr>
              <a:spLocks/>
            </p:cNvSpPr>
            <p:nvPr/>
          </p:nvSpPr>
          <p:spPr bwMode="auto">
            <a:xfrm>
              <a:off x="1251" y="1442"/>
              <a:ext cx="73" cy="49"/>
            </a:xfrm>
            <a:custGeom>
              <a:avLst/>
              <a:gdLst>
                <a:gd name="T0" fmla="*/ 0 w 110"/>
                <a:gd name="T1" fmla="*/ 1 h 95"/>
                <a:gd name="T2" fmla="*/ 1 w 110"/>
                <a:gd name="T3" fmla="*/ 1 h 95"/>
                <a:gd name="T4" fmla="*/ 1 w 110"/>
                <a:gd name="T5" fmla="*/ 1 h 95"/>
                <a:gd name="T6" fmla="*/ 1 w 110"/>
                <a:gd name="T7" fmla="*/ 1 h 95"/>
                <a:gd name="T8" fmla="*/ 1 w 110"/>
                <a:gd name="T9" fmla="*/ 1 h 95"/>
                <a:gd name="T10" fmla="*/ 1 w 110"/>
                <a:gd name="T11" fmla="*/ 1 h 95"/>
                <a:gd name="T12" fmla="*/ 1 w 110"/>
                <a:gd name="T13" fmla="*/ 1 h 95"/>
                <a:gd name="T14" fmla="*/ 1 w 110"/>
                <a:gd name="T15" fmla="*/ 1 h 95"/>
                <a:gd name="T16" fmla="*/ 1 w 110"/>
                <a:gd name="T17" fmla="*/ 1 h 95"/>
                <a:gd name="T18" fmla="*/ 1 w 110"/>
                <a:gd name="T19" fmla="*/ 1 h 95"/>
                <a:gd name="T20" fmla="*/ 1 w 110"/>
                <a:gd name="T21" fmla="*/ 1 h 95"/>
                <a:gd name="T22" fmla="*/ 1 w 110"/>
                <a:gd name="T23" fmla="*/ 1 h 95"/>
                <a:gd name="T24" fmla="*/ 1 w 110"/>
                <a:gd name="T25" fmla="*/ 1 h 95"/>
                <a:gd name="T26" fmla="*/ 1 w 110"/>
                <a:gd name="T27" fmla="*/ 1 h 95"/>
                <a:gd name="T28" fmla="*/ 1 w 110"/>
                <a:gd name="T29" fmla="*/ 0 h 95"/>
                <a:gd name="T30" fmla="*/ 1 w 110"/>
                <a:gd name="T31" fmla="*/ 0 h 95"/>
                <a:gd name="T32" fmla="*/ 1 w 110"/>
                <a:gd name="T33" fmla="*/ 0 h 95"/>
                <a:gd name="T34" fmla="*/ 1 w 110"/>
                <a:gd name="T35" fmla="*/ 1 h 95"/>
                <a:gd name="T36" fmla="*/ 1 w 110"/>
                <a:gd name="T37" fmla="*/ 1 h 95"/>
                <a:gd name="T38" fmla="*/ 1 w 110"/>
                <a:gd name="T39" fmla="*/ 1 h 95"/>
                <a:gd name="T40" fmla="*/ 1 w 110"/>
                <a:gd name="T41" fmla="*/ 1 h 95"/>
                <a:gd name="T42" fmla="*/ 1 w 110"/>
                <a:gd name="T43" fmla="*/ 1 h 95"/>
                <a:gd name="T44" fmla="*/ 1 w 110"/>
                <a:gd name="T45" fmla="*/ 1 h 95"/>
                <a:gd name="T46" fmla="*/ 1 w 110"/>
                <a:gd name="T47" fmla="*/ 1 h 95"/>
                <a:gd name="T48" fmla="*/ 1 w 110"/>
                <a:gd name="T49" fmla="*/ 1 h 95"/>
                <a:gd name="T50" fmla="*/ 1 w 110"/>
                <a:gd name="T51" fmla="*/ 0 h 95"/>
                <a:gd name="T52" fmla="*/ 1 w 110"/>
                <a:gd name="T53" fmla="*/ 0 h 95"/>
                <a:gd name="T54" fmla="*/ 1 w 110"/>
                <a:gd name="T55" fmla="*/ 0 h 95"/>
                <a:gd name="T56" fmla="*/ 1 w 110"/>
                <a:gd name="T57" fmla="*/ 0 h 95"/>
                <a:gd name="T58" fmla="*/ 0 w 110"/>
                <a:gd name="T59" fmla="*/ 0 h 95"/>
                <a:gd name="T60" fmla="*/ 0 w 110"/>
                <a:gd name="T61" fmla="*/ 1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0" h="95">
                  <a:moveTo>
                    <a:pt x="0" y="8"/>
                  </a:moveTo>
                  <a:lnTo>
                    <a:pt x="15" y="8"/>
                  </a:lnTo>
                  <a:lnTo>
                    <a:pt x="23" y="8"/>
                  </a:lnTo>
                  <a:lnTo>
                    <a:pt x="23" y="24"/>
                  </a:lnTo>
                  <a:lnTo>
                    <a:pt x="31" y="55"/>
                  </a:lnTo>
                  <a:lnTo>
                    <a:pt x="31" y="87"/>
                  </a:lnTo>
                  <a:lnTo>
                    <a:pt x="31" y="95"/>
                  </a:lnTo>
                  <a:lnTo>
                    <a:pt x="39" y="95"/>
                  </a:lnTo>
                  <a:lnTo>
                    <a:pt x="47" y="87"/>
                  </a:lnTo>
                  <a:lnTo>
                    <a:pt x="63" y="71"/>
                  </a:lnTo>
                  <a:lnTo>
                    <a:pt x="71" y="63"/>
                  </a:lnTo>
                  <a:lnTo>
                    <a:pt x="86" y="47"/>
                  </a:lnTo>
                  <a:lnTo>
                    <a:pt x="102" y="24"/>
                  </a:lnTo>
                  <a:lnTo>
                    <a:pt x="110" y="8"/>
                  </a:lnTo>
                  <a:lnTo>
                    <a:pt x="102" y="0"/>
                  </a:lnTo>
                  <a:lnTo>
                    <a:pt x="94" y="0"/>
                  </a:lnTo>
                  <a:lnTo>
                    <a:pt x="86" y="0"/>
                  </a:lnTo>
                  <a:lnTo>
                    <a:pt x="86" y="8"/>
                  </a:lnTo>
                  <a:lnTo>
                    <a:pt x="94" y="16"/>
                  </a:lnTo>
                  <a:lnTo>
                    <a:pt x="94" y="24"/>
                  </a:lnTo>
                  <a:lnTo>
                    <a:pt x="94" y="32"/>
                  </a:lnTo>
                  <a:lnTo>
                    <a:pt x="86" y="47"/>
                  </a:lnTo>
                  <a:lnTo>
                    <a:pt x="63" y="63"/>
                  </a:lnTo>
                  <a:lnTo>
                    <a:pt x="55" y="71"/>
                  </a:lnTo>
                  <a:lnTo>
                    <a:pt x="47" y="40"/>
                  </a:lnTo>
                  <a:lnTo>
                    <a:pt x="39" y="0"/>
                  </a:lnTo>
                  <a:lnTo>
                    <a:pt x="31" y="0"/>
                  </a:lnTo>
                  <a:lnTo>
                    <a:pt x="23" y="0"/>
                  </a:lnTo>
                  <a:lnTo>
                    <a:pt x="0" y="0"/>
                  </a:lnTo>
                  <a:lnTo>
                    <a:pt x="0" y="8"/>
                  </a:lnTo>
                  <a:close/>
                </a:path>
              </a:pathLst>
            </a:custGeom>
            <a:solidFill>
              <a:srgbClr val="000000"/>
            </a:solidFill>
            <a:ln w="9525">
              <a:solidFill>
                <a:schemeClr val="tx1"/>
              </a:solidFill>
              <a:round/>
              <a:headEnd/>
              <a:tailEnd/>
            </a:ln>
          </p:spPr>
          <p:txBody>
            <a:bodyPr/>
            <a:lstStyle/>
            <a:p>
              <a:endParaRPr lang="zh-CN" altLang="en-US"/>
            </a:p>
          </p:txBody>
        </p:sp>
        <p:sp>
          <p:nvSpPr>
            <p:cNvPr id="35894" name="Freeform 12">
              <a:extLst>
                <a:ext uri="{FF2B5EF4-FFF2-40B4-BE49-F238E27FC236}">
                  <a16:creationId xmlns:a16="http://schemas.microsoft.com/office/drawing/2014/main" id="{E453A4C2-8F8D-46C1-92A6-53DC9F45CC3B}"/>
                </a:ext>
              </a:extLst>
            </p:cNvPr>
            <p:cNvSpPr>
              <a:spLocks/>
            </p:cNvSpPr>
            <p:nvPr/>
          </p:nvSpPr>
          <p:spPr bwMode="auto">
            <a:xfrm>
              <a:off x="1235" y="1087"/>
              <a:ext cx="100" cy="58"/>
            </a:xfrm>
            <a:custGeom>
              <a:avLst/>
              <a:gdLst>
                <a:gd name="T0" fmla="*/ 1 w 150"/>
                <a:gd name="T1" fmla="*/ 1 h 110"/>
                <a:gd name="T2" fmla="*/ 0 w 150"/>
                <a:gd name="T3" fmla="*/ 1 h 110"/>
                <a:gd name="T4" fmla="*/ 0 w 150"/>
                <a:gd name="T5" fmla="*/ 1 h 110"/>
                <a:gd name="T6" fmla="*/ 1 w 150"/>
                <a:gd name="T7" fmla="*/ 1 h 110"/>
                <a:gd name="T8" fmla="*/ 1 w 150"/>
                <a:gd name="T9" fmla="*/ 1 h 110"/>
                <a:gd name="T10" fmla="*/ 1 w 150"/>
                <a:gd name="T11" fmla="*/ 1 h 110"/>
                <a:gd name="T12" fmla="*/ 1 w 150"/>
                <a:gd name="T13" fmla="*/ 1 h 110"/>
                <a:gd name="T14" fmla="*/ 1 w 150"/>
                <a:gd name="T15" fmla="*/ 1 h 110"/>
                <a:gd name="T16" fmla="*/ 1 w 150"/>
                <a:gd name="T17" fmla="*/ 1 h 110"/>
                <a:gd name="T18" fmla="*/ 1 w 150"/>
                <a:gd name="T19" fmla="*/ 1 h 110"/>
                <a:gd name="T20" fmla="*/ 1 w 150"/>
                <a:gd name="T21" fmla="*/ 0 h 110"/>
                <a:gd name="T22" fmla="*/ 1 w 150"/>
                <a:gd name="T23" fmla="*/ 0 h 110"/>
                <a:gd name="T24" fmla="*/ 1 w 150"/>
                <a:gd name="T25" fmla="*/ 1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0" h="110">
                  <a:moveTo>
                    <a:pt x="63" y="47"/>
                  </a:moveTo>
                  <a:lnTo>
                    <a:pt x="0" y="47"/>
                  </a:lnTo>
                  <a:lnTo>
                    <a:pt x="0" y="63"/>
                  </a:lnTo>
                  <a:lnTo>
                    <a:pt x="63" y="63"/>
                  </a:lnTo>
                  <a:lnTo>
                    <a:pt x="63" y="110"/>
                  </a:lnTo>
                  <a:lnTo>
                    <a:pt x="87" y="110"/>
                  </a:lnTo>
                  <a:lnTo>
                    <a:pt x="87" y="63"/>
                  </a:lnTo>
                  <a:lnTo>
                    <a:pt x="150" y="63"/>
                  </a:lnTo>
                  <a:lnTo>
                    <a:pt x="150" y="47"/>
                  </a:lnTo>
                  <a:lnTo>
                    <a:pt x="87" y="47"/>
                  </a:lnTo>
                  <a:lnTo>
                    <a:pt x="87" y="0"/>
                  </a:lnTo>
                  <a:lnTo>
                    <a:pt x="63" y="0"/>
                  </a:lnTo>
                  <a:lnTo>
                    <a:pt x="63" y="47"/>
                  </a:lnTo>
                  <a:close/>
                </a:path>
              </a:pathLst>
            </a:custGeom>
            <a:solidFill>
              <a:srgbClr val="000000"/>
            </a:solidFill>
            <a:ln w="9525">
              <a:solidFill>
                <a:schemeClr val="tx1"/>
              </a:solidFill>
              <a:round/>
              <a:headEnd/>
              <a:tailEnd/>
            </a:ln>
          </p:spPr>
          <p:txBody>
            <a:bodyPr/>
            <a:lstStyle/>
            <a:p>
              <a:endParaRPr lang="zh-CN" altLang="en-US"/>
            </a:p>
          </p:txBody>
        </p:sp>
        <p:sp>
          <p:nvSpPr>
            <p:cNvPr id="35895" name="Rectangle 13">
              <a:extLst>
                <a:ext uri="{FF2B5EF4-FFF2-40B4-BE49-F238E27FC236}">
                  <a16:creationId xmlns:a16="http://schemas.microsoft.com/office/drawing/2014/main" id="{9F8154E6-D45C-418E-A1DE-737DB014F947}"/>
                </a:ext>
              </a:extLst>
            </p:cNvPr>
            <p:cNvSpPr>
              <a:spLocks noChangeArrowheads="1"/>
            </p:cNvSpPr>
            <p:nvPr/>
          </p:nvSpPr>
          <p:spPr bwMode="auto">
            <a:xfrm>
              <a:off x="1229" y="1784"/>
              <a:ext cx="101" cy="8"/>
            </a:xfrm>
            <a:prstGeom prst="rect">
              <a:avLst/>
            </a:prstGeom>
            <a:solidFill>
              <a:srgbClr val="000000"/>
            </a:solidFill>
            <a:ln w="9525">
              <a:solidFill>
                <a:schemeClr val="tx1"/>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35896" name="Freeform 14">
              <a:extLst>
                <a:ext uri="{FF2B5EF4-FFF2-40B4-BE49-F238E27FC236}">
                  <a16:creationId xmlns:a16="http://schemas.microsoft.com/office/drawing/2014/main" id="{1B67FAC8-4264-4693-BD87-39597EE4CCD5}"/>
                </a:ext>
              </a:extLst>
            </p:cNvPr>
            <p:cNvSpPr>
              <a:spLocks/>
            </p:cNvSpPr>
            <p:nvPr/>
          </p:nvSpPr>
          <p:spPr bwMode="auto">
            <a:xfrm>
              <a:off x="653" y="1029"/>
              <a:ext cx="587" cy="1"/>
            </a:xfrm>
            <a:custGeom>
              <a:avLst/>
              <a:gdLst>
                <a:gd name="T0" fmla="*/ 5 w 876"/>
                <a:gd name="T1" fmla="*/ 0 h 1"/>
                <a:gd name="T2" fmla="*/ 0 w 876"/>
                <a:gd name="T3" fmla="*/ 0 h 1"/>
                <a:gd name="T4" fmla="*/ 5 w 876"/>
                <a:gd name="T5" fmla="*/ 0 h 1"/>
                <a:gd name="T6" fmla="*/ 5 w 876"/>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76" h="1">
                  <a:moveTo>
                    <a:pt x="876" y="0"/>
                  </a:moveTo>
                  <a:lnTo>
                    <a:pt x="0" y="0"/>
                  </a:lnTo>
                  <a:lnTo>
                    <a:pt x="876" y="0"/>
                  </a:lnTo>
                  <a:close/>
                </a:path>
              </a:pathLst>
            </a:custGeom>
            <a:solidFill>
              <a:srgbClr val="000000"/>
            </a:solidFill>
            <a:ln w="9525">
              <a:solidFill>
                <a:schemeClr val="tx1"/>
              </a:solidFill>
              <a:round/>
              <a:headEnd/>
              <a:tailEnd/>
            </a:ln>
          </p:spPr>
          <p:txBody>
            <a:bodyPr/>
            <a:lstStyle/>
            <a:p>
              <a:endParaRPr lang="zh-CN" altLang="en-US"/>
            </a:p>
          </p:txBody>
        </p:sp>
        <p:sp>
          <p:nvSpPr>
            <p:cNvPr id="35897" name="Freeform 15">
              <a:extLst>
                <a:ext uri="{FF2B5EF4-FFF2-40B4-BE49-F238E27FC236}">
                  <a16:creationId xmlns:a16="http://schemas.microsoft.com/office/drawing/2014/main" id="{5789CE3C-2FA1-46E6-8D68-D64C48C66E26}"/>
                </a:ext>
              </a:extLst>
            </p:cNvPr>
            <p:cNvSpPr>
              <a:spLocks noEditPoints="1"/>
            </p:cNvSpPr>
            <p:nvPr/>
          </p:nvSpPr>
          <p:spPr bwMode="auto">
            <a:xfrm>
              <a:off x="653" y="1029"/>
              <a:ext cx="0" cy="842"/>
            </a:xfrm>
            <a:custGeom>
              <a:avLst/>
              <a:gdLst>
                <a:gd name="T0" fmla="*/ 0 h 1608"/>
                <a:gd name="T1" fmla="*/ 1 h 1608"/>
                <a:gd name="T2" fmla="*/ 0 h 1608"/>
                <a:gd name="T3" fmla="*/ 0 h 1608"/>
                <a:gd name="T4" fmla="*/ 0 h 1608"/>
                <a:gd name="T5" fmla="*/ 0 h 1608"/>
                <a:gd name="T6" fmla="*/ 0 h 1608"/>
                <a:gd name="T7" fmla="*/ 0 60000 65536"/>
                <a:gd name="T8" fmla="*/ 0 60000 65536"/>
                <a:gd name="T9" fmla="*/ 0 60000 65536"/>
                <a:gd name="T10" fmla="*/ 0 60000 65536"/>
                <a:gd name="T11" fmla="*/ 0 60000 65536"/>
                <a:gd name="T12" fmla="*/ 0 60000 65536"/>
                <a:gd name="T13" fmla="*/ 0 60000 65536"/>
              </a:gdLst>
              <a:ahLst/>
              <a:cxnLst>
                <a:cxn ang="T7">
                  <a:pos x="0" y="T0"/>
                </a:cxn>
                <a:cxn ang="T8">
                  <a:pos x="0" y="T1"/>
                </a:cxn>
                <a:cxn ang="T9">
                  <a:pos x="0" y="T2"/>
                </a:cxn>
                <a:cxn ang="T10">
                  <a:pos x="0" y="T3"/>
                </a:cxn>
                <a:cxn ang="T11">
                  <a:pos x="0" y="T4"/>
                </a:cxn>
                <a:cxn ang="T12">
                  <a:pos x="0" y="T5"/>
                </a:cxn>
                <a:cxn ang="T13">
                  <a:pos x="0" y="T6"/>
                </a:cxn>
              </a:cxnLst>
              <a:rect l="0" t="0" r="r" b="b"/>
              <a:pathLst>
                <a:path h="1608">
                  <a:moveTo>
                    <a:pt x="0" y="0"/>
                  </a:moveTo>
                  <a:lnTo>
                    <a:pt x="0" y="160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98" name="Freeform 16">
              <a:extLst>
                <a:ext uri="{FF2B5EF4-FFF2-40B4-BE49-F238E27FC236}">
                  <a16:creationId xmlns:a16="http://schemas.microsoft.com/office/drawing/2014/main" id="{07702424-EA10-4269-A702-FADCBB6D6F98}"/>
                </a:ext>
              </a:extLst>
            </p:cNvPr>
            <p:cNvSpPr>
              <a:spLocks noEditPoints="1"/>
            </p:cNvSpPr>
            <p:nvPr/>
          </p:nvSpPr>
          <p:spPr bwMode="auto">
            <a:xfrm>
              <a:off x="653" y="1871"/>
              <a:ext cx="587" cy="0"/>
            </a:xfrm>
            <a:custGeom>
              <a:avLst/>
              <a:gdLst>
                <a:gd name="T0" fmla="*/ 0 w 876"/>
                <a:gd name="T1" fmla="*/ 5 w 876"/>
                <a:gd name="T2" fmla="*/ 0 w 876"/>
                <a:gd name="T3" fmla="*/ 0 w 876"/>
                <a:gd name="T4" fmla="*/ 0 w 876"/>
                <a:gd name="T5" fmla="*/ 0 w 876"/>
                <a:gd name="T6" fmla="*/ 0 w 876"/>
                <a:gd name="T7" fmla="*/ 0 60000 65536"/>
                <a:gd name="T8" fmla="*/ 0 60000 65536"/>
                <a:gd name="T9" fmla="*/ 0 60000 65536"/>
                <a:gd name="T10" fmla="*/ 0 60000 65536"/>
                <a:gd name="T11" fmla="*/ 0 60000 65536"/>
                <a:gd name="T12" fmla="*/ 0 60000 65536"/>
                <a:gd name="T13" fmla="*/ 0 60000 65536"/>
              </a:gdLst>
              <a:ahLst/>
              <a:cxnLst>
                <a:cxn ang="T7">
                  <a:pos x="T0" y="0"/>
                </a:cxn>
                <a:cxn ang="T8">
                  <a:pos x="T1" y="0"/>
                </a:cxn>
                <a:cxn ang="T9">
                  <a:pos x="T2" y="0"/>
                </a:cxn>
                <a:cxn ang="T10">
                  <a:pos x="T3" y="0"/>
                </a:cxn>
                <a:cxn ang="T11">
                  <a:pos x="T4" y="0"/>
                </a:cxn>
                <a:cxn ang="T12">
                  <a:pos x="T5" y="0"/>
                </a:cxn>
                <a:cxn ang="T13">
                  <a:pos x="T6" y="0"/>
                </a:cxn>
              </a:cxnLst>
              <a:rect l="0" t="0" r="r" b="b"/>
              <a:pathLst>
                <a:path w="876">
                  <a:moveTo>
                    <a:pt x="0" y="0"/>
                  </a:moveTo>
                  <a:lnTo>
                    <a:pt x="876"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99" name="Freeform 17">
              <a:extLst>
                <a:ext uri="{FF2B5EF4-FFF2-40B4-BE49-F238E27FC236}">
                  <a16:creationId xmlns:a16="http://schemas.microsoft.com/office/drawing/2014/main" id="{3C4F51C7-0F19-4149-8DDE-0277311C841A}"/>
                </a:ext>
              </a:extLst>
            </p:cNvPr>
            <p:cNvSpPr>
              <a:spLocks/>
            </p:cNvSpPr>
            <p:nvPr/>
          </p:nvSpPr>
          <p:spPr bwMode="auto">
            <a:xfrm>
              <a:off x="1240" y="1005"/>
              <a:ext cx="90" cy="53"/>
            </a:xfrm>
            <a:custGeom>
              <a:avLst/>
              <a:gdLst>
                <a:gd name="T0" fmla="*/ 1 w 134"/>
                <a:gd name="T1" fmla="*/ 1 h 102"/>
                <a:gd name="T2" fmla="*/ 1 w 134"/>
                <a:gd name="T3" fmla="*/ 1 h 102"/>
                <a:gd name="T4" fmla="*/ 1 w 134"/>
                <a:gd name="T5" fmla="*/ 1 h 102"/>
                <a:gd name="T6" fmla="*/ 1 w 134"/>
                <a:gd name="T7" fmla="*/ 1 h 102"/>
                <a:gd name="T8" fmla="*/ 1 w 134"/>
                <a:gd name="T9" fmla="*/ 1 h 102"/>
                <a:gd name="T10" fmla="*/ 1 w 134"/>
                <a:gd name="T11" fmla="*/ 1 h 102"/>
                <a:gd name="T12" fmla="*/ 1 w 134"/>
                <a:gd name="T13" fmla="*/ 1 h 102"/>
                <a:gd name="T14" fmla="*/ 1 w 134"/>
                <a:gd name="T15" fmla="*/ 1 h 102"/>
                <a:gd name="T16" fmla="*/ 1 w 134"/>
                <a:gd name="T17" fmla="*/ 0 h 102"/>
                <a:gd name="T18" fmla="*/ 1 w 134"/>
                <a:gd name="T19" fmla="*/ 1 h 102"/>
                <a:gd name="T20" fmla="*/ 1 w 134"/>
                <a:gd name="T21" fmla="*/ 1 h 102"/>
                <a:gd name="T22" fmla="*/ 1 w 134"/>
                <a:gd name="T23" fmla="*/ 1 h 102"/>
                <a:gd name="T24" fmla="*/ 0 w 134"/>
                <a:gd name="T25" fmla="*/ 1 h 102"/>
                <a:gd name="T26" fmla="*/ 1 w 134"/>
                <a:gd name="T27" fmla="*/ 1 h 102"/>
                <a:gd name="T28" fmla="*/ 1 w 134"/>
                <a:gd name="T29" fmla="*/ 1 h 102"/>
                <a:gd name="T30" fmla="*/ 1 w 134"/>
                <a:gd name="T31" fmla="*/ 1 h 102"/>
                <a:gd name="T32" fmla="*/ 1 w 134"/>
                <a:gd name="T33" fmla="*/ 1 h 102"/>
                <a:gd name="T34" fmla="*/ 1 w 134"/>
                <a:gd name="T35" fmla="*/ 1 h 1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4" h="102">
                  <a:moveTo>
                    <a:pt x="63" y="102"/>
                  </a:moveTo>
                  <a:lnTo>
                    <a:pt x="94" y="102"/>
                  </a:lnTo>
                  <a:lnTo>
                    <a:pt x="110" y="87"/>
                  </a:lnTo>
                  <a:lnTo>
                    <a:pt x="126" y="71"/>
                  </a:lnTo>
                  <a:lnTo>
                    <a:pt x="134" y="47"/>
                  </a:lnTo>
                  <a:lnTo>
                    <a:pt x="126" y="31"/>
                  </a:lnTo>
                  <a:lnTo>
                    <a:pt x="110" y="16"/>
                  </a:lnTo>
                  <a:lnTo>
                    <a:pt x="94" y="8"/>
                  </a:lnTo>
                  <a:lnTo>
                    <a:pt x="63" y="0"/>
                  </a:lnTo>
                  <a:lnTo>
                    <a:pt x="39" y="8"/>
                  </a:lnTo>
                  <a:lnTo>
                    <a:pt x="23" y="16"/>
                  </a:lnTo>
                  <a:lnTo>
                    <a:pt x="8" y="31"/>
                  </a:lnTo>
                  <a:lnTo>
                    <a:pt x="0" y="47"/>
                  </a:lnTo>
                  <a:lnTo>
                    <a:pt x="8" y="71"/>
                  </a:lnTo>
                  <a:lnTo>
                    <a:pt x="23" y="87"/>
                  </a:lnTo>
                  <a:lnTo>
                    <a:pt x="39" y="102"/>
                  </a:lnTo>
                  <a:lnTo>
                    <a:pt x="63" y="102"/>
                  </a:lnTo>
                  <a:close/>
                </a:path>
              </a:pathLst>
            </a:custGeom>
            <a:solidFill>
              <a:srgbClr val="FFFFFF"/>
            </a:solidFill>
            <a:ln w="9525">
              <a:solidFill>
                <a:schemeClr val="tx1"/>
              </a:solidFill>
              <a:round/>
              <a:headEnd/>
              <a:tailEnd/>
            </a:ln>
          </p:spPr>
          <p:txBody>
            <a:bodyPr/>
            <a:lstStyle/>
            <a:p>
              <a:endParaRPr lang="zh-CN" altLang="en-US"/>
            </a:p>
          </p:txBody>
        </p:sp>
        <p:sp>
          <p:nvSpPr>
            <p:cNvPr id="35900" name="Freeform 18">
              <a:extLst>
                <a:ext uri="{FF2B5EF4-FFF2-40B4-BE49-F238E27FC236}">
                  <a16:creationId xmlns:a16="http://schemas.microsoft.com/office/drawing/2014/main" id="{BD75F9EE-18E8-4E70-9A16-7931F9C46D20}"/>
                </a:ext>
              </a:extLst>
            </p:cNvPr>
            <p:cNvSpPr>
              <a:spLocks/>
            </p:cNvSpPr>
            <p:nvPr/>
          </p:nvSpPr>
          <p:spPr bwMode="auto">
            <a:xfrm>
              <a:off x="1282" y="1029"/>
              <a:ext cx="48" cy="29"/>
            </a:xfrm>
            <a:custGeom>
              <a:avLst/>
              <a:gdLst>
                <a:gd name="T0" fmla="*/ 0 w 71"/>
                <a:gd name="T1" fmla="*/ 1 h 55"/>
                <a:gd name="T2" fmla="*/ 1 w 71"/>
                <a:gd name="T3" fmla="*/ 1 h 55"/>
                <a:gd name="T4" fmla="*/ 1 w 71"/>
                <a:gd name="T5" fmla="*/ 1 h 55"/>
                <a:gd name="T6" fmla="*/ 1 w 71"/>
                <a:gd name="T7" fmla="*/ 1 h 55"/>
                <a:gd name="T8" fmla="*/ 1 w 71"/>
                <a:gd name="T9" fmla="*/ 0 h 55"/>
                <a:gd name="T10" fmla="*/ 1 w 71"/>
                <a:gd name="T11" fmla="*/ 0 h 55"/>
                <a:gd name="T12" fmla="*/ 1 w 71"/>
                <a:gd name="T13" fmla="*/ 1 h 55"/>
                <a:gd name="T14" fmla="*/ 1 w 71"/>
                <a:gd name="T15" fmla="*/ 1 h 55"/>
                <a:gd name="T16" fmla="*/ 1 w 71"/>
                <a:gd name="T17" fmla="*/ 1 h 55"/>
                <a:gd name="T18" fmla="*/ 0 w 71"/>
                <a:gd name="T19" fmla="*/ 1 h 55"/>
                <a:gd name="T20" fmla="*/ 0 w 71"/>
                <a:gd name="T21" fmla="*/ 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1" h="55">
                  <a:moveTo>
                    <a:pt x="0" y="55"/>
                  </a:moveTo>
                  <a:lnTo>
                    <a:pt x="31" y="55"/>
                  </a:lnTo>
                  <a:lnTo>
                    <a:pt x="47" y="40"/>
                  </a:lnTo>
                  <a:lnTo>
                    <a:pt x="63" y="24"/>
                  </a:lnTo>
                  <a:lnTo>
                    <a:pt x="71" y="0"/>
                  </a:lnTo>
                  <a:lnTo>
                    <a:pt x="63" y="24"/>
                  </a:lnTo>
                  <a:lnTo>
                    <a:pt x="47" y="40"/>
                  </a:lnTo>
                  <a:lnTo>
                    <a:pt x="31" y="55"/>
                  </a:lnTo>
                  <a:lnTo>
                    <a:pt x="0" y="55"/>
                  </a:lnTo>
                  <a:close/>
                </a:path>
              </a:pathLst>
            </a:custGeom>
            <a:solidFill>
              <a:srgbClr val="000000"/>
            </a:solidFill>
            <a:ln w="9525">
              <a:solidFill>
                <a:schemeClr val="tx1"/>
              </a:solidFill>
              <a:round/>
              <a:headEnd/>
              <a:tailEnd/>
            </a:ln>
          </p:spPr>
          <p:txBody>
            <a:bodyPr/>
            <a:lstStyle/>
            <a:p>
              <a:endParaRPr lang="zh-CN" altLang="en-US"/>
            </a:p>
          </p:txBody>
        </p:sp>
        <p:sp>
          <p:nvSpPr>
            <p:cNvPr id="35901" name="Freeform 19">
              <a:extLst>
                <a:ext uri="{FF2B5EF4-FFF2-40B4-BE49-F238E27FC236}">
                  <a16:creationId xmlns:a16="http://schemas.microsoft.com/office/drawing/2014/main" id="{8F12626B-6247-46C6-9514-28DD6CDEA72D}"/>
                </a:ext>
              </a:extLst>
            </p:cNvPr>
            <p:cNvSpPr>
              <a:spLocks noEditPoints="1"/>
            </p:cNvSpPr>
            <p:nvPr/>
          </p:nvSpPr>
          <p:spPr bwMode="auto">
            <a:xfrm>
              <a:off x="1282" y="1005"/>
              <a:ext cx="48" cy="24"/>
            </a:xfrm>
            <a:custGeom>
              <a:avLst/>
              <a:gdLst>
                <a:gd name="T0" fmla="*/ 1 w 71"/>
                <a:gd name="T1" fmla="*/ 1 h 47"/>
                <a:gd name="T2" fmla="*/ 1 w 71"/>
                <a:gd name="T3" fmla="*/ 1 h 47"/>
                <a:gd name="T4" fmla="*/ 1 w 71"/>
                <a:gd name="T5" fmla="*/ 1 h 47"/>
                <a:gd name="T6" fmla="*/ 1 w 71"/>
                <a:gd name="T7" fmla="*/ 1 h 47"/>
                <a:gd name="T8" fmla="*/ 0 w 71"/>
                <a:gd name="T9" fmla="*/ 0 h 47"/>
                <a:gd name="T10" fmla="*/ 0 w 71"/>
                <a:gd name="T11" fmla="*/ 0 h 47"/>
                <a:gd name="T12" fmla="*/ 1 w 71"/>
                <a:gd name="T13" fmla="*/ 1 h 47"/>
                <a:gd name="T14" fmla="*/ 1 w 71"/>
                <a:gd name="T15" fmla="*/ 1 h 47"/>
                <a:gd name="T16" fmla="*/ 1 w 71"/>
                <a:gd name="T17" fmla="*/ 1 h 47"/>
                <a:gd name="T18" fmla="*/ 1 w 71"/>
                <a:gd name="T19" fmla="*/ 1 h 47"/>
                <a:gd name="T20" fmla="*/ 1 w 71"/>
                <a:gd name="T21" fmla="*/ 1 h 47"/>
                <a:gd name="T22" fmla="*/ 1 w 71"/>
                <a:gd name="T23" fmla="*/ 1 h 47"/>
                <a:gd name="T24" fmla="*/ 1 w 71"/>
                <a:gd name="T25" fmla="*/ 1 h 47"/>
                <a:gd name="T26" fmla="*/ 1 w 71"/>
                <a:gd name="T27" fmla="*/ 1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1" h="47">
                  <a:moveTo>
                    <a:pt x="71" y="47"/>
                  </a:moveTo>
                  <a:lnTo>
                    <a:pt x="63" y="31"/>
                  </a:lnTo>
                  <a:lnTo>
                    <a:pt x="47" y="16"/>
                  </a:lnTo>
                  <a:lnTo>
                    <a:pt x="31" y="8"/>
                  </a:lnTo>
                  <a:lnTo>
                    <a:pt x="0" y="0"/>
                  </a:lnTo>
                  <a:lnTo>
                    <a:pt x="31" y="8"/>
                  </a:lnTo>
                  <a:lnTo>
                    <a:pt x="47" y="16"/>
                  </a:lnTo>
                  <a:lnTo>
                    <a:pt x="63" y="31"/>
                  </a:lnTo>
                  <a:lnTo>
                    <a:pt x="71" y="47"/>
                  </a:lnTo>
                  <a:close/>
                  <a:moveTo>
                    <a:pt x="71" y="47"/>
                  </a:moveTo>
                  <a:lnTo>
                    <a:pt x="71" y="47"/>
                  </a:lnTo>
                  <a:close/>
                </a:path>
              </a:pathLst>
            </a:custGeom>
            <a:solidFill>
              <a:srgbClr val="000000"/>
            </a:solidFill>
            <a:ln w="9525">
              <a:solidFill>
                <a:schemeClr val="tx1"/>
              </a:solidFill>
              <a:round/>
              <a:headEnd/>
              <a:tailEnd/>
            </a:ln>
          </p:spPr>
          <p:txBody>
            <a:bodyPr/>
            <a:lstStyle/>
            <a:p>
              <a:endParaRPr lang="zh-CN" altLang="en-US"/>
            </a:p>
          </p:txBody>
        </p:sp>
        <p:sp>
          <p:nvSpPr>
            <p:cNvPr id="35902" name="Freeform 20">
              <a:extLst>
                <a:ext uri="{FF2B5EF4-FFF2-40B4-BE49-F238E27FC236}">
                  <a16:creationId xmlns:a16="http://schemas.microsoft.com/office/drawing/2014/main" id="{B94BFA13-8A6E-4678-AD3F-D180B687E268}"/>
                </a:ext>
              </a:extLst>
            </p:cNvPr>
            <p:cNvSpPr>
              <a:spLocks noEditPoints="1"/>
            </p:cNvSpPr>
            <p:nvPr/>
          </p:nvSpPr>
          <p:spPr bwMode="auto">
            <a:xfrm>
              <a:off x="1240" y="1005"/>
              <a:ext cx="42" cy="24"/>
            </a:xfrm>
            <a:custGeom>
              <a:avLst/>
              <a:gdLst>
                <a:gd name="T0" fmla="*/ 1 w 63"/>
                <a:gd name="T1" fmla="*/ 0 h 47"/>
                <a:gd name="T2" fmla="*/ 1 w 63"/>
                <a:gd name="T3" fmla="*/ 1 h 47"/>
                <a:gd name="T4" fmla="*/ 1 w 63"/>
                <a:gd name="T5" fmla="*/ 1 h 47"/>
                <a:gd name="T6" fmla="*/ 1 w 63"/>
                <a:gd name="T7" fmla="*/ 1 h 47"/>
                <a:gd name="T8" fmla="*/ 0 w 63"/>
                <a:gd name="T9" fmla="*/ 1 h 47"/>
                <a:gd name="T10" fmla="*/ 0 w 63"/>
                <a:gd name="T11" fmla="*/ 1 h 47"/>
                <a:gd name="T12" fmla="*/ 1 w 63"/>
                <a:gd name="T13" fmla="*/ 1 h 47"/>
                <a:gd name="T14" fmla="*/ 1 w 63"/>
                <a:gd name="T15" fmla="*/ 1 h 47"/>
                <a:gd name="T16" fmla="*/ 1 w 63"/>
                <a:gd name="T17" fmla="*/ 1 h 47"/>
                <a:gd name="T18" fmla="*/ 1 w 63"/>
                <a:gd name="T19" fmla="*/ 0 h 47"/>
                <a:gd name="T20" fmla="*/ 1 w 63"/>
                <a:gd name="T21" fmla="*/ 0 h 47"/>
                <a:gd name="T22" fmla="*/ 1 w 63"/>
                <a:gd name="T23" fmla="*/ 0 h 47"/>
                <a:gd name="T24" fmla="*/ 1 w 63"/>
                <a:gd name="T25" fmla="*/ 0 h 47"/>
                <a:gd name="T26" fmla="*/ 1 w 63"/>
                <a:gd name="T27" fmla="*/ 0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47">
                  <a:moveTo>
                    <a:pt x="63" y="0"/>
                  </a:moveTo>
                  <a:lnTo>
                    <a:pt x="39" y="8"/>
                  </a:lnTo>
                  <a:lnTo>
                    <a:pt x="23" y="16"/>
                  </a:lnTo>
                  <a:lnTo>
                    <a:pt x="8" y="31"/>
                  </a:lnTo>
                  <a:lnTo>
                    <a:pt x="0" y="47"/>
                  </a:lnTo>
                  <a:lnTo>
                    <a:pt x="8" y="31"/>
                  </a:lnTo>
                  <a:lnTo>
                    <a:pt x="23" y="16"/>
                  </a:lnTo>
                  <a:lnTo>
                    <a:pt x="39" y="8"/>
                  </a:lnTo>
                  <a:lnTo>
                    <a:pt x="63" y="0"/>
                  </a:lnTo>
                  <a:close/>
                  <a:moveTo>
                    <a:pt x="63" y="0"/>
                  </a:moveTo>
                  <a:lnTo>
                    <a:pt x="63" y="0"/>
                  </a:lnTo>
                  <a:close/>
                </a:path>
              </a:pathLst>
            </a:custGeom>
            <a:solidFill>
              <a:srgbClr val="000000"/>
            </a:solidFill>
            <a:ln w="9525">
              <a:solidFill>
                <a:schemeClr val="tx1"/>
              </a:solidFill>
              <a:round/>
              <a:headEnd/>
              <a:tailEnd/>
            </a:ln>
          </p:spPr>
          <p:txBody>
            <a:bodyPr/>
            <a:lstStyle/>
            <a:p>
              <a:endParaRPr lang="zh-CN" altLang="en-US"/>
            </a:p>
          </p:txBody>
        </p:sp>
        <p:sp>
          <p:nvSpPr>
            <p:cNvPr id="35903" name="Freeform 21">
              <a:extLst>
                <a:ext uri="{FF2B5EF4-FFF2-40B4-BE49-F238E27FC236}">
                  <a16:creationId xmlns:a16="http://schemas.microsoft.com/office/drawing/2014/main" id="{B81B362B-7C18-4288-BCA1-F1985FCE6029}"/>
                </a:ext>
              </a:extLst>
            </p:cNvPr>
            <p:cNvSpPr>
              <a:spLocks noEditPoints="1"/>
            </p:cNvSpPr>
            <p:nvPr/>
          </p:nvSpPr>
          <p:spPr bwMode="auto">
            <a:xfrm>
              <a:off x="1240" y="1029"/>
              <a:ext cx="42" cy="29"/>
            </a:xfrm>
            <a:custGeom>
              <a:avLst/>
              <a:gdLst>
                <a:gd name="T0" fmla="*/ 0 w 63"/>
                <a:gd name="T1" fmla="*/ 0 h 55"/>
                <a:gd name="T2" fmla="*/ 1 w 63"/>
                <a:gd name="T3" fmla="*/ 1 h 55"/>
                <a:gd name="T4" fmla="*/ 1 w 63"/>
                <a:gd name="T5" fmla="*/ 1 h 55"/>
                <a:gd name="T6" fmla="*/ 1 w 63"/>
                <a:gd name="T7" fmla="*/ 1 h 55"/>
                <a:gd name="T8" fmla="*/ 1 w 63"/>
                <a:gd name="T9" fmla="*/ 1 h 55"/>
                <a:gd name="T10" fmla="*/ 1 w 63"/>
                <a:gd name="T11" fmla="*/ 1 h 55"/>
                <a:gd name="T12" fmla="*/ 1 w 63"/>
                <a:gd name="T13" fmla="*/ 1 h 55"/>
                <a:gd name="T14" fmla="*/ 1 w 63"/>
                <a:gd name="T15" fmla="*/ 1 h 55"/>
                <a:gd name="T16" fmla="*/ 1 w 63"/>
                <a:gd name="T17" fmla="*/ 1 h 55"/>
                <a:gd name="T18" fmla="*/ 0 w 63"/>
                <a:gd name="T19" fmla="*/ 0 h 55"/>
                <a:gd name="T20" fmla="*/ 0 w 63"/>
                <a:gd name="T21" fmla="*/ 0 h 55"/>
                <a:gd name="T22" fmla="*/ 0 w 63"/>
                <a:gd name="T23" fmla="*/ 0 h 55"/>
                <a:gd name="T24" fmla="*/ 0 w 63"/>
                <a:gd name="T25" fmla="*/ 0 h 55"/>
                <a:gd name="T26" fmla="*/ 0 w 63"/>
                <a:gd name="T27" fmla="*/ 0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55">
                  <a:moveTo>
                    <a:pt x="0" y="0"/>
                  </a:moveTo>
                  <a:lnTo>
                    <a:pt x="8" y="24"/>
                  </a:lnTo>
                  <a:lnTo>
                    <a:pt x="23" y="40"/>
                  </a:lnTo>
                  <a:lnTo>
                    <a:pt x="39" y="55"/>
                  </a:lnTo>
                  <a:lnTo>
                    <a:pt x="63" y="55"/>
                  </a:lnTo>
                  <a:lnTo>
                    <a:pt x="39" y="55"/>
                  </a:lnTo>
                  <a:lnTo>
                    <a:pt x="23" y="40"/>
                  </a:lnTo>
                  <a:lnTo>
                    <a:pt x="8" y="24"/>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04" name="Freeform 22">
              <a:extLst>
                <a:ext uri="{FF2B5EF4-FFF2-40B4-BE49-F238E27FC236}">
                  <a16:creationId xmlns:a16="http://schemas.microsoft.com/office/drawing/2014/main" id="{10807B24-9A92-4284-8738-9F4116D66776}"/>
                </a:ext>
              </a:extLst>
            </p:cNvPr>
            <p:cNvSpPr>
              <a:spLocks/>
            </p:cNvSpPr>
            <p:nvPr/>
          </p:nvSpPr>
          <p:spPr bwMode="auto">
            <a:xfrm>
              <a:off x="1282" y="1058"/>
              <a:ext cx="1" cy="0"/>
            </a:xfrm>
            <a:custGeom>
              <a:avLst/>
              <a:gdLst>
                <a:gd name="T0" fmla="*/ 0 w 1"/>
                <a:gd name="T1" fmla="*/ 0 w 1"/>
                <a:gd name="T2" fmla="*/ 0 w 1"/>
                <a:gd name="T3" fmla="*/ 0 60000 65536"/>
                <a:gd name="T4" fmla="*/ 0 60000 65536"/>
                <a:gd name="T5" fmla="*/ 0 60000 65536"/>
              </a:gdLst>
              <a:ahLst/>
              <a:cxnLst>
                <a:cxn ang="T3">
                  <a:pos x="T0" y="0"/>
                </a:cxn>
                <a:cxn ang="T4">
                  <a:pos x="T1" y="0"/>
                </a:cxn>
                <a:cxn ang="T5">
                  <a:pos x="T2" y="0"/>
                </a:cxn>
              </a:cxnLst>
              <a:rect l="0" t="0" r="r" b="b"/>
              <a:pathLst>
                <a:path w="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05" name="Freeform 23">
              <a:extLst>
                <a:ext uri="{FF2B5EF4-FFF2-40B4-BE49-F238E27FC236}">
                  <a16:creationId xmlns:a16="http://schemas.microsoft.com/office/drawing/2014/main" id="{853590FA-61BF-497B-92A5-A597C66EEBA5}"/>
                </a:ext>
              </a:extLst>
            </p:cNvPr>
            <p:cNvSpPr>
              <a:spLocks/>
            </p:cNvSpPr>
            <p:nvPr/>
          </p:nvSpPr>
          <p:spPr bwMode="auto">
            <a:xfrm>
              <a:off x="1235" y="1845"/>
              <a:ext cx="89" cy="50"/>
            </a:xfrm>
            <a:custGeom>
              <a:avLst/>
              <a:gdLst>
                <a:gd name="T0" fmla="*/ 1 w 134"/>
                <a:gd name="T1" fmla="*/ 1 h 95"/>
                <a:gd name="T2" fmla="*/ 1 w 134"/>
                <a:gd name="T3" fmla="*/ 1 h 95"/>
                <a:gd name="T4" fmla="*/ 1 w 134"/>
                <a:gd name="T5" fmla="*/ 1 h 95"/>
                <a:gd name="T6" fmla="*/ 1 w 134"/>
                <a:gd name="T7" fmla="*/ 1 h 95"/>
                <a:gd name="T8" fmla="*/ 1 w 134"/>
                <a:gd name="T9" fmla="*/ 1 h 95"/>
                <a:gd name="T10" fmla="*/ 1 w 134"/>
                <a:gd name="T11" fmla="*/ 1 h 95"/>
                <a:gd name="T12" fmla="*/ 1 w 134"/>
                <a:gd name="T13" fmla="*/ 1 h 95"/>
                <a:gd name="T14" fmla="*/ 1 w 134"/>
                <a:gd name="T15" fmla="*/ 0 h 95"/>
                <a:gd name="T16" fmla="*/ 1 w 134"/>
                <a:gd name="T17" fmla="*/ 1 h 95"/>
                <a:gd name="T18" fmla="*/ 1 w 134"/>
                <a:gd name="T19" fmla="*/ 1 h 95"/>
                <a:gd name="T20" fmla="*/ 0 w 134"/>
                <a:gd name="T21" fmla="*/ 1 h 95"/>
                <a:gd name="T22" fmla="*/ 1 w 134"/>
                <a:gd name="T23" fmla="*/ 1 h 95"/>
                <a:gd name="T24" fmla="*/ 1 w 134"/>
                <a:gd name="T25" fmla="*/ 1 h 95"/>
                <a:gd name="T26" fmla="*/ 1 w 134"/>
                <a:gd name="T27" fmla="*/ 1 h 95"/>
                <a:gd name="T28" fmla="*/ 1 w 134"/>
                <a:gd name="T29" fmla="*/ 1 h 95"/>
                <a:gd name="T30" fmla="*/ 1 w 134"/>
                <a:gd name="T31" fmla="*/ 1 h 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4" h="95">
                  <a:moveTo>
                    <a:pt x="63" y="95"/>
                  </a:moveTo>
                  <a:lnTo>
                    <a:pt x="95" y="95"/>
                  </a:lnTo>
                  <a:lnTo>
                    <a:pt x="110" y="79"/>
                  </a:lnTo>
                  <a:lnTo>
                    <a:pt x="126" y="63"/>
                  </a:lnTo>
                  <a:lnTo>
                    <a:pt x="134" y="48"/>
                  </a:lnTo>
                  <a:lnTo>
                    <a:pt x="126" y="24"/>
                  </a:lnTo>
                  <a:lnTo>
                    <a:pt x="110" y="16"/>
                  </a:lnTo>
                  <a:lnTo>
                    <a:pt x="63" y="0"/>
                  </a:lnTo>
                  <a:lnTo>
                    <a:pt x="24" y="16"/>
                  </a:lnTo>
                  <a:lnTo>
                    <a:pt x="8" y="24"/>
                  </a:lnTo>
                  <a:lnTo>
                    <a:pt x="0" y="48"/>
                  </a:lnTo>
                  <a:lnTo>
                    <a:pt x="8" y="63"/>
                  </a:lnTo>
                  <a:lnTo>
                    <a:pt x="24" y="79"/>
                  </a:lnTo>
                  <a:lnTo>
                    <a:pt x="39" y="95"/>
                  </a:lnTo>
                  <a:lnTo>
                    <a:pt x="63" y="95"/>
                  </a:lnTo>
                  <a:close/>
                </a:path>
              </a:pathLst>
            </a:custGeom>
            <a:solidFill>
              <a:srgbClr val="FFFFFF"/>
            </a:solidFill>
            <a:ln w="9525">
              <a:solidFill>
                <a:schemeClr val="tx1"/>
              </a:solidFill>
              <a:round/>
              <a:headEnd/>
              <a:tailEnd/>
            </a:ln>
          </p:spPr>
          <p:txBody>
            <a:bodyPr/>
            <a:lstStyle/>
            <a:p>
              <a:endParaRPr lang="zh-CN" altLang="en-US"/>
            </a:p>
          </p:txBody>
        </p:sp>
        <p:sp>
          <p:nvSpPr>
            <p:cNvPr id="35906" name="Freeform 24">
              <a:extLst>
                <a:ext uri="{FF2B5EF4-FFF2-40B4-BE49-F238E27FC236}">
                  <a16:creationId xmlns:a16="http://schemas.microsoft.com/office/drawing/2014/main" id="{BA3480BB-6EA7-4803-BB4D-83A257D9A978}"/>
                </a:ext>
              </a:extLst>
            </p:cNvPr>
            <p:cNvSpPr>
              <a:spLocks/>
            </p:cNvSpPr>
            <p:nvPr/>
          </p:nvSpPr>
          <p:spPr bwMode="auto">
            <a:xfrm>
              <a:off x="1277" y="1871"/>
              <a:ext cx="47" cy="24"/>
            </a:xfrm>
            <a:custGeom>
              <a:avLst/>
              <a:gdLst>
                <a:gd name="T0" fmla="*/ 0 w 71"/>
                <a:gd name="T1" fmla="*/ 1 h 47"/>
                <a:gd name="T2" fmla="*/ 1 w 71"/>
                <a:gd name="T3" fmla="*/ 1 h 47"/>
                <a:gd name="T4" fmla="*/ 1 w 71"/>
                <a:gd name="T5" fmla="*/ 1 h 47"/>
                <a:gd name="T6" fmla="*/ 1 w 71"/>
                <a:gd name="T7" fmla="*/ 1 h 47"/>
                <a:gd name="T8" fmla="*/ 1 w 71"/>
                <a:gd name="T9" fmla="*/ 0 h 47"/>
                <a:gd name="T10" fmla="*/ 1 w 71"/>
                <a:gd name="T11" fmla="*/ 0 h 47"/>
                <a:gd name="T12" fmla="*/ 1 w 71"/>
                <a:gd name="T13" fmla="*/ 1 h 47"/>
                <a:gd name="T14" fmla="*/ 1 w 71"/>
                <a:gd name="T15" fmla="*/ 1 h 47"/>
                <a:gd name="T16" fmla="*/ 1 w 71"/>
                <a:gd name="T17" fmla="*/ 1 h 47"/>
                <a:gd name="T18" fmla="*/ 0 w 71"/>
                <a:gd name="T19" fmla="*/ 1 h 47"/>
                <a:gd name="T20" fmla="*/ 0 w 71"/>
                <a:gd name="T21" fmla="*/ 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1" h="47">
                  <a:moveTo>
                    <a:pt x="0" y="47"/>
                  </a:moveTo>
                  <a:lnTo>
                    <a:pt x="32" y="47"/>
                  </a:lnTo>
                  <a:lnTo>
                    <a:pt x="47" y="31"/>
                  </a:lnTo>
                  <a:lnTo>
                    <a:pt x="63" y="15"/>
                  </a:lnTo>
                  <a:lnTo>
                    <a:pt x="71" y="0"/>
                  </a:lnTo>
                  <a:lnTo>
                    <a:pt x="63" y="15"/>
                  </a:lnTo>
                  <a:lnTo>
                    <a:pt x="47" y="31"/>
                  </a:lnTo>
                  <a:lnTo>
                    <a:pt x="32" y="47"/>
                  </a:lnTo>
                  <a:lnTo>
                    <a:pt x="0" y="47"/>
                  </a:lnTo>
                  <a:close/>
                </a:path>
              </a:pathLst>
            </a:custGeom>
            <a:solidFill>
              <a:srgbClr val="000000"/>
            </a:solidFill>
            <a:ln w="9525">
              <a:solidFill>
                <a:schemeClr val="tx1"/>
              </a:solidFill>
              <a:round/>
              <a:headEnd/>
              <a:tailEnd/>
            </a:ln>
          </p:spPr>
          <p:txBody>
            <a:bodyPr/>
            <a:lstStyle/>
            <a:p>
              <a:endParaRPr lang="zh-CN" altLang="en-US"/>
            </a:p>
          </p:txBody>
        </p:sp>
        <p:sp>
          <p:nvSpPr>
            <p:cNvPr id="35907" name="Freeform 25">
              <a:extLst>
                <a:ext uri="{FF2B5EF4-FFF2-40B4-BE49-F238E27FC236}">
                  <a16:creationId xmlns:a16="http://schemas.microsoft.com/office/drawing/2014/main" id="{6C226E43-6FE9-473C-A66E-68CABD86DC3C}"/>
                </a:ext>
              </a:extLst>
            </p:cNvPr>
            <p:cNvSpPr>
              <a:spLocks noEditPoints="1"/>
            </p:cNvSpPr>
            <p:nvPr/>
          </p:nvSpPr>
          <p:spPr bwMode="auto">
            <a:xfrm>
              <a:off x="1277" y="1845"/>
              <a:ext cx="47" cy="26"/>
            </a:xfrm>
            <a:custGeom>
              <a:avLst/>
              <a:gdLst>
                <a:gd name="T0" fmla="*/ 1 w 71"/>
                <a:gd name="T1" fmla="*/ 1 h 48"/>
                <a:gd name="T2" fmla="*/ 1 w 71"/>
                <a:gd name="T3" fmla="*/ 1 h 48"/>
                <a:gd name="T4" fmla="*/ 1 w 71"/>
                <a:gd name="T5" fmla="*/ 1 h 48"/>
                <a:gd name="T6" fmla="*/ 0 w 71"/>
                <a:gd name="T7" fmla="*/ 0 h 48"/>
                <a:gd name="T8" fmla="*/ 0 w 71"/>
                <a:gd name="T9" fmla="*/ 0 h 48"/>
                <a:gd name="T10" fmla="*/ 1 w 71"/>
                <a:gd name="T11" fmla="*/ 1 h 48"/>
                <a:gd name="T12" fmla="*/ 1 w 71"/>
                <a:gd name="T13" fmla="*/ 1 h 48"/>
                <a:gd name="T14" fmla="*/ 1 w 71"/>
                <a:gd name="T15" fmla="*/ 1 h 48"/>
                <a:gd name="T16" fmla="*/ 1 w 71"/>
                <a:gd name="T17" fmla="*/ 1 h 48"/>
                <a:gd name="T18" fmla="*/ 1 w 71"/>
                <a:gd name="T19" fmla="*/ 1 h 48"/>
                <a:gd name="T20" fmla="*/ 1 w 71"/>
                <a:gd name="T21" fmla="*/ 1 h 48"/>
                <a:gd name="T22" fmla="*/ 1 w 71"/>
                <a:gd name="T23" fmla="*/ 1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 h="48">
                  <a:moveTo>
                    <a:pt x="71" y="48"/>
                  </a:moveTo>
                  <a:lnTo>
                    <a:pt x="63" y="24"/>
                  </a:lnTo>
                  <a:lnTo>
                    <a:pt x="47" y="16"/>
                  </a:lnTo>
                  <a:lnTo>
                    <a:pt x="0" y="0"/>
                  </a:lnTo>
                  <a:lnTo>
                    <a:pt x="47" y="16"/>
                  </a:lnTo>
                  <a:lnTo>
                    <a:pt x="63" y="24"/>
                  </a:lnTo>
                  <a:lnTo>
                    <a:pt x="71" y="48"/>
                  </a:lnTo>
                  <a:close/>
                  <a:moveTo>
                    <a:pt x="71" y="48"/>
                  </a:moveTo>
                  <a:lnTo>
                    <a:pt x="71" y="48"/>
                  </a:lnTo>
                  <a:close/>
                </a:path>
              </a:pathLst>
            </a:custGeom>
            <a:solidFill>
              <a:srgbClr val="000000"/>
            </a:solidFill>
            <a:ln w="9525">
              <a:solidFill>
                <a:schemeClr val="tx1"/>
              </a:solidFill>
              <a:round/>
              <a:headEnd/>
              <a:tailEnd/>
            </a:ln>
          </p:spPr>
          <p:txBody>
            <a:bodyPr/>
            <a:lstStyle/>
            <a:p>
              <a:endParaRPr lang="zh-CN" altLang="en-US"/>
            </a:p>
          </p:txBody>
        </p:sp>
        <p:sp>
          <p:nvSpPr>
            <p:cNvPr id="35908" name="Freeform 26">
              <a:extLst>
                <a:ext uri="{FF2B5EF4-FFF2-40B4-BE49-F238E27FC236}">
                  <a16:creationId xmlns:a16="http://schemas.microsoft.com/office/drawing/2014/main" id="{18766E6B-DA0F-42BE-A8AA-1B92CFECBE97}"/>
                </a:ext>
              </a:extLst>
            </p:cNvPr>
            <p:cNvSpPr>
              <a:spLocks noEditPoints="1"/>
            </p:cNvSpPr>
            <p:nvPr/>
          </p:nvSpPr>
          <p:spPr bwMode="auto">
            <a:xfrm>
              <a:off x="1235" y="1845"/>
              <a:ext cx="42" cy="26"/>
            </a:xfrm>
            <a:custGeom>
              <a:avLst/>
              <a:gdLst>
                <a:gd name="T0" fmla="*/ 1 w 63"/>
                <a:gd name="T1" fmla="*/ 0 h 48"/>
                <a:gd name="T2" fmla="*/ 1 w 63"/>
                <a:gd name="T3" fmla="*/ 1 h 48"/>
                <a:gd name="T4" fmla="*/ 1 w 63"/>
                <a:gd name="T5" fmla="*/ 1 h 48"/>
                <a:gd name="T6" fmla="*/ 0 w 63"/>
                <a:gd name="T7" fmla="*/ 1 h 48"/>
                <a:gd name="T8" fmla="*/ 0 w 63"/>
                <a:gd name="T9" fmla="*/ 1 h 48"/>
                <a:gd name="T10" fmla="*/ 1 w 63"/>
                <a:gd name="T11" fmla="*/ 1 h 48"/>
                <a:gd name="T12" fmla="*/ 1 w 63"/>
                <a:gd name="T13" fmla="*/ 1 h 48"/>
                <a:gd name="T14" fmla="*/ 1 w 63"/>
                <a:gd name="T15" fmla="*/ 0 h 48"/>
                <a:gd name="T16" fmla="*/ 1 w 63"/>
                <a:gd name="T17" fmla="*/ 0 h 48"/>
                <a:gd name="T18" fmla="*/ 1 w 63"/>
                <a:gd name="T19" fmla="*/ 0 h 48"/>
                <a:gd name="T20" fmla="*/ 1 w 63"/>
                <a:gd name="T21" fmla="*/ 0 h 48"/>
                <a:gd name="T22" fmla="*/ 1 w 63"/>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3" h="48">
                  <a:moveTo>
                    <a:pt x="63" y="0"/>
                  </a:moveTo>
                  <a:lnTo>
                    <a:pt x="24" y="16"/>
                  </a:lnTo>
                  <a:lnTo>
                    <a:pt x="8" y="24"/>
                  </a:lnTo>
                  <a:lnTo>
                    <a:pt x="0" y="48"/>
                  </a:lnTo>
                  <a:lnTo>
                    <a:pt x="8" y="24"/>
                  </a:lnTo>
                  <a:lnTo>
                    <a:pt x="24" y="16"/>
                  </a:lnTo>
                  <a:lnTo>
                    <a:pt x="63" y="0"/>
                  </a:lnTo>
                  <a:close/>
                  <a:moveTo>
                    <a:pt x="63" y="0"/>
                  </a:moveTo>
                  <a:lnTo>
                    <a:pt x="63" y="0"/>
                  </a:lnTo>
                  <a:close/>
                </a:path>
              </a:pathLst>
            </a:custGeom>
            <a:solidFill>
              <a:srgbClr val="000000"/>
            </a:solidFill>
            <a:ln w="9525">
              <a:solidFill>
                <a:schemeClr val="tx1"/>
              </a:solidFill>
              <a:round/>
              <a:headEnd/>
              <a:tailEnd/>
            </a:ln>
          </p:spPr>
          <p:txBody>
            <a:bodyPr/>
            <a:lstStyle/>
            <a:p>
              <a:endParaRPr lang="zh-CN" altLang="en-US"/>
            </a:p>
          </p:txBody>
        </p:sp>
        <p:sp>
          <p:nvSpPr>
            <p:cNvPr id="35909" name="Freeform 27">
              <a:extLst>
                <a:ext uri="{FF2B5EF4-FFF2-40B4-BE49-F238E27FC236}">
                  <a16:creationId xmlns:a16="http://schemas.microsoft.com/office/drawing/2014/main" id="{E3ABCA1C-E81C-4471-8D2D-9A3CAFE507E0}"/>
                </a:ext>
              </a:extLst>
            </p:cNvPr>
            <p:cNvSpPr>
              <a:spLocks noEditPoints="1"/>
            </p:cNvSpPr>
            <p:nvPr/>
          </p:nvSpPr>
          <p:spPr bwMode="auto">
            <a:xfrm>
              <a:off x="1235" y="1871"/>
              <a:ext cx="42" cy="24"/>
            </a:xfrm>
            <a:custGeom>
              <a:avLst/>
              <a:gdLst>
                <a:gd name="T0" fmla="*/ 0 w 63"/>
                <a:gd name="T1" fmla="*/ 0 h 47"/>
                <a:gd name="T2" fmla="*/ 1 w 63"/>
                <a:gd name="T3" fmla="*/ 1 h 47"/>
                <a:gd name="T4" fmla="*/ 1 w 63"/>
                <a:gd name="T5" fmla="*/ 1 h 47"/>
                <a:gd name="T6" fmla="*/ 1 w 63"/>
                <a:gd name="T7" fmla="*/ 1 h 47"/>
                <a:gd name="T8" fmla="*/ 1 w 63"/>
                <a:gd name="T9" fmla="*/ 1 h 47"/>
                <a:gd name="T10" fmla="*/ 1 w 63"/>
                <a:gd name="T11" fmla="*/ 1 h 47"/>
                <a:gd name="T12" fmla="*/ 1 w 63"/>
                <a:gd name="T13" fmla="*/ 1 h 47"/>
                <a:gd name="T14" fmla="*/ 1 w 63"/>
                <a:gd name="T15" fmla="*/ 1 h 47"/>
                <a:gd name="T16" fmla="*/ 1 w 63"/>
                <a:gd name="T17" fmla="*/ 1 h 47"/>
                <a:gd name="T18" fmla="*/ 0 w 63"/>
                <a:gd name="T19" fmla="*/ 0 h 47"/>
                <a:gd name="T20" fmla="*/ 0 w 63"/>
                <a:gd name="T21" fmla="*/ 0 h 47"/>
                <a:gd name="T22" fmla="*/ 0 w 63"/>
                <a:gd name="T23" fmla="*/ 0 h 47"/>
                <a:gd name="T24" fmla="*/ 0 w 63"/>
                <a:gd name="T25" fmla="*/ 0 h 47"/>
                <a:gd name="T26" fmla="*/ 0 w 63"/>
                <a:gd name="T27" fmla="*/ 0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47">
                  <a:moveTo>
                    <a:pt x="0" y="0"/>
                  </a:moveTo>
                  <a:lnTo>
                    <a:pt x="8" y="15"/>
                  </a:lnTo>
                  <a:lnTo>
                    <a:pt x="24" y="31"/>
                  </a:lnTo>
                  <a:lnTo>
                    <a:pt x="39" y="47"/>
                  </a:lnTo>
                  <a:lnTo>
                    <a:pt x="63" y="47"/>
                  </a:lnTo>
                  <a:lnTo>
                    <a:pt x="39" y="47"/>
                  </a:lnTo>
                  <a:lnTo>
                    <a:pt x="24" y="31"/>
                  </a:lnTo>
                  <a:lnTo>
                    <a:pt x="8" y="15"/>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10" name="Freeform 28">
              <a:extLst>
                <a:ext uri="{FF2B5EF4-FFF2-40B4-BE49-F238E27FC236}">
                  <a16:creationId xmlns:a16="http://schemas.microsoft.com/office/drawing/2014/main" id="{6F132AED-831D-4EA9-BD07-32E42AB9DDBC}"/>
                </a:ext>
              </a:extLst>
            </p:cNvPr>
            <p:cNvSpPr>
              <a:spLocks/>
            </p:cNvSpPr>
            <p:nvPr/>
          </p:nvSpPr>
          <p:spPr bwMode="auto">
            <a:xfrm>
              <a:off x="1277" y="1895"/>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11" name="Freeform 29">
              <a:extLst>
                <a:ext uri="{FF2B5EF4-FFF2-40B4-BE49-F238E27FC236}">
                  <a16:creationId xmlns:a16="http://schemas.microsoft.com/office/drawing/2014/main" id="{F0E30F10-E4A8-40A6-A624-F41B0AA485D2}"/>
                </a:ext>
              </a:extLst>
            </p:cNvPr>
            <p:cNvSpPr>
              <a:spLocks/>
            </p:cNvSpPr>
            <p:nvPr/>
          </p:nvSpPr>
          <p:spPr bwMode="auto">
            <a:xfrm>
              <a:off x="552" y="1285"/>
              <a:ext cx="207" cy="334"/>
            </a:xfrm>
            <a:custGeom>
              <a:avLst/>
              <a:gdLst>
                <a:gd name="T0" fmla="*/ 2 w 308"/>
                <a:gd name="T1" fmla="*/ 1 h 638"/>
                <a:gd name="T2" fmla="*/ 2 w 308"/>
                <a:gd name="T3" fmla="*/ 0 h 638"/>
                <a:gd name="T4" fmla="*/ 0 w 308"/>
                <a:gd name="T5" fmla="*/ 0 h 638"/>
                <a:gd name="T6" fmla="*/ 0 w 308"/>
                <a:gd name="T7" fmla="*/ 1 h 638"/>
                <a:gd name="T8" fmla="*/ 2 w 308"/>
                <a:gd name="T9" fmla="*/ 1 h 638"/>
                <a:gd name="T10" fmla="*/ 2 w 308"/>
                <a:gd name="T11" fmla="*/ 1 h 6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8" h="638">
                  <a:moveTo>
                    <a:pt x="308" y="638"/>
                  </a:moveTo>
                  <a:lnTo>
                    <a:pt x="308" y="0"/>
                  </a:lnTo>
                  <a:lnTo>
                    <a:pt x="0" y="0"/>
                  </a:lnTo>
                  <a:lnTo>
                    <a:pt x="0" y="638"/>
                  </a:lnTo>
                  <a:lnTo>
                    <a:pt x="308" y="638"/>
                  </a:lnTo>
                  <a:close/>
                </a:path>
              </a:pathLst>
            </a:custGeom>
            <a:solidFill>
              <a:srgbClr val="FFCC66"/>
            </a:solidFill>
            <a:ln w="9525">
              <a:solidFill>
                <a:srgbClr val="FF0000"/>
              </a:solidFill>
              <a:round/>
              <a:headEnd/>
              <a:tailEnd/>
            </a:ln>
          </p:spPr>
          <p:txBody>
            <a:bodyPr/>
            <a:lstStyle/>
            <a:p>
              <a:endParaRPr lang="zh-CN" altLang="en-US"/>
            </a:p>
          </p:txBody>
        </p:sp>
        <p:sp>
          <p:nvSpPr>
            <p:cNvPr id="35912" name="Freeform 30">
              <a:extLst>
                <a:ext uri="{FF2B5EF4-FFF2-40B4-BE49-F238E27FC236}">
                  <a16:creationId xmlns:a16="http://schemas.microsoft.com/office/drawing/2014/main" id="{2A420FC4-03DB-4904-8B6E-21C45C467636}"/>
                </a:ext>
              </a:extLst>
            </p:cNvPr>
            <p:cNvSpPr>
              <a:spLocks/>
            </p:cNvSpPr>
            <p:nvPr/>
          </p:nvSpPr>
          <p:spPr bwMode="auto">
            <a:xfrm>
              <a:off x="759" y="1285"/>
              <a:ext cx="0" cy="334"/>
            </a:xfrm>
            <a:custGeom>
              <a:avLst/>
              <a:gdLst>
                <a:gd name="T0" fmla="*/ 1 h 638"/>
                <a:gd name="T1" fmla="*/ 0 h 638"/>
                <a:gd name="T2" fmla="*/ 1 h 638"/>
                <a:gd name="T3" fmla="*/ 1 h 638"/>
                <a:gd name="T4" fmla="*/ 0 60000 65536"/>
                <a:gd name="T5" fmla="*/ 0 60000 65536"/>
                <a:gd name="T6" fmla="*/ 0 60000 65536"/>
                <a:gd name="T7" fmla="*/ 0 60000 65536"/>
              </a:gdLst>
              <a:ahLst/>
              <a:cxnLst>
                <a:cxn ang="T4">
                  <a:pos x="0" y="T0"/>
                </a:cxn>
                <a:cxn ang="T5">
                  <a:pos x="0" y="T1"/>
                </a:cxn>
                <a:cxn ang="T6">
                  <a:pos x="0" y="T2"/>
                </a:cxn>
                <a:cxn ang="T7">
                  <a:pos x="0" y="T3"/>
                </a:cxn>
              </a:cxnLst>
              <a:rect l="0" t="0" r="r" b="b"/>
              <a:pathLst>
                <a:path h="638">
                  <a:moveTo>
                    <a:pt x="0" y="638"/>
                  </a:moveTo>
                  <a:lnTo>
                    <a:pt x="0" y="0"/>
                  </a:lnTo>
                  <a:lnTo>
                    <a:pt x="0" y="638"/>
                  </a:lnTo>
                  <a:close/>
                </a:path>
              </a:pathLst>
            </a:custGeom>
            <a:solidFill>
              <a:srgbClr val="000000"/>
            </a:solidFill>
            <a:ln w="9525">
              <a:solidFill>
                <a:schemeClr val="tx1"/>
              </a:solidFill>
              <a:round/>
              <a:headEnd/>
              <a:tailEnd/>
            </a:ln>
          </p:spPr>
          <p:txBody>
            <a:bodyPr/>
            <a:lstStyle/>
            <a:p>
              <a:endParaRPr lang="zh-CN" altLang="en-US"/>
            </a:p>
          </p:txBody>
        </p:sp>
        <p:sp>
          <p:nvSpPr>
            <p:cNvPr id="35913" name="Freeform 31">
              <a:extLst>
                <a:ext uri="{FF2B5EF4-FFF2-40B4-BE49-F238E27FC236}">
                  <a16:creationId xmlns:a16="http://schemas.microsoft.com/office/drawing/2014/main" id="{382E29CC-7DB9-48EC-B7B1-671044F0BF30}"/>
                </a:ext>
              </a:extLst>
            </p:cNvPr>
            <p:cNvSpPr>
              <a:spLocks noEditPoints="1"/>
            </p:cNvSpPr>
            <p:nvPr/>
          </p:nvSpPr>
          <p:spPr bwMode="auto">
            <a:xfrm>
              <a:off x="552" y="1285"/>
              <a:ext cx="207" cy="1"/>
            </a:xfrm>
            <a:custGeom>
              <a:avLst/>
              <a:gdLst>
                <a:gd name="T0" fmla="*/ 2 w 308"/>
                <a:gd name="T1" fmla="*/ 0 h 1"/>
                <a:gd name="T2" fmla="*/ 0 w 308"/>
                <a:gd name="T3" fmla="*/ 0 h 1"/>
                <a:gd name="T4" fmla="*/ 2 w 308"/>
                <a:gd name="T5" fmla="*/ 0 h 1"/>
                <a:gd name="T6" fmla="*/ 2 w 308"/>
                <a:gd name="T7" fmla="*/ 0 h 1"/>
                <a:gd name="T8" fmla="*/ 2 w 308"/>
                <a:gd name="T9" fmla="*/ 0 h 1"/>
                <a:gd name="T10" fmla="*/ 2 w 308"/>
                <a:gd name="T11" fmla="*/ 0 h 1"/>
                <a:gd name="T12" fmla="*/ 2 w 308"/>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8" h="1">
                  <a:moveTo>
                    <a:pt x="308" y="0"/>
                  </a:moveTo>
                  <a:lnTo>
                    <a:pt x="0" y="0"/>
                  </a:lnTo>
                  <a:lnTo>
                    <a:pt x="308" y="0"/>
                  </a:lnTo>
                  <a:close/>
                  <a:moveTo>
                    <a:pt x="308" y="0"/>
                  </a:moveTo>
                  <a:lnTo>
                    <a:pt x="308" y="0"/>
                  </a:lnTo>
                  <a:close/>
                </a:path>
              </a:pathLst>
            </a:custGeom>
            <a:solidFill>
              <a:srgbClr val="000000"/>
            </a:solidFill>
            <a:ln w="9525">
              <a:solidFill>
                <a:schemeClr val="tx1"/>
              </a:solidFill>
              <a:round/>
              <a:headEnd/>
              <a:tailEnd/>
            </a:ln>
          </p:spPr>
          <p:txBody>
            <a:bodyPr/>
            <a:lstStyle/>
            <a:p>
              <a:endParaRPr lang="zh-CN" altLang="en-US"/>
            </a:p>
          </p:txBody>
        </p:sp>
        <p:sp>
          <p:nvSpPr>
            <p:cNvPr id="35914" name="Freeform 32">
              <a:extLst>
                <a:ext uri="{FF2B5EF4-FFF2-40B4-BE49-F238E27FC236}">
                  <a16:creationId xmlns:a16="http://schemas.microsoft.com/office/drawing/2014/main" id="{EA8E1707-E011-433C-BF60-91365472E7B0}"/>
                </a:ext>
              </a:extLst>
            </p:cNvPr>
            <p:cNvSpPr>
              <a:spLocks noEditPoints="1"/>
            </p:cNvSpPr>
            <p:nvPr/>
          </p:nvSpPr>
          <p:spPr bwMode="auto">
            <a:xfrm>
              <a:off x="552" y="1285"/>
              <a:ext cx="1" cy="334"/>
            </a:xfrm>
            <a:custGeom>
              <a:avLst/>
              <a:gdLst>
                <a:gd name="T0" fmla="*/ 0 w 1"/>
                <a:gd name="T1" fmla="*/ 0 h 638"/>
                <a:gd name="T2" fmla="*/ 0 w 1"/>
                <a:gd name="T3" fmla="*/ 1 h 638"/>
                <a:gd name="T4" fmla="*/ 0 w 1"/>
                <a:gd name="T5" fmla="*/ 0 h 638"/>
                <a:gd name="T6" fmla="*/ 0 w 1"/>
                <a:gd name="T7" fmla="*/ 0 h 638"/>
                <a:gd name="T8" fmla="*/ 0 w 1"/>
                <a:gd name="T9" fmla="*/ 0 h 638"/>
                <a:gd name="T10" fmla="*/ 0 w 1"/>
                <a:gd name="T11" fmla="*/ 0 h 638"/>
                <a:gd name="T12" fmla="*/ 0 w 1"/>
                <a:gd name="T13" fmla="*/ 0 h 63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638">
                  <a:moveTo>
                    <a:pt x="0" y="0"/>
                  </a:moveTo>
                  <a:lnTo>
                    <a:pt x="0" y="63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15" name="Freeform 33">
              <a:extLst>
                <a:ext uri="{FF2B5EF4-FFF2-40B4-BE49-F238E27FC236}">
                  <a16:creationId xmlns:a16="http://schemas.microsoft.com/office/drawing/2014/main" id="{DCA04BE7-8B0E-4EC3-8722-EEA49B873DF6}"/>
                </a:ext>
              </a:extLst>
            </p:cNvPr>
            <p:cNvSpPr>
              <a:spLocks noEditPoints="1"/>
            </p:cNvSpPr>
            <p:nvPr/>
          </p:nvSpPr>
          <p:spPr bwMode="auto">
            <a:xfrm>
              <a:off x="552" y="1619"/>
              <a:ext cx="207" cy="0"/>
            </a:xfrm>
            <a:custGeom>
              <a:avLst/>
              <a:gdLst>
                <a:gd name="T0" fmla="*/ 0 w 308"/>
                <a:gd name="T1" fmla="*/ 2 w 308"/>
                <a:gd name="T2" fmla="*/ 0 w 308"/>
                <a:gd name="T3" fmla="*/ 0 w 308"/>
                <a:gd name="T4" fmla="*/ 0 w 308"/>
                <a:gd name="T5" fmla="*/ 0 w 308"/>
                <a:gd name="T6" fmla="*/ 0 w 308"/>
                <a:gd name="T7" fmla="*/ 0 60000 65536"/>
                <a:gd name="T8" fmla="*/ 0 60000 65536"/>
                <a:gd name="T9" fmla="*/ 0 60000 65536"/>
                <a:gd name="T10" fmla="*/ 0 60000 65536"/>
                <a:gd name="T11" fmla="*/ 0 60000 65536"/>
                <a:gd name="T12" fmla="*/ 0 60000 65536"/>
                <a:gd name="T13" fmla="*/ 0 60000 65536"/>
              </a:gdLst>
              <a:ahLst/>
              <a:cxnLst>
                <a:cxn ang="T7">
                  <a:pos x="T0" y="0"/>
                </a:cxn>
                <a:cxn ang="T8">
                  <a:pos x="T1" y="0"/>
                </a:cxn>
                <a:cxn ang="T9">
                  <a:pos x="T2" y="0"/>
                </a:cxn>
                <a:cxn ang="T10">
                  <a:pos x="T3" y="0"/>
                </a:cxn>
                <a:cxn ang="T11">
                  <a:pos x="T4" y="0"/>
                </a:cxn>
                <a:cxn ang="T12">
                  <a:pos x="T5" y="0"/>
                </a:cxn>
                <a:cxn ang="T13">
                  <a:pos x="T6" y="0"/>
                </a:cxn>
              </a:cxnLst>
              <a:rect l="0" t="0" r="r" b="b"/>
              <a:pathLst>
                <a:path w="308">
                  <a:moveTo>
                    <a:pt x="0" y="0"/>
                  </a:moveTo>
                  <a:lnTo>
                    <a:pt x="308"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16" name="Freeform 34">
              <a:extLst>
                <a:ext uri="{FF2B5EF4-FFF2-40B4-BE49-F238E27FC236}">
                  <a16:creationId xmlns:a16="http://schemas.microsoft.com/office/drawing/2014/main" id="{EB27C149-1179-4221-AB12-947B2DFA861B}"/>
                </a:ext>
              </a:extLst>
            </p:cNvPr>
            <p:cNvSpPr>
              <a:spLocks/>
            </p:cNvSpPr>
            <p:nvPr/>
          </p:nvSpPr>
          <p:spPr bwMode="auto">
            <a:xfrm>
              <a:off x="759" y="1619"/>
              <a:ext cx="0" cy="0"/>
            </a:xfrm>
            <a:custGeom>
              <a:avLst/>
              <a:gdLst>
                <a:gd name="T0" fmla="*/ 0 60000 65536"/>
                <a:gd name="T1" fmla="*/ 0 60000 65536"/>
                <a:gd name="T2" fmla="*/ 0 60000 65536"/>
              </a:gdLst>
              <a:ahLst/>
              <a:cxnLst>
                <a:cxn ang="T0">
                  <a:pos x="0" y="0"/>
                </a:cxn>
                <a:cxn ang="T1">
                  <a:pos x="0" y="0"/>
                </a:cxn>
                <a:cxn ang="T2">
                  <a:pos x="0" y="0"/>
                </a:cxn>
              </a:cxnLst>
              <a:rect l="0" t="0" r="r" b="b"/>
              <a:pathLst>
                <a:path>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917" name="Freeform 70">
              <a:extLst>
                <a:ext uri="{FF2B5EF4-FFF2-40B4-BE49-F238E27FC236}">
                  <a16:creationId xmlns:a16="http://schemas.microsoft.com/office/drawing/2014/main" id="{B26E90A4-E80E-4946-BB22-1FBD0E9E8002}"/>
                </a:ext>
              </a:extLst>
            </p:cNvPr>
            <p:cNvSpPr>
              <a:spLocks/>
            </p:cNvSpPr>
            <p:nvPr/>
          </p:nvSpPr>
          <p:spPr bwMode="auto">
            <a:xfrm>
              <a:off x="885" y="959"/>
              <a:ext cx="370" cy="1"/>
            </a:xfrm>
            <a:custGeom>
              <a:avLst/>
              <a:gdLst>
                <a:gd name="T0" fmla="*/ 3 w 552"/>
                <a:gd name="T1" fmla="*/ 0 h 1"/>
                <a:gd name="T2" fmla="*/ 0 w 552"/>
                <a:gd name="T3" fmla="*/ 0 h 1"/>
                <a:gd name="T4" fmla="*/ 3 w 552"/>
                <a:gd name="T5" fmla="*/ 0 h 1"/>
                <a:gd name="T6" fmla="*/ 3 w 552"/>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52" h="1">
                  <a:moveTo>
                    <a:pt x="552" y="0"/>
                  </a:moveTo>
                  <a:lnTo>
                    <a:pt x="0" y="0"/>
                  </a:lnTo>
                  <a:lnTo>
                    <a:pt x="552" y="0"/>
                  </a:lnTo>
                  <a:close/>
                </a:path>
              </a:pathLst>
            </a:custGeom>
            <a:solidFill>
              <a:srgbClr val="006666"/>
            </a:solidFill>
            <a:ln w="9525">
              <a:solidFill>
                <a:srgbClr val="FF0000"/>
              </a:solidFill>
              <a:round/>
              <a:headEnd/>
              <a:tailEnd/>
            </a:ln>
          </p:spPr>
          <p:txBody>
            <a:bodyPr/>
            <a:lstStyle/>
            <a:p>
              <a:endParaRPr lang="zh-CN" altLang="en-US"/>
            </a:p>
          </p:txBody>
        </p:sp>
        <p:sp>
          <p:nvSpPr>
            <p:cNvPr id="35918" name="Freeform 71">
              <a:extLst>
                <a:ext uri="{FF2B5EF4-FFF2-40B4-BE49-F238E27FC236}">
                  <a16:creationId xmlns:a16="http://schemas.microsoft.com/office/drawing/2014/main" id="{C7A60398-67E6-4B78-A9A6-AB884F1AD49D}"/>
                </a:ext>
              </a:extLst>
            </p:cNvPr>
            <p:cNvSpPr>
              <a:spLocks/>
            </p:cNvSpPr>
            <p:nvPr/>
          </p:nvSpPr>
          <p:spPr bwMode="auto">
            <a:xfrm>
              <a:off x="764" y="939"/>
              <a:ext cx="148" cy="45"/>
            </a:xfrm>
            <a:custGeom>
              <a:avLst/>
              <a:gdLst>
                <a:gd name="T0" fmla="*/ 1 w 221"/>
                <a:gd name="T1" fmla="*/ 0 h 87"/>
                <a:gd name="T2" fmla="*/ 0 w 221"/>
                <a:gd name="T3" fmla="*/ 1 h 87"/>
                <a:gd name="T4" fmla="*/ 1 w 221"/>
                <a:gd name="T5" fmla="*/ 1 h 87"/>
                <a:gd name="T6" fmla="*/ 1 w 221"/>
                <a:gd name="T7" fmla="*/ 0 h 87"/>
                <a:gd name="T8" fmla="*/ 1 w 221"/>
                <a:gd name="T9" fmla="*/ 0 h 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87">
                  <a:moveTo>
                    <a:pt x="221" y="0"/>
                  </a:moveTo>
                  <a:lnTo>
                    <a:pt x="0" y="39"/>
                  </a:lnTo>
                  <a:lnTo>
                    <a:pt x="221" y="87"/>
                  </a:lnTo>
                  <a:lnTo>
                    <a:pt x="221" y="0"/>
                  </a:lnTo>
                  <a:close/>
                </a:path>
              </a:pathLst>
            </a:custGeom>
            <a:solidFill>
              <a:srgbClr val="FF0000"/>
            </a:solidFill>
            <a:ln w="9525">
              <a:solidFill>
                <a:srgbClr val="FF0000"/>
              </a:solidFill>
              <a:round/>
              <a:headEnd/>
              <a:tailEnd/>
            </a:ln>
          </p:spPr>
          <p:txBody>
            <a:bodyPr/>
            <a:lstStyle/>
            <a:p>
              <a:endParaRPr lang="zh-CN" altLang="en-US"/>
            </a:p>
          </p:txBody>
        </p:sp>
        <p:sp>
          <p:nvSpPr>
            <p:cNvPr id="35919" name="Freeform 72">
              <a:extLst>
                <a:ext uri="{FF2B5EF4-FFF2-40B4-BE49-F238E27FC236}">
                  <a16:creationId xmlns:a16="http://schemas.microsoft.com/office/drawing/2014/main" id="{27C3E877-9FF5-4602-B47D-045EEA613684}"/>
                </a:ext>
              </a:extLst>
            </p:cNvPr>
            <p:cNvSpPr>
              <a:spLocks noEditPoints="1"/>
            </p:cNvSpPr>
            <p:nvPr/>
          </p:nvSpPr>
          <p:spPr bwMode="auto">
            <a:xfrm>
              <a:off x="980" y="823"/>
              <a:ext cx="43" cy="74"/>
            </a:xfrm>
            <a:custGeom>
              <a:avLst/>
              <a:gdLst>
                <a:gd name="T0" fmla="*/ 1 w 63"/>
                <a:gd name="T1" fmla="*/ 1 h 142"/>
                <a:gd name="T2" fmla="*/ 1 w 63"/>
                <a:gd name="T3" fmla="*/ 1 h 142"/>
                <a:gd name="T4" fmla="*/ 1 w 63"/>
                <a:gd name="T5" fmla="*/ 1 h 142"/>
                <a:gd name="T6" fmla="*/ 1 w 63"/>
                <a:gd name="T7" fmla="*/ 1 h 142"/>
                <a:gd name="T8" fmla="*/ 1 w 63"/>
                <a:gd name="T9" fmla="*/ 1 h 142"/>
                <a:gd name="T10" fmla="*/ 1 w 63"/>
                <a:gd name="T11" fmla="*/ 1 h 142"/>
                <a:gd name="T12" fmla="*/ 1 w 63"/>
                <a:gd name="T13" fmla="*/ 1 h 142"/>
                <a:gd name="T14" fmla="*/ 1 w 63"/>
                <a:gd name="T15" fmla="*/ 1 h 142"/>
                <a:gd name="T16" fmla="*/ 1 w 63"/>
                <a:gd name="T17" fmla="*/ 1 h 142"/>
                <a:gd name="T18" fmla="*/ 1 w 63"/>
                <a:gd name="T19" fmla="*/ 1 h 142"/>
                <a:gd name="T20" fmla="*/ 1 w 63"/>
                <a:gd name="T21" fmla="*/ 1 h 142"/>
                <a:gd name="T22" fmla="*/ 1 w 63"/>
                <a:gd name="T23" fmla="*/ 1 h 142"/>
                <a:gd name="T24" fmla="*/ 1 w 63"/>
                <a:gd name="T25" fmla="*/ 1 h 142"/>
                <a:gd name="T26" fmla="*/ 1 w 63"/>
                <a:gd name="T27" fmla="*/ 1 h 142"/>
                <a:gd name="T28" fmla="*/ 1 w 63"/>
                <a:gd name="T29" fmla="*/ 1 h 142"/>
                <a:gd name="T30" fmla="*/ 1 w 63"/>
                <a:gd name="T31" fmla="*/ 1 h 142"/>
                <a:gd name="T32" fmla="*/ 1 w 63"/>
                <a:gd name="T33" fmla="*/ 1 h 142"/>
                <a:gd name="T34" fmla="*/ 0 w 63"/>
                <a:gd name="T35" fmla="*/ 1 h 142"/>
                <a:gd name="T36" fmla="*/ 0 w 63"/>
                <a:gd name="T37" fmla="*/ 1 h 142"/>
                <a:gd name="T38" fmla="*/ 1 w 63"/>
                <a:gd name="T39" fmla="*/ 1 h 142"/>
                <a:gd name="T40" fmla="*/ 1 w 63"/>
                <a:gd name="T41" fmla="*/ 1 h 142"/>
                <a:gd name="T42" fmla="*/ 1 w 63"/>
                <a:gd name="T43" fmla="*/ 1 h 142"/>
                <a:gd name="T44" fmla="*/ 1 w 63"/>
                <a:gd name="T45" fmla="*/ 1 h 142"/>
                <a:gd name="T46" fmla="*/ 1 w 63"/>
                <a:gd name="T47" fmla="*/ 1 h 142"/>
                <a:gd name="T48" fmla="*/ 1 w 63"/>
                <a:gd name="T49" fmla="*/ 1 h 142"/>
                <a:gd name="T50" fmla="*/ 1 w 63"/>
                <a:gd name="T51" fmla="*/ 0 h 142"/>
                <a:gd name="T52" fmla="*/ 1 w 63"/>
                <a:gd name="T53" fmla="*/ 0 h 142"/>
                <a:gd name="T54" fmla="*/ 1 w 63"/>
                <a:gd name="T55" fmla="*/ 1 h 142"/>
                <a:gd name="T56" fmla="*/ 1 w 63"/>
                <a:gd name="T57" fmla="*/ 1 h 142"/>
                <a:gd name="T58" fmla="*/ 1 w 63"/>
                <a:gd name="T59" fmla="*/ 1 h 142"/>
                <a:gd name="T60" fmla="*/ 1 w 63"/>
                <a:gd name="T61" fmla="*/ 1 h 142"/>
                <a:gd name="T62" fmla="*/ 1 w 63"/>
                <a:gd name="T63" fmla="*/ 1 h 142"/>
                <a:gd name="T64" fmla="*/ 1 w 63"/>
                <a:gd name="T65" fmla="*/ 1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3" h="142">
                  <a:moveTo>
                    <a:pt x="47" y="118"/>
                  </a:moveTo>
                  <a:lnTo>
                    <a:pt x="40" y="126"/>
                  </a:lnTo>
                  <a:lnTo>
                    <a:pt x="24" y="134"/>
                  </a:lnTo>
                  <a:lnTo>
                    <a:pt x="24" y="126"/>
                  </a:lnTo>
                  <a:lnTo>
                    <a:pt x="24" y="118"/>
                  </a:lnTo>
                  <a:lnTo>
                    <a:pt x="55" y="48"/>
                  </a:lnTo>
                  <a:lnTo>
                    <a:pt x="32" y="48"/>
                  </a:lnTo>
                  <a:lnTo>
                    <a:pt x="8" y="48"/>
                  </a:lnTo>
                  <a:lnTo>
                    <a:pt x="8" y="55"/>
                  </a:lnTo>
                  <a:lnTo>
                    <a:pt x="24" y="55"/>
                  </a:lnTo>
                  <a:lnTo>
                    <a:pt x="24" y="63"/>
                  </a:lnTo>
                  <a:lnTo>
                    <a:pt x="24" y="71"/>
                  </a:lnTo>
                  <a:lnTo>
                    <a:pt x="16" y="95"/>
                  </a:lnTo>
                  <a:lnTo>
                    <a:pt x="8" y="111"/>
                  </a:lnTo>
                  <a:lnTo>
                    <a:pt x="0" y="126"/>
                  </a:lnTo>
                  <a:lnTo>
                    <a:pt x="0" y="134"/>
                  </a:lnTo>
                  <a:lnTo>
                    <a:pt x="16" y="142"/>
                  </a:lnTo>
                  <a:lnTo>
                    <a:pt x="40" y="134"/>
                  </a:lnTo>
                  <a:lnTo>
                    <a:pt x="55" y="118"/>
                  </a:lnTo>
                  <a:lnTo>
                    <a:pt x="47" y="118"/>
                  </a:lnTo>
                  <a:close/>
                  <a:moveTo>
                    <a:pt x="63" y="8"/>
                  </a:moveTo>
                  <a:lnTo>
                    <a:pt x="55" y="8"/>
                  </a:lnTo>
                  <a:lnTo>
                    <a:pt x="47" y="0"/>
                  </a:lnTo>
                  <a:lnTo>
                    <a:pt x="40" y="0"/>
                  </a:lnTo>
                  <a:lnTo>
                    <a:pt x="32" y="8"/>
                  </a:lnTo>
                  <a:lnTo>
                    <a:pt x="40" y="16"/>
                  </a:lnTo>
                  <a:lnTo>
                    <a:pt x="47" y="24"/>
                  </a:lnTo>
                  <a:lnTo>
                    <a:pt x="55" y="16"/>
                  </a:lnTo>
                  <a:lnTo>
                    <a:pt x="63" y="8"/>
                  </a:lnTo>
                  <a:close/>
                </a:path>
              </a:pathLst>
            </a:custGeom>
            <a:solidFill>
              <a:srgbClr val="000000"/>
            </a:solidFill>
            <a:ln w="9525">
              <a:solidFill>
                <a:schemeClr val="tx1"/>
              </a:solidFill>
              <a:round/>
              <a:headEnd/>
              <a:tailEnd/>
            </a:ln>
          </p:spPr>
          <p:txBody>
            <a:bodyPr/>
            <a:lstStyle/>
            <a:p>
              <a:endParaRPr lang="zh-CN" altLang="en-US"/>
            </a:p>
          </p:txBody>
        </p:sp>
      </p:grpSp>
      <p:grpSp>
        <p:nvGrpSpPr>
          <p:cNvPr id="35848" name="Group 76">
            <a:extLst>
              <a:ext uri="{FF2B5EF4-FFF2-40B4-BE49-F238E27FC236}">
                <a16:creationId xmlns:a16="http://schemas.microsoft.com/office/drawing/2014/main" id="{D88439AF-597D-42FC-8843-A163EC492431}"/>
              </a:ext>
            </a:extLst>
          </p:cNvPr>
          <p:cNvGrpSpPr>
            <a:grpSpLocks/>
          </p:cNvGrpSpPr>
          <p:nvPr/>
        </p:nvGrpSpPr>
        <p:grpSpPr bwMode="auto">
          <a:xfrm>
            <a:off x="3184525" y="3648075"/>
            <a:ext cx="1185863" cy="2336800"/>
            <a:chOff x="1912" y="823"/>
            <a:chExt cx="783" cy="1472"/>
          </a:xfrm>
        </p:grpSpPr>
        <p:sp>
          <p:nvSpPr>
            <p:cNvPr id="35850" name="Freeform 35">
              <a:extLst>
                <a:ext uri="{FF2B5EF4-FFF2-40B4-BE49-F238E27FC236}">
                  <a16:creationId xmlns:a16="http://schemas.microsoft.com/office/drawing/2014/main" id="{9AEC08C3-DF24-4676-96C3-257701581CE6}"/>
                </a:ext>
              </a:extLst>
            </p:cNvPr>
            <p:cNvSpPr>
              <a:spLocks noEditPoints="1"/>
            </p:cNvSpPr>
            <p:nvPr/>
          </p:nvSpPr>
          <p:spPr bwMode="auto">
            <a:xfrm>
              <a:off x="2065" y="1982"/>
              <a:ext cx="106" cy="74"/>
            </a:xfrm>
            <a:custGeom>
              <a:avLst/>
              <a:gdLst>
                <a:gd name="T0" fmla="*/ 1 w 157"/>
                <a:gd name="T1" fmla="*/ 1 h 142"/>
                <a:gd name="T2" fmla="*/ 1 w 157"/>
                <a:gd name="T3" fmla="*/ 1 h 142"/>
                <a:gd name="T4" fmla="*/ 1 w 157"/>
                <a:gd name="T5" fmla="*/ 1 h 142"/>
                <a:gd name="T6" fmla="*/ 1 w 157"/>
                <a:gd name="T7" fmla="*/ 1 h 142"/>
                <a:gd name="T8" fmla="*/ 1 w 157"/>
                <a:gd name="T9" fmla="*/ 1 h 142"/>
                <a:gd name="T10" fmla="*/ 1 w 157"/>
                <a:gd name="T11" fmla="*/ 1 h 142"/>
                <a:gd name="T12" fmla="*/ 1 w 157"/>
                <a:gd name="T13" fmla="*/ 1 h 142"/>
                <a:gd name="T14" fmla="*/ 1 w 157"/>
                <a:gd name="T15" fmla="*/ 1 h 142"/>
                <a:gd name="T16" fmla="*/ 1 w 157"/>
                <a:gd name="T17" fmla="*/ 1 h 142"/>
                <a:gd name="T18" fmla="*/ 1 w 157"/>
                <a:gd name="T19" fmla="*/ 1 h 142"/>
                <a:gd name="T20" fmla="*/ 1 w 157"/>
                <a:gd name="T21" fmla="*/ 1 h 142"/>
                <a:gd name="T22" fmla="*/ 1 w 157"/>
                <a:gd name="T23" fmla="*/ 1 h 142"/>
                <a:gd name="T24" fmla="*/ 1 w 157"/>
                <a:gd name="T25" fmla="*/ 1 h 142"/>
                <a:gd name="T26" fmla="*/ 1 w 157"/>
                <a:gd name="T27" fmla="*/ 1 h 142"/>
                <a:gd name="T28" fmla="*/ 1 w 157"/>
                <a:gd name="T29" fmla="*/ 1 h 142"/>
                <a:gd name="T30" fmla="*/ 1 w 157"/>
                <a:gd name="T31" fmla="*/ 1 h 142"/>
                <a:gd name="T32" fmla="*/ 1 w 157"/>
                <a:gd name="T33" fmla="*/ 1 h 142"/>
                <a:gd name="T34" fmla="*/ 1 w 157"/>
                <a:gd name="T35" fmla="*/ 1 h 142"/>
                <a:gd name="T36" fmla="*/ 1 w 157"/>
                <a:gd name="T37" fmla="*/ 1 h 142"/>
                <a:gd name="T38" fmla="*/ 1 w 157"/>
                <a:gd name="T39" fmla="*/ 1 h 142"/>
                <a:gd name="T40" fmla="*/ 1 w 157"/>
                <a:gd name="T41" fmla="*/ 1 h 142"/>
                <a:gd name="T42" fmla="*/ 1 w 157"/>
                <a:gd name="T43" fmla="*/ 1 h 142"/>
                <a:gd name="T44" fmla="*/ 1 w 157"/>
                <a:gd name="T45" fmla="*/ 1 h 142"/>
                <a:gd name="T46" fmla="*/ 1 w 157"/>
                <a:gd name="T47" fmla="*/ 1 h 142"/>
                <a:gd name="T48" fmla="*/ 1 w 157"/>
                <a:gd name="T49" fmla="*/ 1 h 142"/>
                <a:gd name="T50" fmla="*/ 0 w 157"/>
                <a:gd name="T51" fmla="*/ 1 h 142"/>
                <a:gd name="T52" fmla="*/ 0 w 157"/>
                <a:gd name="T53" fmla="*/ 1 h 142"/>
                <a:gd name="T54" fmla="*/ 1 w 157"/>
                <a:gd name="T55" fmla="*/ 1 h 142"/>
                <a:gd name="T56" fmla="*/ 1 w 157"/>
                <a:gd name="T57" fmla="*/ 1 h 142"/>
                <a:gd name="T58" fmla="*/ 1 w 157"/>
                <a:gd name="T59" fmla="*/ 1 h 142"/>
                <a:gd name="T60" fmla="*/ 1 w 157"/>
                <a:gd name="T61" fmla="*/ 1 h 142"/>
                <a:gd name="T62" fmla="*/ 1 w 157"/>
                <a:gd name="T63" fmla="*/ 1 h 142"/>
                <a:gd name="T64" fmla="*/ 1 w 157"/>
                <a:gd name="T65" fmla="*/ 1 h 142"/>
                <a:gd name="T66" fmla="*/ 1 w 157"/>
                <a:gd name="T67" fmla="*/ 1 h 142"/>
                <a:gd name="T68" fmla="*/ 1 w 157"/>
                <a:gd name="T69" fmla="*/ 1 h 142"/>
                <a:gd name="T70" fmla="*/ 1 w 157"/>
                <a:gd name="T71" fmla="*/ 1 h 142"/>
                <a:gd name="T72" fmla="*/ 1 w 157"/>
                <a:gd name="T73" fmla="*/ 1 h 142"/>
                <a:gd name="T74" fmla="*/ 1 w 157"/>
                <a:gd name="T75" fmla="*/ 1 h 142"/>
                <a:gd name="T76" fmla="*/ 1 w 157"/>
                <a:gd name="T77" fmla="*/ 1 h 142"/>
                <a:gd name="T78" fmla="*/ 1 w 157"/>
                <a:gd name="T79" fmla="*/ 1 h 142"/>
                <a:gd name="T80" fmla="*/ 1 w 157"/>
                <a:gd name="T81" fmla="*/ 1 h 142"/>
                <a:gd name="T82" fmla="*/ 1 w 157"/>
                <a:gd name="T83" fmla="*/ 0 h 142"/>
                <a:gd name="T84" fmla="*/ 1 w 157"/>
                <a:gd name="T85" fmla="*/ 1 h 142"/>
                <a:gd name="T86" fmla="*/ 1 w 157"/>
                <a:gd name="T87" fmla="*/ 1 h 142"/>
                <a:gd name="T88" fmla="*/ 1 w 157"/>
                <a:gd name="T89" fmla="*/ 1 h 142"/>
                <a:gd name="T90" fmla="*/ 1 w 157"/>
                <a:gd name="T91" fmla="*/ 0 h 142"/>
                <a:gd name="T92" fmla="*/ 1 w 157"/>
                <a:gd name="T93" fmla="*/ 0 h 142"/>
                <a:gd name="T94" fmla="*/ 1 w 157"/>
                <a:gd name="T95" fmla="*/ 0 h 142"/>
                <a:gd name="T96" fmla="*/ 1 w 157"/>
                <a:gd name="T97" fmla="*/ 1 h 14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57" h="142">
                  <a:moveTo>
                    <a:pt x="134" y="24"/>
                  </a:moveTo>
                  <a:lnTo>
                    <a:pt x="126" y="48"/>
                  </a:lnTo>
                  <a:lnTo>
                    <a:pt x="118" y="71"/>
                  </a:lnTo>
                  <a:lnTo>
                    <a:pt x="94" y="87"/>
                  </a:lnTo>
                  <a:lnTo>
                    <a:pt x="71" y="95"/>
                  </a:lnTo>
                  <a:lnTo>
                    <a:pt x="63" y="95"/>
                  </a:lnTo>
                  <a:lnTo>
                    <a:pt x="55" y="87"/>
                  </a:lnTo>
                  <a:lnTo>
                    <a:pt x="55" y="79"/>
                  </a:lnTo>
                  <a:lnTo>
                    <a:pt x="63" y="63"/>
                  </a:lnTo>
                  <a:lnTo>
                    <a:pt x="79" y="32"/>
                  </a:lnTo>
                  <a:lnTo>
                    <a:pt x="94" y="16"/>
                  </a:lnTo>
                  <a:lnTo>
                    <a:pt x="118" y="8"/>
                  </a:lnTo>
                  <a:lnTo>
                    <a:pt x="134" y="16"/>
                  </a:lnTo>
                  <a:lnTo>
                    <a:pt x="134" y="24"/>
                  </a:lnTo>
                  <a:close/>
                  <a:moveTo>
                    <a:pt x="39" y="8"/>
                  </a:moveTo>
                  <a:lnTo>
                    <a:pt x="47" y="8"/>
                  </a:lnTo>
                  <a:lnTo>
                    <a:pt x="55" y="8"/>
                  </a:lnTo>
                  <a:lnTo>
                    <a:pt x="63" y="16"/>
                  </a:lnTo>
                  <a:lnTo>
                    <a:pt x="63" y="24"/>
                  </a:lnTo>
                  <a:lnTo>
                    <a:pt x="55" y="32"/>
                  </a:lnTo>
                  <a:lnTo>
                    <a:pt x="47" y="63"/>
                  </a:lnTo>
                  <a:lnTo>
                    <a:pt x="31" y="103"/>
                  </a:lnTo>
                  <a:lnTo>
                    <a:pt x="23" y="126"/>
                  </a:lnTo>
                  <a:lnTo>
                    <a:pt x="15" y="134"/>
                  </a:lnTo>
                  <a:lnTo>
                    <a:pt x="0" y="134"/>
                  </a:lnTo>
                  <a:lnTo>
                    <a:pt x="0" y="142"/>
                  </a:lnTo>
                  <a:lnTo>
                    <a:pt x="63" y="142"/>
                  </a:lnTo>
                  <a:lnTo>
                    <a:pt x="63" y="134"/>
                  </a:lnTo>
                  <a:lnTo>
                    <a:pt x="55" y="134"/>
                  </a:lnTo>
                  <a:lnTo>
                    <a:pt x="47" y="126"/>
                  </a:lnTo>
                  <a:lnTo>
                    <a:pt x="55" y="111"/>
                  </a:lnTo>
                  <a:lnTo>
                    <a:pt x="55" y="95"/>
                  </a:lnTo>
                  <a:lnTo>
                    <a:pt x="63" y="95"/>
                  </a:lnTo>
                  <a:lnTo>
                    <a:pt x="71" y="95"/>
                  </a:lnTo>
                  <a:lnTo>
                    <a:pt x="102" y="87"/>
                  </a:lnTo>
                  <a:lnTo>
                    <a:pt x="126" y="71"/>
                  </a:lnTo>
                  <a:lnTo>
                    <a:pt x="150" y="56"/>
                  </a:lnTo>
                  <a:lnTo>
                    <a:pt x="157" y="24"/>
                  </a:lnTo>
                  <a:lnTo>
                    <a:pt x="150" y="8"/>
                  </a:lnTo>
                  <a:lnTo>
                    <a:pt x="126" y="0"/>
                  </a:lnTo>
                  <a:lnTo>
                    <a:pt x="94" y="8"/>
                  </a:lnTo>
                  <a:lnTo>
                    <a:pt x="79" y="24"/>
                  </a:lnTo>
                  <a:lnTo>
                    <a:pt x="86" y="0"/>
                  </a:lnTo>
                  <a:lnTo>
                    <a:pt x="39" y="0"/>
                  </a:lnTo>
                  <a:lnTo>
                    <a:pt x="39" y="8"/>
                  </a:lnTo>
                  <a:close/>
                </a:path>
              </a:pathLst>
            </a:custGeom>
            <a:solidFill>
              <a:srgbClr val="000000"/>
            </a:solidFill>
            <a:ln w="9525">
              <a:solidFill>
                <a:schemeClr val="tx1"/>
              </a:solidFill>
              <a:round/>
              <a:headEnd/>
              <a:tailEnd/>
            </a:ln>
          </p:spPr>
          <p:txBody>
            <a:bodyPr/>
            <a:lstStyle/>
            <a:p>
              <a:endParaRPr lang="zh-CN" altLang="en-US"/>
            </a:p>
          </p:txBody>
        </p:sp>
        <p:sp>
          <p:nvSpPr>
            <p:cNvPr id="35851" name="Freeform 36">
              <a:extLst>
                <a:ext uri="{FF2B5EF4-FFF2-40B4-BE49-F238E27FC236}">
                  <a16:creationId xmlns:a16="http://schemas.microsoft.com/office/drawing/2014/main" id="{25F74F50-F2CC-4D70-8EBD-B9232066C9B3}"/>
                </a:ext>
              </a:extLst>
            </p:cNvPr>
            <p:cNvSpPr>
              <a:spLocks noEditPoints="1"/>
            </p:cNvSpPr>
            <p:nvPr/>
          </p:nvSpPr>
          <p:spPr bwMode="auto">
            <a:xfrm>
              <a:off x="2234" y="1986"/>
              <a:ext cx="96" cy="33"/>
            </a:xfrm>
            <a:custGeom>
              <a:avLst/>
              <a:gdLst>
                <a:gd name="T0" fmla="*/ 1 w 142"/>
                <a:gd name="T1" fmla="*/ 0 h 63"/>
                <a:gd name="T2" fmla="*/ 0 w 142"/>
                <a:gd name="T3" fmla="*/ 0 h 63"/>
                <a:gd name="T4" fmla="*/ 0 w 142"/>
                <a:gd name="T5" fmla="*/ 1 h 63"/>
                <a:gd name="T6" fmla="*/ 1 w 142"/>
                <a:gd name="T7" fmla="*/ 1 h 63"/>
                <a:gd name="T8" fmla="*/ 1 w 142"/>
                <a:gd name="T9" fmla="*/ 0 h 63"/>
                <a:gd name="T10" fmla="*/ 1 w 142"/>
                <a:gd name="T11" fmla="*/ 1 h 63"/>
                <a:gd name="T12" fmla="*/ 0 w 142"/>
                <a:gd name="T13" fmla="*/ 1 h 63"/>
                <a:gd name="T14" fmla="*/ 0 w 142"/>
                <a:gd name="T15" fmla="*/ 1 h 63"/>
                <a:gd name="T16" fmla="*/ 1 w 142"/>
                <a:gd name="T17" fmla="*/ 1 h 63"/>
                <a:gd name="T18" fmla="*/ 1 w 142"/>
                <a:gd name="T19" fmla="*/ 1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2" h="63">
                  <a:moveTo>
                    <a:pt x="142" y="0"/>
                  </a:moveTo>
                  <a:lnTo>
                    <a:pt x="0" y="0"/>
                  </a:lnTo>
                  <a:lnTo>
                    <a:pt x="0" y="16"/>
                  </a:lnTo>
                  <a:lnTo>
                    <a:pt x="142" y="16"/>
                  </a:lnTo>
                  <a:lnTo>
                    <a:pt x="142" y="0"/>
                  </a:lnTo>
                  <a:close/>
                  <a:moveTo>
                    <a:pt x="142" y="48"/>
                  </a:moveTo>
                  <a:lnTo>
                    <a:pt x="0" y="48"/>
                  </a:lnTo>
                  <a:lnTo>
                    <a:pt x="0" y="63"/>
                  </a:lnTo>
                  <a:lnTo>
                    <a:pt x="142" y="63"/>
                  </a:lnTo>
                  <a:lnTo>
                    <a:pt x="142" y="48"/>
                  </a:lnTo>
                  <a:close/>
                </a:path>
              </a:pathLst>
            </a:custGeom>
            <a:solidFill>
              <a:srgbClr val="000000"/>
            </a:solidFill>
            <a:ln w="9525">
              <a:solidFill>
                <a:schemeClr val="tx1"/>
              </a:solidFill>
              <a:round/>
              <a:headEnd/>
              <a:tailEnd/>
            </a:ln>
          </p:spPr>
          <p:txBody>
            <a:bodyPr/>
            <a:lstStyle/>
            <a:p>
              <a:endParaRPr lang="zh-CN" altLang="en-US"/>
            </a:p>
          </p:txBody>
        </p:sp>
        <p:sp>
          <p:nvSpPr>
            <p:cNvPr id="35852" name="Rectangle 37">
              <a:extLst>
                <a:ext uri="{FF2B5EF4-FFF2-40B4-BE49-F238E27FC236}">
                  <a16:creationId xmlns:a16="http://schemas.microsoft.com/office/drawing/2014/main" id="{B54D10A1-1465-4693-ABEE-D062C1D46E4A}"/>
                </a:ext>
              </a:extLst>
            </p:cNvPr>
            <p:cNvSpPr>
              <a:spLocks noChangeArrowheads="1"/>
            </p:cNvSpPr>
            <p:nvPr/>
          </p:nvSpPr>
          <p:spPr bwMode="auto">
            <a:xfrm>
              <a:off x="2388" y="1998"/>
              <a:ext cx="100" cy="9"/>
            </a:xfrm>
            <a:prstGeom prst="rect">
              <a:avLst/>
            </a:prstGeom>
            <a:solidFill>
              <a:srgbClr val="000000"/>
            </a:solidFill>
            <a:ln w="9525">
              <a:solidFill>
                <a:schemeClr val="tx1"/>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35853" name="Freeform 38">
              <a:extLst>
                <a:ext uri="{FF2B5EF4-FFF2-40B4-BE49-F238E27FC236}">
                  <a16:creationId xmlns:a16="http://schemas.microsoft.com/office/drawing/2014/main" id="{BF9A24AC-2E27-4F93-9D5C-E56C452D31EC}"/>
                </a:ext>
              </a:extLst>
            </p:cNvPr>
            <p:cNvSpPr>
              <a:spLocks/>
            </p:cNvSpPr>
            <p:nvPr/>
          </p:nvSpPr>
          <p:spPr bwMode="auto">
            <a:xfrm>
              <a:off x="2494" y="1986"/>
              <a:ext cx="74" cy="49"/>
            </a:xfrm>
            <a:custGeom>
              <a:avLst/>
              <a:gdLst>
                <a:gd name="T0" fmla="*/ 0 w 110"/>
                <a:gd name="T1" fmla="*/ 1 h 95"/>
                <a:gd name="T2" fmla="*/ 1 w 110"/>
                <a:gd name="T3" fmla="*/ 1 h 95"/>
                <a:gd name="T4" fmla="*/ 1 w 110"/>
                <a:gd name="T5" fmla="*/ 1 h 95"/>
                <a:gd name="T6" fmla="*/ 1 w 110"/>
                <a:gd name="T7" fmla="*/ 1 h 95"/>
                <a:gd name="T8" fmla="*/ 1 w 110"/>
                <a:gd name="T9" fmla="*/ 1 h 95"/>
                <a:gd name="T10" fmla="*/ 1 w 110"/>
                <a:gd name="T11" fmla="*/ 1 h 95"/>
                <a:gd name="T12" fmla="*/ 1 w 110"/>
                <a:gd name="T13" fmla="*/ 1 h 95"/>
                <a:gd name="T14" fmla="*/ 1 w 110"/>
                <a:gd name="T15" fmla="*/ 1 h 95"/>
                <a:gd name="T16" fmla="*/ 1 w 110"/>
                <a:gd name="T17" fmla="*/ 1 h 95"/>
                <a:gd name="T18" fmla="*/ 1 w 110"/>
                <a:gd name="T19" fmla="*/ 1 h 95"/>
                <a:gd name="T20" fmla="*/ 1 w 110"/>
                <a:gd name="T21" fmla="*/ 1 h 95"/>
                <a:gd name="T22" fmla="*/ 1 w 110"/>
                <a:gd name="T23" fmla="*/ 1 h 95"/>
                <a:gd name="T24" fmla="*/ 1 w 110"/>
                <a:gd name="T25" fmla="*/ 1 h 95"/>
                <a:gd name="T26" fmla="*/ 1 w 110"/>
                <a:gd name="T27" fmla="*/ 1 h 95"/>
                <a:gd name="T28" fmla="*/ 1 w 110"/>
                <a:gd name="T29" fmla="*/ 0 h 95"/>
                <a:gd name="T30" fmla="*/ 1 w 110"/>
                <a:gd name="T31" fmla="*/ 0 h 95"/>
                <a:gd name="T32" fmla="*/ 1 w 110"/>
                <a:gd name="T33" fmla="*/ 0 h 95"/>
                <a:gd name="T34" fmla="*/ 1 w 110"/>
                <a:gd name="T35" fmla="*/ 1 h 95"/>
                <a:gd name="T36" fmla="*/ 1 w 110"/>
                <a:gd name="T37" fmla="*/ 1 h 95"/>
                <a:gd name="T38" fmla="*/ 1 w 110"/>
                <a:gd name="T39" fmla="*/ 1 h 95"/>
                <a:gd name="T40" fmla="*/ 1 w 110"/>
                <a:gd name="T41" fmla="*/ 1 h 95"/>
                <a:gd name="T42" fmla="*/ 1 w 110"/>
                <a:gd name="T43" fmla="*/ 1 h 95"/>
                <a:gd name="T44" fmla="*/ 1 w 110"/>
                <a:gd name="T45" fmla="*/ 1 h 95"/>
                <a:gd name="T46" fmla="*/ 1 w 110"/>
                <a:gd name="T47" fmla="*/ 1 h 95"/>
                <a:gd name="T48" fmla="*/ 1 w 110"/>
                <a:gd name="T49" fmla="*/ 1 h 95"/>
                <a:gd name="T50" fmla="*/ 1 w 110"/>
                <a:gd name="T51" fmla="*/ 0 h 95"/>
                <a:gd name="T52" fmla="*/ 1 w 110"/>
                <a:gd name="T53" fmla="*/ 0 h 95"/>
                <a:gd name="T54" fmla="*/ 1 w 110"/>
                <a:gd name="T55" fmla="*/ 0 h 95"/>
                <a:gd name="T56" fmla="*/ 1 w 110"/>
                <a:gd name="T57" fmla="*/ 0 h 95"/>
                <a:gd name="T58" fmla="*/ 0 w 110"/>
                <a:gd name="T59" fmla="*/ 0 h 95"/>
                <a:gd name="T60" fmla="*/ 0 w 110"/>
                <a:gd name="T61" fmla="*/ 1 h 9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10" h="95">
                  <a:moveTo>
                    <a:pt x="0" y="8"/>
                  </a:moveTo>
                  <a:lnTo>
                    <a:pt x="16" y="8"/>
                  </a:lnTo>
                  <a:lnTo>
                    <a:pt x="23" y="24"/>
                  </a:lnTo>
                  <a:lnTo>
                    <a:pt x="31" y="55"/>
                  </a:lnTo>
                  <a:lnTo>
                    <a:pt x="31" y="87"/>
                  </a:lnTo>
                  <a:lnTo>
                    <a:pt x="31" y="95"/>
                  </a:lnTo>
                  <a:lnTo>
                    <a:pt x="39" y="87"/>
                  </a:lnTo>
                  <a:lnTo>
                    <a:pt x="47" y="79"/>
                  </a:lnTo>
                  <a:lnTo>
                    <a:pt x="63" y="71"/>
                  </a:lnTo>
                  <a:lnTo>
                    <a:pt x="71" y="63"/>
                  </a:lnTo>
                  <a:lnTo>
                    <a:pt x="87" y="48"/>
                  </a:lnTo>
                  <a:lnTo>
                    <a:pt x="102" y="24"/>
                  </a:lnTo>
                  <a:lnTo>
                    <a:pt x="110" y="8"/>
                  </a:lnTo>
                  <a:lnTo>
                    <a:pt x="102" y="0"/>
                  </a:lnTo>
                  <a:lnTo>
                    <a:pt x="95" y="0"/>
                  </a:lnTo>
                  <a:lnTo>
                    <a:pt x="87" y="0"/>
                  </a:lnTo>
                  <a:lnTo>
                    <a:pt x="79" y="8"/>
                  </a:lnTo>
                  <a:lnTo>
                    <a:pt x="87" y="16"/>
                  </a:lnTo>
                  <a:lnTo>
                    <a:pt x="95" y="24"/>
                  </a:lnTo>
                  <a:lnTo>
                    <a:pt x="95" y="32"/>
                  </a:lnTo>
                  <a:lnTo>
                    <a:pt x="79" y="48"/>
                  </a:lnTo>
                  <a:lnTo>
                    <a:pt x="55" y="63"/>
                  </a:lnTo>
                  <a:lnTo>
                    <a:pt x="47" y="71"/>
                  </a:lnTo>
                  <a:lnTo>
                    <a:pt x="47" y="40"/>
                  </a:lnTo>
                  <a:lnTo>
                    <a:pt x="39" y="0"/>
                  </a:lnTo>
                  <a:lnTo>
                    <a:pt x="31" y="0"/>
                  </a:lnTo>
                  <a:lnTo>
                    <a:pt x="23" y="0"/>
                  </a:lnTo>
                  <a:lnTo>
                    <a:pt x="0" y="0"/>
                  </a:lnTo>
                  <a:lnTo>
                    <a:pt x="0" y="8"/>
                  </a:lnTo>
                  <a:close/>
                </a:path>
              </a:pathLst>
            </a:custGeom>
            <a:solidFill>
              <a:srgbClr val="000000"/>
            </a:solidFill>
            <a:ln w="9525">
              <a:solidFill>
                <a:schemeClr val="tx1"/>
              </a:solidFill>
              <a:round/>
              <a:headEnd/>
              <a:tailEnd/>
            </a:ln>
          </p:spPr>
          <p:txBody>
            <a:bodyPr/>
            <a:lstStyle/>
            <a:p>
              <a:endParaRPr lang="zh-CN" altLang="en-US"/>
            </a:p>
          </p:txBody>
        </p:sp>
        <p:sp>
          <p:nvSpPr>
            <p:cNvPr id="35854" name="Freeform 39">
              <a:extLst>
                <a:ext uri="{FF2B5EF4-FFF2-40B4-BE49-F238E27FC236}">
                  <a16:creationId xmlns:a16="http://schemas.microsoft.com/office/drawing/2014/main" id="{A4E0CAEB-5729-498C-A0B6-AABB9DEB7840}"/>
                </a:ext>
              </a:extLst>
            </p:cNvPr>
            <p:cNvSpPr>
              <a:spLocks noEditPoints="1"/>
            </p:cNvSpPr>
            <p:nvPr/>
          </p:nvSpPr>
          <p:spPr bwMode="auto">
            <a:xfrm>
              <a:off x="2578" y="1957"/>
              <a:ext cx="43" cy="74"/>
            </a:xfrm>
            <a:custGeom>
              <a:avLst/>
              <a:gdLst>
                <a:gd name="T0" fmla="*/ 1 w 63"/>
                <a:gd name="T1" fmla="*/ 1 h 142"/>
                <a:gd name="T2" fmla="*/ 1 w 63"/>
                <a:gd name="T3" fmla="*/ 1 h 142"/>
                <a:gd name="T4" fmla="*/ 1 w 63"/>
                <a:gd name="T5" fmla="*/ 1 h 142"/>
                <a:gd name="T6" fmla="*/ 1 w 63"/>
                <a:gd name="T7" fmla="*/ 1 h 142"/>
                <a:gd name="T8" fmla="*/ 1 w 63"/>
                <a:gd name="T9" fmla="*/ 1 h 142"/>
                <a:gd name="T10" fmla="*/ 1 w 63"/>
                <a:gd name="T11" fmla="*/ 1 h 142"/>
                <a:gd name="T12" fmla="*/ 1 w 63"/>
                <a:gd name="T13" fmla="*/ 1 h 142"/>
                <a:gd name="T14" fmla="*/ 1 w 63"/>
                <a:gd name="T15" fmla="*/ 1 h 142"/>
                <a:gd name="T16" fmla="*/ 1 w 63"/>
                <a:gd name="T17" fmla="*/ 1 h 142"/>
                <a:gd name="T18" fmla="*/ 1 w 63"/>
                <a:gd name="T19" fmla="*/ 1 h 142"/>
                <a:gd name="T20" fmla="*/ 1 w 63"/>
                <a:gd name="T21" fmla="*/ 1 h 142"/>
                <a:gd name="T22" fmla="*/ 1 w 63"/>
                <a:gd name="T23" fmla="*/ 1 h 142"/>
                <a:gd name="T24" fmla="*/ 1 w 63"/>
                <a:gd name="T25" fmla="*/ 1 h 142"/>
                <a:gd name="T26" fmla="*/ 1 w 63"/>
                <a:gd name="T27" fmla="*/ 1 h 142"/>
                <a:gd name="T28" fmla="*/ 1 w 63"/>
                <a:gd name="T29" fmla="*/ 1 h 142"/>
                <a:gd name="T30" fmla="*/ 1 w 63"/>
                <a:gd name="T31" fmla="*/ 1 h 142"/>
                <a:gd name="T32" fmla="*/ 1 w 63"/>
                <a:gd name="T33" fmla="*/ 1 h 142"/>
                <a:gd name="T34" fmla="*/ 0 w 63"/>
                <a:gd name="T35" fmla="*/ 1 h 142"/>
                <a:gd name="T36" fmla="*/ 0 w 63"/>
                <a:gd name="T37" fmla="*/ 1 h 142"/>
                <a:gd name="T38" fmla="*/ 1 w 63"/>
                <a:gd name="T39" fmla="*/ 1 h 142"/>
                <a:gd name="T40" fmla="*/ 1 w 63"/>
                <a:gd name="T41" fmla="*/ 1 h 142"/>
                <a:gd name="T42" fmla="*/ 1 w 63"/>
                <a:gd name="T43" fmla="*/ 1 h 142"/>
                <a:gd name="T44" fmla="*/ 1 w 63"/>
                <a:gd name="T45" fmla="*/ 1 h 142"/>
                <a:gd name="T46" fmla="*/ 1 w 63"/>
                <a:gd name="T47" fmla="*/ 1 h 142"/>
                <a:gd name="T48" fmla="*/ 1 w 63"/>
                <a:gd name="T49" fmla="*/ 1 h 142"/>
                <a:gd name="T50" fmla="*/ 1 w 63"/>
                <a:gd name="T51" fmla="*/ 0 h 142"/>
                <a:gd name="T52" fmla="*/ 1 w 63"/>
                <a:gd name="T53" fmla="*/ 0 h 142"/>
                <a:gd name="T54" fmla="*/ 1 w 63"/>
                <a:gd name="T55" fmla="*/ 1 h 142"/>
                <a:gd name="T56" fmla="*/ 1 w 63"/>
                <a:gd name="T57" fmla="*/ 1 h 142"/>
                <a:gd name="T58" fmla="*/ 1 w 63"/>
                <a:gd name="T59" fmla="*/ 1 h 142"/>
                <a:gd name="T60" fmla="*/ 1 w 63"/>
                <a:gd name="T61" fmla="*/ 1 h 142"/>
                <a:gd name="T62" fmla="*/ 1 w 63"/>
                <a:gd name="T63" fmla="*/ 1 h 142"/>
                <a:gd name="T64" fmla="*/ 1 w 63"/>
                <a:gd name="T65" fmla="*/ 1 h 14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63" h="142">
                  <a:moveTo>
                    <a:pt x="55" y="118"/>
                  </a:moveTo>
                  <a:lnTo>
                    <a:pt x="40" y="126"/>
                  </a:lnTo>
                  <a:lnTo>
                    <a:pt x="32" y="134"/>
                  </a:lnTo>
                  <a:lnTo>
                    <a:pt x="24" y="134"/>
                  </a:lnTo>
                  <a:lnTo>
                    <a:pt x="32" y="126"/>
                  </a:lnTo>
                  <a:lnTo>
                    <a:pt x="32" y="118"/>
                  </a:lnTo>
                  <a:lnTo>
                    <a:pt x="55" y="47"/>
                  </a:lnTo>
                  <a:lnTo>
                    <a:pt x="32" y="47"/>
                  </a:lnTo>
                  <a:lnTo>
                    <a:pt x="8" y="55"/>
                  </a:lnTo>
                  <a:lnTo>
                    <a:pt x="24" y="55"/>
                  </a:lnTo>
                  <a:lnTo>
                    <a:pt x="24" y="63"/>
                  </a:lnTo>
                  <a:lnTo>
                    <a:pt x="24" y="71"/>
                  </a:lnTo>
                  <a:lnTo>
                    <a:pt x="16" y="95"/>
                  </a:lnTo>
                  <a:lnTo>
                    <a:pt x="8" y="118"/>
                  </a:lnTo>
                  <a:lnTo>
                    <a:pt x="0" y="134"/>
                  </a:lnTo>
                  <a:lnTo>
                    <a:pt x="0" y="142"/>
                  </a:lnTo>
                  <a:lnTo>
                    <a:pt x="16" y="142"/>
                  </a:lnTo>
                  <a:lnTo>
                    <a:pt x="40" y="134"/>
                  </a:lnTo>
                  <a:lnTo>
                    <a:pt x="55" y="118"/>
                  </a:lnTo>
                  <a:close/>
                  <a:moveTo>
                    <a:pt x="63" y="8"/>
                  </a:moveTo>
                  <a:lnTo>
                    <a:pt x="63" y="8"/>
                  </a:lnTo>
                  <a:lnTo>
                    <a:pt x="47" y="0"/>
                  </a:lnTo>
                  <a:lnTo>
                    <a:pt x="40" y="8"/>
                  </a:lnTo>
                  <a:lnTo>
                    <a:pt x="47" y="16"/>
                  </a:lnTo>
                  <a:lnTo>
                    <a:pt x="47" y="24"/>
                  </a:lnTo>
                  <a:lnTo>
                    <a:pt x="63" y="16"/>
                  </a:lnTo>
                  <a:lnTo>
                    <a:pt x="63" y="8"/>
                  </a:lnTo>
                  <a:close/>
                </a:path>
              </a:pathLst>
            </a:custGeom>
            <a:solidFill>
              <a:srgbClr val="000000"/>
            </a:solidFill>
            <a:ln w="9525">
              <a:solidFill>
                <a:schemeClr val="tx1"/>
              </a:solidFill>
              <a:round/>
              <a:headEnd/>
              <a:tailEnd/>
            </a:ln>
          </p:spPr>
          <p:txBody>
            <a:bodyPr/>
            <a:lstStyle/>
            <a:p>
              <a:endParaRPr lang="zh-CN" altLang="en-US"/>
            </a:p>
          </p:txBody>
        </p:sp>
        <p:sp>
          <p:nvSpPr>
            <p:cNvPr id="35855" name="Freeform 40">
              <a:extLst>
                <a:ext uri="{FF2B5EF4-FFF2-40B4-BE49-F238E27FC236}">
                  <a16:creationId xmlns:a16="http://schemas.microsoft.com/office/drawing/2014/main" id="{EFE0B185-8E4F-46AC-A409-2F76FDE4FDCB}"/>
                </a:ext>
              </a:extLst>
            </p:cNvPr>
            <p:cNvSpPr>
              <a:spLocks/>
            </p:cNvSpPr>
            <p:nvPr/>
          </p:nvSpPr>
          <p:spPr bwMode="auto">
            <a:xfrm>
              <a:off x="2208" y="2200"/>
              <a:ext cx="48" cy="95"/>
            </a:xfrm>
            <a:custGeom>
              <a:avLst/>
              <a:gdLst>
                <a:gd name="T0" fmla="*/ 1 w 71"/>
                <a:gd name="T1" fmla="*/ 0 h 181"/>
                <a:gd name="T2" fmla="*/ 1 w 71"/>
                <a:gd name="T3" fmla="*/ 1 h 181"/>
                <a:gd name="T4" fmla="*/ 1 w 71"/>
                <a:gd name="T5" fmla="*/ 1 h 181"/>
                <a:gd name="T6" fmla="*/ 1 w 71"/>
                <a:gd name="T7" fmla="*/ 1 h 181"/>
                <a:gd name="T8" fmla="*/ 0 w 71"/>
                <a:gd name="T9" fmla="*/ 1 h 181"/>
                <a:gd name="T10" fmla="*/ 1 w 71"/>
                <a:gd name="T11" fmla="*/ 1 h 181"/>
                <a:gd name="T12" fmla="*/ 1 w 71"/>
                <a:gd name="T13" fmla="*/ 1 h 181"/>
                <a:gd name="T14" fmla="*/ 1 w 71"/>
                <a:gd name="T15" fmla="*/ 1 h 181"/>
                <a:gd name="T16" fmla="*/ 1 w 71"/>
                <a:gd name="T17" fmla="*/ 1 h 181"/>
                <a:gd name="T18" fmla="*/ 1 w 71"/>
                <a:gd name="T19" fmla="*/ 1 h 181"/>
                <a:gd name="T20" fmla="*/ 1 w 71"/>
                <a:gd name="T21" fmla="*/ 1 h 181"/>
                <a:gd name="T22" fmla="*/ 1 w 71"/>
                <a:gd name="T23" fmla="*/ 1 h 181"/>
                <a:gd name="T24" fmla="*/ 1 w 71"/>
                <a:gd name="T25" fmla="*/ 1 h 181"/>
                <a:gd name="T26" fmla="*/ 1 w 71"/>
                <a:gd name="T27" fmla="*/ 1 h 181"/>
                <a:gd name="T28" fmla="*/ 1 w 71"/>
                <a:gd name="T29" fmla="*/ 1 h 181"/>
                <a:gd name="T30" fmla="*/ 1 w 71"/>
                <a:gd name="T31" fmla="*/ 1 h 181"/>
                <a:gd name="T32" fmla="*/ 1 w 71"/>
                <a:gd name="T33" fmla="*/ 0 h 181"/>
                <a:gd name="T34" fmla="*/ 1 w 71"/>
                <a:gd name="T35" fmla="*/ 0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1" h="181">
                  <a:moveTo>
                    <a:pt x="71" y="0"/>
                  </a:moveTo>
                  <a:lnTo>
                    <a:pt x="39" y="16"/>
                  </a:lnTo>
                  <a:lnTo>
                    <a:pt x="16" y="32"/>
                  </a:lnTo>
                  <a:lnTo>
                    <a:pt x="8" y="55"/>
                  </a:lnTo>
                  <a:lnTo>
                    <a:pt x="0" y="87"/>
                  </a:lnTo>
                  <a:lnTo>
                    <a:pt x="8" y="126"/>
                  </a:lnTo>
                  <a:lnTo>
                    <a:pt x="23" y="150"/>
                  </a:lnTo>
                  <a:lnTo>
                    <a:pt x="47" y="165"/>
                  </a:lnTo>
                  <a:lnTo>
                    <a:pt x="71" y="181"/>
                  </a:lnTo>
                  <a:lnTo>
                    <a:pt x="47" y="158"/>
                  </a:lnTo>
                  <a:lnTo>
                    <a:pt x="31" y="134"/>
                  </a:lnTo>
                  <a:lnTo>
                    <a:pt x="23" y="110"/>
                  </a:lnTo>
                  <a:lnTo>
                    <a:pt x="23" y="87"/>
                  </a:lnTo>
                  <a:lnTo>
                    <a:pt x="31" y="55"/>
                  </a:lnTo>
                  <a:lnTo>
                    <a:pt x="39" y="32"/>
                  </a:lnTo>
                  <a:lnTo>
                    <a:pt x="71" y="0"/>
                  </a:lnTo>
                  <a:close/>
                </a:path>
              </a:pathLst>
            </a:custGeom>
            <a:solidFill>
              <a:srgbClr val="000000"/>
            </a:solidFill>
            <a:ln w="9525">
              <a:solidFill>
                <a:schemeClr val="tx1"/>
              </a:solidFill>
              <a:round/>
              <a:headEnd/>
              <a:tailEnd/>
            </a:ln>
          </p:spPr>
          <p:txBody>
            <a:bodyPr/>
            <a:lstStyle/>
            <a:p>
              <a:endParaRPr lang="zh-CN" altLang="en-US"/>
            </a:p>
          </p:txBody>
        </p:sp>
        <p:sp>
          <p:nvSpPr>
            <p:cNvPr id="35856" name="Freeform 41">
              <a:extLst>
                <a:ext uri="{FF2B5EF4-FFF2-40B4-BE49-F238E27FC236}">
                  <a16:creationId xmlns:a16="http://schemas.microsoft.com/office/drawing/2014/main" id="{A062BC7F-2748-4ABE-96B0-B78D52B3A6B6}"/>
                </a:ext>
              </a:extLst>
            </p:cNvPr>
            <p:cNvSpPr>
              <a:spLocks noEditPoints="1"/>
            </p:cNvSpPr>
            <p:nvPr/>
          </p:nvSpPr>
          <p:spPr bwMode="auto">
            <a:xfrm>
              <a:off x="2261" y="2196"/>
              <a:ext cx="90" cy="79"/>
            </a:xfrm>
            <a:custGeom>
              <a:avLst/>
              <a:gdLst>
                <a:gd name="T0" fmla="*/ 1 w 134"/>
                <a:gd name="T1" fmla="*/ 1 h 150"/>
                <a:gd name="T2" fmla="*/ 1 w 134"/>
                <a:gd name="T3" fmla="*/ 1 h 150"/>
                <a:gd name="T4" fmla="*/ 1 w 134"/>
                <a:gd name="T5" fmla="*/ 1 h 150"/>
                <a:gd name="T6" fmla="*/ 1 w 134"/>
                <a:gd name="T7" fmla="*/ 1 h 150"/>
                <a:gd name="T8" fmla="*/ 1 w 134"/>
                <a:gd name="T9" fmla="*/ 1 h 150"/>
                <a:gd name="T10" fmla="*/ 1 w 134"/>
                <a:gd name="T11" fmla="*/ 1 h 150"/>
                <a:gd name="T12" fmla="*/ 1 w 134"/>
                <a:gd name="T13" fmla="*/ 1 h 150"/>
                <a:gd name="T14" fmla="*/ 1 w 134"/>
                <a:gd name="T15" fmla="*/ 1 h 150"/>
                <a:gd name="T16" fmla="*/ 1 w 134"/>
                <a:gd name="T17" fmla="*/ 1 h 150"/>
                <a:gd name="T18" fmla="*/ 1 w 134"/>
                <a:gd name="T19" fmla="*/ 1 h 150"/>
                <a:gd name="T20" fmla="*/ 1 w 134"/>
                <a:gd name="T21" fmla="*/ 1 h 150"/>
                <a:gd name="T22" fmla="*/ 1 w 134"/>
                <a:gd name="T23" fmla="*/ 1 h 150"/>
                <a:gd name="T24" fmla="*/ 1 w 134"/>
                <a:gd name="T25" fmla="*/ 1 h 150"/>
                <a:gd name="T26" fmla="*/ 1 w 134"/>
                <a:gd name="T27" fmla="*/ 1 h 150"/>
                <a:gd name="T28" fmla="*/ 1 w 134"/>
                <a:gd name="T29" fmla="*/ 1 h 150"/>
                <a:gd name="T30" fmla="*/ 1 w 134"/>
                <a:gd name="T31" fmla="*/ 1 h 150"/>
                <a:gd name="T32" fmla="*/ 1 w 134"/>
                <a:gd name="T33" fmla="*/ 1 h 150"/>
                <a:gd name="T34" fmla="*/ 1 w 134"/>
                <a:gd name="T35" fmla="*/ 1 h 150"/>
                <a:gd name="T36" fmla="*/ 1 w 134"/>
                <a:gd name="T37" fmla="*/ 1 h 150"/>
                <a:gd name="T38" fmla="*/ 1 w 134"/>
                <a:gd name="T39" fmla="*/ 1 h 150"/>
                <a:gd name="T40" fmla="*/ 1 w 134"/>
                <a:gd name="T41" fmla="*/ 1 h 150"/>
                <a:gd name="T42" fmla="*/ 1 w 134"/>
                <a:gd name="T43" fmla="*/ 1 h 150"/>
                <a:gd name="T44" fmla="*/ 1 w 134"/>
                <a:gd name="T45" fmla="*/ 1 h 150"/>
                <a:gd name="T46" fmla="*/ 1 w 134"/>
                <a:gd name="T47" fmla="*/ 1 h 150"/>
                <a:gd name="T48" fmla="*/ 1 w 134"/>
                <a:gd name="T49" fmla="*/ 1 h 150"/>
                <a:gd name="T50" fmla="*/ 1 w 134"/>
                <a:gd name="T51" fmla="*/ 1 h 150"/>
                <a:gd name="T52" fmla="*/ 1 w 134"/>
                <a:gd name="T53" fmla="*/ 1 h 150"/>
                <a:gd name="T54" fmla="*/ 1 w 134"/>
                <a:gd name="T55" fmla="*/ 1 h 150"/>
                <a:gd name="T56" fmla="*/ 1 w 134"/>
                <a:gd name="T57" fmla="*/ 0 h 150"/>
                <a:gd name="T58" fmla="*/ 1 w 134"/>
                <a:gd name="T59" fmla="*/ 0 h 150"/>
                <a:gd name="T60" fmla="*/ 1 w 134"/>
                <a:gd name="T61" fmla="*/ 1 h 150"/>
                <a:gd name="T62" fmla="*/ 0 w 134"/>
                <a:gd name="T63" fmla="*/ 1 h 150"/>
                <a:gd name="T64" fmla="*/ 0 w 134"/>
                <a:gd name="T65" fmla="*/ 1 h 150"/>
                <a:gd name="T66" fmla="*/ 1 w 134"/>
                <a:gd name="T67" fmla="*/ 1 h 150"/>
                <a:gd name="T68" fmla="*/ 1 w 134"/>
                <a:gd name="T69" fmla="*/ 1 h 150"/>
                <a:gd name="T70" fmla="*/ 1 w 134"/>
                <a:gd name="T71" fmla="*/ 1 h 150"/>
                <a:gd name="T72" fmla="*/ 1 w 134"/>
                <a:gd name="T73" fmla="*/ 1 h 150"/>
                <a:gd name="T74" fmla="*/ 1 w 134"/>
                <a:gd name="T75" fmla="*/ 1 h 1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34" h="150">
                  <a:moveTo>
                    <a:pt x="47" y="79"/>
                  </a:moveTo>
                  <a:lnTo>
                    <a:pt x="55" y="71"/>
                  </a:lnTo>
                  <a:lnTo>
                    <a:pt x="71" y="63"/>
                  </a:lnTo>
                  <a:lnTo>
                    <a:pt x="94" y="71"/>
                  </a:lnTo>
                  <a:lnTo>
                    <a:pt x="102" y="79"/>
                  </a:lnTo>
                  <a:lnTo>
                    <a:pt x="110" y="110"/>
                  </a:lnTo>
                  <a:lnTo>
                    <a:pt x="110" y="118"/>
                  </a:lnTo>
                  <a:lnTo>
                    <a:pt x="102" y="134"/>
                  </a:lnTo>
                  <a:lnTo>
                    <a:pt x="94" y="142"/>
                  </a:lnTo>
                  <a:lnTo>
                    <a:pt x="71" y="150"/>
                  </a:lnTo>
                  <a:lnTo>
                    <a:pt x="55" y="142"/>
                  </a:lnTo>
                  <a:lnTo>
                    <a:pt x="47" y="134"/>
                  </a:lnTo>
                  <a:lnTo>
                    <a:pt x="47" y="79"/>
                  </a:lnTo>
                  <a:close/>
                  <a:moveTo>
                    <a:pt x="23" y="142"/>
                  </a:moveTo>
                  <a:lnTo>
                    <a:pt x="31" y="150"/>
                  </a:lnTo>
                  <a:lnTo>
                    <a:pt x="39" y="150"/>
                  </a:lnTo>
                  <a:lnTo>
                    <a:pt x="55" y="150"/>
                  </a:lnTo>
                  <a:lnTo>
                    <a:pt x="63" y="150"/>
                  </a:lnTo>
                  <a:lnTo>
                    <a:pt x="94" y="142"/>
                  </a:lnTo>
                  <a:lnTo>
                    <a:pt x="118" y="134"/>
                  </a:lnTo>
                  <a:lnTo>
                    <a:pt x="134" y="118"/>
                  </a:lnTo>
                  <a:lnTo>
                    <a:pt x="134" y="103"/>
                  </a:lnTo>
                  <a:lnTo>
                    <a:pt x="126" y="71"/>
                  </a:lnTo>
                  <a:lnTo>
                    <a:pt x="110" y="63"/>
                  </a:lnTo>
                  <a:lnTo>
                    <a:pt x="86" y="55"/>
                  </a:lnTo>
                  <a:lnTo>
                    <a:pt x="55" y="63"/>
                  </a:lnTo>
                  <a:lnTo>
                    <a:pt x="47" y="71"/>
                  </a:lnTo>
                  <a:lnTo>
                    <a:pt x="47" y="0"/>
                  </a:lnTo>
                  <a:lnTo>
                    <a:pt x="23" y="8"/>
                  </a:lnTo>
                  <a:lnTo>
                    <a:pt x="0" y="16"/>
                  </a:lnTo>
                  <a:lnTo>
                    <a:pt x="8" y="16"/>
                  </a:lnTo>
                  <a:lnTo>
                    <a:pt x="23" y="24"/>
                  </a:lnTo>
                  <a:lnTo>
                    <a:pt x="23" y="142"/>
                  </a:lnTo>
                  <a:close/>
                </a:path>
              </a:pathLst>
            </a:custGeom>
            <a:solidFill>
              <a:srgbClr val="000000"/>
            </a:solidFill>
            <a:ln w="9525">
              <a:solidFill>
                <a:schemeClr val="tx1"/>
              </a:solidFill>
              <a:round/>
              <a:headEnd/>
              <a:tailEnd/>
            </a:ln>
          </p:spPr>
          <p:txBody>
            <a:bodyPr/>
            <a:lstStyle/>
            <a:p>
              <a:endParaRPr lang="zh-CN" altLang="en-US"/>
            </a:p>
          </p:txBody>
        </p:sp>
        <p:sp>
          <p:nvSpPr>
            <p:cNvPr id="35857" name="Freeform 42">
              <a:extLst>
                <a:ext uri="{FF2B5EF4-FFF2-40B4-BE49-F238E27FC236}">
                  <a16:creationId xmlns:a16="http://schemas.microsoft.com/office/drawing/2014/main" id="{9B0DF569-B0D5-4DEA-9EBD-9C5F9CA58C57}"/>
                </a:ext>
              </a:extLst>
            </p:cNvPr>
            <p:cNvSpPr>
              <a:spLocks/>
            </p:cNvSpPr>
            <p:nvPr/>
          </p:nvSpPr>
          <p:spPr bwMode="auto">
            <a:xfrm>
              <a:off x="2362" y="2200"/>
              <a:ext cx="52" cy="95"/>
            </a:xfrm>
            <a:custGeom>
              <a:avLst/>
              <a:gdLst>
                <a:gd name="T0" fmla="*/ 1 w 78"/>
                <a:gd name="T1" fmla="*/ 1 h 181"/>
                <a:gd name="T2" fmla="*/ 1 w 78"/>
                <a:gd name="T3" fmla="*/ 1 h 181"/>
                <a:gd name="T4" fmla="*/ 1 w 78"/>
                <a:gd name="T5" fmla="*/ 1 h 181"/>
                <a:gd name="T6" fmla="*/ 1 w 78"/>
                <a:gd name="T7" fmla="*/ 1 h 181"/>
                <a:gd name="T8" fmla="*/ 1 w 78"/>
                <a:gd name="T9" fmla="*/ 1 h 181"/>
                <a:gd name="T10" fmla="*/ 1 w 78"/>
                <a:gd name="T11" fmla="*/ 1 h 181"/>
                <a:gd name="T12" fmla="*/ 1 w 78"/>
                <a:gd name="T13" fmla="*/ 1 h 181"/>
                <a:gd name="T14" fmla="*/ 1 w 78"/>
                <a:gd name="T15" fmla="*/ 1 h 181"/>
                <a:gd name="T16" fmla="*/ 1 w 78"/>
                <a:gd name="T17" fmla="*/ 0 h 181"/>
                <a:gd name="T18" fmla="*/ 0 w 78"/>
                <a:gd name="T19" fmla="*/ 0 h 181"/>
                <a:gd name="T20" fmla="*/ 1 w 78"/>
                <a:gd name="T21" fmla="*/ 1 h 181"/>
                <a:gd name="T22" fmla="*/ 1 w 78"/>
                <a:gd name="T23" fmla="*/ 1 h 181"/>
                <a:gd name="T24" fmla="*/ 1 w 78"/>
                <a:gd name="T25" fmla="*/ 1 h 181"/>
                <a:gd name="T26" fmla="*/ 1 w 78"/>
                <a:gd name="T27" fmla="*/ 1 h 181"/>
                <a:gd name="T28" fmla="*/ 1 w 78"/>
                <a:gd name="T29" fmla="*/ 1 h 181"/>
                <a:gd name="T30" fmla="*/ 1 w 78"/>
                <a:gd name="T31" fmla="*/ 1 h 181"/>
                <a:gd name="T32" fmla="*/ 0 w 78"/>
                <a:gd name="T33" fmla="*/ 1 h 181"/>
                <a:gd name="T34" fmla="*/ 1 w 78"/>
                <a:gd name="T35" fmla="*/ 1 h 18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8" h="181">
                  <a:moveTo>
                    <a:pt x="7" y="181"/>
                  </a:moveTo>
                  <a:lnTo>
                    <a:pt x="39" y="165"/>
                  </a:lnTo>
                  <a:lnTo>
                    <a:pt x="55" y="142"/>
                  </a:lnTo>
                  <a:lnTo>
                    <a:pt x="71" y="118"/>
                  </a:lnTo>
                  <a:lnTo>
                    <a:pt x="78" y="95"/>
                  </a:lnTo>
                  <a:lnTo>
                    <a:pt x="71" y="55"/>
                  </a:lnTo>
                  <a:lnTo>
                    <a:pt x="55" y="32"/>
                  </a:lnTo>
                  <a:lnTo>
                    <a:pt x="31" y="8"/>
                  </a:lnTo>
                  <a:lnTo>
                    <a:pt x="7" y="0"/>
                  </a:lnTo>
                  <a:lnTo>
                    <a:pt x="0" y="0"/>
                  </a:lnTo>
                  <a:lnTo>
                    <a:pt x="31" y="24"/>
                  </a:lnTo>
                  <a:lnTo>
                    <a:pt x="47" y="47"/>
                  </a:lnTo>
                  <a:lnTo>
                    <a:pt x="55" y="71"/>
                  </a:lnTo>
                  <a:lnTo>
                    <a:pt x="55" y="95"/>
                  </a:lnTo>
                  <a:lnTo>
                    <a:pt x="47" y="126"/>
                  </a:lnTo>
                  <a:lnTo>
                    <a:pt x="39" y="150"/>
                  </a:lnTo>
                  <a:lnTo>
                    <a:pt x="0" y="181"/>
                  </a:lnTo>
                  <a:lnTo>
                    <a:pt x="7" y="181"/>
                  </a:lnTo>
                  <a:close/>
                </a:path>
              </a:pathLst>
            </a:custGeom>
            <a:solidFill>
              <a:srgbClr val="000000"/>
            </a:solidFill>
            <a:ln w="9525">
              <a:solidFill>
                <a:schemeClr val="tx1"/>
              </a:solidFill>
              <a:round/>
              <a:headEnd/>
              <a:tailEnd/>
            </a:ln>
          </p:spPr>
          <p:txBody>
            <a:bodyPr/>
            <a:lstStyle/>
            <a:p>
              <a:endParaRPr lang="zh-CN" altLang="en-US"/>
            </a:p>
          </p:txBody>
        </p:sp>
        <p:sp>
          <p:nvSpPr>
            <p:cNvPr id="35858" name="Freeform 43">
              <a:extLst>
                <a:ext uri="{FF2B5EF4-FFF2-40B4-BE49-F238E27FC236}">
                  <a16:creationId xmlns:a16="http://schemas.microsoft.com/office/drawing/2014/main" id="{8525E54E-7286-4BE5-950C-E5BDDC44BFFE}"/>
                </a:ext>
              </a:extLst>
            </p:cNvPr>
            <p:cNvSpPr>
              <a:spLocks/>
            </p:cNvSpPr>
            <p:nvPr/>
          </p:nvSpPr>
          <p:spPr bwMode="auto">
            <a:xfrm>
              <a:off x="2615" y="1442"/>
              <a:ext cx="75" cy="49"/>
            </a:xfrm>
            <a:custGeom>
              <a:avLst/>
              <a:gdLst>
                <a:gd name="T0" fmla="*/ 0 w 111"/>
                <a:gd name="T1" fmla="*/ 1 h 95"/>
                <a:gd name="T2" fmla="*/ 1 w 111"/>
                <a:gd name="T3" fmla="*/ 1 h 95"/>
                <a:gd name="T4" fmla="*/ 1 w 111"/>
                <a:gd name="T5" fmla="*/ 1 h 95"/>
                <a:gd name="T6" fmla="*/ 1 w 111"/>
                <a:gd name="T7" fmla="*/ 1 h 95"/>
                <a:gd name="T8" fmla="*/ 1 w 111"/>
                <a:gd name="T9" fmla="*/ 1 h 95"/>
                <a:gd name="T10" fmla="*/ 1 w 111"/>
                <a:gd name="T11" fmla="*/ 1 h 95"/>
                <a:gd name="T12" fmla="*/ 1 w 111"/>
                <a:gd name="T13" fmla="*/ 1 h 95"/>
                <a:gd name="T14" fmla="*/ 1 w 111"/>
                <a:gd name="T15" fmla="*/ 1 h 95"/>
                <a:gd name="T16" fmla="*/ 1 w 111"/>
                <a:gd name="T17" fmla="*/ 1 h 95"/>
                <a:gd name="T18" fmla="*/ 1 w 111"/>
                <a:gd name="T19" fmla="*/ 1 h 95"/>
                <a:gd name="T20" fmla="*/ 1 w 111"/>
                <a:gd name="T21" fmla="*/ 1 h 95"/>
                <a:gd name="T22" fmla="*/ 1 w 111"/>
                <a:gd name="T23" fmla="*/ 1 h 95"/>
                <a:gd name="T24" fmla="*/ 1 w 111"/>
                <a:gd name="T25" fmla="*/ 1 h 95"/>
                <a:gd name="T26" fmla="*/ 1 w 111"/>
                <a:gd name="T27" fmla="*/ 0 h 95"/>
                <a:gd name="T28" fmla="*/ 1 w 111"/>
                <a:gd name="T29" fmla="*/ 0 h 95"/>
                <a:gd name="T30" fmla="*/ 1 w 111"/>
                <a:gd name="T31" fmla="*/ 0 h 95"/>
                <a:gd name="T32" fmla="*/ 1 w 111"/>
                <a:gd name="T33" fmla="*/ 1 h 95"/>
                <a:gd name="T34" fmla="*/ 1 w 111"/>
                <a:gd name="T35" fmla="*/ 1 h 95"/>
                <a:gd name="T36" fmla="*/ 1 w 111"/>
                <a:gd name="T37" fmla="*/ 1 h 95"/>
                <a:gd name="T38" fmla="*/ 1 w 111"/>
                <a:gd name="T39" fmla="*/ 1 h 95"/>
                <a:gd name="T40" fmla="*/ 1 w 111"/>
                <a:gd name="T41" fmla="*/ 1 h 95"/>
                <a:gd name="T42" fmla="*/ 1 w 111"/>
                <a:gd name="T43" fmla="*/ 1 h 95"/>
                <a:gd name="T44" fmla="*/ 1 w 111"/>
                <a:gd name="T45" fmla="*/ 1 h 95"/>
                <a:gd name="T46" fmla="*/ 1 w 111"/>
                <a:gd name="T47" fmla="*/ 0 h 95"/>
                <a:gd name="T48" fmla="*/ 1 w 111"/>
                <a:gd name="T49" fmla="*/ 0 h 95"/>
                <a:gd name="T50" fmla="*/ 1 w 111"/>
                <a:gd name="T51" fmla="*/ 0 h 95"/>
                <a:gd name="T52" fmla="*/ 1 w 111"/>
                <a:gd name="T53" fmla="*/ 0 h 95"/>
                <a:gd name="T54" fmla="*/ 0 w 111"/>
                <a:gd name="T55" fmla="*/ 0 h 95"/>
                <a:gd name="T56" fmla="*/ 0 w 111"/>
                <a:gd name="T57" fmla="*/ 1 h 9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11" h="95">
                  <a:moveTo>
                    <a:pt x="0" y="8"/>
                  </a:moveTo>
                  <a:lnTo>
                    <a:pt x="16" y="8"/>
                  </a:lnTo>
                  <a:lnTo>
                    <a:pt x="24" y="24"/>
                  </a:lnTo>
                  <a:lnTo>
                    <a:pt x="32" y="55"/>
                  </a:lnTo>
                  <a:lnTo>
                    <a:pt x="32" y="87"/>
                  </a:lnTo>
                  <a:lnTo>
                    <a:pt x="32" y="95"/>
                  </a:lnTo>
                  <a:lnTo>
                    <a:pt x="48" y="87"/>
                  </a:lnTo>
                  <a:lnTo>
                    <a:pt x="63" y="71"/>
                  </a:lnTo>
                  <a:lnTo>
                    <a:pt x="71" y="63"/>
                  </a:lnTo>
                  <a:lnTo>
                    <a:pt x="87" y="47"/>
                  </a:lnTo>
                  <a:lnTo>
                    <a:pt x="103" y="24"/>
                  </a:lnTo>
                  <a:lnTo>
                    <a:pt x="111" y="8"/>
                  </a:lnTo>
                  <a:lnTo>
                    <a:pt x="103" y="0"/>
                  </a:lnTo>
                  <a:lnTo>
                    <a:pt x="95" y="0"/>
                  </a:lnTo>
                  <a:lnTo>
                    <a:pt x="87" y="0"/>
                  </a:lnTo>
                  <a:lnTo>
                    <a:pt x="87" y="8"/>
                  </a:lnTo>
                  <a:lnTo>
                    <a:pt x="95" y="16"/>
                  </a:lnTo>
                  <a:lnTo>
                    <a:pt x="95" y="24"/>
                  </a:lnTo>
                  <a:lnTo>
                    <a:pt x="87" y="47"/>
                  </a:lnTo>
                  <a:lnTo>
                    <a:pt x="63" y="63"/>
                  </a:lnTo>
                  <a:lnTo>
                    <a:pt x="56" y="71"/>
                  </a:lnTo>
                  <a:lnTo>
                    <a:pt x="48" y="40"/>
                  </a:lnTo>
                  <a:lnTo>
                    <a:pt x="40" y="0"/>
                  </a:lnTo>
                  <a:lnTo>
                    <a:pt x="32" y="0"/>
                  </a:lnTo>
                  <a:lnTo>
                    <a:pt x="24" y="0"/>
                  </a:lnTo>
                  <a:lnTo>
                    <a:pt x="0" y="0"/>
                  </a:lnTo>
                  <a:lnTo>
                    <a:pt x="0" y="8"/>
                  </a:lnTo>
                  <a:close/>
                </a:path>
              </a:pathLst>
            </a:custGeom>
            <a:solidFill>
              <a:srgbClr val="000000"/>
            </a:solidFill>
            <a:ln w="9525">
              <a:solidFill>
                <a:schemeClr val="tx1"/>
              </a:solidFill>
              <a:round/>
              <a:headEnd/>
              <a:tailEnd/>
            </a:ln>
          </p:spPr>
          <p:txBody>
            <a:bodyPr/>
            <a:lstStyle/>
            <a:p>
              <a:endParaRPr lang="zh-CN" altLang="en-US"/>
            </a:p>
          </p:txBody>
        </p:sp>
        <p:sp>
          <p:nvSpPr>
            <p:cNvPr id="35859" name="Freeform 44">
              <a:extLst>
                <a:ext uri="{FF2B5EF4-FFF2-40B4-BE49-F238E27FC236}">
                  <a16:creationId xmlns:a16="http://schemas.microsoft.com/office/drawing/2014/main" id="{26EF097E-8D98-4898-A556-AF968AFA640F}"/>
                </a:ext>
              </a:extLst>
            </p:cNvPr>
            <p:cNvSpPr>
              <a:spLocks/>
            </p:cNvSpPr>
            <p:nvPr/>
          </p:nvSpPr>
          <p:spPr bwMode="auto">
            <a:xfrm>
              <a:off x="2600" y="1087"/>
              <a:ext cx="95" cy="58"/>
            </a:xfrm>
            <a:custGeom>
              <a:avLst/>
              <a:gdLst>
                <a:gd name="T0" fmla="*/ 1 w 142"/>
                <a:gd name="T1" fmla="*/ 1 h 110"/>
                <a:gd name="T2" fmla="*/ 0 w 142"/>
                <a:gd name="T3" fmla="*/ 1 h 110"/>
                <a:gd name="T4" fmla="*/ 0 w 142"/>
                <a:gd name="T5" fmla="*/ 1 h 110"/>
                <a:gd name="T6" fmla="*/ 1 w 142"/>
                <a:gd name="T7" fmla="*/ 1 h 110"/>
                <a:gd name="T8" fmla="*/ 1 w 142"/>
                <a:gd name="T9" fmla="*/ 1 h 110"/>
                <a:gd name="T10" fmla="*/ 1 w 142"/>
                <a:gd name="T11" fmla="*/ 1 h 110"/>
                <a:gd name="T12" fmla="*/ 1 w 142"/>
                <a:gd name="T13" fmla="*/ 1 h 110"/>
                <a:gd name="T14" fmla="*/ 1 w 142"/>
                <a:gd name="T15" fmla="*/ 1 h 110"/>
                <a:gd name="T16" fmla="*/ 1 w 142"/>
                <a:gd name="T17" fmla="*/ 1 h 110"/>
                <a:gd name="T18" fmla="*/ 1 w 142"/>
                <a:gd name="T19" fmla="*/ 1 h 110"/>
                <a:gd name="T20" fmla="*/ 1 w 142"/>
                <a:gd name="T21" fmla="*/ 0 h 110"/>
                <a:gd name="T22" fmla="*/ 1 w 142"/>
                <a:gd name="T23" fmla="*/ 0 h 110"/>
                <a:gd name="T24" fmla="*/ 1 w 142"/>
                <a:gd name="T25" fmla="*/ 1 h 11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2" h="110">
                  <a:moveTo>
                    <a:pt x="63" y="47"/>
                  </a:moveTo>
                  <a:lnTo>
                    <a:pt x="0" y="47"/>
                  </a:lnTo>
                  <a:lnTo>
                    <a:pt x="0" y="63"/>
                  </a:lnTo>
                  <a:lnTo>
                    <a:pt x="63" y="63"/>
                  </a:lnTo>
                  <a:lnTo>
                    <a:pt x="63" y="110"/>
                  </a:lnTo>
                  <a:lnTo>
                    <a:pt x="79" y="110"/>
                  </a:lnTo>
                  <a:lnTo>
                    <a:pt x="79" y="63"/>
                  </a:lnTo>
                  <a:lnTo>
                    <a:pt x="142" y="63"/>
                  </a:lnTo>
                  <a:lnTo>
                    <a:pt x="142" y="47"/>
                  </a:lnTo>
                  <a:lnTo>
                    <a:pt x="79" y="47"/>
                  </a:lnTo>
                  <a:lnTo>
                    <a:pt x="79" y="0"/>
                  </a:lnTo>
                  <a:lnTo>
                    <a:pt x="63" y="0"/>
                  </a:lnTo>
                  <a:lnTo>
                    <a:pt x="63" y="47"/>
                  </a:lnTo>
                  <a:close/>
                </a:path>
              </a:pathLst>
            </a:custGeom>
            <a:solidFill>
              <a:srgbClr val="000000"/>
            </a:solidFill>
            <a:ln w="9525">
              <a:solidFill>
                <a:schemeClr val="tx1"/>
              </a:solidFill>
              <a:round/>
              <a:headEnd/>
              <a:tailEnd/>
            </a:ln>
          </p:spPr>
          <p:txBody>
            <a:bodyPr/>
            <a:lstStyle/>
            <a:p>
              <a:endParaRPr lang="zh-CN" altLang="en-US"/>
            </a:p>
          </p:txBody>
        </p:sp>
        <p:sp>
          <p:nvSpPr>
            <p:cNvPr id="35860" name="Rectangle 45">
              <a:extLst>
                <a:ext uri="{FF2B5EF4-FFF2-40B4-BE49-F238E27FC236}">
                  <a16:creationId xmlns:a16="http://schemas.microsoft.com/office/drawing/2014/main" id="{C80E8211-74F0-4896-9C45-895ABB20802E}"/>
                </a:ext>
              </a:extLst>
            </p:cNvPr>
            <p:cNvSpPr>
              <a:spLocks noChangeArrowheads="1"/>
            </p:cNvSpPr>
            <p:nvPr/>
          </p:nvSpPr>
          <p:spPr bwMode="auto">
            <a:xfrm>
              <a:off x="2594" y="1784"/>
              <a:ext cx="101" cy="8"/>
            </a:xfrm>
            <a:prstGeom prst="rect">
              <a:avLst/>
            </a:prstGeom>
            <a:solidFill>
              <a:srgbClr val="000000"/>
            </a:solidFill>
            <a:ln w="9525">
              <a:solidFill>
                <a:schemeClr val="tx1"/>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35861" name="Freeform 46">
              <a:extLst>
                <a:ext uri="{FF2B5EF4-FFF2-40B4-BE49-F238E27FC236}">
                  <a16:creationId xmlns:a16="http://schemas.microsoft.com/office/drawing/2014/main" id="{0C157477-508A-41E6-8A25-4FEBD6A24919}"/>
                </a:ext>
              </a:extLst>
            </p:cNvPr>
            <p:cNvSpPr>
              <a:spLocks/>
            </p:cNvSpPr>
            <p:nvPr/>
          </p:nvSpPr>
          <p:spPr bwMode="auto">
            <a:xfrm>
              <a:off x="2018" y="1029"/>
              <a:ext cx="582" cy="1"/>
            </a:xfrm>
            <a:custGeom>
              <a:avLst/>
              <a:gdLst>
                <a:gd name="T0" fmla="*/ 5 w 868"/>
                <a:gd name="T1" fmla="*/ 0 h 1"/>
                <a:gd name="T2" fmla="*/ 0 w 868"/>
                <a:gd name="T3" fmla="*/ 0 h 1"/>
                <a:gd name="T4" fmla="*/ 5 w 868"/>
                <a:gd name="T5" fmla="*/ 0 h 1"/>
                <a:gd name="T6" fmla="*/ 5 w 868"/>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
                  <a:moveTo>
                    <a:pt x="868" y="0"/>
                  </a:moveTo>
                  <a:lnTo>
                    <a:pt x="0" y="0"/>
                  </a:lnTo>
                  <a:lnTo>
                    <a:pt x="868" y="0"/>
                  </a:lnTo>
                  <a:close/>
                </a:path>
              </a:pathLst>
            </a:custGeom>
            <a:solidFill>
              <a:srgbClr val="000000"/>
            </a:solidFill>
            <a:ln w="9525">
              <a:solidFill>
                <a:schemeClr val="tx1"/>
              </a:solidFill>
              <a:round/>
              <a:headEnd/>
              <a:tailEnd/>
            </a:ln>
          </p:spPr>
          <p:txBody>
            <a:bodyPr/>
            <a:lstStyle/>
            <a:p>
              <a:endParaRPr lang="zh-CN" altLang="en-US"/>
            </a:p>
          </p:txBody>
        </p:sp>
        <p:sp>
          <p:nvSpPr>
            <p:cNvPr id="35862" name="Freeform 47">
              <a:extLst>
                <a:ext uri="{FF2B5EF4-FFF2-40B4-BE49-F238E27FC236}">
                  <a16:creationId xmlns:a16="http://schemas.microsoft.com/office/drawing/2014/main" id="{AC127041-7D7F-4771-8C18-34D6372459CB}"/>
                </a:ext>
              </a:extLst>
            </p:cNvPr>
            <p:cNvSpPr>
              <a:spLocks noEditPoints="1"/>
            </p:cNvSpPr>
            <p:nvPr/>
          </p:nvSpPr>
          <p:spPr bwMode="auto">
            <a:xfrm>
              <a:off x="2018" y="1029"/>
              <a:ext cx="0" cy="842"/>
            </a:xfrm>
            <a:custGeom>
              <a:avLst/>
              <a:gdLst>
                <a:gd name="T0" fmla="*/ 0 h 1608"/>
                <a:gd name="T1" fmla="*/ 1 h 1608"/>
                <a:gd name="T2" fmla="*/ 0 h 1608"/>
                <a:gd name="T3" fmla="*/ 0 h 1608"/>
                <a:gd name="T4" fmla="*/ 0 h 1608"/>
                <a:gd name="T5" fmla="*/ 0 h 1608"/>
                <a:gd name="T6" fmla="*/ 0 h 1608"/>
                <a:gd name="T7" fmla="*/ 0 60000 65536"/>
                <a:gd name="T8" fmla="*/ 0 60000 65536"/>
                <a:gd name="T9" fmla="*/ 0 60000 65536"/>
                <a:gd name="T10" fmla="*/ 0 60000 65536"/>
                <a:gd name="T11" fmla="*/ 0 60000 65536"/>
                <a:gd name="T12" fmla="*/ 0 60000 65536"/>
                <a:gd name="T13" fmla="*/ 0 60000 65536"/>
              </a:gdLst>
              <a:ahLst/>
              <a:cxnLst>
                <a:cxn ang="T7">
                  <a:pos x="0" y="T0"/>
                </a:cxn>
                <a:cxn ang="T8">
                  <a:pos x="0" y="T1"/>
                </a:cxn>
                <a:cxn ang="T9">
                  <a:pos x="0" y="T2"/>
                </a:cxn>
                <a:cxn ang="T10">
                  <a:pos x="0" y="T3"/>
                </a:cxn>
                <a:cxn ang="T11">
                  <a:pos x="0" y="T4"/>
                </a:cxn>
                <a:cxn ang="T12">
                  <a:pos x="0" y="T5"/>
                </a:cxn>
                <a:cxn ang="T13">
                  <a:pos x="0" y="T6"/>
                </a:cxn>
              </a:cxnLst>
              <a:rect l="0" t="0" r="r" b="b"/>
              <a:pathLst>
                <a:path h="1608">
                  <a:moveTo>
                    <a:pt x="0" y="0"/>
                  </a:moveTo>
                  <a:lnTo>
                    <a:pt x="0" y="160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63" name="Freeform 48">
              <a:extLst>
                <a:ext uri="{FF2B5EF4-FFF2-40B4-BE49-F238E27FC236}">
                  <a16:creationId xmlns:a16="http://schemas.microsoft.com/office/drawing/2014/main" id="{0290B75A-4ED2-4AAD-8B86-7B7859A5BB62}"/>
                </a:ext>
              </a:extLst>
            </p:cNvPr>
            <p:cNvSpPr>
              <a:spLocks noEditPoints="1"/>
            </p:cNvSpPr>
            <p:nvPr/>
          </p:nvSpPr>
          <p:spPr bwMode="auto">
            <a:xfrm>
              <a:off x="2018" y="1871"/>
              <a:ext cx="582" cy="0"/>
            </a:xfrm>
            <a:custGeom>
              <a:avLst/>
              <a:gdLst>
                <a:gd name="T0" fmla="*/ 0 w 868"/>
                <a:gd name="T1" fmla="*/ 5 w 868"/>
                <a:gd name="T2" fmla="*/ 0 w 868"/>
                <a:gd name="T3" fmla="*/ 0 w 868"/>
                <a:gd name="T4" fmla="*/ 0 w 868"/>
                <a:gd name="T5" fmla="*/ 0 w 868"/>
                <a:gd name="T6" fmla="*/ 0 w 868"/>
                <a:gd name="T7" fmla="*/ 0 60000 65536"/>
                <a:gd name="T8" fmla="*/ 0 60000 65536"/>
                <a:gd name="T9" fmla="*/ 0 60000 65536"/>
                <a:gd name="T10" fmla="*/ 0 60000 65536"/>
                <a:gd name="T11" fmla="*/ 0 60000 65536"/>
                <a:gd name="T12" fmla="*/ 0 60000 65536"/>
                <a:gd name="T13" fmla="*/ 0 60000 65536"/>
              </a:gdLst>
              <a:ahLst/>
              <a:cxnLst>
                <a:cxn ang="T7">
                  <a:pos x="T0" y="0"/>
                </a:cxn>
                <a:cxn ang="T8">
                  <a:pos x="T1" y="0"/>
                </a:cxn>
                <a:cxn ang="T9">
                  <a:pos x="T2" y="0"/>
                </a:cxn>
                <a:cxn ang="T10">
                  <a:pos x="T3" y="0"/>
                </a:cxn>
                <a:cxn ang="T11">
                  <a:pos x="T4" y="0"/>
                </a:cxn>
                <a:cxn ang="T12">
                  <a:pos x="T5" y="0"/>
                </a:cxn>
                <a:cxn ang="T13">
                  <a:pos x="T6" y="0"/>
                </a:cxn>
              </a:cxnLst>
              <a:rect l="0" t="0" r="r" b="b"/>
              <a:pathLst>
                <a:path w="868">
                  <a:moveTo>
                    <a:pt x="0" y="0"/>
                  </a:moveTo>
                  <a:lnTo>
                    <a:pt x="868"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64" name="Freeform 49">
              <a:extLst>
                <a:ext uri="{FF2B5EF4-FFF2-40B4-BE49-F238E27FC236}">
                  <a16:creationId xmlns:a16="http://schemas.microsoft.com/office/drawing/2014/main" id="{A7A0D9B2-C643-4C03-A907-8349FBF7C6CE}"/>
                </a:ext>
              </a:extLst>
            </p:cNvPr>
            <p:cNvSpPr>
              <a:spLocks/>
            </p:cNvSpPr>
            <p:nvPr/>
          </p:nvSpPr>
          <p:spPr bwMode="auto">
            <a:xfrm>
              <a:off x="2600" y="1005"/>
              <a:ext cx="90" cy="53"/>
            </a:xfrm>
            <a:custGeom>
              <a:avLst/>
              <a:gdLst>
                <a:gd name="T0" fmla="*/ 1 w 134"/>
                <a:gd name="T1" fmla="*/ 1 h 102"/>
                <a:gd name="T2" fmla="*/ 1 w 134"/>
                <a:gd name="T3" fmla="*/ 1 h 102"/>
                <a:gd name="T4" fmla="*/ 1 w 134"/>
                <a:gd name="T5" fmla="*/ 1 h 102"/>
                <a:gd name="T6" fmla="*/ 1 w 134"/>
                <a:gd name="T7" fmla="*/ 1 h 102"/>
                <a:gd name="T8" fmla="*/ 1 w 134"/>
                <a:gd name="T9" fmla="*/ 1 h 102"/>
                <a:gd name="T10" fmla="*/ 1 w 134"/>
                <a:gd name="T11" fmla="*/ 1 h 102"/>
                <a:gd name="T12" fmla="*/ 1 w 134"/>
                <a:gd name="T13" fmla="*/ 1 h 102"/>
                <a:gd name="T14" fmla="*/ 1 w 134"/>
                <a:gd name="T15" fmla="*/ 1 h 102"/>
                <a:gd name="T16" fmla="*/ 1 w 134"/>
                <a:gd name="T17" fmla="*/ 0 h 102"/>
                <a:gd name="T18" fmla="*/ 1 w 134"/>
                <a:gd name="T19" fmla="*/ 1 h 102"/>
                <a:gd name="T20" fmla="*/ 1 w 134"/>
                <a:gd name="T21" fmla="*/ 1 h 102"/>
                <a:gd name="T22" fmla="*/ 1 w 134"/>
                <a:gd name="T23" fmla="*/ 1 h 102"/>
                <a:gd name="T24" fmla="*/ 0 w 134"/>
                <a:gd name="T25" fmla="*/ 1 h 102"/>
                <a:gd name="T26" fmla="*/ 1 w 134"/>
                <a:gd name="T27" fmla="*/ 1 h 102"/>
                <a:gd name="T28" fmla="*/ 1 w 134"/>
                <a:gd name="T29" fmla="*/ 1 h 102"/>
                <a:gd name="T30" fmla="*/ 1 w 134"/>
                <a:gd name="T31" fmla="*/ 1 h 102"/>
                <a:gd name="T32" fmla="*/ 1 w 134"/>
                <a:gd name="T33" fmla="*/ 1 h 102"/>
                <a:gd name="T34" fmla="*/ 1 w 134"/>
                <a:gd name="T35" fmla="*/ 1 h 10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4" h="102">
                  <a:moveTo>
                    <a:pt x="71" y="102"/>
                  </a:moveTo>
                  <a:lnTo>
                    <a:pt x="94" y="102"/>
                  </a:lnTo>
                  <a:lnTo>
                    <a:pt x="118" y="87"/>
                  </a:lnTo>
                  <a:lnTo>
                    <a:pt x="126" y="71"/>
                  </a:lnTo>
                  <a:lnTo>
                    <a:pt x="134" y="47"/>
                  </a:lnTo>
                  <a:lnTo>
                    <a:pt x="126" y="31"/>
                  </a:lnTo>
                  <a:lnTo>
                    <a:pt x="118" y="16"/>
                  </a:lnTo>
                  <a:lnTo>
                    <a:pt x="94" y="8"/>
                  </a:lnTo>
                  <a:lnTo>
                    <a:pt x="71" y="0"/>
                  </a:lnTo>
                  <a:lnTo>
                    <a:pt x="47" y="8"/>
                  </a:lnTo>
                  <a:lnTo>
                    <a:pt x="23" y="16"/>
                  </a:lnTo>
                  <a:lnTo>
                    <a:pt x="8" y="31"/>
                  </a:lnTo>
                  <a:lnTo>
                    <a:pt x="0" y="47"/>
                  </a:lnTo>
                  <a:lnTo>
                    <a:pt x="8" y="71"/>
                  </a:lnTo>
                  <a:lnTo>
                    <a:pt x="23" y="87"/>
                  </a:lnTo>
                  <a:lnTo>
                    <a:pt x="47" y="102"/>
                  </a:lnTo>
                  <a:lnTo>
                    <a:pt x="71" y="102"/>
                  </a:lnTo>
                  <a:close/>
                </a:path>
              </a:pathLst>
            </a:custGeom>
            <a:solidFill>
              <a:srgbClr val="FFFFFF"/>
            </a:solidFill>
            <a:ln w="9525">
              <a:solidFill>
                <a:schemeClr val="tx1"/>
              </a:solidFill>
              <a:round/>
              <a:headEnd/>
              <a:tailEnd/>
            </a:ln>
          </p:spPr>
          <p:txBody>
            <a:bodyPr/>
            <a:lstStyle/>
            <a:p>
              <a:endParaRPr lang="zh-CN" altLang="en-US"/>
            </a:p>
          </p:txBody>
        </p:sp>
        <p:sp>
          <p:nvSpPr>
            <p:cNvPr id="35865" name="Freeform 50">
              <a:extLst>
                <a:ext uri="{FF2B5EF4-FFF2-40B4-BE49-F238E27FC236}">
                  <a16:creationId xmlns:a16="http://schemas.microsoft.com/office/drawing/2014/main" id="{4E209A0C-EA0B-41DC-873C-F5423E26BBE5}"/>
                </a:ext>
              </a:extLst>
            </p:cNvPr>
            <p:cNvSpPr>
              <a:spLocks/>
            </p:cNvSpPr>
            <p:nvPr/>
          </p:nvSpPr>
          <p:spPr bwMode="auto">
            <a:xfrm>
              <a:off x="2647" y="1029"/>
              <a:ext cx="43" cy="29"/>
            </a:xfrm>
            <a:custGeom>
              <a:avLst/>
              <a:gdLst>
                <a:gd name="T0" fmla="*/ 0 w 63"/>
                <a:gd name="T1" fmla="*/ 1 h 55"/>
                <a:gd name="T2" fmla="*/ 1 w 63"/>
                <a:gd name="T3" fmla="*/ 1 h 55"/>
                <a:gd name="T4" fmla="*/ 1 w 63"/>
                <a:gd name="T5" fmla="*/ 1 h 55"/>
                <a:gd name="T6" fmla="*/ 1 w 63"/>
                <a:gd name="T7" fmla="*/ 1 h 55"/>
                <a:gd name="T8" fmla="*/ 1 w 63"/>
                <a:gd name="T9" fmla="*/ 0 h 55"/>
                <a:gd name="T10" fmla="*/ 1 w 63"/>
                <a:gd name="T11" fmla="*/ 0 h 55"/>
                <a:gd name="T12" fmla="*/ 1 w 63"/>
                <a:gd name="T13" fmla="*/ 1 h 55"/>
                <a:gd name="T14" fmla="*/ 1 w 63"/>
                <a:gd name="T15" fmla="*/ 1 h 55"/>
                <a:gd name="T16" fmla="*/ 1 w 63"/>
                <a:gd name="T17" fmla="*/ 1 h 55"/>
                <a:gd name="T18" fmla="*/ 0 w 63"/>
                <a:gd name="T19" fmla="*/ 1 h 55"/>
                <a:gd name="T20" fmla="*/ 0 w 63"/>
                <a:gd name="T21" fmla="*/ 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3" h="55">
                  <a:moveTo>
                    <a:pt x="0" y="55"/>
                  </a:moveTo>
                  <a:lnTo>
                    <a:pt x="23" y="55"/>
                  </a:lnTo>
                  <a:lnTo>
                    <a:pt x="47" y="40"/>
                  </a:lnTo>
                  <a:lnTo>
                    <a:pt x="55" y="24"/>
                  </a:lnTo>
                  <a:lnTo>
                    <a:pt x="63" y="0"/>
                  </a:lnTo>
                  <a:lnTo>
                    <a:pt x="55" y="24"/>
                  </a:lnTo>
                  <a:lnTo>
                    <a:pt x="47" y="40"/>
                  </a:lnTo>
                  <a:lnTo>
                    <a:pt x="23" y="55"/>
                  </a:lnTo>
                  <a:lnTo>
                    <a:pt x="0" y="55"/>
                  </a:lnTo>
                  <a:close/>
                </a:path>
              </a:pathLst>
            </a:custGeom>
            <a:solidFill>
              <a:srgbClr val="000000"/>
            </a:solidFill>
            <a:ln w="9525">
              <a:solidFill>
                <a:schemeClr val="tx1"/>
              </a:solidFill>
              <a:round/>
              <a:headEnd/>
              <a:tailEnd/>
            </a:ln>
          </p:spPr>
          <p:txBody>
            <a:bodyPr/>
            <a:lstStyle/>
            <a:p>
              <a:endParaRPr lang="zh-CN" altLang="en-US"/>
            </a:p>
          </p:txBody>
        </p:sp>
        <p:sp>
          <p:nvSpPr>
            <p:cNvPr id="35866" name="Freeform 51">
              <a:extLst>
                <a:ext uri="{FF2B5EF4-FFF2-40B4-BE49-F238E27FC236}">
                  <a16:creationId xmlns:a16="http://schemas.microsoft.com/office/drawing/2014/main" id="{20E4CD54-9BC0-4F32-9D23-3F3063E234FA}"/>
                </a:ext>
              </a:extLst>
            </p:cNvPr>
            <p:cNvSpPr>
              <a:spLocks noEditPoints="1"/>
            </p:cNvSpPr>
            <p:nvPr/>
          </p:nvSpPr>
          <p:spPr bwMode="auto">
            <a:xfrm>
              <a:off x="2647" y="1005"/>
              <a:ext cx="43" cy="24"/>
            </a:xfrm>
            <a:custGeom>
              <a:avLst/>
              <a:gdLst>
                <a:gd name="T0" fmla="*/ 1 w 63"/>
                <a:gd name="T1" fmla="*/ 1 h 47"/>
                <a:gd name="T2" fmla="*/ 1 w 63"/>
                <a:gd name="T3" fmla="*/ 1 h 47"/>
                <a:gd name="T4" fmla="*/ 1 w 63"/>
                <a:gd name="T5" fmla="*/ 1 h 47"/>
                <a:gd name="T6" fmla="*/ 1 w 63"/>
                <a:gd name="T7" fmla="*/ 1 h 47"/>
                <a:gd name="T8" fmla="*/ 0 w 63"/>
                <a:gd name="T9" fmla="*/ 0 h 47"/>
                <a:gd name="T10" fmla="*/ 0 w 63"/>
                <a:gd name="T11" fmla="*/ 0 h 47"/>
                <a:gd name="T12" fmla="*/ 1 w 63"/>
                <a:gd name="T13" fmla="*/ 1 h 47"/>
                <a:gd name="T14" fmla="*/ 1 w 63"/>
                <a:gd name="T15" fmla="*/ 1 h 47"/>
                <a:gd name="T16" fmla="*/ 1 w 63"/>
                <a:gd name="T17" fmla="*/ 1 h 47"/>
                <a:gd name="T18" fmla="*/ 1 w 63"/>
                <a:gd name="T19" fmla="*/ 1 h 47"/>
                <a:gd name="T20" fmla="*/ 1 w 63"/>
                <a:gd name="T21" fmla="*/ 1 h 47"/>
                <a:gd name="T22" fmla="*/ 1 w 63"/>
                <a:gd name="T23" fmla="*/ 1 h 47"/>
                <a:gd name="T24" fmla="*/ 1 w 63"/>
                <a:gd name="T25" fmla="*/ 1 h 47"/>
                <a:gd name="T26" fmla="*/ 1 w 63"/>
                <a:gd name="T27" fmla="*/ 1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47">
                  <a:moveTo>
                    <a:pt x="63" y="47"/>
                  </a:moveTo>
                  <a:lnTo>
                    <a:pt x="55" y="31"/>
                  </a:lnTo>
                  <a:lnTo>
                    <a:pt x="47" y="16"/>
                  </a:lnTo>
                  <a:lnTo>
                    <a:pt x="23" y="8"/>
                  </a:lnTo>
                  <a:lnTo>
                    <a:pt x="0" y="0"/>
                  </a:lnTo>
                  <a:lnTo>
                    <a:pt x="23" y="8"/>
                  </a:lnTo>
                  <a:lnTo>
                    <a:pt x="47" y="16"/>
                  </a:lnTo>
                  <a:lnTo>
                    <a:pt x="55" y="31"/>
                  </a:lnTo>
                  <a:lnTo>
                    <a:pt x="63" y="47"/>
                  </a:lnTo>
                  <a:close/>
                  <a:moveTo>
                    <a:pt x="63" y="47"/>
                  </a:moveTo>
                  <a:lnTo>
                    <a:pt x="63" y="47"/>
                  </a:lnTo>
                  <a:close/>
                </a:path>
              </a:pathLst>
            </a:custGeom>
            <a:solidFill>
              <a:srgbClr val="000000"/>
            </a:solidFill>
            <a:ln w="9525">
              <a:solidFill>
                <a:schemeClr val="tx1"/>
              </a:solidFill>
              <a:round/>
              <a:headEnd/>
              <a:tailEnd/>
            </a:ln>
          </p:spPr>
          <p:txBody>
            <a:bodyPr/>
            <a:lstStyle/>
            <a:p>
              <a:endParaRPr lang="zh-CN" altLang="en-US"/>
            </a:p>
          </p:txBody>
        </p:sp>
        <p:sp>
          <p:nvSpPr>
            <p:cNvPr id="35867" name="Freeform 52">
              <a:extLst>
                <a:ext uri="{FF2B5EF4-FFF2-40B4-BE49-F238E27FC236}">
                  <a16:creationId xmlns:a16="http://schemas.microsoft.com/office/drawing/2014/main" id="{FA0EE51A-21D1-44F3-8811-6912F21887B0}"/>
                </a:ext>
              </a:extLst>
            </p:cNvPr>
            <p:cNvSpPr>
              <a:spLocks noEditPoints="1"/>
            </p:cNvSpPr>
            <p:nvPr/>
          </p:nvSpPr>
          <p:spPr bwMode="auto">
            <a:xfrm>
              <a:off x="2600" y="1005"/>
              <a:ext cx="47" cy="24"/>
            </a:xfrm>
            <a:custGeom>
              <a:avLst/>
              <a:gdLst>
                <a:gd name="T0" fmla="*/ 1 w 71"/>
                <a:gd name="T1" fmla="*/ 0 h 47"/>
                <a:gd name="T2" fmla="*/ 1 w 71"/>
                <a:gd name="T3" fmla="*/ 1 h 47"/>
                <a:gd name="T4" fmla="*/ 1 w 71"/>
                <a:gd name="T5" fmla="*/ 1 h 47"/>
                <a:gd name="T6" fmla="*/ 1 w 71"/>
                <a:gd name="T7" fmla="*/ 1 h 47"/>
                <a:gd name="T8" fmla="*/ 0 w 71"/>
                <a:gd name="T9" fmla="*/ 1 h 47"/>
                <a:gd name="T10" fmla="*/ 0 w 71"/>
                <a:gd name="T11" fmla="*/ 1 h 47"/>
                <a:gd name="T12" fmla="*/ 1 w 71"/>
                <a:gd name="T13" fmla="*/ 1 h 47"/>
                <a:gd name="T14" fmla="*/ 1 w 71"/>
                <a:gd name="T15" fmla="*/ 1 h 47"/>
                <a:gd name="T16" fmla="*/ 1 w 71"/>
                <a:gd name="T17" fmla="*/ 1 h 47"/>
                <a:gd name="T18" fmla="*/ 1 w 71"/>
                <a:gd name="T19" fmla="*/ 0 h 47"/>
                <a:gd name="T20" fmla="*/ 1 w 71"/>
                <a:gd name="T21" fmla="*/ 0 h 47"/>
                <a:gd name="T22" fmla="*/ 1 w 71"/>
                <a:gd name="T23" fmla="*/ 0 h 47"/>
                <a:gd name="T24" fmla="*/ 1 w 71"/>
                <a:gd name="T25" fmla="*/ 0 h 47"/>
                <a:gd name="T26" fmla="*/ 1 w 71"/>
                <a:gd name="T27" fmla="*/ 0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1" h="47">
                  <a:moveTo>
                    <a:pt x="71" y="0"/>
                  </a:moveTo>
                  <a:lnTo>
                    <a:pt x="47" y="8"/>
                  </a:lnTo>
                  <a:lnTo>
                    <a:pt x="23" y="16"/>
                  </a:lnTo>
                  <a:lnTo>
                    <a:pt x="8" y="31"/>
                  </a:lnTo>
                  <a:lnTo>
                    <a:pt x="0" y="47"/>
                  </a:lnTo>
                  <a:lnTo>
                    <a:pt x="8" y="31"/>
                  </a:lnTo>
                  <a:lnTo>
                    <a:pt x="23" y="16"/>
                  </a:lnTo>
                  <a:lnTo>
                    <a:pt x="47" y="8"/>
                  </a:lnTo>
                  <a:lnTo>
                    <a:pt x="71" y="0"/>
                  </a:lnTo>
                  <a:close/>
                  <a:moveTo>
                    <a:pt x="71" y="0"/>
                  </a:moveTo>
                  <a:lnTo>
                    <a:pt x="71" y="0"/>
                  </a:lnTo>
                  <a:close/>
                </a:path>
              </a:pathLst>
            </a:custGeom>
            <a:solidFill>
              <a:srgbClr val="000000"/>
            </a:solidFill>
            <a:ln w="9525">
              <a:solidFill>
                <a:schemeClr val="tx1"/>
              </a:solidFill>
              <a:round/>
              <a:headEnd/>
              <a:tailEnd/>
            </a:ln>
          </p:spPr>
          <p:txBody>
            <a:bodyPr/>
            <a:lstStyle/>
            <a:p>
              <a:endParaRPr lang="zh-CN" altLang="en-US"/>
            </a:p>
          </p:txBody>
        </p:sp>
        <p:sp>
          <p:nvSpPr>
            <p:cNvPr id="35868" name="Freeform 53">
              <a:extLst>
                <a:ext uri="{FF2B5EF4-FFF2-40B4-BE49-F238E27FC236}">
                  <a16:creationId xmlns:a16="http://schemas.microsoft.com/office/drawing/2014/main" id="{7FA9D3B9-3CD4-4CD4-B095-E18025922B89}"/>
                </a:ext>
              </a:extLst>
            </p:cNvPr>
            <p:cNvSpPr>
              <a:spLocks noEditPoints="1"/>
            </p:cNvSpPr>
            <p:nvPr/>
          </p:nvSpPr>
          <p:spPr bwMode="auto">
            <a:xfrm>
              <a:off x="2600" y="1029"/>
              <a:ext cx="47" cy="29"/>
            </a:xfrm>
            <a:custGeom>
              <a:avLst/>
              <a:gdLst>
                <a:gd name="T0" fmla="*/ 0 w 71"/>
                <a:gd name="T1" fmla="*/ 0 h 55"/>
                <a:gd name="T2" fmla="*/ 1 w 71"/>
                <a:gd name="T3" fmla="*/ 1 h 55"/>
                <a:gd name="T4" fmla="*/ 1 w 71"/>
                <a:gd name="T5" fmla="*/ 1 h 55"/>
                <a:gd name="T6" fmla="*/ 1 w 71"/>
                <a:gd name="T7" fmla="*/ 1 h 55"/>
                <a:gd name="T8" fmla="*/ 1 w 71"/>
                <a:gd name="T9" fmla="*/ 1 h 55"/>
                <a:gd name="T10" fmla="*/ 1 w 71"/>
                <a:gd name="T11" fmla="*/ 1 h 55"/>
                <a:gd name="T12" fmla="*/ 1 w 71"/>
                <a:gd name="T13" fmla="*/ 1 h 55"/>
                <a:gd name="T14" fmla="*/ 1 w 71"/>
                <a:gd name="T15" fmla="*/ 1 h 55"/>
                <a:gd name="T16" fmla="*/ 1 w 71"/>
                <a:gd name="T17" fmla="*/ 1 h 55"/>
                <a:gd name="T18" fmla="*/ 0 w 71"/>
                <a:gd name="T19" fmla="*/ 0 h 55"/>
                <a:gd name="T20" fmla="*/ 0 w 71"/>
                <a:gd name="T21" fmla="*/ 0 h 55"/>
                <a:gd name="T22" fmla="*/ 0 w 71"/>
                <a:gd name="T23" fmla="*/ 0 h 55"/>
                <a:gd name="T24" fmla="*/ 0 w 71"/>
                <a:gd name="T25" fmla="*/ 0 h 55"/>
                <a:gd name="T26" fmla="*/ 0 w 71"/>
                <a:gd name="T27" fmla="*/ 0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1" h="55">
                  <a:moveTo>
                    <a:pt x="0" y="0"/>
                  </a:moveTo>
                  <a:lnTo>
                    <a:pt x="8" y="24"/>
                  </a:lnTo>
                  <a:lnTo>
                    <a:pt x="23" y="40"/>
                  </a:lnTo>
                  <a:lnTo>
                    <a:pt x="47" y="55"/>
                  </a:lnTo>
                  <a:lnTo>
                    <a:pt x="71" y="55"/>
                  </a:lnTo>
                  <a:lnTo>
                    <a:pt x="47" y="55"/>
                  </a:lnTo>
                  <a:lnTo>
                    <a:pt x="23" y="40"/>
                  </a:lnTo>
                  <a:lnTo>
                    <a:pt x="8" y="24"/>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69" name="Freeform 54">
              <a:extLst>
                <a:ext uri="{FF2B5EF4-FFF2-40B4-BE49-F238E27FC236}">
                  <a16:creationId xmlns:a16="http://schemas.microsoft.com/office/drawing/2014/main" id="{603A16F7-8943-4E30-B92D-597E73B1CA16}"/>
                </a:ext>
              </a:extLst>
            </p:cNvPr>
            <p:cNvSpPr>
              <a:spLocks/>
            </p:cNvSpPr>
            <p:nvPr/>
          </p:nvSpPr>
          <p:spPr bwMode="auto">
            <a:xfrm>
              <a:off x="2647" y="1058"/>
              <a:ext cx="1" cy="0"/>
            </a:xfrm>
            <a:custGeom>
              <a:avLst/>
              <a:gdLst>
                <a:gd name="T0" fmla="*/ 0 w 1"/>
                <a:gd name="T1" fmla="*/ 0 w 1"/>
                <a:gd name="T2" fmla="*/ 0 w 1"/>
                <a:gd name="T3" fmla="*/ 0 60000 65536"/>
                <a:gd name="T4" fmla="*/ 0 60000 65536"/>
                <a:gd name="T5" fmla="*/ 0 60000 65536"/>
              </a:gdLst>
              <a:ahLst/>
              <a:cxnLst>
                <a:cxn ang="T3">
                  <a:pos x="T0" y="0"/>
                </a:cxn>
                <a:cxn ang="T4">
                  <a:pos x="T1" y="0"/>
                </a:cxn>
                <a:cxn ang="T5">
                  <a:pos x="T2" y="0"/>
                </a:cxn>
              </a:cxnLst>
              <a:rect l="0" t="0" r="r" b="b"/>
              <a:pathLst>
                <a:path w="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70" name="Freeform 55">
              <a:extLst>
                <a:ext uri="{FF2B5EF4-FFF2-40B4-BE49-F238E27FC236}">
                  <a16:creationId xmlns:a16="http://schemas.microsoft.com/office/drawing/2014/main" id="{31EF9CBB-6E5D-47C7-9034-08AD90E54C19}"/>
                </a:ext>
              </a:extLst>
            </p:cNvPr>
            <p:cNvSpPr>
              <a:spLocks/>
            </p:cNvSpPr>
            <p:nvPr/>
          </p:nvSpPr>
          <p:spPr bwMode="auto">
            <a:xfrm>
              <a:off x="2600" y="1845"/>
              <a:ext cx="84" cy="50"/>
            </a:xfrm>
            <a:custGeom>
              <a:avLst/>
              <a:gdLst>
                <a:gd name="T0" fmla="*/ 1 w 126"/>
                <a:gd name="T1" fmla="*/ 1 h 95"/>
                <a:gd name="T2" fmla="*/ 1 w 126"/>
                <a:gd name="T3" fmla="*/ 1 h 95"/>
                <a:gd name="T4" fmla="*/ 1 w 126"/>
                <a:gd name="T5" fmla="*/ 1 h 95"/>
                <a:gd name="T6" fmla="*/ 1 w 126"/>
                <a:gd name="T7" fmla="*/ 1 h 95"/>
                <a:gd name="T8" fmla="*/ 1 w 126"/>
                <a:gd name="T9" fmla="*/ 1 h 95"/>
                <a:gd name="T10" fmla="*/ 1 w 126"/>
                <a:gd name="T11" fmla="*/ 1 h 95"/>
                <a:gd name="T12" fmla="*/ 1 w 126"/>
                <a:gd name="T13" fmla="*/ 1 h 95"/>
                <a:gd name="T14" fmla="*/ 1 w 126"/>
                <a:gd name="T15" fmla="*/ 0 h 95"/>
                <a:gd name="T16" fmla="*/ 1 w 126"/>
                <a:gd name="T17" fmla="*/ 1 h 95"/>
                <a:gd name="T18" fmla="*/ 1 w 126"/>
                <a:gd name="T19" fmla="*/ 1 h 95"/>
                <a:gd name="T20" fmla="*/ 0 w 126"/>
                <a:gd name="T21" fmla="*/ 1 h 95"/>
                <a:gd name="T22" fmla="*/ 1 w 126"/>
                <a:gd name="T23" fmla="*/ 1 h 95"/>
                <a:gd name="T24" fmla="*/ 1 w 126"/>
                <a:gd name="T25" fmla="*/ 1 h 95"/>
                <a:gd name="T26" fmla="*/ 1 w 126"/>
                <a:gd name="T27" fmla="*/ 1 h 95"/>
                <a:gd name="T28" fmla="*/ 1 w 126"/>
                <a:gd name="T29" fmla="*/ 1 h 95"/>
                <a:gd name="T30" fmla="*/ 1 w 126"/>
                <a:gd name="T31" fmla="*/ 1 h 9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26" h="95">
                  <a:moveTo>
                    <a:pt x="63" y="95"/>
                  </a:moveTo>
                  <a:lnTo>
                    <a:pt x="86" y="95"/>
                  </a:lnTo>
                  <a:lnTo>
                    <a:pt x="110" y="79"/>
                  </a:lnTo>
                  <a:lnTo>
                    <a:pt x="118" y="63"/>
                  </a:lnTo>
                  <a:lnTo>
                    <a:pt x="126" y="48"/>
                  </a:lnTo>
                  <a:lnTo>
                    <a:pt x="118" y="24"/>
                  </a:lnTo>
                  <a:lnTo>
                    <a:pt x="110" y="16"/>
                  </a:lnTo>
                  <a:lnTo>
                    <a:pt x="63" y="0"/>
                  </a:lnTo>
                  <a:lnTo>
                    <a:pt x="15" y="16"/>
                  </a:lnTo>
                  <a:lnTo>
                    <a:pt x="8" y="24"/>
                  </a:lnTo>
                  <a:lnTo>
                    <a:pt x="0" y="48"/>
                  </a:lnTo>
                  <a:lnTo>
                    <a:pt x="8" y="63"/>
                  </a:lnTo>
                  <a:lnTo>
                    <a:pt x="15" y="79"/>
                  </a:lnTo>
                  <a:lnTo>
                    <a:pt x="39" y="95"/>
                  </a:lnTo>
                  <a:lnTo>
                    <a:pt x="63" y="95"/>
                  </a:lnTo>
                  <a:close/>
                </a:path>
              </a:pathLst>
            </a:custGeom>
            <a:solidFill>
              <a:srgbClr val="FFFFFF"/>
            </a:solidFill>
            <a:ln w="9525">
              <a:solidFill>
                <a:schemeClr val="tx1"/>
              </a:solidFill>
              <a:round/>
              <a:headEnd/>
              <a:tailEnd/>
            </a:ln>
          </p:spPr>
          <p:txBody>
            <a:bodyPr/>
            <a:lstStyle/>
            <a:p>
              <a:endParaRPr lang="zh-CN" altLang="en-US"/>
            </a:p>
          </p:txBody>
        </p:sp>
        <p:sp>
          <p:nvSpPr>
            <p:cNvPr id="35871" name="Freeform 56">
              <a:extLst>
                <a:ext uri="{FF2B5EF4-FFF2-40B4-BE49-F238E27FC236}">
                  <a16:creationId xmlns:a16="http://schemas.microsoft.com/office/drawing/2014/main" id="{FFE4DA07-8DDA-4F1A-A759-D030DF69E58E}"/>
                </a:ext>
              </a:extLst>
            </p:cNvPr>
            <p:cNvSpPr>
              <a:spLocks/>
            </p:cNvSpPr>
            <p:nvPr/>
          </p:nvSpPr>
          <p:spPr bwMode="auto">
            <a:xfrm>
              <a:off x="2642" y="1871"/>
              <a:ext cx="42" cy="24"/>
            </a:xfrm>
            <a:custGeom>
              <a:avLst/>
              <a:gdLst>
                <a:gd name="T0" fmla="*/ 0 w 63"/>
                <a:gd name="T1" fmla="*/ 1 h 47"/>
                <a:gd name="T2" fmla="*/ 1 w 63"/>
                <a:gd name="T3" fmla="*/ 1 h 47"/>
                <a:gd name="T4" fmla="*/ 1 w 63"/>
                <a:gd name="T5" fmla="*/ 1 h 47"/>
                <a:gd name="T6" fmla="*/ 1 w 63"/>
                <a:gd name="T7" fmla="*/ 1 h 47"/>
                <a:gd name="T8" fmla="*/ 1 w 63"/>
                <a:gd name="T9" fmla="*/ 0 h 47"/>
                <a:gd name="T10" fmla="*/ 1 w 63"/>
                <a:gd name="T11" fmla="*/ 0 h 47"/>
                <a:gd name="T12" fmla="*/ 1 w 63"/>
                <a:gd name="T13" fmla="*/ 1 h 47"/>
                <a:gd name="T14" fmla="*/ 1 w 63"/>
                <a:gd name="T15" fmla="*/ 1 h 47"/>
                <a:gd name="T16" fmla="*/ 1 w 63"/>
                <a:gd name="T17" fmla="*/ 1 h 47"/>
                <a:gd name="T18" fmla="*/ 0 w 63"/>
                <a:gd name="T19" fmla="*/ 1 h 47"/>
                <a:gd name="T20" fmla="*/ 0 w 63"/>
                <a:gd name="T21" fmla="*/ 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3" h="47">
                  <a:moveTo>
                    <a:pt x="0" y="47"/>
                  </a:moveTo>
                  <a:lnTo>
                    <a:pt x="23" y="47"/>
                  </a:lnTo>
                  <a:lnTo>
                    <a:pt x="47" y="31"/>
                  </a:lnTo>
                  <a:lnTo>
                    <a:pt x="55" y="15"/>
                  </a:lnTo>
                  <a:lnTo>
                    <a:pt x="63" y="0"/>
                  </a:lnTo>
                  <a:lnTo>
                    <a:pt x="55" y="15"/>
                  </a:lnTo>
                  <a:lnTo>
                    <a:pt x="47" y="31"/>
                  </a:lnTo>
                  <a:lnTo>
                    <a:pt x="23" y="47"/>
                  </a:lnTo>
                  <a:lnTo>
                    <a:pt x="0" y="47"/>
                  </a:lnTo>
                  <a:close/>
                </a:path>
              </a:pathLst>
            </a:custGeom>
            <a:solidFill>
              <a:srgbClr val="000000"/>
            </a:solidFill>
            <a:ln w="9525">
              <a:solidFill>
                <a:schemeClr val="tx1"/>
              </a:solidFill>
              <a:round/>
              <a:headEnd/>
              <a:tailEnd/>
            </a:ln>
          </p:spPr>
          <p:txBody>
            <a:bodyPr/>
            <a:lstStyle/>
            <a:p>
              <a:endParaRPr lang="zh-CN" altLang="en-US"/>
            </a:p>
          </p:txBody>
        </p:sp>
        <p:sp>
          <p:nvSpPr>
            <p:cNvPr id="35872" name="Freeform 57">
              <a:extLst>
                <a:ext uri="{FF2B5EF4-FFF2-40B4-BE49-F238E27FC236}">
                  <a16:creationId xmlns:a16="http://schemas.microsoft.com/office/drawing/2014/main" id="{E10B50A4-F01F-47DD-8499-08A1A194547F}"/>
                </a:ext>
              </a:extLst>
            </p:cNvPr>
            <p:cNvSpPr>
              <a:spLocks noEditPoints="1"/>
            </p:cNvSpPr>
            <p:nvPr/>
          </p:nvSpPr>
          <p:spPr bwMode="auto">
            <a:xfrm>
              <a:off x="2642" y="1845"/>
              <a:ext cx="42" cy="26"/>
            </a:xfrm>
            <a:custGeom>
              <a:avLst/>
              <a:gdLst>
                <a:gd name="T0" fmla="*/ 1 w 63"/>
                <a:gd name="T1" fmla="*/ 1 h 48"/>
                <a:gd name="T2" fmla="*/ 1 w 63"/>
                <a:gd name="T3" fmla="*/ 1 h 48"/>
                <a:gd name="T4" fmla="*/ 1 w 63"/>
                <a:gd name="T5" fmla="*/ 1 h 48"/>
                <a:gd name="T6" fmla="*/ 0 w 63"/>
                <a:gd name="T7" fmla="*/ 0 h 48"/>
                <a:gd name="T8" fmla="*/ 0 w 63"/>
                <a:gd name="T9" fmla="*/ 0 h 48"/>
                <a:gd name="T10" fmla="*/ 1 w 63"/>
                <a:gd name="T11" fmla="*/ 1 h 48"/>
                <a:gd name="T12" fmla="*/ 1 w 63"/>
                <a:gd name="T13" fmla="*/ 1 h 48"/>
                <a:gd name="T14" fmla="*/ 1 w 63"/>
                <a:gd name="T15" fmla="*/ 1 h 48"/>
                <a:gd name="T16" fmla="*/ 1 w 63"/>
                <a:gd name="T17" fmla="*/ 1 h 48"/>
                <a:gd name="T18" fmla="*/ 1 w 63"/>
                <a:gd name="T19" fmla="*/ 1 h 48"/>
                <a:gd name="T20" fmla="*/ 1 w 63"/>
                <a:gd name="T21" fmla="*/ 1 h 48"/>
                <a:gd name="T22" fmla="*/ 1 w 63"/>
                <a:gd name="T23" fmla="*/ 1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3" h="48">
                  <a:moveTo>
                    <a:pt x="63" y="48"/>
                  </a:moveTo>
                  <a:lnTo>
                    <a:pt x="55" y="24"/>
                  </a:lnTo>
                  <a:lnTo>
                    <a:pt x="47" y="16"/>
                  </a:lnTo>
                  <a:lnTo>
                    <a:pt x="0" y="0"/>
                  </a:lnTo>
                  <a:lnTo>
                    <a:pt x="47" y="16"/>
                  </a:lnTo>
                  <a:lnTo>
                    <a:pt x="55" y="24"/>
                  </a:lnTo>
                  <a:lnTo>
                    <a:pt x="63" y="48"/>
                  </a:lnTo>
                  <a:close/>
                  <a:moveTo>
                    <a:pt x="63" y="48"/>
                  </a:moveTo>
                  <a:lnTo>
                    <a:pt x="63" y="48"/>
                  </a:lnTo>
                  <a:close/>
                </a:path>
              </a:pathLst>
            </a:custGeom>
            <a:solidFill>
              <a:srgbClr val="000000"/>
            </a:solidFill>
            <a:ln w="9525">
              <a:solidFill>
                <a:schemeClr val="tx1"/>
              </a:solidFill>
              <a:round/>
              <a:headEnd/>
              <a:tailEnd/>
            </a:ln>
          </p:spPr>
          <p:txBody>
            <a:bodyPr/>
            <a:lstStyle/>
            <a:p>
              <a:endParaRPr lang="zh-CN" altLang="en-US"/>
            </a:p>
          </p:txBody>
        </p:sp>
        <p:sp>
          <p:nvSpPr>
            <p:cNvPr id="35873" name="Freeform 58">
              <a:extLst>
                <a:ext uri="{FF2B5EF4-FFF2-40B4-BE49-F238E27FC236}">
                  <a16:creationId xmlns:a16="http://schemas.microsoft.com/office/drawing/2014/main" id="{F494E61B-5CD1-4FB2-9ED8-7838C1A55DF9}"/>
                </a:ext>
              </a:extLst>
            </p:cNvPr>
            <p:cNvSpPr>
              <a:spLocks noEditPoints="1"/>
            </p:cNvSpPr>
            <p:nvPr/>
          </p:nvSpPr>
          <p:spPr bwMode="auto">
            <a:xfrm>
              <a:off x="2600" y="1845"/>
              <a:ext cx="42" cy="26"/>
            </a:xfrm>
            <a:custGeom>
              <a:avLst/>
              <a:gdLst>
                <a:gd name="T0" fmla="*/ 1 w 63"/>
                <a:gd name="T1" fmla="*/ 0 h 48"/>
                <a:gd name="T2" fmla="*/ 1 w 63"/>
                <a:gd name="T3" fmla="*/ 1 h 48"/>
                <a:gd name="T4" fmla="*/ 1 w 63"/>
                <a:gd name="T5" fmla="*/ 1 h 48"/>
                <a:gd name="T6" fmla="*/ 0 w 63"/>
                <a:gd name="T7" fmla="*/ 1 h 48"/>
                <a:gd name="T8" fmla="*/ 0 w 63"/>
                <a:gd name="T9" fmla="*/ 1 h 48"/>
                <a:gd name="T10" fmla="*/ 1 w 63"/>
                <a:gd name="T11" fmla="*/ 1 h 48"/>
                <a:gd name="T12" fmla="*/ 1 w 63"/>
                <a:gd name="T13" fmla="*/ 1 h 48"/>
                <a:gd name="T14" fmla="*/ 1 w 63"/>
                <a:gd name="T15" fmla="*/ 0 h 48"/>
                <a:gd name="T16" fmla="*/ 1 w 63"/>
                <a:gd name="T17" fmla="*/ 0 h 48"/>
                <a:gd name="T18" fmla="*/ 1 w 63"/>
                <a:gd name="T19" fmla="*/ 0 h 48"/>
                <a:gd name="T20" fmla="*/ 1 w 63"/>
                <a:gd name="T21" fmla="*/ 0 h 48"/>
                <a:gd name="T22" fmla="*/ 1 w 63"/>
                <a:gd name="T23" fmla="*/ 0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3" h="48">
                  <a:moveTo>
                    <a:pt x="63" y="0"/>
                  </a:moveTo>
                  <a:lnTo>
                    <a:pt x="15" y="16"/>
                  </a:lnTo>
                  <a:lnTo>
                    <a:pt x="8" y="24"/>
                  </a:lnTo>
                  <a:lnTo>
                    <a:pt x="0" y="48"/>
                  </a:lnTo>
                  <a:lnTo>
                    <a:pt x="8" y="24"/>
                  </a:lnTo>
                  <a:lnTo>
                    <a:pt x="15" y="16"/>
                  </a:lnTo>
                  <a:lnTo>
                    <a:pt x="63" y="0"/>
                  </a:lnTo>
                  <a:close/>
                  <a:moveTo>
                    <a:pt x="63" y="0"/>
                  </a:moveTo>
                  <a:lnTo>
                    <a:pt x="63" y="0"/>
                  </a:lnTo>
                  <a:close/>
                </a:path>
              </a:pathLst>
            </a:custGeom>
            <a:solidFill>
              <a:srgbClr val="000000"/>
            </a:solidFill>
            <a:ln w="9525">
              <a:solidFill>
                <a:schemeClr val="tx1"/>
              </a:solidFill>
              <a:round/>
              <a:headEnd/>
              <a:tailEnd/>
            </a:ln>
          </p:spPr>
          <p:txBody>
            <a:bodyPr/>
            <a:lstStyle/>
            <a:p>
              <a:endParaRPr lang="zh-CN" altLang="en-US"/>
            </a:p>
          </p:txBody>
        </p:sp>
        <p:sp>
          <p:nvSpPr>
            <p:cNvPr id="35874" name="Freeform 59">
              <a:extLst>
                <a:ext uri="{FF2B5EF4-FFF2-40B4-BE49-F238E27FC236}">
                  <a16:creationId xmlns:a16="http://schemas.microsoft.com/office/drawing/2014/main" id="{39B24069-0E72-460F-A6DB-833C55B283A8}"/>
                </a:ext>
              </a:extLst>
            </p:cNvPr>
            <p:cNvSpPr>
              <a:spLocks noEditPoints="1"/>
            </p:cNvSpPr>
            <p:nvPr/>
          </p:nvSpPr>
          <p:spPr bwMode="auto">
            <a:xfrm>
              <a:off x="2600" y="1871"/>
              <a:ext cx="42" cy="24"/>
            </a:xfrm>
            <a:custGeom>
              <a:avLst/>
              <a:gdLst>
                <a:gd name="T0" fmla="*/ 0 w 63"/>
                <a:gd name="T1" fmla="*/ 0 h 47"/>
                <a:gd name="T2" fmla="*/ 1 w 63"/>
                <a:gd name="T3" fmla="*/ 1 h 47"/>
                <a:gd name="T4" fmla="*/ 1 w 63"/>
                <a:gd name="T5" fmla="*/ 1 h 47"/>
                <a:gd name="T6" fmla="*/ 1 w 63"/>
                <a:gd name="T7" fmla="*/ 1 h 47"/>
                <a:gd name="T8" fmla="*/ 1 w 63"/>
                <a:gd name="T9" fmla="*/ 1 h 47"/>
                <a:gd name="T10" fmla="*/ 1 w 63"/>
                <a:gd name="T11" fmla="*/ 1 h 47"/>
                <a:gd name="T12" fmla="*/ 1 w 63"/>
                <a:gd name="T13" fmla="*/ 1 h 47"/>
                <a:gd name="T14" fmla="*/ 1 w 63"/>
                <a:gd name="T15" fmla="*/ 1 h 47"/>
                <a:gd name="T16" fmla="*/ 1 w 63"/>
                <a:gd name="T17" fmla="*/ 1 h 47"/>
                <a:gd name="T18" fmla="*/ 0 w 63"/>
                <a:gd name="T19" fmla="*/ 0 h 47"/>
                <a:gd name="T20" fmla="*/ 0 w 63"/>
                <a:gd name="T21" fmla="*/ 0 h 47"/>
                <a:gd name="T22" fmla="*/ 0 w 63"/>
                <a:gd name="T23" fmla="*/ 0 h 47"/>
                <a:gd name="T24" fmla="*/ 0 w 63"/>
                <a:gd name="T25" fmla="*/ 0 h 47"/>
                <a:gd name="T26" fmla="*/ 0 w 63"/>
                <a:gd name="T27" fmla="*/ 0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47">
                  <a:moveTo>
                    <a:pt x="0" y="0"/>
                  </a:moveTo>
                  <a:lnTo>
                    <a:pt x="8" y="15"/>
                  </a:lnTo>
                  <a:lnTo>
                    <a:pt x="15" y="31"/>
                  </a:lnTo>
                  <a:lnTo>
                    <a:pt x="39" y="47"/>
                  </a:lnTo>
                  <a:lnTo>
                    <a:pt x="63" y="47"/>
                  </a:lnTo>
                  <a:lnTo>
                    <a:pt x="39" y="47"/>
                  </a:lnTo>
                  <a:lnTo>
                    <a:pt x="15" y="31"/>
                  </a:lnTo>
                  <a:lnTo>
                    <a:pt x="8" y="15"/>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75" name="Freeform 60">
              <a:extLst>
                <a:ext uri="{FF2B5EF4-FFF2-40B4-BE49-F238E27FC236}">
                  <a16:creationId xmlns:a16="http://schemas.microsoft.com/office/drawing/2014/main" id="{68A932DD-4E4E-4E1C-B847-15C574A7D288}"/>
                </a:ext>
              </a:extLst>
            </p:cNvPr>
            <p:cNvSpPr>
              <a:spLocks/>
            </p:cNvSpPr>
            <p:nvPr/>
          </p:nvSpPr>
          <p:spPr bwMode="auto">
            <a:xfrm>
              <a:off x="2642" y="1895"/>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76" name="Freeform 61">
              <a:extLst>
                <a:ext uri="{FF2B5EF4-FFF2-40B4-BE49-F238E27FC236}">
                  <a16:creationId xmlns:a16="http://schemas.microsoft.com/office/drawing/2014/main" id="{19D890B5-560E-4980-9668-00D96B39CE86}"/>
                </a:ext>
              </a:extLst>
            </p:cNvPr>
            <p:cNvSpPr>
              <a:spLocks/>
            </p:cNvSpPr>
            <p:nvPr/>
          </p:nvSpPr>
          <p:spPr bwMode="auto">
            <a:xfrm>
              <a:off x="1912" y="1285"/>
              <a:ext cx="211" cy="334"/>
            </a:xfrm>
            <a:custGeom>
              <a:avLst/>
              <a:gdLst>
                <a:gd name="T0" fmla="*/ 2 w 315"/>
                <a:gd name="T1" fmla="*/ 1 h 638"/>
                <a:gd name="T2" fmla="*/ 2 w 315"/>
                <a:gd name="T3" fmla="*/ 0 h 638"/>
                <a:gd name="T4" fmla="*/ 0 w 315"/>
                <a:gd name="T5" fmla="*/ 0 h 638"/>
                <a:gd name="T6" fmla="*/ 0 w 315"/>
                <a:gd name="T7" fmla="*/ 1 h 638"/>
                <a:gd name="T8" fmla="*/ 2 w 315"/>
                <a:gd name="T9" fmla="*/ 1 h 638"/>
                <a:gd name="T10" fmla="*/ 2 w 315"/>
                <a:gd name="T11" fmla="*/ 1 h 6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15" h="638">
                  <a:moveTo>
                    <a:pt x="315" y="638"/>
                  </a:moveTo>
                  <a:lnTo>
                    <a:pt x="315" y="0"/>
                  </a:lnTo>
                  <a:lnTo>
                    <a:pt x="0" y="0"/>
                  </a:lnTo>
                  <a:lnTo>
                    <a:pt x="0" y="638"/>
                  </a:lnTo>
                  <a:lnTo>
                    <a:pt x="315" y="638"/>
                  </a:lnTo>
                  <a:close/>
                </a:path>
              </a:pathLst>
            </a:custGeom>
            <a:solidFill>
              <a:srgbClr val="FFCC66"/>
            </a:solidFill>
            <a:ln w="9525">
              <a:solidFill>
                <a:schemeClr val="tx1"/>
              </a:solidFill>
              <a:round/>
              <a:headEnd/>
              <a:tailEnd/>
            </a:ln>
          </p:spPr>
          <p:txBody>
            <a:bodyPr/>
            <a:lstStyle/>
            <a:p>
              <a:endParaRPr lang="zh-CN" altLang="en-US"/>
            </a:p>
          </p:txBody>
        </p:sp>
        <p:sp>
          <p:nvSpPr>
            <p:cNvPr id="35877" name="Freeform 62">
              <a:extLst>
                <a:ext uri="{FF2B5EF4-FFF2-40B4-BE49-F238E27FC236}">
                  <a16:creationId xmlns:a16="http://schemas.microsoft.com/office/drawing/2014/main" id="{C32617F5-5D5F-435F-A0B7-A56D8934D5B3}"/>
                </a:ext>
              </a:extLst>
            </p:cNvPr>
            <p:cNvSpPr>
              <a:spLocks/>
            </p:cNvSpPr>
            <p:nvPr/>
          </p:nvSpPr>
          <p:spPr bwMode="auto">
            <a:xfrm>
              <a:off x="2123" y="1285"/>
              <a:ext cx="1" cy="334"/>
            </a:xfrm>
            <a:custGeom>
              <a:avLst/>
              <a:gdLst>
                <a:gd name="T0" fmla="*/ 0 w 1"/>
                <a:gd name="T1" fmla="*/ 1 h 638"/>
                <a:gd name="T2" fmla="*/ 0 w 1"/>
                <a:gd name="T3" fmla="*/ 0 h 638"/>
                <a:gd name="T4" fmla="*/ 0 w 1"/>
                <a:gd name="T5" fmla="*/ 1 h 638"/>
                <a:gd name="T6" fmla="*/ 0 w 1"/>
                <a:gd name="T7" fmla="*/ 1 h 63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638">
                  <a:moveTo>
                    <a:pt x="0" y="638"/>
                  </a:moveTo>
                  <a:lnTo>
                    <a:pt x="0" y="0"/>
                  </a:lnTo>
                  <a:lnTo>
                    <a:pt x="0" y="638"/>
                  </a:lnTo>
                  <a:close/>
                </a:path>
              </a:pathLst>
            </a:custGeom>
            <a:solidFill>
              <a:srgbClr val="000000"/>
            </a:solidFill>
            <a:ln w="9525">
              <a:solidFill>
                <a:schemeClr val="tx1"/>
              </a:solidFill>
              <a:round/>
              <a:headEnd/>
              <a:tailEnd/>
            </a:ln>
          </p:spPr>
          <p:txBody>
            <a:bodyPr/>
            <a:lstStyle/>
            <a:p>
              <a:endParaRPr lang="zh-CN" altLang="en-US"/>
            </a:p>
          </p:txBody>
        </p:sp>
        <p:sp>
          <p:nvSpPr>
            <p:cNvPr id="35878" name="Freeform 63">
              <a:extLst>
                <a:ext uri="{FF2B5EF4-FFF2-40B4-BE49-F238E27FC236}">
                  <a16:creationId xmlns:a16="http://schemas.microsoft.com/office/drawing/2014/main" id="{CD9F7932-7170-4C73-AAC1-883F6CF3FA80}"/>
                </a:ext>
              </a:extLst>
            </p:cNvPr>
            <p:cNvSpPr>
              <a:spLocks noEditPoints="1"/>
            </p:cNvSpPr>
            <p:nvPr/>
          </p:nvSpPr>
          <p:spPr bwMode="auto">
            <a:xfrm>
              <a:off x="1912" y="1285"/>
              <a:ext cx="211" cy="1"/>
            </a:xfrm>
            <a:custGeom>
              <a:avLst/>
              <a:gdLst>
                <a:gd name="T0" fmla="*/ 2 w 315"/>
                <a:gd name="T1" fmla="*/ 0 h 1"/>
                <a:gd name="T2" fmla="*/ 0 w 315"/>
                <a:gd name="T3" fmla="*/ 0 h 1"/>
                <a:gd name="T4" fmla="*/ 2 w 315"/>
                <a:gd name="T5" fmla="*/ 0 h 1"/>
                <a:gd name="T6" fmla="*/ 2 w 315"/>
                <a:gd name="T7" fmla="*/ 0 h 1"/>
                <a:gd name="T8" fmla="*/ 2 w 315"/>
                <a:gd name="T9" fmla="*/ 0 h 1"/>
                <a:gd name="T10" fmla="*/ 2 w 315"/>
                <a:gd name="T11" fmla="*/ 0 h 1"/>
                <a:gd name="T12" fmla="*/ 2 w 315"/>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5" h="1">
                  <a:moveTo>
                    <a:pt x="315" y="0"/>
                  </a:moveTo>
                  <a:lnTo>
                    <a:pt x="0" y="0"/>
                  </a:lnTo>
                  <a:lnTo>
                    <a:pt x="315" y="0"/>
                  </a:lnTo>
                  <a:close/>
                  <a:moveTo>
                    <a:pt x="315" y="0"/>
                  </a:moveTo>
                  <a:lnTo>
                    <a:pt x="315" y="0"/>
                  </a:lnTo>
                  <a:close/>
                </a:path>
              </a:pathLst>
            </a:custGeom>
            <a:solidFill>
              <a:srgbClr val="000000"/>
            </a:solidFill>
            <a:ln w="9525">
              <a:solidFill>
                <a:schemeClr val="tx1"/>
              </a:solidFill>
              <a:round/>
              <a:headEnd/>
              <a:tailEnd/>
            </a:ln>
          </p:spPr>
          <p:txBody>
            <a:bodyPr/>
            <a:lstStyle/>
            <a:p>
              <a:endParaRPr lang="zh-CN" altLang="en-US"/>
            </a:p>
          </p:txBody>
        </p:sp>
        <p:sp>
          <p:nvSpPr>
            <p:cNvPr id="35879" name="Freeform 64">
              <a:extLst>
                <a:ext uri="{FF2B5EF4-FFF2-40B4-BE49-F238E27FC236}">
                  <a16:creationId xmlns:a16="http://schemas.microsoft.com/office/drawing/2014/main" id="{1540339C-8620-4755-A193-B4AFDCA9A8D8}"/>
                </a:ext>
              </a:extLst>
            </p:cNvPr>
            <p:cNvSpPr>
              <a:spLocks noEditPoints="1"/>
            </p:cNvSpPr>
            <p:nvPr/>
          </p:nvSpPr>
          <p:spPr bwMode="auto">
            <a:xfrm>
              <a:off x="1912" y="1285"/>
              <a:ext cx="0" cy="334"/>
            </a:xfrm>
            <a:custGeom>
              <a:avLst/>
              <a:gdLst>
                <a:gd name="T0" fmla="*/ 0 h 638"/>
                <a:gd name="T1" fmla="*/ 1 h 638"/>
                <a:gd name="T2" fmla="*/ 0 h 638"/>
                <a:gd name="T3" fmla="*/ 0 h 638"/>
                <a:gd name="T4" fmla="*/ 0 h 638"/>
                <a:gd name="T5" fmla="*/ 0 h 638"/>
                <a:gd name="T6" fmla="*/ 0 h 638"/>
                <a:gd name="T7" fmla="*/ 0 60000 65536"/>
                <a:gd name="T8" fmla="*/ 0 60000 65536"/>
                <a:gd name="T9" fmla="*/ 0 60000 65536"/>
                <a:gd name="T10" fmla="*/ 0 60000 65536"/>
                <a:gd name="T11" fmla="*/ 0 60000 65536"/>
                <a:gd name="T12" fmla="*/ 0 60000 65536"/>
                <a:gd name="T13" fmla="*/ 0 60000 65536"/>
              </a:gdLst>
              <a:ahLst/>
              <a:cxnLst>
                <a:cxn ang="T7">
                  <a:pos x="0" y="T0"/>
                </a:cxn>
                <a:cxn ang="T8">
                  <a:pos x="0" y="T1"/>
                </a:cxn>
                <a:cxn ang="T9">
                  <a:pos x="0" y="T2"/>
                </a:cxn>
                <a:cxn ang="T10">
                  <a:pos x="0" y="T3"/>
                </a:cxn>
                <a:cxn ang="T11">
                  <a:pos x="0" y="T4"/>
                </a:cxn>
                <a:cxn ang="T12">
                  <a:pos x="0" y="T5"/>
                </a:cxn>
                <a:cxn ang="T13">
                  <a:pos x="0" y="T6"/>
                </a:cxn>
              </a:cxnLst>
              <a:rect l="0" t="0" r="r" b="b"/>
              <a:pathLst>
                <a:path h="638">
                  <a:moveTo>
                    <a:pt x="0" y="0"/>
                  </a:moveTo>
                  <a:lnTo>
                    <a:pt x="0" y="63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80" name="Freeform 65">
              <a:extLst>
                <a:ext uri="{FF2B5EF4-FFF2-40B4-BE49-F238E27FC236}">
                  <a16:creationId xmlns:a16="http://schemas.microsoft.com/office/drawing/2014/main" id="{29DC303B-A74C-43ED-8686-08DCE2C14E79}"/>
                </a:ext>
              </a:extLst>
            </p:cNvPr>
            <p:cNvSpPr>
              <a:spLocks noEditPoints="1"/>
            </p:cNvSpPr>
            <p:nvPr/>
          </p:nvSpPr>
          <p:spPr bwMode="auto">
            <a:xfrm>
              <a:off x="1912" y="1619"/>
              <a:ext cx="211" cy="0"/>
            </a:xfrm>
            <a:custGeom>
              <a:avLst/>
              <a:gdLst>
                <a:gd name="T0" fmla="*/ 0 w 315"/>
                <a:gd name="T1" fmla="*/ 2 w 315"/>
                <a:gd name="T2" fmla="*/ 0 w 315"/>
                <a:gd name="T3" fmla="*/ 0 w 315"/>
                <a:gd name="T4" fmla="*/ 0 w 315"/>
                <a:gd name="T5" fmla="*/ 0 w 315"/>
                <a:gd name="T6" fmla="*/ 0 w 315"/>
                <a:gd name="T7" fmla="*/ 0 60000 65536"/>
                <a:gd name="T8" fmla="*/ 0 60000 65536"/>
                <a:gd name="T9" fmla="*/ 0 60000 65536"/>
                <a:gd name="T10" fmla="*/ 0 60000 65536"/>
                <a:gd name="T11" fmla="*/ 0 60000 65536"/>
                <a:gd name="T12" fmla="*/ 0 60000 65536"/>
                <a:gd name="T13" fmla="*/ 0 60000 65536"/>
              </a:gdLst>
              <a:ahLst/>
              <a:cxnLst>
                <a:cxn ang="T7">
                  <a:pos x="T0" y="0"/>
                </a:cxn>
                <a:cxn ang="T8">
                  <a:pos x="T1" y="0"/>
                </a:cxn>
                <a:cxn ang="T9">
                  <a:pos x="T2" y="0"/>
                </a:cxn>
                <a:cxn ang="T10">
                  <a:pos x="T3" y="0"/>
                </a:cxn>
                <a:cxn ang="T11">
                  <a:pos x="T4" y="0"/>
                </a:cxn>
                <a:cxn ang="T12">
                  <a:pos x="T5" y="0"/>
                </a:cxn>
                <a:cxn ang="T13">
                  <a:pos x="T6" y="0"/>
                </a:cxn>
              </a:cxnLst>
              <a:rect l="0" t="0" r="r" b="b"/>
              <a:pathLst>
                <a:path w="315">
                  <a:moveTo>
                    <a:pt x="0" y="0"/>
                  </a:moveTo>
                  <a:lnTo>
                    <a:pt x="315"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81" name="Freeform 66">
              <a:extLst>
                <a:ext uri="{FF2B5EF4-FFF2-40B4-BE49-F238E27FC236}">
                  <a16:creationId xmlns:a16="http://schemas.microsoft.com/office/drawing/2014/main" id="{9B20AA28-FDA7-4AE7-AD34-DDC0C06B2A33}"/>
                </a:ext>
              </a:extLst>
            </p:cNvPr>
            <p:cNvSpPr>
              <a:spLocks/>
            </p:cNvSpPr>
            <p:nvPr/>
          </p:nvSpPr>
          <p:spPr bwMode="auto">
            <a:xfrm>
              <a:off x="2123" y="1619"/>
              <a:ext cx="1" cy="0"/>
            </a:xfrm>
            <a:custGeom>
              <a:avLst/>
              <a:gdLst>
                <a:gd name="T0" fmla="*/ 0 w 1"/>
                <a:gd name="T1" fmla="*/ 0 w 1"/>
                <a:gd name="T2" fmla="*/ 0 w 1"/>
                <a:gd name="T3" fmla="*/ 0 60000 65536"/>
                <a:gd name="T4" fmla="*/ 0 60000 65536"/>
                <a:gd name="T5" fmla="*/ 0 60000 65536"/>
              </a:gdLst>
              <a:ahLst/>
              <a:cxnLst>
                <a:cxn ang="T3">
                  <a:pos x="T0" y="0"/>
                </a:cxn>
                <a:cxn ang="T4">
                  <a:pos x="T1" y="0"/>
                </a:cxn>
                <a:cxn ang="T5">
                  <a:pos x="T2" y="0"/>
                </a:cxn>
              </a:cxnLst>
              <a:rect l="0" t="0" r="r" b="b"/>
              <a:pathLst>
                <a:path w="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35882" name="Freeform 67">
              <a:extLst>
                <a:ext uri="{FF2B5EF4-FFF2-40B4-BE49-F238E27FC236}">
                  <a16:creationId xmlns:a16="http://schemas.microsoft.com/office/drawing/2014/main" id="{69C49B4E-81D6-4FBC-8958-C18610B52415}"/>
                </a:ext>
              </a:extLst>
            </p:cNvPr>
            <p:cNvSpPr>
              <a:spLocks/>
            </p:cNvSpPr>
            <p:nvPr/>
          </p:nvSpPr>
          <p:spPr bwMode="auto">
            <a:xfrm>
              <a:off x="2092" y="959"/>
              <a:ext cx="365" cy="1"/>
            </a:xfrm>
            <a:custGeom>
              <a:avLst/>
              <a:gdLst>
                <a:gd name="T0" fmla="*/ 0 w 545"/>
                <a:gd name="T1" fmla="*/ 0 h 1"/>
                <a:gd name="T2" fmla="*/ 3 w 545"/>
                <a:gd name="T3" fmla="*/ 0 h 1"/>
                <a:gd name="T4" fmla="*/ 0 w 545"/>
                <a:gd name="T5" fmla="*/ 0 h 1"/>
                <a:gd name="T6" fmla="*/ 0 w 545"/>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45" h="1">
                  <a:moveTo>
                    <a:pt x="0" y="0"/>
                  </a:moveTo>
                  <a:lnTo>
                    <a:pt x="545" y="0"/>
                  </a:lnTo>
                  <a:lnTo>
                    <a:pt x="0" y="0"/>
                  </a:lnTo>
                  <a:close/>
                </a:path>
              </a:pathLst>
            </a:custGeom>
            <a:solidFill>
              <a:srgbClr val="006666"/>
            </a:solidFill>
            <a:ln w="9525">
              <a:solidFill>
                <a:srgbClr val="FF0000"/>
              </a:solidFill>
              <a:round/>
              <a:headEnd/>
              <a:tailEnd/>
            </a:ln>
          </p:spPr>
          <p:txBody>
            <a:bodyPr/>
            <a:lstStyle/>
            <a:p>
              <a:endParaRPr lang="zh-CN" altLang="en-US"/>
            </a:p>
          </p:txBody>
        </p:sp>
        <p:sp>
          <p:nvSpPr>
            <p:cNvPr id="35883" name="Freeform 68">
              <a:extLst>
                <a:ext uri="{FF2B5EF4-FFF2-40B4-BE49-F238E27FC236}">
                  <a16:creationId xmlns:a16="http://schemas.microsoft.com/office/drawing/2014/main" id="{F499E596-C3B0-4254-9600-85C5387D5D37}"/>
                </a:ext>
              </a:extLst>
            </p:cNvPr>
            <p:cNvSpPr>
              <a:spLocks/>
            </p:cNvSpPr>
            <p:nvPr/>
          </p:nvSpPr>
          <p:spPr bwMode="auto">
            <a:xfrm>
              <a:off x="2430" y="939"/>
              <a:ext cx="148" cy="45"/>
            </a:xfrm>
            <a:custGeom>
              <a:avLst/>
              <a:gdLst>
                <a:gd name="T0" fmla="*/ 0 w 221"/>
                <a:gd name="T1" fmla="*/ 1 h 87"/>
                <a:gd name="T2" fmla="*/ 1 w 221"/>
                <a:gd name="T3" fmla="*/ 1 h 87"/>
                <a:gd name="T4" fmla="*/ 0 w 221"/>
                <a:gd name="T5" fmla="*/ 0 h 87"/>
                <a:gd name="T6" fmla="*/ 0 w 221"/>
                <a:gd name="T7" fmla="*/ 1 h 87"/>
                <a:gd name="T8" fmla="*/ 0 w 221"/>
                <a:gd name="T9" fmla="*/ 1 h 8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87">
                  <a:moveTo>
                    <a:pt x="0" y="87"/>
                  </a:moveTo>
                  <a:lnTo>
                    <a:pt x="221" y="39"/>
                  </a:lnTo>
                  <a:lnTo>
                    <a:pt x="0" y="0"/>
                  </a:lnTo>
                  <a:lnTo>
                    <a:pt x="0" y="87"/>
                  </a:lnTo>
                  <a:close/>
                </a:path>
              </a:pathLst>
            </a:custGeom>
            <a:solidFill>
              <a:srgbClr val="FF0000"/>
            </a:solidFill>
            <a:ln w="9525">
              <a:solidFill>
                <a:srgbClr val="FF0000"/>
              </a:solidFill>
              <a:round/>
              <a:headEnd/>
              <a:tailEnd/>
            </a:ln>
          </p:spPr>
          <p:txBody>
            <a:bodyPr/>
            <a:lstStyle/>
            <a:p>
              <a:endParaRPr lang="zh-CN" altLang="en-US"/>
            </a:p>
          </p:txBody>
        </p:sp>
        <p:sp>
          <p:nvSpPr>
            <p:cNvPr id="35884" name="Freeform 69">
              <a:extLst>
                <a:ext uri="{FF2B5EF4-FFF2-40B4-BE49-F238E27FC236}">
                  <a16:creationId xmlns:a16="http://schemas.microsoft.com/office/drawing/2014/main" id="{440D9DC8-C45B-4819-AC88-8BCE62F4A8F2}"/>
                </a:ext>
              </a:extLst>
            </p:cNvPr>
            <p:cNvSpPr>
              <a:spLocks noEditPoints="1"/>
            </p:cNvSpPr>
            <p:nvPr/>
          </p:nvSpPr>
          <p:spPr bwMode="auto">
            <a:xfrm>
              <a:off x="2319" y="823"/>
              <a:ext cx="43" cy="74"/>
            </a:xfrm>
            <a:custGeom>
              <a:avLst/>
              <a:gdLst>
                <a:gd name="T0" fmla="*/ 1 w 64"/>
                <a:gd name="T1" fmla="*/ 1 h 142"/>
                <a:gd name="T2" fmla="*/ 1 w 64"/>
                <a:gd name="T3" fmla="*/ 1 h 142"/>
                <a:gd name="T4" fmla="*/ 1 w 64"/>
                <a:gd name="T5" fmla="*/ 1 h 142"/>
                <a:gd name="T6" fmla="*/ 1 w 64"/>
                <a:gd name="T7" fmla="*/ 1 h 142"/>
                <a:gd name="T8" fmla="*/ 1 w 64"/>
                <a:gd name="T9" fmla="*/ 1 h 142"/>
                <a:gd name="T10" fmla="*/ 1 w 64"/>
                <a:gd name="T11" fmla="*/ 1 h 142"/>
                <a:gd name="T12" fmla="*/ 1 w 64"/>
                <a:gd name="T13" fmla="*/ 1 h 142"/>
                <a:gd name="T14" fmla="*/ 1 w 64"/>
                <a:gd name="T15" fmla="*/ 1 h 142"/>
                <a:gd name="T16" fmla="*/ 1 w 64"/>
                <a:gd name="T17" fmla="*/ 1 h 142"/>
                <a:gd name="T18" fmla="*/ 1 w 64"/>
                <a:gd name="T19" fmla="*/ 1 h 142"/>
                <a:gd name="T20" fmla="*/ 1 w 64"/>
                <a:gd name="T21" fmla="*/ 1 h 142"/>
                <a:gd name="T22" fmla="*/ 1 w 64"/>
                <a:gd name="T23" fmla="*/ 1 h 142"/>
                <a:gd name="T24" fmla="*/ 1 w 64"/>
                <a:gd name="T25" fmla="*/ 1 h 142"/>
                <a:gd name="T26" fmla="*/ 1 w 64"/>
                <a:gd name="T27" fmla="*/ 1 h 142"/>
                <a:gd name="T28" fmla="*/ 1 w 64"/>
                <a:gd name="T29" fmla="*/ 1 h 142"/>
                <a:gd name="T30" fmla="*/ 1 w 64"/>
                <a:gd name="T31" fmla="*/ 1 h 142"/>
                <a:gd name="T32" fmla="*/ 0 w 64"/>
                <a:gd name="T33" fmla="*/ 1 h 142"/>
                <a:gd name="T34" fmla="*/ 0 w 64"/>
                <a:gd name="T35" fmla="*/ 1 h 142"/>
                <a:gd name="T36" fmla="*/ 1 w 64"/>
                <a:gd name="T37" fmla="*/ 1 h 142"/>
                <a:gd name="T38" fmla="*/ 1 w 64"/>
                <a:gd name="T39" fmla="*/ 1 h 142"/>
                <a:gd name="T40" fmla="*/ 1 w 64"/>
                <a:gd name="T41" fmla="*/ 1 h 142"/>
                <a:gd name="T42" fmla="*/ 1 w 64"/>
                <a:gd name="T43" fmla="*/ 1 h 142"/>
                <a:gd name="T44" fmla="*/ 1 w 64"/>
                <a:gd name="T45" fmla="*/ 1 h 142"/>
                <a:gd name="T46" fmla="*/ 1 w 64"/>
                <a:gd name="T47" fmla="*/ 1 h 142"/>
                <a:gd name="T48" fmla="*/ 1 w 64"/>
                <a:gd name="T49" fmla="*/ 0 h 142"/>
                <a:gd name="T50" fmla="*/ 1 w 64"/>
                <a:gd name="T51" fmla="*/ 0 h 142"/>
                <a:gd name="T52" fmla="*/ 1 w 64"/>
                <a:gd name="T53" fmla="*/ 1 h 142"/>
                <a:gd name="T54" fmla="*/ 1 w 64"/>
                <a:gd name="T55" fmla="*/ 1 h 142"/>
                <a:gd name="T56" fmla="*/ 1 w 64"/>
                <a:gd name="T57" fmla="*/ 1 h 142"/>
                <a:gd name="T58" fmla="*/ 1 w 64"/>
                <a:gd name="T59" fmla="*/ 1 h 142"/>
                <a:gd name="T60" fmla="*/ 1 w 64"/>
                <a:gd name="T61" fmla="*/ 1 h 142"/>
                <a:gd name="T62" fmla="*/ 1 w 64"/>
                <a:gd name="T63" fmla="*/ 1 h 1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4" h="142">
                  <a:moveTo>
                    <a:pt x="48" y="118"/>
                  </a:moveTo>
                  <a:lnTo>
                    <a:pt x="40" y="126"/>
                  </a:lnTo>
                  <a:lnTo>
                    <a:pt x="24" y="134"/>
                  </a:lnTo>
                  <a:lnTo>
                    <a:pt x="24" y="126"/>
                  </a:lnTo>
                  <a:lnTo>
                    <a:pt x="24" y="118"/>
                  </a:lnTo>
                  <a:lnTo>
                    <a:pt x="56" y="48"/>
                  </a:lnTo>
                  <a:lnTo>
                    <a:pt x="48" y="48"/>
                  </a:lnTo>
                  <a:lnTo>
                    <a:pt x="32" y="48"/>
                  </a:lnTo>
                  <a:lnTo>
                    <a:pt x="8" y="48"/>
                  </a:lnTo>
                  <a:lnTo>
                    <a:pt x="8" y="55"/>
                  </a:lnTo>
                  <a:lnTo>
                    <a:pt x="24" y="55"/>
                  </a:lnTo>
                  <a:lnTo>
                    <a:pt x="24" y="63"/>
                  </a:lnTo>
                  <a:lnTo>
                    <a:pt x="24" y="71"/>
                  </a:lnTo>
                  <a:lnTo>
                    <a:pt x="16" y="95"/>
                  </a:lnTo>
                  <a:lnTo>
                    <a:pt x="8" y="118"/>
                  </a:lnTo>
                  <a:lnTo>
                    <a:pt x="0" y="134"/>
                  </a:lnTo>
                  <a:lnTo>
                    <a:pt x="0" y="142"/>
                  </a:lnTo>
                  <a:lnTo>
                    <a:pt x="16" y="142"/>
                  </a:lnTo>
                  <a:lnTo>
                    <a:pt x="40" y="134"/>
                  </a:lnTo>
                  <a:lnTo>
                    <a:pt x="56" y="118"/>
                  </a:lnTo>
                  <a:lnTo>
                    <a:pt x="48" y="118"/>
                  </a:lnTo>
                  <a:close/>
                  <a:moveTo>
                    <a:pt x="64" y="8"/>
                  </a:moveTo>
                  <a:lnTo>
                    <a:pt x="56" y="8"/>
                  </a:lnTo>
                  <a:lnTo>
                    <a:pt x="48" y="0"/>
                  </a:lnTo>
                  <a:lnTo>
                    <a:pt x="40" y="0"/>
                  </a:lnTo>
                  <a:lnTo>
                    <a:pt x="32" y="8"/>
                  </a:lnTo>
                  <a:lnTo>
                    <a:pt x="40" y="16"/>
                  </a:lnTo>
                  <a:lnTo>
                    <a:pt x="48" y="24"/>
                  </a:lnTo>
                  <a:lnTo>
                    <a:pt x="56" y="16"/>
                  </a:lnTo>
                  <a:lnTo>
                    <a:pt x="64" y="8"/>
                  </a:lnTo>
                  <a:close/>
                </a:path>
              </a:pathLst>
            </a:custGeom>
            <a:solidFill>
              <a:srgbClr val="000000"/>
            </a:solidFill>
            <a:ln w="9525">
              <a:solidFill>
                <a:schemeClr val="tx1"/>
              </a:solidFill>
              <a:round/>
              <a:headEnd/>
              <a:tailEnd/>
            </a:ln>
          </p:spPr>
          <p:txBody>
            <a:bodyPr/>
            <a:lstStyle/>
            <a:p>
              <a:endParaRPr lang="zh-CN" altLang="en-US"/>
            </a:p>
          </p:txBody>
        </p:sp>
      </p:grpSp>
      <p:sp>
        <p:nvSpPr>
          <p:cNvPr id="35849" name="Text Box 78">
            <a:extLst>
              <a:ext uri="{FF2B5EF4-FFF2-40B4-BE49-F238E27FC236}">
                <a16:creationId xmlns:a16="http://schemas.microsoft.com/office/drawing/2014/main" id="{52EE6A53-473D-4812-BFBE-2EAB07DBC24E}"/>
              </a:ext>
            </a:extLst>
          </p:cNvPr>
          <p:cNvSpPr txBox="1">
            <a:spLocks noChangeArrowheads="1"/>
          </p:cNvSpPr>
          <p:nvPr/>
        </p:nvSpPr>
        <p:spPr bwMode="auto">
          <a:xfrm>
            <a:off x="4706938" y="4122738"/>
            <a:ext cx="4260850"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solidFill>
                  <a:srgbClr val="FF0000"/>
                </a:solidFill>
              </a:rPr>
              <a:t>p &gt; 0   </a:t>
            </a:r>
            <a:r>
              <a:rPr lang="en-US" altLang="zh-CN" sz="2400"/>
              <a:t>absorbing power </a:t>
            </a:r>
          </a:p>
          <a:p>
            <a:pPr>
              <a:spcBef>
                <a:spcPct val="50000"/>
              </a:spcBef>
              <a:buFontTx/>
              <a:buNone/>
            </a:pPr>
            <a:r>
              <a:rPr lang="en-US" altLang="zh-CN" sz="2400">
                <a:solidFill>
                  <a:srgbClr val="FF0000"/>
                </a:solidFill>
              </a:rPr>
              <a:t>p &lt; 0    </a:t>
            </a:r>
            <a:r>
              <a:rPr lang="en-US" altLang="zh-CN" sz="2400"/>
              <a:t>supplying power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a:extLst>
              <a:ext uri="{FF2B5EF4-FFF2-40B4-BE49-F238E27FC236}">
                <a16:creationId xmlns:a16="http://schemas.microsoft.com/office/drawing/2014/main" id="{6EBF6EBD-681F-45E0-A897-EEC57D469E57}"/>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20C4532D-8574-4A9E-BAB1-0CED75C3745D}" type="slidenum">
              <a:rPr lang="zh-CN" altLang="en-US" sz="1400">
                <a:latin typeface="Times New Roman" panose="02020603050405020304" pitchFamily="18" charset="0"/>
              </a:rPr>
              <a:pPr eaLnBrk="1" hangingPunct="1">
                <a:spcBef>
                  <a:spcPct val="0"/>
                </a:spcBef>
                <a:buFontTx/>
                <a:buNone/>
              </a:pPr>
              <a:t>31</a:t>
            </a:fld>
            <a:endParaRPr lang="en-US" altLang="zh-CN" sz="1400">
              <a:latin typeface="Times New Roman" panose="02020603050405020304" pitchFamily="18" charset="0"/>
            </a:endParaRPr>
          </a:p>
        </p:txBody>
      </p:sp>
      <p:pic>
        <p:nvPicPr>
          <p:cNvPr id="36867" name="Picture 5">
            <a:extLst>
              <a:ext uri="{FF2B5EF4-FFF2-40B4-BE49-F238E27FC236}">
                <a16:creationId xmlns:a16="http://schemas.microsoft.com/office/drawing/2014/main" id="{59C3F45A-1D5E-4367-A8D0-27EDF12A62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52400"/>
            <a:ext cx="60325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81">
            <a:extLst>
              <a:ext uri="{FF2B5EF4-FFF2-40B4-BE49-F238E27FC236}">
                <a16:creationId xmlns:a16="http://schemas.microsoft.com/office/drawing/2014/main" id="{72791BFB-0651-431D-B97A-0F95FABA2517}"/>
              </a:ext>
            </a:extLst>
          </p:cNvPr>
          <p:cNvSpPr txBox="1">
            <a:spLocks noChangeArrowheads="1"/>
          </p:cNvSpPr>
          <p:nvPr/>
        </p:nvSpPr>
        <p:spPr bwMode="auto">
          <a:xfrm>
            <a:off x="898525" y="768350"/>
            <a:ext cx="7559675" cy="831850"/>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Law of conservation of energy must be obeyed in any electric circuit.</a:t>
            </a:r>
          </a:p>
        </p:txBody>
      </p:sp>
      <p:graphicFrame>
        <p:nvGraphicFramePr>
          <p:cNvPr id="37891" name="Object 82">
            <a:extLst>
              <a:ext uri="{FF2B5EF4-FFF2-40B4-BE49-F238E27FC236}">
                <a16:creationId xmlns:a16="http://schemas.microsoft.com/office/drawing/2014/main" id="{5A5D51D2-6742-4540-B625-B9B060004127}"/>
              </a:ext>
            </a:extLst>
          </p:cNvPr>
          <p:cNvGraphicFramePr>
            <a:graphicFrameLocks noChangeAspect="1"/>
          </p:cNvGraphicFramePr>
          <p:nvPr/>
        </p:nvGraphicFramePr>
        <p:xfrm>
          <a:off x="1085850" y="2171700"/>
          <a:ext cx="1187450" cy="539750"/>
        </p:xfrm>
        <a:graphic>
          <a:graphicData uri="http://schemas.openxmlformats.org/presentationml/2006/ole">
            <mc:AlternateContent xmlns:mc="http://schemas.openxmlformats.org/markup-compatibility/2006">
              <mc:Choice xmlns:v="urn:schemas-microsoft-com:vml" Requires="v">
                <p:oleObj name="Equation" r:id="rId3" imgW="558558" imgH="253890" progId="Equation.3">
                  <p:embed/>
                </p:oleObj>
              </mc:Choice>
              <mc:Fallback>
                <p:oleObj name="Equation" r:id="rId3" imgW="558558" imgH="253890" progId="Equation.3">
                  <p:embed/>
                  <p:pic>
                    <p:nvPicPr>
                      <p:cNvPr id="0" name="Object 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5850" y="2171700"/>
                        <a:ext cx="118745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2" name="Text Box 83">
            <a:extLst>
              <a:ext uri="{FF2B5EF4-FFF2-40B4-BE49-F238E27FC236}">
                <a16:creationId xmlns:a16="http://schemas.microsoft.com/office/drawing/2014/main" id="{6BF50B7E-2766-45C6-87C9-4583BBD74A64}"/>
              </a:ext>
            </a:extLst>
          </p:cNvPr>
          <p:cNvSpPr txBox="1">
            <a:spLocks noChangeArrowheads="1"/>
          </p:cNvSpPr>
          <p:nvPr/>
        </p:nvSpPr>
        <p:spPr bwMode="auto">
          <a:xfrm>
            <a:off x="2652713" y="2244725"/>
            <a:ext cx="62214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 Power absorbed = - Power supplied</a:t>
            </a:r>
          </a:p>
        </p:txBody>
      </p:sp>
      <p:sp>
        <p:nvSpPr>
          <p:cNvPr id="37893" name="页脚占位符 1">
            <a:extLst>
              <a:ext uri="{FF2B5EF4-FFF2-40B4-BE49-F238E27FC236}">
                <a16:creationId xmlns:a16="http://schemas.microsoft.com/office/drawing/2014/main" id="{D53B8BEC-3290-4CCE-B112-8D385C1D2645}"/>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37894" name="灯片编号占位符 2">
            <a:extLst>
              <a:ext uri="{FF2B5EF4-FFF2-40B4-BE49-F238E27FC236}">
                <a16:creationId xmlns:a16="http://schemas.microsoft.com/office/drawing/2014/main" id="{0A2A2B45-4C66-4B32-B320-435C25412B59}"/>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C70E511B-8A62-4570-AC9B-800189F1872B}" type="slidenum">
              <a:rPr lang="zh-CN" altLang="en-US" sz="1200">
                <a:solidFill>
                  <a:srgbClr val="898989"/>
                </a:solidFill>
                <a:latin typeface="Times New Roman" panose="02020603050405020304" pitchFamily="18" charset="0"/>
              </a:rPr>
              <a:pPr>
                <a:spcBef>
                  <a:spcPct val="50000"/>
                </a:spcBef>
                <a:buFontTx/>
                <a:buNone/>
              </a:pPr>
              <a:t>32</a:t>
            </a:fld>
            <a:endParaRPr lang="zh-CN" altLang="en-US" sz="1200">
              <a:solidFill>
                <a:srgbClr val="898989"/>
              </a:solidFill>
              <a:latin typeface="Times New Roman" panose="02020603050405020304" pitchFamily="18" charset="0"/>
            </a:endParaRPr>
          </a:p>
        </p:txBody>
      </p:sp>
      <p:sp>
        <p:nvSpPr>
          <p:cNvPr id="82" name="Text Box 12">
            <a:extLst>
              <a:ext uri="{FF2B5EF4-FFF2-40B4-BE49-F238E27FC236}">
                <a16:creationId xmlns:a16="http://schemas.microsoft.com/office/drawing/2014/main" id="{4AEE628E-E373-43A1-855F-4D592F4256D9}"/>
              </a:ext>
            </a:extLst>
          </p:cNvPr>
          <p:cNvSpPr txBox="1">
            <a:spLocks noChangeArrowheads="1"/>
          </p:cNvSpPr>
          <p:nvPr/>
        </p:nvSpPr>
        <p:spPr bwMode="auto">
          <a:xfrm>
            <a:off x="1085850" y="3473450"/>
            <a:ext cx="7372350" cy="835025"/>
          </a:xfrm>
          <a:prstGeom prst="rect">
            <a:avLst/>
          </a:prstGeom>
          <a:noFill/>
          <a:ln w="12700">
            <a:solidFill>
              <a:schemeClr val="accent2"/>
            </a:solidFill>
            <a:prstDash val="dash"/>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The </a:t>
            </a:r>
            <a:r>
              <a:rPr lang="en-US" altLang="zh-CN" sz="2400">
                <a:solidFill>
                  <a:srgbClr val="FF0000"/>
                </a:solidFill>
              </a:rPr>
              <a:t>algebraic sum of power </a:t>
            </a:r>
            <a:r>
              <a:rPr lang="en-US" altLang="zh-CN" sz="2400"/>
              <a:t>in a circuit, at any instant of time, must be </a:t>
            </a:r>
            <a:r>
              <a:rPr lang="en-US" altLang="zh-CN" sz="2400">
                <a:solidFill>
                  <a:srgbClr val="FF0000"/>
                </a:solidFill>
              </a:rPr>
              <a:t>zero.</a:t>
            </a:r>
            <a:endParaRPr lang="zh-CN" altLang="en-US" sz="24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a:extLst>
              <a:ext uri="{FF2B5EF4-FFF2-40B4-BE49-F238E27FC236}">
                <a16:creationId xmlns:a16="http://schemas.microsoft.com/office/drawing/2014/main" id="{6DEAB3E5-7593-4616-B02D-ED6ABD027F5D}"/>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AA2C54BF-7577-4877-893F-0762AF6F9FB4}" type="slidenum">
              <a:rPr lang="zh-CN" altLang="en-US" sz="1400">
                <a:latin typeface="Times New Roman" panose="02020603050405020304" pitchFamily="18" charset="0"/>
              </a:rPr>
              <a:pPr eaLnBrk="1" hangingPunct="1">
                <a:spcBef>
                  <a:spcPct val="0"/>
                </a:spcBef>
                <a:buFontTx/>
                <a:buNone/>
              </a:pPr>
              <a:t>33</a:t>
            </a:fld>
            <a:endParaRPr lang="en-US" altLang="zh-CN" sz="1400">
              <a:latin typeface="Times New Roman" panose="02020603050405020304" pitchFamily="18" charset="0"/>
            </a:endParaRPr>
          </a:p>
        </p:txBody>
      </p:sp>
      <p:sp>
        <p:nvSpPr>
          <p:cNvPr id="157700" name="Rectangle 4">
            <a:extLst>
              <a:ext uri="{FF2B5EF4-FFF2-40B4-BE49-F238E27FC236}">
                <a16:creationId xmlns:a16="http://schemas.microsoft.com/office/drawing/2014/main" id="{25FC2185-CBB8-4BB6-9FA7-F0688346B7B4}"/>
              </a:ext>
            </a:extLst>
          </p:cNvPr>
          <p:cNvSpPr>
            <a:spLocks noChangeArrowheads="1"/>
          </p:cNvSpPr>
          <p:nvPr/>
        </p:nvSpPr>
        <p:spPr bwMode="auto">
          <a:xfrm>
            <a:off x="533400" y="609600"/>
            <a:ext cx="8001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buFontTx/>
              <a:buNone/>
            </a:pPr>
            <a:r>
              <a:rPr lang="zh-CN" altLang="en-US" sz="3000" dirty="0">
                <a:solidFill>
                  <a:srgbClr val="A50021"/>
                </a:solidFill>
              </a:rPr>
              <a:t> </a:t>
            </a:r>
            <a:r>
              <a:rPr lang="en-US" altLang="zh-CN" sz="3000" dirty="0">
                <a:solidFill>
                  <a:srgbClr val="A50021"/>
                </a:solidFill>
              </a:rPr>
              <a:t>Example 1 </a:t>
            </a:r>
            <a:r>
              <a:rPr lang="en-US" altLang="zh-CN" sz="3000" dirty="0"/>
              <a:t>  </a:t>
            </a:r>
          </a:p>
          <a:p>
            <a:pPr eaLnBrk="1" hangingPunct="1">
              <a:buFontTx/>
              <a:buNone/>
            </a:pPr>
            <a:r>
              <a:rPr lang="en-US" altLang="zh-CN" sz="3000" dirty="0"/>
              <a:t>  </a:t>
            </a:r>
          </a:p>
        </p:txBody>
      </p:sp>
      <p:sp>
        <p:nvSpPr>
          <p:cNvPr id="157701" name="Rectangle 5">
            <a:extLst>
              <a:ext uri="{FF2B5EF4-FFF2-40B4-BE49-F238E27FC236}">
                <a16:creationId xmlns:a16="http://schemas.microsoft.com/office/drawing/2014/main" id="{1C87FAF2-71D5-4A1A-A4B8-DD60C83F8CCA}"/>
              </a:ext>
            </a:extLst>
          </p:cNvPr>
          <p:cNvSpPr>
            <a:spLocks noChangeArrowheads="1"/>
          </p:cNvSpPr>
          <p:nvPr/>
        </p:nvSpPr>
        <p:spPr bwMode="auto">
          <a:xfrm>
            <a:off x="609600" y="1219200"/>
            <a:ext cx="8153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buFontTx/>
              <a:buNone/>
            </a:pPr>
            <a:r>
              <a:rPr lang="en-US" altLang="zh-CN" sz="2800">
                <a:latin typeface="Times New Roman" panose="02020603050405020304" pitchFamily="18" charset="0"/>
              </a:rPr>
              <a:t>Compute the power absorbed by each part in Fig. 1.10</a:t>
            </a:r>
          </a:p>
        </p:txBody>
      </p:sp>
      <p:graphicFrame>
        <p:nvGraphicFramePr>
          <p:cNvPr id="157704" name="Object 8">
            <a:extLst>
              <a:ext uri="{FF2B5EF4-FFF2-40B4-BE49-F238E27FC236}">
                <a16:creationId xmlns:a16="http://schemas.microsoft.com/office/drawing/2014/main" id="{FECC13BC-11B7-424E-ACF3-44D761A03154}"/>
              </a:ext>
            </a:extLst>
          </p:cNvPr>
          <p:cNvGraphicFramePr>
            <a:graphicFrameLocks noChangeAspect="1"/>
          </p:cNvGraphicFramePr>
          <p:nvPr/>
        </p:nvGraphicFramePr>
        <p:xfrm>
          <a:off x="457200" y="2438400"/>
          <a:ext cx="8504238" cy="3598863"/>
        </p:xfrm>
        <a:graphic>
          <a:graphicData uri="http://schemas.openxmlformats.org/presentationml/2006/ole">
            <mc:AlternateContent xmlns:mc="http://schemas.openxmlformats.org/markup-compatibility/2006">
              <mc:Choice xmlns:v="urn:schemas-microsoft-com:vml" Requires="v">
                <p:oleObj name="Visio" r:id="rId2" imgW="5576621" imgH="2360127" progId="Visio.Drawing.11">
                  <p:embed/>
                </p:oleObj>
              </mc:Choice>
              <mc:Fallback>
                <p:oleObj name="Visio" r:id="rId2" imgW="5576621" imgH="2360127"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38400"/>
                        <a:ext cx="8504238"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7700"/>
                                        </p:tgtEl>
                                        <p:attrNameLst>
                                          <p:attrName>style.visibility</p:attrName>
                                        </p:attrNameLst>
                                      </p:cBhvr>
                                      <p:to>
                                        <p:strVal val="visible"/>
                                      </p:to>
                                    </p:set>
                                    <p:animEffect transition="in" filter="slide(fromBottom)">
                                      <p:cBhvr>
                                        <p:cTn id="7" dur="500"/>
                                        <p:tgtEl>
                                          <p:spTgt spid="157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7701"/>
                                        </p:tgtEl>
                                        <p:attrNameLst>
                                          <p:attrName>style.visibility</p:attrName>
                                        </p:attrNameLst>
                                      </p:cBhvr>
                                      <p:to>
                                        <p:strVal val="visible"/>
                                      </p:to>
                                    </p:set>
                                    <p:animEffect transition="in" filter="slide(fromBottom)">
                                      <p:cBhvr>
                                        <p:cTn id="12" dur="500"/>
                                        <p:tgtEl>
                                          <p:spTgt spid="15770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57704"/>
                                        </p:tgtEl>
                                        <p:attrNameLst>
                                          <p:attrName>style.visibility</p:attrName>
                                        </p:attrNameLst>
                                      </p:cBhvr>
                                      <p:to>
                                        <p:strVal val="visible"/>
                                      </p:to>
                                    </p:set>
                                    <p:animEffect transition="in" filter="checkerboard(across)">
                                      <p:cBhvr>
                                        <p:cTn id="17" dur="500"/>
                                        <p:tgtEl>
                                          <p:spTgt spid="157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p:bldP spid="157701" grpId="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灯片编号占位符 5">
            <a:extLst>
              <a:ext uri="{FF2B5EF4-FFF2-40B4-BE49-F238E27FC236}">
                <a16:creationId xmlns:a16="http://schemas.microsoft.com/office/drawing/2014/main" id="{ADA79949-00DD-40CA-87C4-CB654018C679}"/>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49094F32-BEA5-4B85-B2B9-3C13A174425B}" type="slidenum">
              <a:rPr lang="zh-CN" altLang="en-US" sz="1400">
                <a:latin typeface="Times New Roman" panose="02020603050405020304" pitchFamily="18" charset="0"/>
              </a:rPr>
              <a:pPr eaLnBrk="1" hangingPunct="1">
                <a:spcBef>
                  <a:spcPct val="0"/>
                </a:spcBef>
                <a:buFontTx/>
                <a:buNone/>
              </a:pPr>
              <a:t>34</a:t>
            </a:fld>
            <a:endParaRPr lang="en-US" altLang="zh-CN" sz="1400">
              <a:latin typeface="Times New Roman" panose="02020603050405020304" pitchFamily="18" charset="0"/>
            </a:endParaRPr>
          </a:p>
        </p:txBody>
      </p:sp>
      <p:sp>
        <p:nvSpPr>
          <p:cNvPr id="158723" name="Rectangle 3">
            <a:extLst>
              <a:ext uri="{FF2B5EF4-FFF2-40B4-BE49-F238E27FC236}">
                <a16:creationId xmlns:a16="http://schemas.microsoft.com/office/drawing/2014/main" id="{8FF7AED1-101C-4FC1-9883-6836B4D4774F}"/>
              </a:ext>
            </a:extLst>
          </p:cNvPr>
          <p:cNvSpPr>
            <a:spLocks noGrp="1" noChangeArrowheads="1"/>
          </p:cNvSpPr>
          <p:nvPr>
            <p:ph type="body" idx="1"/>
          </p:nvPr>
        </p:nvSpPr>
        <p:spPr>
          <a:xfrm>
            <a:off x="457200" y="381000"/>
            <a:ext cx="8229600" cy="5867400"/>
          </a:xfrm>
        </p:spPr>
        <p:txBody>
          <a:bodyPr/>
          <a:lstStyle/>
          <a:p>
            <a:pPr>
              <a:buFontTx/>
              <a:buNone/>
            </a:pPr>
            <a:r>
              <a:rPr lang="en-US" altLang="zh-CN">
                <a:solidFill>
                  <a:srgbClr val="FF0000"/>
                </a:solidFill>
                <a:ea typeface="宋体" panose="02010600030101010101" pitchFamily="2" charset="-122"/>
              </a:rPr>
              <a:t>Solution</a:t>
            </a:r>
          </a:p>
          <a:p>
            <a:pPr>
              <a:buFontTx/>
              <a:buNone/>
            </a:pPr>
            <a:r>
              <a:rPr lang="en-US" altLang="zh-CN">
                <a:ea typeface="宋体" panose="02010600030101010101" pitchFamily="2" charset="-122"/>
              </a:rPr>
              <a:t>  </a:t>
            </a:r>
            <a:r>
              <a:rPr lang="en-US" altLang="zh-CN" sz="3000">
                <a:latin typeface="Times New Roman" panose="02020603050405020304" pitchFamily="18" charset="0"/>
                <a:ea typeface="宋体" panose="02010600030101010101" pitchFamily="2" charset="-122"/>
              </a:rPr>
              <a:t>In Figure 1.10a, with +3 A flowing into the positive reference terminal, we compute</a:t>
            </a:r>
          </a:p>
          <a:p>
            <a:pPr>
              <a:buFontTx/>
              <a:buNone/>
            </a:pPr>
            <a:r>
              <a:rPr lang="en-US" altLang="zh-CN" sz="3000">
                <a:latin typeface="Times New Roman" panose="02020603050405020304" pitchFamily="18" charset="0"/>
                <a:ea typeface="宋体" panose="02010600030101010101" pitchFamily="2" charset="-122"/>
              </a:rPr>
              <a:t>                      </a:t>
            </a:r>
            <a:r>
              <a:rPr lang="en-US" altLang="zh-CN" sz="3000">
                <a:solidFill>
                  <a:srgbClr val="A50021"/>
                </a:solidFill>
                <a:latin typeface="Times New Roman" panose="02020603050405020304" pitchFamily="18" charset="0"/>
                <a:ea typeface="宋体" panose="02010600030101010101" pitchFamily="2" charset="-122"/>
              </a:rPr>
              <a:t>P = (2 V) (3 A) = 6 W</a:t>
            </a:r>
          </a:p>
          <a:p>
            <a:pPr>
              <a:buFontTx/>
              <a:buNone/>
            </a:pPr>
            <a:r>
              <a:rPr lang="en-US" altLang="zh-CN" sz="3000">
                <a:latin typeface="Times New Roman" panose="02020603050405020304" pitchFamily="18" charset="0"/>
                <a:ea typeface="宋体" panose="02010600030101010101" pitchFamily="2" charset="-122"/>
              </a:rPr>
              <a:t>   of the power absorbed by the element.</a:t>
            </a:r>
          </a:p>
          <a:p>
            <a:pPr>
              <a:buFontTx/>
              <a:buNone/>
            </a:pPr>
            <a:r>
              <a:rPr lang="en-US" altLang="zh-CN" sz="3000">
                <a:latin typeface="Times New Roman" panose="02020603050405020304" pitchFamily="18" charset="0"/>
                <a:ea typeface="宋体" panose="02010600030101010101" pitchFamily="2" charset="-122"/>
              </a:rPr>
              <a:t>    </a:t>
            </a:r>
            <a:r>
              <a:rPr lang="en-US" altLang="zh-CN" sz="3000">
                <a:solidFill>
                  <a:srgbClr val="0000FF"/>
                </a:solidFill>
                <a:latin typeface="Times New Roman" panose="02020603050405020304" pitchFamily="18" charset="0"/>
                <a:ea typeface="宋体" panose="02010600030101010101" pitchFamily="2" charset="-122"/>
              </a:rPr>
              <a:t>Fig. 1.10b shows a slightly different picture. Now we have a current of -3 A flowing into the positive reference terminal. However, the voltage as defined is negative. This gives us an absorbed power</a:t>
            </a:r>
          </a:p>
          <a:p>
            <a:pPr algn="just">
              <a:buFontTx/>
              <a:buNone/>
            </a:pPr>
            <a:r>
              <a:rPr lang="en-US" altLang="zh-CN" sz="3000">
                <a:latin typeface="Times New Roman" panose="02020603050405020304" pitchFamily="18" charset="0"/>
                <a:ea typeface="宋体" panose="02010600030101010101" pitchFamily="2" charset="-122"/>
              </a:rPr>
              <a:t>                       </a:t>
            </a:r>
            <a:r>
              <a:rPr lang="en-US" altLang="zh-CN" sz="3000">
                <a:solidFill>
                  <a:srgbClr val="A50021"/>
                </a:solidFill>
                <a:latin typeface="Times New Roman" panose="02020603050405020304" pitchFamily="18" charset="0"/>
                <a:ea typeface="宋体" panose="02010600030101010101" pitchFamily="2" charset="-122"/>
              </a:rPr>
              <a:t>P = (-2 V) (-3 A) = 6 W</a:t>
            </a:r>
          </a:p>
          <a:p>
            <a:pPr>
              <a:buFontTx/>
              <a:buNone/>
            </a:pPr>
            <a:endParaRPr lang="en-US" altLang="zh-CN">
              <a:solidFill>
                <a:srgbClr val="A50021"/>
              </a:solidFill>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158723">
                                            <p:txEl>
                                              <p:pRg st="0" end="0"/>
                                            </p:txEl>
                                          </p:spTgt>
                                        </p:tgtEl>
                                        <p:attrNameLst>
                                          <p:attrName>style.visibility</p:attrName>
                                        </p:attrNameLst>
                                      </p:cBhvr>
                                      <p:to>
                                        <p:strVal val="visible"/>
                                      </p:to>
                                    </p:set>
                                    <p:animEffect transition="in" filter="fade">
                                      <p:cBhvr>
                                        <p:cTn id="7" dur="500"/>
                                        <p:tgtEl>
                                          <p:spTgt spid="158723">
                                            <p:txEl>
                                              <p:pRg st="0" end="0"/>
                                            </p:txEl>
                                          </p:spTgt>
                                        </p:tgtEl>
                                      </p:cBhvr>
                                    </p:animEffect>
                                    <p:anim calcmode="lin" valueType="num">
                                      <p:cBhvr>
                                        <p:cTn id="8" dur="500" fill="hold"/>
                                        <p:tgtEl>
                                          <p:spTgt spid="15872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5872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158723">
                                            <p:txEl>
                                              <p:pRg st="1" end="1"/>
                                            </p:txEl>
                                          </p:spTgt>
                                        </p:tgtEl>
                                        <p:attrNameLst>
                                          <p:attrName>style.visibility</p:attrName>
                                        </p:attrNameLst>
                                      </p:cBhvr>
                                      <p:to>
                                        <p:strVal val="visible"/>
                                      </p:to>
                                    </p:set>
                                    <p:animEffect transition="in" filter="fade">
                                      <p:cBhvr>
                                        <p:cTn id="14" dur="500"/>
                                        <p:tgtEl>
                                          <p:spTgt spid="158723">
                                            <p:txEl>
                                              <p:pRg st="1" end="1"/>
                                            </p:txEl>
                                          </p:spTgt>
                                        </p:tgtEl>
                                      </p:cBhvr>
                                    </p:animEffect>
                                    <p:anim calcmode="lin" valueType="num">
                                      <p:cBhvr>
                                        <p:cTn id="15" dur="500" fill="hold"/>
                                        <p:tgtEl>
                                          <p:spTgt spid="158723">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58723">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158723">
                                            <p:txEl>
                                              <p:pRg st="2" end="2"/>
                                            </p:txEl>
                                          </p:spTgt>
                                        </p:tgtEl>
                                        <p:attrNameLst>
                                          <p:attrName>style.visibility</p:attrName>
                                        </p:attrNameLst>
                                      </p:cBhvr>
                                      <p:to>
                                        <p:strVal val="visible"/>
                                      </p:to>
                                    </p:set>
                                    <p:animEffect transition="in" filter="fade">
                                      <p:cBhvr>
                                        <p:cTn id="21" dur="500"/>
                                        <p:tgtEl>
                                          <p:spTgt spid="158723">
                                            <p:txEl>
                                              <p:pRg st="2" end="2"/>
                                            </p:txEl>
                                          </p:spTgt>
                                        </p:tgtEl>
                                      </p:cBhvr>
                                    </p:animEffect>
                                    <p:anim calcmode="lin" valueType="num">
                                      <p:cBhvr>
                                        <p:cTn id="22" dur="500" fill="hold"/>
                                        <p:tgtEl>
                                          <p:spTgt spid="158723">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158723">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0" fill="hold">
                                          <p:stCondLst>
                                            <p:cond delay="0"/>
                                          </p:stCondLst>
                                        </p:cTn>
                                        <p:tgtEl>
                                          <p:spTgt spid="158723">
                                            <p:txEl>
                                              <p:pRg st="3" end="3"/>
                                            </p:txEl>
                                          </p:spTgt>
                                        </p:tgtEl>
                                        <p:attrNameLst>
                                          <p:attrName>style.visibility</p:attrName>
                                        </p:attrNameLst>
                                      </p:cBhvr>
                                      <p:to>
                                        <p:strVal val="visible"/>
                                      </p:to>
                                    </p:set>
                                    <p:animEffect transition="in" filter="fade">
                                      <p:cBhvr>
                                        <p:cTn id="28" dur="500"/>
                                        <p:tgtEl>
                                          <p:spTgt spid="158723">
                                            <p:txEl>
                                              <p:pRg st="3" end="3"/>
                                            </p:txEl>
                                          </p:spTgt>
                                        </p:tgtEl>
                                      </p:cBhvr>
                                    </p:animEffect>
                                    <p:anim calcmode="lin" valueType="num">
                                      <p:cBhvr>
                                        <p:cTn id="29" dur="500" fill="hold"/>
                                        <p:tgtEl>
                                          <p:spTgt spid="158723">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158723">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0" fill="hold">
                                          <p:stCondLst>
                                            <p:cond delay="0"/>
                                          </p:stCondLst>
                                        </p:cTn>
                                        <p:tgtEl>
                                          <p:spTgt spid="158723">
                                            <p:txEl>
                                              <p:pRg st="4" end="4"/>
                                            </p:txEl>
                                          </p:spTgt>
                                        </p:tgtEl>
                                        <p:attrNameLst>
                                          <p:attrName>style.visibility</p:attrName>
                                        </p:attrNameLst>
                                      </p:cBhvr>
                                      <p:to>
                                        <p:strVal val="visible"/>
                                      </p:to>
                                    </p:set>
                                    <p:animEffect transition="in" filter="fade">
                                      <p:cBhvr>
                                        <p:cTn id="35" dur="500"/>
                                        <p:tgtEl>
                                          <p:spTgt spid="158723">
                                            <p:txEl>
                                              <p:pRg st="4" end="4"/>
                                            </p:txEl>
                                          </p:spTgt>
                                        </p:tgtEl>
                                      </p:cBhvr>
                                    </p:animEffect>
                                    <p:anim calcmode="lin" valueType="num">
                                      <p:cBhvr>
                                        <p:cTn id="36" dur="500" fill="hold"/>
                                        <p:tgtEl>
                                          <p:spTgt spid="158723">
                                            <p:txEl>
                                              <p:pRg st="4" end="4"/>
                                            </p:txEl>
                                          </p:spTgt>
                                        </p:tgtEl>
                                        <p:attrNameLst>
                                          <p:attrName>ppt_x</p:attrName>
                                        </p:attrNameLst>
                                      </p:cBhvr>
                                      <p:tavLst>
                                        <p:tav tm="0">
                                          <p:val>
                                            <p:strVal val="#ppt_x"/>
                                          </p:val>
                                        </p:tav>
                                        <p:tav tm="100000">
                                          <p:val>
                                            <p:strVal val="#ppt_x"/>
                                          </p:val>
                                        </p:tav>
                                      </p:tavLst>
                                    </p:anim>
                                    <p:anim calcmode="lin" valueType="num">
                                      <p:cBhvr>
                                        <p:cTn id="37" dur="500" fill="hold"/>
                                        <p:tgtEl>
                                          <p:spTgt spid="158723">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0" fill="hold">
                                          <p:stCondLst>
                                            <p:cond delay="0"/>
                                          </p:stCondLst>
                                        </p:cTn>
                                        <p:tgtEl>
                                          <p:spTgt spid="158723">
                                            <p:txEl>
                                              <p:pRg st="5" end="5"/>
                                            </p:txEl>
                                          </p:spTgt>
                                        </p:tgtEl>
                                        <p:attrNameLst>
                                          <p:attrName>style.visibility</p:attrName>
                                        </p:attrNameLst>
                                      </p:cBhvr>
                                      <p:to>
                                        <p:strVal val="visible"/>
                                      </p:to>
                                    </p:set>
                                    <p:animEffect transition="in" filter="fade">
                                      <p:cBhvr>
                                        <p:cTn id="42" dur="500"/>
                                        <p:tgtEl>
                                          <p:spTgt spid="158723">
                                            <p:txEl>
                                              <p:pRg st="5" end="5"/>
                                            </p:txEl>
                                          </p:spTgt>
                                        </p:tgtEl>
                                      </p:cBhvr>
                                    </p:animEffect>
                                    <p:anim calcmode="lin" valueType="num">
                                      <p:cBhvr>
                                        <p:cTn id="43" dur="500" fill="hold"/>
                                        <p:tgtEl>
                                          <p:spTgt spid="158723">
                                            <p:txEl>
                                              <p:pRg st="5" end="5"/>
                                            </p:txEl>
                                          </p:spTgt>
                                        </p:tgtEl>
                                        <p:attrNameLst>
                                          <p:attrName>ppt_x</p:attrName>
                                        </p:attrNameLst>
                                      </p:cBhvr>
                                      <p:tavLst>
                                        <p:tav tm="0">
                                          <p:val>
                                            <p:strVal val="#ppt_x"/>
                                          </p:val>
                                        </p:tav>
                                        <p:tav tm="100000">
                                          <p:val>
                                            <p:strVal val="#ppt_x"/>
                                          </p:val>
                                        </p:tav>
                                      </p:tavLst>
                                    </p:anim>
                                    <p:anim calcmode="lin" valueType="num">
                                      <p:cBhvr>
                                        <p:cTn id="44" dur="500" fill="hold"/>
                                        <p:tgtEl>
                                          <p:spTgt spid="158723">
                                            <p:txEl>
                                              <p:pRg st="5" end="5"/>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灯片编号占位符 5">
            <a:extLst>
              <a:ext uri="{FF2B5EF4-FFF2-40B4-BE49-F238E27FC236}">
                <a16:creationId xmlns:a16="http://schemas.microsoft.com/office/drawing/2014/main" id="{48FCBB94-366B-4CEC-AB38-B311A9A53091}"/>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88897B41-FFB9-49B9-A338-D2750F9FE018}" type="slidenum">
              <a:rPr lang="zh-CN" altLang="en-US" sz="1400">
                <a:latin typeface="Times New Roman" panose="02020603050405020304" pitchFamily="18" charset="0"/>
              </a:rPr>
              <a:pPr eaLnBrk="1" hangingPunct="1">
                <a:spcBef>
                  <a:spcPct val="0"/>
                </a:spcBef>
                <a:buFontTx/>
                <a:buNone/>
              </a:pPr>
              <a:t>35</a:t>
            </a:fld>
            <a:endParaRPr lang="en-US" altLang="zh-CN" sz="1400">
              <a:latin typeface="Times New Roman" panose="02020603050405020304" pitchFamily="18" charset="0"/>
            </a:endParaRPr>
          </a:p>
        </p:txBody>
      </p:sp>
      <p:sp>
        <p:nvSpPr>
          <p:cNvPr id="162819" name="Rectangle 3">
            <a:extLst>
              <a:ext uri="{FF2B5EF4-FFF2-40B4-BE49-F238E27FC236}">
                <a16:creationId xmlns:a16="http://schemas.microsoft.com/office/drawing/2014/main" id="{A477B350-F1CF-4D8D-9476-00CEEB59FEA5}"/>
              </a:ext>
            </a:extLst>
          </p:cNvPr>
          <p:cNvSpPr>
            <a:spLocks noGrp="1" noChangeArrowheads="1"/>
          </p:cNvSpPr>
          <p:nvPr>
            <p:ph type="body" idx="1"/>
          </p:nvPr>
        </p:nvSpPr>
        <p:spPr>
          <a:xfrm>
            <a:off x="0" y="609600"/>
            <a:ext cx="8915400" cy="5791200"/>
          </a:xfrm>
        </p:spPr>
        <p:txBody>
          <a:bodyPr/>
          <a:lstStyle/>
          <a:p>
            <a:pPr algn="just">
              <a:lnSpc>
                <a:spcPct val="130000"/>
              </a:lnSpc>
              <a:buFontTx/>
              <a:buNone/>
            </a:pPr>
            <a:r>
              <a:rPr lang="en-US" altLang="zh-CN" sz="3000">
                <a:latin typeface="Times New Roman" panose="02020603050405020304" pitchFamily="18" charset="0"/>
                <a:ea typeface="宋体" panose="02010600030101010101" pitchFamily="2" charset="-122"/>
              </a:rPr>
              <a:t>   </a:t>
            </a:r>
            <a:r>
              <a:rPr lang="en-US" altLang="zh-CN" sz="3000">
                <a:solidFill>
                  <a:srgbClr val="0000FF"/>
                </a:solidFill>
                <a:ea typeface="宋体" panose="02010600030101010101" pitchFamily="2" charset="-122"/>
              </a:rPr>
              <a:t>Reference to Fig. 1.10c, we again apply the passive sign convention rules and compute an absorbed power</a:t>
            </a:r>
          </a:p>
          <a:p>
            <a:pPr algn="just">
              <a:lnSpc>
                <a:spcPct val="130000"/>
              </a:lnSpc>
              <a:buFontTx/>
              <a:buNone/>
            </a:pPr>
            <a:r>
              <a:rPr lang="en-US" altLang="zh-CN" sz="3000">
                <a:ea typeface="宋体" panose="02010600030101010101" pitchFamily="2" charset="-122"/>
              </a:rPr>
              <a:t>           </a:t>
            </a:r>
            <a:r>
              <a:rPr lang="en-US" altLang="zh-CN" sz="3000">
                <a:solidFill>
                  <a:srgbClr val="CC0000"/>
                </a:solidFill>
                <a:ea typeface="宋体" panose="02010600030101010101" pitchFamily="2" charset="-122"/>
              </a:rPr>
              <a:t>P = (4 V) (-5 A) = -20 W</a:t>
            </a:r>
          </a:p>
          <a:p>
            <a:pPr algn="just">
              <a:lnSpc>
                <a:spcPct val="130000"/>
              </a:lnSpc>
              <a:buFontTx/>
              <a:buNone/>
            </a:pPr>
            <a:r>
              <a:rPr lang="en-US" altLang="zh-CN" sz="3000">
                <a:ea typeface="宋体" panose="02010600030101010101" pitchFamily="2" charset="-122"/>
              </a:rPr>
              <a:t>    Since we computed a negative absorbed power, this tells us that the element in Fig. 1.10c is actually supplying +20 W (i.e., it’s a source of energy).</a:t>
            </a:r>
            <a:endParaRPr lang="zh-CN" altLang="en-US" sz="300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162819">
                                            <p:txEl>
                                              <p:pRg st="0" end="0"/>
                                            </p:txEl>
                                          </p:spTgt>
                                        </p:tgtEl>
                                        <p:attrNameLst>
                                          <p:attrName>style.visibility</p:attrName>
                                        </p:attrNameLst>
                                      </p:cBhvr>
                                      <p:to>
                                        <p:strVal val="visible"/>
                                      </p:to>
                                    </p:set>
                                    <p:animEffect transition="in" filter="fade">
                                      <p:cBhvr>
                                        <p:cTn id="7" dur="500"/>
                                        <p:tgtEl>
                                          <p:spTgt spid="162819">
                                            <p:txEl>
                                              <p:pRg st="0" end="0"/>
                                            </p:txEl>
                                          </p:spTgt>
                                        </p:tgtEl>
                                      </p:cBhvr>
                                    </p:animEffect>
                                    <p:anim calcmode="lin" valueType="num">
                                      <p:cBhvr>
                                        <p:cTn id="8" dur="500" fill="hold"/>
                                        <p:tgtEl>
                                          <p:spTgt spid="16281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6281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162819">
                                            <p:txEl>
                                              <p:pRg st="1" end="1"/>
                                            </p:txEl>
                                          </p:spTgt>
                                        </p:tgtEl>
                                        <p:attrNameLst>
                                          <p:attrName>style.visibility</p:attrName>
                                        </p:attrNameLst>
                                      </p:cBhvr>
                                      <p:to>
                                        <p:strVal val="visible"/>
                                      </p:to>
                                    </p:set>
                                    <p:animEffect transition="in" filter="fade">
                                      <p:cBhvr>
                                        <p:cTn id="14" dur="500"/>
                                        <p:tgtEl>
                                          <p:spTgt spid="162819">
                                            <p:txEl>
                                              <p:pRg st="1" end="1"/>
                                            </p:txEl>
                                          </p:spTgt>
                                        </p:tgtEl>
                                      </p:cBhvr>
                                    </p:animEffect>
                                    <p:anim calcmode="lin" valueType="num">
                                      <p:cBhvr>
                                        <p:cTn id="15" dur="500" fill="hold"/>
                                        <p:tgtEl>
                                          <p:spTgt spid="162819">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62819">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162819">
                                            <p:txEl>
                                              <p:pRg st="2" end="2"/>
                                            </p:txEl>
                                          </p:spTgt>
                                        </p:tgtEl>
                                        <p:attrNameLst>
                                          <p:attrName>style.visibility</p:attrName>
                                        </p:attrNameLst>
                                      </p:cBhvr>
                                      <p:to>
                                        <p:strVal val="visible"/>
                                      </p:to>
                                    </p:set>
                                    <p:animEffect transition="in" filter="fade">
                                      <p:cBhvr>
                                        <p:cTn id="21" dur="500"/>
                                        <p:tgtEl>
                                          <p:spTgt spid="162819">
                                            <p:txEl>
                                              <p:pRg st="2" end="2"/>
                                            </p:txEl>
                                          </p:spTgt>
                                        </p:tgtEl>
                                      </p:cBhvr>
                                    </p:animEffect>
                                    <p:anim calcmode="lin" valueType="num">
                                      <p:cBhvr>
                                        <p:cTn id="22" dur="500" fill="hold"/>
                                        <p:tgtEl>
                                          <p:spTgt spid="162819">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162819">
                                            <p:txEl>
                                              <p:pRg st="2" end="2"/>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1D208FA-C27F-4A7C-B7BF-846E54345800}"/>
              </a:ext>
            </a:extLst>
          </p:cNvPr>
          <p:cNvSpPr>
            <a:spLocks noGrp="1"/>
          </p:cNvSpPr>
          <p:nvPr>
            <p:ph type="sldNum" sz="quarter" idx="12"/>
          </p:nvPr>
        </p:nvSpPr>
        <p:spPr/>
        <p:txBody>
          <a:bodyPr/>
          <a:lstStyle/>
          <a:p>
            <a:fld id="{2FFCDB2B-1B71-4E9C-BE4B-C10A1C761E0A}" type="slidenum">
              <a:rPr lang="en-US" altLang="zh-CN" smtClean="0"/>
              <a:pPr/>
              <a:t>36</a:t>
            </a:fld>
            <a:endParaRPr lang="en-US" altLang="zh-CN"/>
          </a:p>
        </p:txBody>
      </p:sp>
      <p:pic>
        <p:nvPicPr>
          <p:cNvPr id="6" name="图片 5">
            <a:extLst>
              <a:ext uri="{FF2B5EF4-FFF2-40B4-BE49-F238E27FC236}">
                <a16:creationId xmlns:a16="http://schemas.microsoft.com/office/drawing/2014/main" id="{B622FCCB-7B23-48A5-A1A0-614DE9509E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581" y="1247696"/>
            <a:ext cx="7640324" cy="1633156"/>
          </a:xfrm>
          <a:prstGeom prst="rect">
            <a:avLst/>
          </a:prstGeom>
        </p:spPr>
      </p:pic>
      <p:sp>
        <p:nvSpPr>
          <p:cNvPr id="7" name="矩形 6">
            <a:extLst>
              <a:ext uri="{FF2B5EF4-FFF2-40B4-BE49-F238E27FC236}">
                <a16:creationId xmlns:a16="http://schemas.microsoft.com/office/drawing/2014/main" id="{D9444859-EA5A-4D8A-8AAA-06342A5E8EAD}"/>
              </a:ext>
            </a:extLst>
          </p:cNvPr>
          <p:cNvSpPr/>
          <p:nvPr/>
        </p:nvSpPr>
        <p:spPr>
          <a:xfrm>
            <a:off x="598400" y="344459"/>
            <a:ext cx="1566454" cy="523220"/>
          </a:xfrm>
          <a:prstGeom prst="rect">
            <a:avLst/>
          </a:prstGeom>
        </p:spPr>
        <p:txBody>
          <a:bodyPr wrap="none">
            <a:spAutoFit/>
          </a:bodyPr>
          <a:lstStyle/>
          <a:p>
            <a:r>
              <a:rPr lang="en-US" altLang="zh-CN" sz="2800" dirty="0">
                <a:solidFill>
                  <a:srgbClr val="CC0000"/>
                </a:solidFill>
                <a:latin typeface="Comic Sans MS" panose="030F0702030302020204" pitchFamily="66" charset="0"/>
              </a:rPr>
              <a:t>Practice</a:t>
            </a:r>
            <a:endParaRPr lang="zh-CN" altLang="en-US" sz="2800" dirty="0">
              <a:solidFill>
                <a:srgbClr val="CC0000"/>
              </a:solidFill>
              <a:latin typeface="Comic Sans MS" panose="030F0702030302020204" pitchFamily="66" charset="0"/>
            </a:endParaRPr>
          </a:p>
        </p:txBody>
      </p:sp>
      <p:sp>
        <p:nvSpPr>
          <p:cNvPr id="8" name="矩形 7">
            <a:extLst>
              <a:ext uri="{FF2B5EF4-FFF2-40B4-BE49-F238E27FC236}">
                <a16:creationId xmlns:a16="http://schemas.microsoft.com/office/drawing/2014/main" id="{D3CFEBD2-CEAB-44CD-8169-E03BE52AF999}"/>
              </a:ext>
            </a:extLst>
          </p:cNvPr>
          <p:cNvSpPr/>
          <p:nvPr/>
        </p:nvSpPr>
        <p:spPr>
          <a:xfrm>
            <a:off x="598399" y="3751336"/>
            <a:ext cx="2724903" cy="523220"/>
          </a:xfrm>
          <a:prstGeom prst="rect">
            <a:avLst/>
          </a:prstGeom>
        </p:spPr>
        <p:txBody>
          <a:bodyPr wrap="square">
            <a:spAutoFit/>
          </a:bodyPr>
          <a:lstStyle/>
          <a:p>
            <a:r>
              <a:rPr lang="en-US" altLang="zh-CN" sz="2800" dirty="0">
                <a:solidFill>
                  <a:srgbClr val="CC0000"/>
                </a:solidFill>
                <a:latin typeface="Comic Sans MS" panose="030F0702030302020204" pitchFamily="66" charset="0"/>
              </a:rPr>
              <a:t>Answer : C</a:t>
            </a:r>
            <a:endParaRPr lang="zh-CN" altLang="en-US" sz="2800" dirty="0">
              <a:solidFill>
                <a:srgbClr val="CC0000"/>
              </a:solidFill>
              <a:latin typeface="Comic Sans MS" panose="030F0702030302020204" pitchFamily="66" charset="0"/>
            </a:endParaRPr>
          </a:p>
        </p:txBody>
      </p:sp>
    </p:spTree>
    <p:extLst>
      <p:ext uri="{BB962C8B-B14F-4D97-AF65-F5344CB8AC3E}">
        <p14:creationId xmlns:p14="http://schemas.microsoft.com/office/powerpoint/2010/main" val="3677868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3010" name="灯片编号占位符 6">
            <a:extLst>
              <a:ext uri="{FF2B5EF4-FFF2-40B4-BE49-F238E27FC236}">
                <a16:creationId xmlns:a16="http://schemas.microsoft.com/office/drawing/2014/main" id="{03732E15-9722-4DA1-8313-56DA70D81030}"/>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29FE1B6A-B7C7-4F77-B285-96283573412E}" type="slidenum">
              <a:rPr lang="zh-CN" altLang="en-US" sz="1400">
                <a:latin typeface="Times New Roman" panose="02020603050405020304" pitchFamily="18" charset="0"/>
              </a:rPr>
              <a:pPr eaLnBrk="1" hangingPunct="1">
                <a:spcBef>
                  <a:spcPct val="0"/>
                </a:spcBef>
                <a:buFontTx/>
                <a:buNone/>
              </a:pPr>
              <a:t>37</a:t>
            </a:fld>
            <a:endParaRPr lang="en-US" altLang="zh-CN" sz="1400">
              <a:latin typeface="Times New Roman" panose="02020603050405020304" pitchFamily="18" charset="0"/>
            </a:endParaRPr>
          </a:p>
        </p:txBody>
      </p:sp>
      <p:sp>
        <p:nvSpPr>
          <p:cNvPr id="164867" name="Rectangle 3">
            <a:extLst>
              <a:ext uri="{FF2B5EF4-FFF2-40B4-BE49-F238E27FC236}">
                <a16:creationId xmlns:a16="http://schemas.microsoft.com/office/drawing/2014/main" id="{8357AE1C-8DDC-4784-81C6-AD8BCD0CA4E8}"/>
              </a:ext>
            </a:extLst>
          </p:cNvPr>
          <p:cNvSpPr>
            <a:spLocks noGrp="1" noChangeArrowheads="1"/>
          </p:cNvSpPr>
          <p:nvPr>
            <p:ph type="body" sz="half" idx="1"/>
          </p:nvPr>
        </p:nvSpPr>
        <p:spPr>
          <a:xfrm>
            <a:off x="533400" y="0"/>
            <a:ext cx="8153400" cy="6553200"/>
          </a:xfrm>
        </p:spPr>
        <p:txBody>
          <a:bodyPr/>
          <a:lstStyle/>
          <a:p>
            <a:pPr marL="533400" indent="-533400">
              <a:buFontTx/>
              <a:buNone/>
            </a:pPr>
            <a:r>
              <a:rPr lang="en-US" altLang="zh-CN" sz="2800" dirty="0">
                <a:solidFill>
                  <a:srgbClr val="CC0000"/>
                </a:solidFill>
                <a:ea typeface="宋体" panose="02010600030101010101" pitchFamily="2" charset="-122"/>
              </a:rPr>
              <a:t>Practice 1.3</a:t>
            </a:r>
          </a:p>
          <a:p>
            <a:pPr marL="533400" indent="-533400">
              <a:buFontTx/>
              <a:buAutoNum type="arabicPeriod"/>
            </a:pPr>
            <a:r>
              <a:rPr lang="en-US" altLang="zh-CN" sz="2900" dirty="0">
                <a:latin typeface="Times New Roman" panose="02020603050405020304" pitchFamily="18" charset="0"/>
                <a:ea typeface="宋体" panose="02010600030101010101" pitchFamily="2" charset="-122"/>
              </a:rPr>
              <a:t>Find the power being absorbed by the circuit element in Fig. 1.11a. </a:t>
            </a: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a:p>
            <a:pPr marL="533400" indent="-533400">
              <a:buFontTx/>
              <a:buAutoNum type="arabicPeriod"/>
            </a:pPr>
            <a:endParaRPr lang="en-US" altLang="zh-CN" sz="2900" dirty="0">
              <a:latin typeface="Times New Roman" panose="02020603050405020304" pitchFamily="18" charset="0"/>
              <a:ea typeface="宋体" panose="02010600030101010101" pitchFamily="2" charset="-122"/>
            </a:endParaRPr>
          </a:p>
        </p:txBody>
      </p:sp>
      <p:graphicFrame>
        <p:nvGraphicFramePr>
          <p:cNvPr id="164868" name="Object 4">
            <a:extLst>
              <a:ext uri="{FF2B5EF4-FFF2-40B4-BE49-F238E27FC236}">
                <a16:creationId xmlns:a16="http://schemas.microsoft.com/office/drawing/2014/main" id="{A08704E0-5823-4E52-984D-F62D8B9B6540}"/>
              </a:ext>
            </a:extLst>
          </p:cNvPr>
          <p:cNvGraphicFramePr>
            <a:graphicFrameLocks noGrp="1" noChangeAspect="1"/>
          </p:cNvGraphicFramePr>
          <p:nvPr>
            <p:ph sz="half" idx="2"/>
          </p:nvPr>
        </p:nvGraphicFramePr>
        <p:xfrm>
          <a:off x="304800" y="1600200"/>
          <a:ext cx="8382000" cy="4514850"/>
        </p:xfrm>
        <a:graphic>
          <a:graphicData uri="http://schemas.openxmlformats.org/presentationml/2006/ole">
            <mc:AlternateContent xmlns:mc="http://schemas.openxmlformats.org/markup-compatibility/2006">
              <mc:Choice xmlns:v="urn:schemas-microsoft-com:vml" Requires="v">
                <p:oleObj name="Visio" r:id="rId2" imgW="4046525" imgH="2179930" progId="Visio.Drawing.11">
                  <p:embed/>
                </p:oleObj>
              </mc:Choice>
              <mc:Fallback>
                <p:oleObj name="Visio" r:id="rId2" imgW="4046525" imgH="2179930"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382000" cy="451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164867">
                                            <p:txEl>
                                              <p:pRg st="0" end="0"/>
                                            </p:txEl>
                                          </p:spTgt>
                                        </p:tgtEl>
                                        <p:attrNameLst>
                                          <p:attrName>style.visibility</p:attrName>
                                        </p:attrNameLst>
                                      </p:cBhvr>
                                      <p:to>
                                        <p:strVal val="visible"/>
                                      </p:to>
                                    </p:set>
                                    <p:animEffect transition="in" filter="fade">
                                      <p:cBhvr>
                                        <p:cTn id="7" dur="500"/>
                                        <p:tgtEl>
                                          <p:spTgt spid="164867">
                                            <p:txEl>
                                              <p:pRg st="0" end="0"/>
                                            </p:txEl>
                                          </p:spTgt>
                                        </p:tgtEl>
                                      </p:cBhvr>
                                    </p:animEffect>
                                    <p:anim calcmode="lin" valueType="num">
                                      <p:cBhvr>
                                        <p:cTn id="8" dur="500" fill="hold"/>
                                        <p:tgtEl>
                                          <p:spTgt spid="164867">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6486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164867">
                                            <p:txEl>
                                              <p:pRg st="1" end="1"/>
                                            </p:txEl>
                                          </p:spTgt>
                                        </p:tgtEl>
                                        <p:attrNameLst>
                                          <p:attrName>style.visibility</p:attrName>
                                        </p:attrNameLst>
                                      </p:cBhvr>
                                      <p:to>
                                        <p:strVal val="visible"/>
                                      </p:to>
                                    </p:set>
                                    <p:animEffect transition="in" filter="fade">
                                      <p:cBhvr>
                                        <p:cTn id="14" dur="500"/>
                                        <p:tgtEl>
                                          <p:spTgt spid="164867">
                                            <p:txEl>
                                              <p:pRg st="1" end="1"/>
                                            </p:txEl>
                                          </p:spTgt>
                                        </p:tgtEl>
                                      </p:cBhvr>
                                    </p:animEffect>
                                    <p:anim calcmode="lin" valueType="num">
                                      <p:cBhvr>
                                        <p:cTn id="15" dur="500" fill="hold"/>
                                        <p:tgtEl>
                                          <p:spTgt spid="164867">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6486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8" presetClass="entr" presetSubtype="16" fill="hold" nodeType="clickEffect">
                                  <p:stCondLst>
                                    <p:cond delay="0"/>
                                  </p:stCondLst>
                                  <p:childTnLst>
                                    <p:set>
                                      <p:cBhvr>
                                        <p:cTn id="20" dur="1" fill="hold">
                                          <p:stCondLst>
                                            <p:cond delay="0"/>
                                          </p:stCondLst>
                                        </p:cTn>
                                        <p:tgtEl>
                                          <p:spTgt spid="164868"/>
                                        </p:tgtEl>
                                        <p:attrNameLst>
                                          <p:attrName>style.visibility</p:attrName>
                                        </p:attrNameLst>
                                      </p:cBhvr>
                                      <p:to>
                                        <p:strVal val="visible"/>
                                      </p:to>
                                    </p:set>
                                    <p:animEffect transition="in" filter="diamond(in)">
                                      <p:cBhvr>
                                        <p:cTn id="21" dur="2000"/>
                                        <p:tgtEl>
                                          <p:spTgt spid="164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4034" name="灯片编号占位符 5">
            <a:extLst>
              <a:ext uri="{FF2B5EF4-FFF2-40B4-BE49-F238E27FC236}">
                <a16:creationId xmlns:a16="http://schemas.microsoft.com/office/drawing/2014/main" id="{3A0E51CF-9E65-4FF5-9FFB-300C70FE5542}"/>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729A4DA3-6138-43CA-A501-071061E0CA97}" type="slidenum">
              <a:rPr lang="zh-CN" altLang="en-US" sz="1400">
                <a:latin typeface="Times New Roman" panose="02020603050405020304" pitchFamily="18" charset="0"/>
              </a:rPr>
              <a:pPr eaLnBrk="1" hangingPunct="1">
                <a:spcBef>
                  <a:spcPct val="0"/>
                </a:spcBef>
                <a:buFontTx/>
                <a:buNone/>
              </a:pPr>
              <a:t>38</a:t>
            </a:fld>
            <a:endParaRPr lang="en-US" altLang="zh-CN" sz="1400">
              <a:latin typeface="Times New Roman" panose="02020603050405020304" pitchFamily="18" charset="0"/>
            </a:endParaRPr>
          </a:p>
        </p:txBody>
      </p:sp>
      <p:sp>
        <p:nvSpPr>
          <p:cNvPr id="167939" name="Rectangle 3">
            <a:extLst>
              <a:ext uri="{FF2B5EF4-FFF2-40B4-BE49-F238E27FC236}">
                <a16:creationId xmlns:a16="http://schemas.microsoft.com/office/drawing/2014/main" id="{738B860D-07B4-46C4-9462-83815907B3B4}"/>
              </a:ext>
            </a:extLst>
          </p:cNvPr>
          <p:cNvSpPr>
            <a:spLocks noGrp="1" noChangeArrowheads="1"/>
          </p:cNvSpPr>
          <p:nvPr>
            <p:ph type="body" idx="1"/>
          </p:nvPr>
        </p:nvSpPr>
        <p:spPr>
          <a:xfrm>
            <a:off x="228600" y="914400"/>
            <a:ext cx="8229600" cy="5334000"/>
          </a:xfrm>
        </p:spPr>
        <p:txBody>
          <a:bodyPr/>
          <a:lstStyle/>
          <a:p>
            <a:pPr marL="609600" indent="-609600">
              <a:buFontTx/>
              <a:buAutoNum type="arabicPeriod" startAt="2"/>
            </a:pPr>
            <a:r>
              <a:rPr lang="en-US" altLang="zh-CN" sz="3000" dirty="0">
                <a:latin typeface="Times New Roman" panose="02020603050405020304" pitchFamily="18" charset="0"/>
                <a:ea typeface="宋体" panose="02010600030101010101" pitchFamily="2" charset="-122"/>
              </a:rPr>
              <a:t>Find the power being generated by the circuit element in Fig. 2.11b. </a:t>
            </a:r>
          </a:p>
          <a:p>
            <a:pPr marL="609600" indent="-609600">
              <a:buFontTx/>
              <a:buAutoNum type="arabicPeriod" startAt="2"/>
            </a:pPr>
            <a:r>
              <a:rPr lang="en-US" altLang="zh-CN" sz="3000" dirty="0">
                <a:latin typeface="Times New Roman" panose="02020603050405020304" pitchFamily="18" charset="0"/>
                <a:ea typeface="宋体" panose="02010600030101010101" pitchFamily="2" charset="-122"/>
              </a:rPr>
              <a:t> Find the power being delivered to the circuit element in Fig. 2.11c  at t = 5 </a:t>
            </a:r>
            <a:r>
              <a:rPr lang="en-US" altLang="zh-CN" sz="3000" dirty="0" err="1">
                <a:latin typeface="Times New Roman" panose="02020603050405020304" pitchFamily="18" charset="0"/>
                <a:ea typeface="宋体" panose="02010600030101010101" pitchFamily="2" charset="-122"/>
              </a:rPr>
              <a:t>ms.</a:t>
            </a:r>
            <a:endParaRPr lang="en-US" altLang="zh-CN" sz="3000" dirty="0">
              <a:latin typeface="Times New Roman" panose="02020603050405020304" pitchFamily="18" charset="0"/>
              <a:ea typeface="宋体" panose="02010600030101010101" pitchFamily="2" charset="-122"/>
            </a:endParaRPr>
          </a:p>
          <a:p>
            <a:pPr marL="609600" indent="-609600">
              <a:buFontTx/>
              <a:buNone/>
            </a:pPr>
            <a:r>
              <a:rPr lang="en-US" altLang="zh-CN" sz="3000" dirty="0">
                <a:solidFill>
                  <a:srgbClr val="CC0000"/>
                </a:solidFill>
                <a:latin typeface="Times New Roman" panose="02020603050405020304" pitchFamily="18" charset="0"/>
                <a:ea typeface="宋体" panose="02010600030101010101" pitchFamily="2" charset="-122"/>
              </a:rPr>
              <a:t>--------------------------------------------------------------</a:t>
            </a:r>
          </a:p>
          <a:p>
            <a:pPr marL="609600" indent="-609600">
              <a:buFontTx/>
              <a:buNone/>
            </a:pPr>
            <a:r>
              <a:rPr lang="en-US" altLang="zh-CN" sz="3300" dirty="0">
                <a:solidFill>
                  <a:srgbClr val="CC0000"/>
                </a:solidFill>
                <a:latin typeface="Times New Roman" panose="02020603050405020304" pitchFamily="18" charset="0"/>
                <a:ea typeface="宋体" panose="02010600030101010101" pitchFamily="2" charset="-122"/>
              </a:rPr>
              <a:t>Answer : </a:t>
            </a:r>
            <a:r>
              <a:rPr lang="en-US" altLang="zh-CN" sz="3300" dirty="0">
                <a:solidFill>
                  <a:srgbClr val="080808"/>
                </a:solidFill>
                <a:latin typeface="Times New Roman" panose="02020603050405020304" pitchFamily="18" charset="0"/>
                <a:ea typeface="宋体" panose="02010600030101010101" pitchFamily="2" charset="-122"/>
              </a:rPr>
              <a:t>1.012;   -6.65w;    -15.53</a:t>
            </a:r>
          </a:p>
          <a:p>
            <a:pPr marL="609600" indent="-609600"/>
            <a:endParaRPr lang="zh-CN" altLang="en-US" dirty="0">
              <a:solidFill>
                <a:srgbClr val="080808"/>
              </a:solidFill>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167939">
                                            <p:txEl>
                                              <p:pRg st="0" end="0"/>
                                            </p:txEl>
                                          </p:spTgt>
                                        </p:tgtEl>
                                        <p:attrNameLst>
                                          <p:attrName>style.visibility</p:attrName>
                                        </p:attrNameLst>
                                      </p:cBhvr>
                                      <p:to>
                                        <p:strVal val="visible"/>
                                      </p:to>
                                    </p:set>
                                    <p:animEffect transition="in" filter="fade">
                                      <p:cBhvr>
                                        <p:cTn id="7" dur="500"/>
                                        <p:tgtEl>
                                          <p:spTgt spid="167939">
                                            <p:txEl>
                                              <p:pRg st="0" end="0"/>
                                            </p:txEl>
                                          </p:spTgt>
                                        </p:tgtEl>
                                      </p:cBhvr>
                                    </p:animEffect>
                                    <p:anim calcmode="lin" valueType="num">
                                      <p:cBhvr>
                                        <p:cTn id="8" dur="500" fill="hold"/>
                                        <p:tgtEl>
                                          <p:spTgt spid="167939">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6793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167939">
                                            <p:txEl>
                                              <p:pRg st="1" end="1"/>
                                            </p:txEl>
                                          </p:spTgt>
                                        </p:tgtEl>
                                        <p:attrNameLst>
                                          <p:attrName>style.visibility</p:attrName>
                                        </p:attrNameLst>
                                      </p:cBhvr>
                                      <p:to>
                                        <p:strVal val="visible"/>
                                      </p:to>
                                    </p:set>
                                    <p:animEffect transition="in" filter="fade">
                                      <p:cBhvr>
                                        <p:cTn id="14" dur="500"/>
                                        <p:tgtEl>
                                          <p:spTgt spid="167939">
                                            <p:txEl>
                                              <p:pRg st="1" end="1"/>
                                            </p:txEl>
                                          </p:spTgt>
                                        </p:tgtEl>
                                      </p:cBhvr>
                                    </p:animEffect>
                                    <p:anim calcmode="lin" valueType="num">
                                      <p:cBhvr>
                                        <p:cTn id="15" dur="500" fill="hold"/>
                                        <p:tgtEl>
                                          <p:spTgt spid="167939">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67939">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167939">
                                            <p:txEl>
                                              <p:pRg st="2" end="2"/>
                                            </p:txEl>
                                          </p:spTgt>
                                        </p:tgtEl>
                                        <p:attrNameLst>
                                          <p:attrName>style.visibility</p:attrName>
                                        </p:attrNameLst>
                                      </p:cBhvr>
                                      <p:to>
                                        <p:strVal val="visible"/>
                                      </p:to>
                                    </p:set>
                                    <p:animEffect transition="in" filter="fade">
                                      <p:cBhvr>
                                        <p:cTn id="21" dur="500"/>
                                        <p:tgtEl>
                                          <p:spTgt spid="167939">
                                            <p:txEl>
                                              <p:pRg st="2" end="2"/>
                                            </p:txEl>
                                          </p:spTgt>
                                        </p:tgtEl>
                                      </p:cBhvr>
                                    </p:animEffect>
                                    <p:anim calcmode="lin" valueType="num">
                                      <p:cBhvr>
                                        <p:cTn id="22" dur="500" fill="hold"/>
                                        <p:tgtEl>
                                          <p:spTgt spid="167939">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167939">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0" fill="hold">
                                          <p:stCondLst>
                                            <p:cond delay="0"/>
                                          </p:stCondLst>
                                        </p:cTn>
                                        <p:tgtEl>
                                          <p:spTgt spid="167939">
                                            <p:txEl>
                                              <p:pRg st="3" end="3"/>
                                            </p:txEl>
                                          </p:spTgt>
                                        </p:tgtEl>
                                        <p:attrNameLst>
                                          <p:attrName>style.visibility</p:attrName>
                                        </p:attrNameLst>
                                      </p:cBhvr>
                                      <p:to>
                                        <p:strVal val="visible"/>
                                      </p:to>
                                    </p:set>
                                    <p:animEffect transition="in" filter="fade">
                                      <p:cBhvr>
                                        <p:cTn id="28" dur="500"/>
                                        <p:tgtEl>
                                          <p:spTgt spid="167939">
                                            <p:txEl>
                                              <p:pRg st="3" end="3"/>
                                            </p:txEl>
                                          </p:spTgt>
                                        </p:tgtEl>
                                      </p:cBhvr>
                                    </p:animEffect>
                                    <p:anim calcmode="lin" valueType="num">
                                      <p:cBhvr>
                                        <p:cTn id="29" dur="500" fill="hold"/>
                                        <p:tgtEl>
                                          <p:spTgt spid="167939">
                                            <p:txEl>
                                              <p:pRg st="3" end="3"/>
                                            </p:txEl>
                                          </p:spTgt>
                                        </p:tgtEl>
                                        <p:attrNameLst>
                                          <p:attrName>ppt_x</p:attrName>
                                        </p:attrNameLst>
                                      </p:cBhvr>
                                      <p:tavLst>
                                        <p:tav tm="0">
                                          <p:val>
                                            <p:strVal val="#ppt_x"/>
                                          </p:val>
                                        </p:tav>
                                        <p:tav tm="100000">
                                          <p:val>
                                            <p:strVal val="#ppt_x"/>
                                          </p:val>
                                        </p:tav>
                                      </p:tavLst>
                                    </p:anim>
                                    <p:anim calcmode="lin" valueType="num">
                                      <p:cBhvr>
                                        <p:cTn id="30" dur="500" fill="hold"/>
                                        <p:tgtEl>
                                          <p:spTgt spid="167939">
                                            <p:txEl>
                                              <p:pRg st="3" end="3"/>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5F1AC96-2B4C-48B3-85A7-2499326BF817}"/>
              </a:ext>
            </a:extLst>
          </p:cNvPr>
          <p:cNvSpPr>
            <a:spLocks noChangeArrowheads="1"/>
          </p:cNvSpPr>
          <p:nvPr/>
        </p:nvSpPr>
        <p:spPr bwMode="auto">
          <a:xfrm>
            <a:off x="685800" y="496888"/>
            <a:ext cx="7634288"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a:solidFill>
                  <a:srgbClr val="FF0000"/>
                </a:solidFill>
              </a:rPr>
              <a:t>Energy</a:t>
            </a:r>
            <a:r>
              <a:rPr lang="en-US" altLang="zh-CN" sz="2400"/>
              <a:t> is the capacity to do work, measured in </a:t>
            </a:r>
            <a:r>
              <a:rPr lang="en-US" altLang="zh-CN" sz="2400">
                <a:solidFill>
                  <a:srgbClr val="FF0000"/>
                </a:solidFill>
              </a:rPr>
              <a:t>joules(J) </a:t>
            </a:r>
          </a:p>
        </p:txBody>
      </p:sp>
      <p:graphicFrame>
        <p:nvGraphicFramePr>
          <p:cNvPr id="38915" name="Object 3">
            <a:extLst>
              <a:ext uri="{FF2B5EF4-FFF2-40B4-BE49-F238E27FC236}">
                <a16:creationId xmlns:a16="http://schemas.microsoft.com/office/drawing/2014/main" id="{C2939600-CACA-408E-9243-4B62964FAE13}"/>
              </a:ext>
            </a:extLst>
          </p:cNvPr>
          <p:cNvGraphicFramePr>
            <a:graphicFrameLocks noChangeAspect="1"/>
          </p:cNvGraphicFramePr>
          <p:nvPr/>
        </p:nvGraphicFramePr>
        <p:xfrm>
          <a:off x="2211388" y="2522538"/>
          <a:ext cx="3225800" cy="981075"/>
        </p:xfrm>
        <a:graphic>
          <a:graphicData uri="http://schemas.openxmlformats.org/presentationml/2006/ole">
            <mc:AlternateContent xmlns:mc="http://schemas.openxmlformats.org/markup-compatibility/2006">
              <mc:Choice xmlns:v="urn:schemas-microsoft-com:vml" Requires="v">
                <p:oleObj name="Equation" r:id="rId3" imgW="1167893" imgH="355446" progId="Equation.3">
                  <p:embed/>
                </p:oleObj>
              </mc:Choice>
              <mc:Fallback>
                <p:oleObj name="Equation" r:id="rId3" imgW="1167893" imgH="355446"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1388" y="2522538"/>
                        <a:ext cx="3225800"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6" name="Text Box 4">
            <a:extLst>
              <a:ext uri="{FF2B5EF4-FFF2-40B4-BE49-F238E27FC236}">
                <a16:creationId xmlns:a16="http://schemas.microsoft.com/office/drawing/2014/main" id="{BAC150AE-A932-4EF2-BC08-1AB5B02A9611}"/>
              </a:ext>
            </a:extLst>
          </p:cNvPr>
          <p:cNvSpPr txBox="1">
            <a:spLocks noChangeArrowheads="1"/>
          </p:cNvSpPr>
          <p:nvPr/>
        </p:nvSpPr>
        <p:spPr bwMode="auto">
          <a:xfrm>
            <a:off x="817563" y="1535113"/>
            <a:ext cx="780256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The energy absorbed or supplied by an element from time t</a:t>
            </a:r>
            <a:r>
              <a:rPr lang="en-US" altLang="zh-CN" sz="2400" baseline="-25000"/>
              <a:t>0</a:t>
            </a:r>
            <a:r>
              <a:rPr lang="en-US" altLang="zh-CN" sz="2400"/>
              <a:t> to time t is </a:t>
            </a:r>
          </a:p>
        </p:txBody>
      </p:sp>
      <p:sp>
        <p:nvSpPr>
          <p:cNvPr id="38917" name="页脚占位符 1">
            <a:extLst>
              <a:ext uri="{FF2B5EF4-FFF2-40B4-BE49-F238E27FC236}">
                <a16:creationId xmlns:a16="http://schemas.microsoft.com/office/drawing/2014/main" id="{26996DBF-2C86-4649-AFEB-103BBF9A158D}"/>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dirty="0">
                <a:solidFill>
                  <a:srgbClr val="898989"/>
                </a:solidFill>
                <a:latin typeface="Times New Roman" panose="02020603050405020304" pitchFamily="18" charset="0"/>
              </a:rPr>
              <a:t>TJU</a:t>
            </a:r>
            <a:endParaRPr lang="zh-CN" altLang="en-US" sz="1200" dirty="0">
              <a:solidFill>
                <a:srgbClr val="898989"/>
              </a:solidFill>
              <a:latin typeface="Times New Roman" panose="02020603050405020304" pitchFamily="18" charset="0"/>
            </a:endParaRPr>
          </a:p>
        </p:txBody>
      </p:sp>
      <p:sp>
        <p:nvSpPr>
          <p:cNvPr id="38918" name="灯片编号占位符 2">
            <a:extLst>
              <a:ext uri="{FF2B5EF4-FFF2-40B4-BE49-F238E27FC236}">
                <a16:creationId xmlns:a16="http://schemas.microsoft.com/office/drawing/2014/main" id="{5B8AF130-AA58-4803-8EDB-2CEA060B135B}"/>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0C0C900E-7C3D-4EAE-9710-F70B6304F03E}" type="slidenum">
              <a:rPr lang="zh-CN" altLang="en-US" sz="1200">
                <a:solidFill>
                  <a:srgbClr val="898989"/>
                </a:solidFill>
                <a:latin typeface="Times New Roman" panose="02020603050405020304" pitchFamily="18" charset="0"/>
              </a:rPr>
              <a:pPr>
                <a:spcBef>
                  <a:spcPct val="50000"/>
                </a:spcBef>
                <a:buFontTx/>
                <a:buNone/>
              </a:pPr>
              <a:t>39</a:t>
            </a:fld>
            <a:endParaRPr lang="zh-CN" altLang="en-US" sz="1200" dirty="0">
              <a:solidFill>
                <a:srgbClr val="898989"/>
              </a:solidFill>
              <a:latin typeface="Times New Roman" panose="02020603050405020304" pitchFamily="18" charset="0"/>
            </a:endParaRPr>
          </a:p>
        </p:txBody>
      </p:sp>
      <p:sp>
        <p:nvSpPr>
          <p:cNvPr id="38919" name="Rectangle 9">
            <a:extLst>
              <a:ext uri="{FF2B5EF4-FFF2-40B4-BE49-F238E27FC236}">
                <a16:creationId xmlns:a16="http://schemas.microsoft.com/office/drawing/2014/main" id="{C203E467-417E-4AE9-94B5-32BAD29D755D}"/>
              </a:ext>
            </a:extLst>
          </p:cNvPr>
          <p:cNvSpPr>
            <a:spLocks noRot="1" noChangeArrowheads="1"/>
          </p:cNvSpPr>
          <p:nvPr/>
        </p:nvSpPr>
        <p:spPr bwMode="auto">
          <a:xfrm>
            <a:off x="539750" y="3860800"/>
            <a:ext cx="7645400" cy="143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600" b="1" i="1" dirty="0">
                <a:solidFill>
                  <a:schemeClr val="folHlink"/>
                </a:solidFill>
                <a:latin typeface="Times New Roman" panose="02020603050405020304" pitchFamily="18" charset="0"/>
              </a:rPr>
              <a:t> </a:t>
            </a:r>
            <a:r>
              <a:rPr lang="en-US" altLang="zh-CN" b="1" i="1" dirty="0">
                <a:solidFill>
                  <a:srgbClr val="FF0000"/>
                </a:solidFill>
                <a:latin typeface="Times New Roman" panose="02020603050405020304" pitchFamily="18" charset="0"/>
              </a:rPr>
              <a:t>Notice</a:t>
            </a:r>
            <a:r>
              <a:rPr lang="en-US" altLang="zh-CN" b="1" dirty="0">
                <a:solidFill>
                  <a:srgbClr val="FF0000"/>
                </a:solidFill>
                <a:latin typeface="Times New Roman" panose="02020603050405020304" pitchFamily="18" charset="0"/>
              </a:rPr>
              <a:t>:</a:t>
            </a:r>
            <a:r>
              <a:rPr lang="en-US" altLang="zh-CN" dirty="0">
                <a:solidFill>
                  <a:srgbClr val="FF0000"/>
                </a:solidFill>
                <a:latin typeface="Times New Roman" panose="02020603050405020304" pitchFamily="18" charset="0"/>
              </a:rPr>
              <a:t> </a:t>
            </a:r>
          </a:p>
          <a:p>
            <a:pPr>
              <a:spcBef>
                <a:spcPct val="50000"/>
              </a:spcBef>
              <a:buFontTx/>
              <a:buNone/>
            </a:pPr>
            <a:r>
              <a:rPr lang="en-US" altLang="zh-CN" sz="2400" dirty="0"/>
              <a:t>The electric power utility companies measure energy in </a:t>
            </a:r>
            <a:r>
              <a:rPr lang="en-US" altLang="zh-CN" sz="2400" dirty="0">
                <a:solidFill>
                  <a:srgbClr val="FF0000"/>
                </a:solidFill>
              </a:rPr>
              <a:t>watt-hours</a:t>
            </a:r>
            <a:r>
              <a:rPr lang="en-US" altLang="zh-CN" sz="2400" dirty="0"/>
              <a:t> (</a:t>
            </a:r>
            <a:r>
              <a:rPr lang="en-US" altLang="zh-CN" sz="2400" dirty="0" err="1">
                <a:solidFill>
                  <a:srgbClr val="FF0000"/>
                </a:solidFill>
              </a:rPr>
              <a:t>Wh</a:t>
            </a:r>
            <a:r>
              <a:rPr lang="en-US" altLang="zh-CN" sz="2400" dirty="0"/>
              <a:t>)</a:t>
            </a:r>
          </a:p>
        </p:txBody>
      </p:sp>
      <p:sp>
        <p:nvSpPr>
          <p:cNvPr id="38920" name="矩形 4">
            <a:extLst>
              <a:ext uri="{FF2B5EF4-FFF2-40B4-BE49-F238E27FC236}">
                <a16:creationId xmlns:a16="http://schemas.microsoft.com/office/drawing/2014/main" id="{894FFCD8-F860-4A2F-A001-E4DC68CB0657}"/>
              </a:ext>
            </a:extLst>
          </p:cNvPr>
          <p:cNvSpPr>
            <a:spLocks noChangeArrowheads="1"/>
          </p:cNvSpPr>
          <p:nvPr/>
        </p:nvSpPr>
        <p:spPr bwMode="auto">
          <a:xfrm>
            <a:off x="296737" y="5427017"/>
            <a:ext cx="81531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r>
              <a:rPr lang="en-US" altLang="zh-CN" sz="2400" dirty="0"/>
              <a:t>1 </a:t>
            </a:r>
            <a:r>
              <a:rPr lang="en-US" altLang="zh-CN" sz="2400" dirty="0" err="1"/>
              <a:t>Wh</a:t>
            </a:r>
            <a:r>
              <a:rPr lang="en-US" altLang="zh-CN" sz="2400" dirty="0"/>
              <a:t>  = 1W </a:t>
            </a:r>
            <a:r>
              <a:rPr lang="zh-CN" altLang="en-US" sz="2400" dirty="0"/>
              <a:t>× </a:t>
            </a:r>
            <a:r>
              <a:rPr lang="en-US" altLang="zh-CN" sz="2400" dirty="0"/>
              <a:t>1(h)</a:t>
            </a:r>
            <a:r>
              <a:rPr lang="zh-CN" altLang="en-US" sz="2400" dirty="0"/>
              <a:t> ×</a:t>
            </a:r>
            <a:r>
              <a:rPr lang="en-US" altLang="zh-CN" sz="2400" dirty="0"/>
              <a:t>60(min/h)</a:t>
            </a:r>
            <a:r>
              <a:rPr lang="zh-CN" altLang="en-US" sz="2400" dirty="0"/>
              <a:t> ×</a:t>
            </a:r>
            <a:r>
              <a:rPr lang="en-US" altLang="zh-CN" sz="2400" dirty="0"/>
              <a:t>60(sec/min) =3,600 J</a:t>
            </a:r>
            <a:endParaRPr lang="zh-CN" altLang="en-US" sz="2400" dirty="0"/>
          </a:p>
        </p:txBody>
      </p:sp>
      <p:sp>
        <p:nvSpPr>
          <p:cNvPr id="2" name="矩形 1">
            <a:extLst>
              <a:ext uri="{FF2B5EF4-FFF2-40B4-BE49-F238E27FC236}">
                <a16:creationId xmlns:a16="http://schemas.microsoft.com/office/drawing/2014/main" id="{B7785E4E-94FA-4507-8732-6161E3EF8781}"/>
              </a:ext>
            </a:extLst>
          </p:cNvPr>
          <p:cNvSpPr/>
          <p:nvPr/>
        </p:nvSpPr>
        <p:spPr>
          <a:xfrm>
            <a:off x="469849" y="6015036"/>
            <a:ext cx="3483077" cy="461665"/>
          </a:xfrm>
          <a:prstGeom prst="rect">
            <a:avLst/>
          </a:prstGeom>
        </p:spPr>
        <p:txBody>
          <a:bodyPr wrap="square">
            <a:spAutoFit/>
          </a:bodyPr>
          <a:lstStyle/>
          <a:p>
            <a:r>
              <a:rPr lang="en-US" altLang="zh-CN" sz="2400" dirty="0">
                <a:latin typeface="Comic Sans MS" panose="030F0702030302020204" pitchFamily="66" charset="0"/>
              </a:rPr>
              <a:t>1 </a:t>
            </a:r>
            <a:r>
              <a:rPr lang="en-US" altLang="zh-CN" sz="2400" dirty="0" err="1">
                <a:solidFill>
                  <a:srgbClr val="FF0000"/>
                </a:solidFill>
                <a:latin typeface="Comic Sans MS" panose="030F0702030302020204" pitchFamily="66" charset="0"/>
              </a:rPr>
              <a:t>KWh</a:t>
            </a:r>
            <a:r>
              <a:rPr lang="en-US" altLang="zh-CN" sz="2400" dirty="0">
                <a:latin typeface="Comic Sans MS" panose="030F0702030302020204" pitchFamily="66" charset="0"/>
              </a:rPr>
              <a:t> = 1KW</a:t>
            </a:r>
            <a:r>
              <a:rPr lang="zh-CN" altLang="en-US" sz="2400" dirty="0"/>
              <a:t> × </a:t>
            </a:r>
            <a:r>
              <a:rPr lang="en-US" altLang="zh-CN" sz="2400" dirty="0">
                <a:latin typeface="Comic Sans MS" panose="030F0702030302020204" pitchFamily="66" charset="0"/>
              </a:rPr>
              <a:t>1(h) </a:t>
            </a:r>
            <a:endParaRPr lang="zh-CN" altLang="en-US" sz="2400" dirty="0">
              <a:latin typeface="Comic Sans MS" panose="030F0702030302020204" pitchFamily="66"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86F302F-FD01-48F1-A2E7-AB622765C6D6}"/>
              </a:ext>
            </a:extLst>
          </p:cNvPr>
          <p:cNvSpPr>
            <a:spLocks noGrp="1"/>
          </p:cNvSpPr>
          <p:nvPr>
            <p:ph type="sldNum" sz="quarter" idx="12"/>
          </p:nvPr>
        </p:nvSpPr>
        <p:spPr/>
        <p:txBody>
          <a:bodyPr/>
          <a:lstStyle/>
          <a:p>
            <a:fld id="{C283541E-DC47-47D6-9777-C1D9B877410C}" type="slidenum">
              <a:rPr lang="en-US" altLang="zh-CN" smtClean="0"/>
              <a:pPr/>
              <a:t>40</a:t>
            </a:fld>
            <a:endParaRPr lang="en-US" altLang="zh-CN"/>
          </a:p>
        </p:txBody>
      </p:sp>
      <p:pic>
        <p:nvPicPr>
          <p:cNvPr id="4" name="图片 3">
            <a:extLst>
              <a:ext uri="{FF2B5EF4-FFF2-40B4-BE49-F238E27FC236}">
                <a16:creationId xmlns:a16="http://schemas.microsoft.com/office/drawing/2014/main" id="{8B734F44-31E9-4E81-9E63-43B4287FD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59" y="1065186"/>
            <a:ext cx="6449965" cy="355575"/>
          </a:xfrm>
          <a:prstGeom prst="rect">
            <a:avLst/>
          </a:prstGeom>
        </p:spPr>
      </p:pic>
      <p:sp>
        <p:nvSpPr>
          <p:cNvPr id="5" name="文本框 4">
            <a:extLst>
              <a:ext uri="{FF2B5EF4-FFF2-40B4-BE49-F238E27FC236}">
                <a16:creationId xmlns:a16="http://schemas.microsoft.com/office/drawing/2014/main" id="{02725F82-B4DC-4C1B-94EF-268413A76C49}"/>
              </a:ext>
            </a:extLst>
          </p:cNvPr>
          <p:cNvSpPr txBox="1"/>
          <p:nvPr/>
        </p:nvSpPr>
        <p:spPr>
          <a:xfrm>
            <a:off x="694082" y="245806"/>
            <a:ext cx="2422744" cy="553998"/>
          </a:xfrm>
          <a:prstGeom prst="rect">
            <a:avLst/>
          </a:prstGeom>
          <a:noFill/>
        </p:spPr>
        <p:txBody>
          <a:bodyPr wrap="square" rtlCol="0">
            <a:spAutoFit/>
          </a:bodyPr>
          <a:lstStyle/>
          <a:p>
            <a:pPr marL="342900" indent="-342900">
              <a:spcBef>
                <a:spcPct val="20000"/>
              </a:spcBef>
            </a:pPr>
            <a:r>
              <a:rPr lang="en-US" altLang="zh-CN" sz="3000" dirty="0">
                <a:solidFill>
                  <a:srgbClr val="A50021"/>
                </a:solidFill>
                <a:latin typeface="Comic Sans MS" panose="030F0702030302020204" pitchFamily="66" charset="0"/>
              </a:rPr>
              <a:t>Example 2</a:t>
            </a:r>
            <a:endParaRPr lang="zh-CN" altLang="en-US" sz="3000" dirty="0">
              <a:solidFill>
                <a:srgbClr val="A50021"/>
              </a:solidFill>
              <a:latin typeface="Comic Sans MS" panose="030F0702030302020204" pitchFamily="66" charset="0"/>
            </a:endParaRPr>
          </a:p>
        </p:txBody>
      </p:sp>
      <p:sp>
        <p:nvSpPr>
          <p:cNvPr id="6" name="文本框 5">
            <a:extLst>
              <a:ext uri="{FF2B5EF4-FFF2-40B4-BE49-F238E27FC236}">
                <a16:creationId xmlns:a16="http://schemas.microsoft.com/office/drawing/2014/main" id="{19C3D7C6-1EC0-4BA4-AE36-DFFB04808FEC}"/>
              </a:ext>
            </a:extLst>
          </p:cNvPr>
          <p:cNvSpPr txBox="1"/>
          <p:nvPr/>
        </p:nvSpPr>
        <p:spPr>
          <a:xfrm>
            <a:off x="570268" y="1548183"/>
            <a:ext cx="8347590" cy="1569660"/>
          </a:xfrm>
          <a:prstGeom prst="rect">
            <a:avLst/>
          </a:prstGeom>
          <a:noFill/>
        </p:spPr>
        <p:txBody>
          <a:bodyPr wrap="square" rtlCol="0">
            <a:spAutoFit/>
          </a:bodyPr>
          <a:lstStyle/>
          <a:p>
            <a:r>
              <a:rPr lang="en-US" altLang="zh-CN" sz="3200" i="1" dirty="0"/>
              <a:t>w</a:t>
            </a:r>
            <a:r>
              <a:rPr lang="en-US" altLang="zh-CN" sz="3200" dirty="0"/>
              <a:t>=</a:t>
            </a:r>
            <a:r>
              <a:rPr lang="en-US" altLang="zh-CN" sz="3200" i="1" dirty="0" err="1"/>
              <a:t>pt</a:t>
            </a:r>
            <a:r>
              <a:rPr lang="en-US" altLang="zh-CN" sz="3200" i="1" dirty="0"/>
              <a:t>=</a:t>
            </a:r>
            <a:r>
              <a:rPr lang="en-US" altLang="zh-CN" sz="3200" dirty="0"/>
              <a:t>100(W)</a:t>
            </a:r>
            <a:r>
              <a:rPr lang="zh-CN" altLang="en-US" sz="3200" dirty="0"/>
              <a:t> ×</a:t>
            </a:r>
            <a:r>
              <a:rPr lang="en-US" altLang="zh-CN" sz="3200" dirty="0"/>
              <a:t>2(h)</a:t>
            </a:r>
            <a:r>
              <a:rPr lang="zh-CN" altLang="en-US" sz="3200" dirty="0"/>
              <a:t> ×</a:t>
            </a:r>
            <a:r>
              <a:rPr lang="en-US" altLang="zh-CN" sz="3200" dirty="0"/>
              <a:t>60(min/h)</a:t>
            </a:r>
            <a:r>
              <a:rPr lang="zh-CN" altLang="en-US" sz="3200" dirty="0"/>
              <a:t> ×</a:t>
            </a:r>
            <a:r>
              <a:rPr lang="en-US" altLang="zh-CN" sz="3200" dirty="0"/>
              <a:t>60(sec/min)</a:t>
            </a:r>
          </a:p>
          <a:p>
            <a:r>
              <a:rPr lang="en-US" altLang="zh-CN" sz="3200" dirty="0"/>
              <a:t>  =720,000 J</a:t>
            </a:r>
          </a:p>
          <a:p>
            <a:r>
              <a:rPr lang="en-US" altLang="zh-CN" sz="3200" dirty="0"/>
              <a:t>  =720 KJ</a:t>
            </a:r>
            <a:endParaRPr lang="zh-CN" altLang="en-US" sz="3200" dirty="0"/>
          </a:p>
        </p:txBody>
      </p:sp>
      <p:sp>
        <p:nvSpPr>
          <p:cNvPr id="8" name="文本框 7">
            <a:extLst>
              <a:ext uri="{FF2B5EF4-FFF2-40B4-BE49-F238E27FC236}">
                <a16:creationId xmlns:a16="http://schemas.microsoft.com/office/drawing/2014/main" id="{A17A7822-7442-4457-BD70-8E4F6920014B}"/>
              </a:ext>
            </a:extLst>
          </p:cNvPr>
          <p:cNvSpPr txBox="1"/>
          <p:nvPr/>
        </p:nvSpPr>
        <p:spPr>
          <a:xfrm>
            <a:off x="570268" y="3245265"/>
            <a:ext cx="7565015" cy="584775"/>
          </a:xfrm>
          <a:prstGeom prst="rect">
            <a:avLst/>
          </a:prstGeom>
          <a:noFill/>
        </p:spPr>
        <p:txBody>
          <a:bodyPr wrap="square" rtlCol="0">
            <a:spAutoFit/>
          </a:bodyPr>
          <a:lstStyle/>
          <a:p>
            <a:r>
              <a:rPr lang="en-US" altLang="zh-CN" sz="3200" i="1" dirty="0"/>
              <a:t>w=</a:t>
            </a:r>
            <a:r>
              <a:rPr lang="en-US" altLang="zh-CN" sz="3200" i="1" dirty="0" err="1"/>
              <a:t>pt</a:t>
            </a:r>
            <a:r>
              <a:rPr lang="en-US" altLang="zh-CN" sz="3200" i="1" dirty="0"/>
              <a:t>=</a:t>
            </a:r>
            <a:r>
              <a:rPr lang="en-US" altLang="zh-CN" sz="3200" dirty="0"/>
              <a:t>100(w)</a:t>
            </a:r>
            <a:r>
              <a:rPr lang="zh-CN" altLang="en-US" sz="3200" dirty="0"/>
              <a:t> ×</a:t>
            </a:r>
            <a:r>
              <a:rPr lang="en-US" altLang="zh-CN" sz="3200" dirty="0"/>
              <a:t>2(h)=200Wh=0.2 </a:t>
            </a:r>
            <a:r>
              <a:rPr lang="en-US" altLang="zh-CN" sz="3200" dirty="0" err="1"/>
              <a:t>KWh</a:t>
            </a:r>
            <a:endParaRPr lang="zh-CN" altLang="en-US" sz="3200" dirty="0"/>
          </a:p>
        </p:txBody>
      </p:sp>
      <p:sp>
        <p:nvSpPr>
          <p:cNvPr id="9" name="文本框 8">
            <a:extLst>
              <a:ext uri="{FF2B5EF4-FFF2-40B4-BE49-F238E27FC236}">
                <a16:creationId xmlns:a16="http://schemas.microsoft.com/office/drawing/2014/main" id="{9EDA6D83-86DF-462D-AD69-7937CDF463AD}"/>
              </a:ext>
            </a:extLst>
          </p:cNvPr>
          <p:cNvSpPr txBox="1"/>
          <p:nvPr/>
        </p:nvSpPr>
        <p:spPr>
          <a:xfrm>
            <a:off x="570268" y="4047643"/>
            <a:ext cx="2422744" cy="553998"/>
          </a:xfrm>
          <a:prstGeom prst="rect">
            <a:avLst/>
          </a:prstGeom>
          <a:noFill/>
        </p:spPr>
        <p:txBody>
          <a:bodyPr wrap="square" rtlCol="0">
            <a:spAutoFit/>
          </a:bodyPr>
          <a:lstStyle/>
          <a:p>
            <a:pPr marL="342900" indent="-342900">
              <a:spcBef>
                <a:spcPct val="20000"/>
              </a:spcBef>
            </a:pPr>
            <a:r>
              <a:rPr lang="en-US" altLang="zh-CN" sz="3000" dirty="0">
                <a:solidFill>
                  <a:srgbClr val="A50021"/>
                </a:solidFill>
                <a:latin typeface="Comic Sans MS" panose="030F0702030302020204" pitchFamily="66" charset="0"/>
              </a:rPr>
              <a:t>Practice</a:t>
            </a:r>
            <a:endParaRPr lang="zh-CN" altLang="en-US" sz="3000" dirty="0">
              <a:solidFill>
                <a:srgbClr val="A50021"/>
              </a:solidFill>
              <a:latin typeface="Comic Sans MS" panose="030F0702030302020204" pitchFamily="66" charset="0"/>
            </a:endParaRPr>
          </a:p>
        </p:txBody>
      </p:sp>
      <p:pic>
        <p:nvPicPr>
          <p:cNvPr id="11" name="图片 10">
            <a:extLst>
              <a:ext uri="{FF2B5EF4-FFF2-40B4-BE49-F238E27FC236}">
                <a16:creationId xmlns:a16="http://schemas.microsoft.com/office/drawing/2014/main" id="{24D74B96-C7EE-44A6-82E9-7C1E76F11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0268" y="4760250"/>
            <a:ext cx="7668313" cy="712197"/>
          </a:xfrm>
          <a:prstGeom prst="rect">
            <a:avLst/>
          </a:prstGeom>
        </p:spPr>
      </p:pic>
      <p:sp>
        <p:nvSpPr>
          <p:cNvPr id="12" name="文本框 11">
            <a:extLst>
              <a:ext uri="{FF2B5EF4-FFF2-40B4-BE49-F238E27FC236}">
                <a16:creationId xmlns:a16="http://schemas.microsoft.com/office/drawing/2014/main" id="{FFCA9515-4B52-4C82-8E2C-0A5DECCB4597}"/>
              </a:ext>
            </a:extLst>
          </p:cNvPr>
          <p:cNvSpPr txBox="1"/>
          <p:nvPr/>
        </p:nvSpPr>
        <p:spPr>
          <a:xfrm>
            <a:off x="694082" y="5860026"/>
            <a:ext cx="3248653" cy="584775"/>
          </a:xfrm>
          <a:prstGeom prst="rect">
            <a:avLst/>
          </a:prstGeom>
          <a:noFill/>
        </p:spPr>
        <p:txBody>
          <a:bodyPr wrap="square" rtlCol="0">
            <a:spAutoFit/>
          </a:bodyPr>
          <a:lstStyle/>
          <a:p>
            <a:r>
              <a:rPr lang="en-US" altLang="zh-CN" sz="3200" i="1" dirty="0"/>
              <a:t>Answer</a:t>
            </a:r>
            <a:r>
              <a:rPr lang="en-US" altLang="zh-CN" sz="3200" dirty="0"/>
              <a:t>: 50 s</a:t>
            </a:r>
            <a:endParaRPr lang="zh-CN" altLang="en-US" sz="3200" dirty="0"/>
          </a:p>
        </p:txBody>
      </p:sp>
    </p:spTree>
    <p:extLst>
      <p:ext uri="{BB962C8B-B14F-4D97-AF65-F5344CB8AC3E}">
        <p14:creationId xmlns:p14="http://schemas.microsoft.com/office/powerpoint/2010/main" val="347913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heel(1)">
                                      <p:cBhvr>
                                        <p:cTn id="2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7">
            <a:extLst>
              <a:ext uri="{FF2B5EF4-FFF2-40B4-BE49-F238E27FC236}">
                <a16:creationId xmlns:a16="http://schemas.microsoft.com/office/drawing/2014/main" id="{AADF1E00-4C7B-4935-8446-A23140BC8797}"/>
              </a:ext>
            </a:extLst>
          </p:cNvPr>
          <p:cNvSpPr txBox="1">
            <a:spLocks noChangeArrowheads="1"/>
          </p:cNvSpPr>
          <p:nvPr/>
        </p:nvSpPr>
        <p:spPr bwMode="auto">
          <a:xfrm>
            <a:off x="858838" y="1608138"/>
            <a:ext cx="29051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r>
              <a:rPr lang="en-US" altLang="zh-CN" sz="2400"/>
              <a:t>Passive elements</a:t>
            </a:r>
          </a:p>
        </p:txBody>
      </p:sp>
      <p:sp>
        <p:nvSpPr>
          <p:cNvPr id="45059" name="Rectangle 8">
            <a:extLst>
              <a:ext uri="{FF2B5EF4-FFF2-40B4-BE49-F238E27FC236}">
                <a16:creationId xmlns:a16="http://schemas.microsoft.com/office/drawing/2014/main" id="{5E38B86B-B0BD-45CD-8636-2A82D78AA1CC}"/>
              </a:ext>
            </a:extLst>
          </p:cNvPr>
          <p:cNvSpPr>
            <a:spLocks noChangeArrowheads="1"/>
          </p:cNvSpPr>
          <p:nvPr/>
        </p:nvSpPr>
        <p:spPr bwMode="auto">
          <a:xfrm>
            <a:off x="839788" y="2919413"/>
            <a:ext cx="26257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Active elements</a:t>
            </a:r>
          </a:p>
        </p:txBody>
      </p:sp>
      <p:sp>
        <p:nvSpPr>
          <p:cNvPr id="45060" name="AutoShape 9">
            <a:extLst>
              <a:ext uri="{FF2B5EF4-FFF2-40B4-BE49-F238E27FC236}">
                <a16:creationId xmlns:a16="http://schemas.microsoft.com/office/drawing/2014/main" id="{1BB9A8A0-6EDC-4850-8DE8-B9E14B559D15}"/>
              </a:ext>
            </a:extLst>
          </p:cNvPr>
          <p:cNvSpPr>
            <a:spLocks/>
          </p:cNvSpPr>
          <p:nvPr/>
        </p:nvSpPr>
        <p:spPr bwMode="auto">
          <a:xfrm>
            <a:off x="481013" y="1822450"/>
            <a:ext cx="304800" cy="1366838"/>
          </a:xfrm>
          <a:prstGeom prst="leftBrace">
            <a:avLst>
              <a:gd name="adj1" fmla="val 37370"/>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5061" name="AutoShape 10">
            <a:extLst>
              <a:ext uri="{FF2B5EF4-FFF2-40B4-BE49-F238E27FC236}">
                <a16:creationId xmlns:a16="http://schemas.microsoft.com/office/drawing/2014/main" id="{F4C48A65-3B87-4FD7-BDBC-84E566D87F9B}"/>
              </a:ext>
            </a:extLst>
          </p:cNvPr>
          <p:cNvSpPr>
            <a:spLocks/>
          </p:cNvSpPr>
          <p:nvPr/>
        </p:nvSpPr>
        <p:spPr bwMode="auto">
          <a:xfrm>
            <a:off x="3752850" y="1490663"/>
            <a:ext cx="304800" cy="841375"/>
          </a:xfrm>
          <a:prstGeom prst="leftBrace">
            <a:avLst>
              <a:gd name="adj1" fmla="val 23003"/>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5062" name="AutoShape 11">
            <a:extLst>
              <a:ext uri="{FF2B5EF4-FFF2-40B4-BE49-F238E27FC236}">
                <a16:creationId xmlns:a16="http://schemas.microsoft.com/office/drawing/2014/main" id="{C28C8EC7-A374-4979-8D81-AFF985CC6538}"/>
              </a:ext>
            </a:extLst>
          </p:cNvPr>
          <p:cNvSpPr>
            <a:spLocks/>
          </p:cNvSpPr>
          <p:nvPr/>
        </p:nvSpPr>
        <p:spPr bwMode="auto">
          <a:xfrm>
            <a:off x="3413125" y="2633663"/>
            <a:ext cx="457200" cy="868362"/>
          </a:xfrm>
          <a:prstGeom prst="leftBrace">
            <a:avLst>
              <a:gd name="adj1" fmla="val 15828"/>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5063" name="Rectangle 12">
            <a:extLst>
              <a:ext uri="{FF2B5EF4-FFF2-40B4-BE49-F238E27FC236}">
                <a16:creationId xmlns:a16="http://schemas.microsoft.com/office/drawing/2014/main" id="{BECEE2B4-04F1-4CBC-A0E0-D6841F7D883C}"/>
              </a:ext>
            </a:extLst>
          </p:cNvPr>
          <p:cNvSpPr>
            <a:spLocks noChangeArrowheads="1"/>
          </p:cNvSpPr>
          <p:nvPr/>
        </p:nvSpPr>
        <p:spPr bwMode="auto">
          <a:xfrm>
            <a:off x="4013200" y="1338263"/>
            <a:ext cx="15811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Resistors</a:t>
            </a:r>
          </a:p>
        </p:txBody>
      </p:sp>
      <p:sp>
        <p:nvSpPr>
          <p:cNvPr id="45064" name="Rectangle 13">
            <a:extLst>
              <a:ext uri="{FF2B5EF4-FFF2-40B4-BE49-F238E27FC236}">
                <a16:creationId xmlns:a16="http://schemas.microsoft.com/office/drawing/2014/main" id="{24D5F2F5-9AB0-46BB-A0FA-DBDE158AB707}"/>
              </a:ext>
            </a:extLst>
          </p:cNvPr>
          <p:cNvSpPr>
            <a:spLocks noChangeArrowheads="1"/>
          </p:cNvSpPr>
          <p:nvPr/>
        </p:nvSpPr>
        <p:spPr bwMode="auto">
          <a:xfrm>
            <a:off x="4013200" y="1684338"/>
            <a:ext cx="1658938"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Inductors</a:t>
            </a:r>
          </a:p>
        </p:txBody>
      </p:sp>
      <p:sp>
        <p:nvSpPr>
          <p:cNvPr id="45065" name="Rectangle 14">
            <a:extLst>
              <a:ext uri="{FF2B5EF4-FFF2-40B4-BE49-F238E27FC236}">
                <a16:creationId xmlns:a16="http://schemas.microsoft.com/office/drawing/2014/main" id="{DD2CCD56-5B57-46A6-B576-DD3C60640EE1}"/>
              </a:ext>
            </a:extLst>
          </p:cNvPr>
          <p:cNvSpPr>
            <a:spLocks noChangeArrowheads="1"/>
          </p:cNvSpPr>
          <p:nvPr/>
        </p:nvSpPr>
        <p:spPr bwMode="auto">
          <a:xfrm>
            <a:off x="4067175" y="2055813"/>
            <a:ext cx="16986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Capacitors</a:t>
            </a:r>
          </a:p>
        </p:txBody>
      </p:sp>
      <p:sp>
        <p:nvSpPr>
          <p:cNvPr id="45066" name="Rectangle 15">
            <a:extLst>
              <a:ext uri="{FF2B5EF4-FFF2-40B4-BE49-F238E27FC236}">
                <a16:creationId xmlns:a16="http://schemas.microsoft.com/office/drawing/2014/main" id="{7854B459-3D3F-4D05-AADD-D1502C0DBF88}"/>
              </a:ext>
            </a:extLst>
          </p:cNvPr>
          <p:cNvSpPr>
            <a:spLocks noChangeArrowheads="1"/>
          </p:cNvSpPr>
          <p:nvPr/>
        </p:nvSpPr>
        <p:spPr bwMode="auto">
          <a:xfrm>
            <a:off x="3870325" y="2405063"/>
            <a:ext cx="22415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Generators</a:t>
            </a:r>
          </a:p>
        </p:txBody>
      </p:sp>
      <p:sp>
        <p:nvSpPr>
          <p:cNvPr id="45067" name="Rectangle 22">
            <a:extLst>
              <a:ext uri="{FF2B5EF4-FFF2-40B4-BE49-F238E27FC236}">
                <a16:creationId xmlns:a16="http://schemas.microsoft.com/office/drawing/2014/main" id="{59FA6069-5DFA-47D9-ABFE-980B615BC1A2}"/>
              </a:ext>
            </a:extLst>
          </p:cNvPr>
          <p:cNvSpPr>
            <a:spLocks noChangeArrowheads="1"/>
          </p:cNvSpPr>
          <p:nvPr/>
        </p:nvSpPr>
        <p:spPr bwMode="auto">
          <a:xfrm>
            <a:off x="4067175" y="3128963"/>
            <a:ext cx="1604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Batteries</a:t>
            </a:r>
          </a:p>
        </p:txBody>
      </p:sp>
      <p:sp>
        <p:nvSpPr>
          <p:cNvPr id="45068" name="Rectangle 23">
            <a:extLst>
              <a:ext uri="{FF2B5EF4-FFF2-40B4-BE49-F238E27FC236}">
                <a16:creationId xmlns:a16="http://schemas.microsoft.com/office/drawing/2014/main" id="{73B77EC5-C5B9-42A9-B943-7B647B691949}"/>
              </a:ext>
            </a:extLst>
          </p:cNvPr>
          <p:cNvSpPr>
            <a:spLocks noRot="1" noChangeArrowheads="1"/>
          </p:cNvSpPr>
          <p:nvPr/>
        </p:nvSpPr>
        <p:spPr bwMode="auto">
          <a:xfrm>
            <a:off x="468313" y="3573463"/>
            <a:ext cx="5832475"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800" b="1" i="1">
                <a:solidFill>
                  <a:srgbClr val="FF0000"/>
                </a:solidFill>
                <a:latin typeface="Times New Roman" panose="02020603050405020304" pitchFamily="18" charset="0"/>
              </a:rPr>
              <a:t> </a:t>
            </a:r>
            <a:r>
              <a:rPr lang="en-US" altLang="zh-CN" sz="2800" b="1" i="1">
                <a:solidFill>
                  <a:srgbClr val="FF3300"/>
                </a:solidFill>
                <a:latin typeface="Times New Roman" panose="02020603050405020304" pitchFamily="18" charset="0"/>
              </a:rPr>
              <a:t>The most important active elements</a:t>
            </a:r>
            <a:r>
              <a:rPr lang="en-US" altLang="zh-CN" sz="2800" b="1">
                <a:solidFill>
                  <a:srgbClr val="FF3300"/>
                </a:solidFill>
                <a:latin typeface="Times New Roman" panose="02020603050405020304" pitchFamily="18" charset="0"/>
              </a:rPr>
              <a:t>:</a:t>
            </a:r>
            <a:r>
              <a:rPr lang="en-US" altLang="zh-CN" sz="1600">
                <a:solidFill>
                  <a:srgbClr val="FF3300"/>
                </a:solidFill>
                <a:latin typeface="Times New Roman" panose="02020603050405020304" pitchFamily="18" charset="0"/>
              </a:rPr>
              <a:t> </a:t>
            </a:r>
          </a:p>
        </p:txBody>
      </p:sp>
      <p:sp>
        <p:nvSpPr>
          <p:cNvPr id="45069" name="AutoShape 24">
            <a:extLst>
              <a:ext uri="{FF2B5EF4-FFF2-40B4-BE49-F238E27FC236}">
                <a16:creationId xmlns:a16="http://schemas.microsoft.com/office/drawing/2014/main" id="{C517EDB2-7863-4C99-A1D1-C59AB799752A}"/>
              </a:ext>
            </a:extLst>
          </p:cNvPr>
          <p:cNvSpPr>
            <a:spLocks/>
          </p:cNvSpPr>
          <p:nvPr/>
        </p:nvSpPr>
        <p:spPr bwMode="auto">
          <a:xfrm>
            <a:off x="3184525" y="4305300"/>
            <a:ext cx="457200" cy="1524000"/>
          </a:xfrm>
          <a:prstGeom prst="leftBrace">
            <a:avLst>
              <a:gd name="adj1" fmla="val 27778"/>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5070" name="Rectangle 25">
            <a:extLst>
              <a:ext uri="{FF2B5EF4-FFF2-40B4-BE49-F238E27FC236}">
                <a16:creationId xmlns:a16="http://schemas.microsoft.com/office/drawing/2014/main" id="{51BC3C2E-E8F6-4215-AED0-3C682381D607}"/>
              </a:ext>
            </a:extLst>
          </p:cNvPr>
          <p:cNvSpPr>
            <a:spLocks noChangeArrowheads="1"/>
          </p:cNvSpPr>
          <p:nvPr/>
        </p:nvSpPr>
        <p:spPr bwMode="auto">
          <a:xfrm>
            <a:off x="3444875" y="4076700"/>
            <a:ext cx="37655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Independent source</a:t>
            </a:r>
          </a:p>
        </p:txBody>
      </p:sp>
      <p:sp>
        <p:nvSpPr>
          <p:cNvPr id="45071" name="Rectangle 26">
            <a:extLst>
              <a:ext uri="{FF2B5EF4-FFF2-40B4-BE49-F238E27FC236}">
                <a16:creationId xmlns:a16="http://schemas.microsoft.com/office/drawing/2014/main" id="{C3727F1F-16FC-46BE-9003-A4B380B3B41B}"/>
              </a:ext>
            </a:extLst>
          </p:cNvPr>
          <p:cNvSpPr>
            <a:spLocks noChangeArrowheads="1"/>
          </p:cNvSpPr>
          <p:nvPr/>
        </p:nvSpPr>
        <p:spPr bwMode="auto">
          <a:xfrm>
            <a:off x="3398838" y="5357813"/>
            <a:ext cx="3392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Dependent source</a:t>
            </a:r>
          </a:p>
        </p:txBody>
      </p:sp>
      <p:sp>
        <p:nvSpPr>
          <p:cNvPr id="45072" name="AutoShape 27">
            <a:extLst>
              <a:ext uri="{FF2B5EF4-FFF2-40B4-BE49-F238E27FC236}">
                <a16:creationId xmlns:a16="http://schemas.microsoft.com/office/drawing/2014/main" id="{C4BA0045-1F52-42A2-A5C9-F5C960B8B91C}"/>
              </a:ext>
            </a:extLst>
          </p:cNvPr>
          <p:cNvSpPr>
            <a:spLocks/>
          </p:cNvSpPr>
          <p:nvPr/>
        </p:nvSpPr>
        <p:spPr bwMode="auto">
          <a:xfrm>
            <a:off x="458788" y="4484688"/>
            <a:ext cx="381000" cy="1066800"/>
          </a:xfrm>
          <a:prstGeom prst="leftBrace">
            <a:avLst>
              <a:gd name="adj1" fmla="val 23333"/>
              <a:gd name="adj2" fmla="val 50000"/>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5073" name="Rectangle 28">
            <a:extLst>
              <a:ext uri="{FF2B5EF4-FFF2-40B4-BE49-F238E27FC236}">
                <a16:creationId xmlns:a16="http://schemas.microsoft.com/office/drawing/2014/main" id="{68F0345E-CFB0-40F1-9628-3F24B2E83ED8}"/>
              </a:ext>
            </a:extLst>
          </p:cNvPr>
          <p:cNvSpPr>
            <a:spLocks noChangeArrowheads="1"/>
          </p:cNvSpPr>
          <p:nvPr/>
        </p:nvSpPr>
        <p:spPr bwMode="auto">
          <a:xfrm>
            <a:off x="801688" y="4305300"/>
            <a:ext cx="25669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Voltage source</a:t>
            </a:r>
          </a:p>
        </p:txBody>
      </p:sp>
      <p:sp>
        <p:nvSpPr>
          <p:cNvPr id="45074" name="Rectangle 29">
            <a:extLst>
              <a:ext uri="{FF2B5EF4-FFF2-40B4-BE49-F238E27FC236}">
                <a16:creationId xmlns:a16="http://schemas.microsoft.com/office/drawing/2014/main" id="{599FA01D-E91B-4EBF-B841-64AFDAF00813}"/>
              </a:ext>
            </a:extLst>
          </p:cNvPr>
          <p:cNvSpPr>
            <a:spLocks noChangeArrowheads="1"/>
          </p:cNvSpPr>
          <p:nvPr/>
        </p:nvSpPr>
        <p:spPr bwMode="auto">
          <a:xfrm>
            <a:off x="866775" y="5321300"/>
            <a:ext cx="25019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0"/>
              </a:spcBef>
              <a:buFontTx/>
              <a:buNone/>
            </a:pPr>
            <a:r>
              <a:rPr lang="en-US" altLang="zh-CN" sz="2400"/>
              <a:t>Current source</a:t>
            </a:r>
          </a:p>
        </p:txBody>
      </p:sp>
      <p:sp>
        <p:nvSpPr>
          <p:cNvPr id="45075" name="Rectangle 32">
            <a:extLst>
              <a:ext uri="{FF2B5EF4-FFF2-40B4-BE49-F238E27FC236}">
                <a16:creationId xmlns:a16="http://schemas.microsoft.com/office/drawing/2014/main" id="{2842EC89-C76B-40F0-863A-24C67365D787}"/>
              </a:ext>
            </a:extLst>
          </p:cNvPr>
          <p:cNvSpPr>
            <a:spLocks noRot="1" noChangeArrowheads="1"/>
          </p:cNvSpPr>
          <p:nvPr/>
        </p:nvSpPr>
        <p:spPr bwMode="auto">
          <a:xfrm>
            <a:off x="395288" y="836613"/>
            <a:ext cx="7705725" cy="57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800" b="1" i="1">
                <a:solidFill>
                  <a:srgbClr val="FF3300"/>
                </a:solidFill>
                <a:latin typeface="Times New Roman" panose="02020603050405020304" pitchFamily="18" charset="0"/>
              </a:rPr>
              <a:t>An element is the basic building block of a circuit</a:t>
            </a:r>
            <a:endParaRPr lang="en-US" altLang="zh-CN" sz="2800">
              <a:solidFill>
                <a:srgbClr val="FF3300"/>
              </a:solidFill>
              <a:latin typeface="Times New Roman" panose="02020603050405020304" pitchFamily="18" charset="0"/>
            </a:endParaRPr>
          </a:p>
        </p:txBody>
      </p:sp>
      <p:sp>
        <p:nvSpPr>
          <p:cNvPr id="24" name="Rectangle 3">
            <a:extLst>
              <a:ext uri="{FF2B5EF4-FFF2-40B4-BE49-F238E27FC236}">
                <a16:creationId xmlns:a16="http://schemas.microsoft.com/office/drawing/2014/main" id="{056B1E80-A354-4B33-BDB2-299AB02C6165}"/>
              </a:ext>
            </a:extLst>
          </p:cNvPr>
          <p:cNvSpPr txBox="1">
            <a:spLocks noChangeArrowheads="1"/>
          </p:cNvSpPr>
          <p:nvPr/>
        </p:nvSpPr>
        <p:spPr bwMode="auto">
          <a:xfrm>
            <a:off x="147638" y="184150"/>
            <a:ext cx="8839200"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Times New Roman" pitchFamily="18" charset="0"/>
              </a:defRPr>
            </a:lvl2pPr>
            <a:lvl3pPr algn="l" rtl="0" eaLnBrk="0" fontAlgn="base" hangingPunct="0">
              <a:spcBef>
                <a:spcPct val="0"/>
              </a:spcBef>
              <a:spcAft>
                <a:spcPct val="0"/>
              </a:spcAft>
              <a:defRPr sz="2400">
                <a:solidFill>
                  <a:schemeClr val="tx2"/>
                </a:solidFill>
                <a:latin typeface="Times New Roman" pitchFamily="18" charset="0"/>
              </a:defRPr>
            </a:lvl3pPr>
            <a:lvl4pPr algn="l" rtl="0" eaLnBrk="0" fontAlgn="base" hangingPunct="0">
              <a:spcBef>
                <a:spcPct val="0"/>
              </a:spcBef>
              <a:spcAft>
                <a:spcPct val="0"/>
              </a:spcAft>
              <a:defRPr sz="2400">
                <a:solidFill>
                  <a:schemeClr val="tx2"/>
                </a:solidFill>
                <a:latin typeface="Times New Roman" pitchFamily="18" charset="0"/>
              </a:defRPr>
            </a:lvl4pPr>
            <a:lvl5pPr algn="l" rtl="0" eaLnBrk="0" fontAlgn="base" hangingPunct="0">
              <a:spcBef>
                <a:spcPct val="0"/>
              </a:spcBef>
              <a:spcAft>
                <a:spcPct val="0"/>
              </a:spcAft>
              <a:defRPr sz="2400">
                <a:solidFill>
                  <a:schemeClr val="tx2"/>
                </a:solidFill>
                <a:latin typeface="Times New Roman" pitchFamily="18" charset="0"/>
              </a:defRPr>
            </a:lvl5pPr>
            <a:lvl6pPr marL="457200" algn="l" rtl="0" eaLnBrk="0" fontAlgn="base" hangingPunct="0">
              <a:spcBef>
                <a:spcPct val="0"/>
              </a:spcBef>
              <a:spcAft>
                <a:spcPct val="0"/>
              </a:spcAft>
              <a:defRPr sz="2400">
                <a:solidFill>
                  <a:schemeClr val="tx2"/>
                </a:solidFill>
                <a:latin typeface="Times New Roman" pitchFamily="18" charset="0"/>
              </a:defRPr>
            </a:lvl6pPr>
            <a:lvl7pPr marL="914400" algn="l" rtl="0" eaLnBrk="0" fontAlgn="base" hangingPunct="0">
              <a:spcBef>
                <a:spcPct val="0"/>
              </a:spcBef>
              <a:spcAft>
                <a:spcPct val="0"/>
              </a:spcAft>
              <a:defRPr sz="2400">
                <a:solidFill>
                  <a:schemeClr val="tx2"/>
                </a:solidFill>
                <a:latin typeface="Times New Roman" pitchFamily="18" charset="0"/>
              </a:defRPr>
            </a:lvl7pPr>
            <a:lvl8pPr marL="1371600" algn="l" rtl="0" eaLnBrk="0" fontAlgn="base" hangingPunct="0">
              <a:spcBef>
                <a:spcPct val="0"/>
              </a:spcBef>
              <a:spcAft>
                <a:spcPct val="0"/>
              </a:spcAft>
              <a:defRPr sz="2400">
                <a:solidFill>
                  <a:schemeClr val="tx2"/>
                </a:solidFill>
                <a:latin typeface="Times New Roman" pitchFamily="18" charset="0"/>
              </a:defRPr>
            </a:lvl8pPr>
            <a:lvl9pPr marL="1828800" algn="l" rtl="0" eaLnBrk="0" fontAlgn="base" hangingPunct="0">
              <a:spcBef>
                <a:spcPct val="0"/>
              </a:spcBef>
              <a:spcAft>
                <a:spcPct val="0"/>
              </a:spcAft>
              <a:defRPr sz="2400">
                <a:solidFill>
                  <a:schemeClr val="tx2"/>
                </a:solidFill>
                <a:latin typeface="Times New Roman" pitchFamily="18" charset="0"/>
              </a:defRPr>
            </a:lvl9pPr>
          </a:lstStyle>
          <a:p>
            <a:pPr algn="ctr">
              <a:lnSpc>
                <a:spcPct val="90000"/>
              </a:lnSpc>
              <a:defRPr/>
            </a:pPr>
            <a:r>
              <a:rPr lang="en-US" altLang="zh-CN" sz="4000" b="1" dirty="0">
                <a:effectLst>
                  <a:outerShdw blurRad="38100" dist="38100" dir="2700000" algn="tl">
                    <a:srgbClr val="C0C0C0"/>
                  </a:outerShdw>
                </a:effectLst>
                <a:latin typeface="Comic Sans MS" panose="030F0702030302020204" pitchFamily="66" charset="0"/>
                <a:ea typeface="宋体" pitchFamily="2" charset="-122"/>
              </a:rPr>
              <a:t>1.6 Circuit Elements </a:t>
            </a:r>
            <a:endParaRPr lang="zh-CN" altLang="en-US" sz="4000" b="1" dirty="0">
              <a:effectLst>
                <a:outerShdw blurRad="38100" dist="38100" dir="2700000" algn="tl">
                  <a:srgbClr val="C0C0C0"/>
                </a:outerShdw>
              </a:effectLst>
              <a:latin typeface="Comic Sans MS" panose="030F0702030302020204" pitchFamily="66" charset="0"/>
              <a:ea typeface="宋体" pitchFamily="2" charset="-122"/>
            </a:endParaRPr>
          </a:p>
        </p:txBody>
      </p:sp>
      <p:sp>
        <p:nvSpPr>
          <p:cNvPr id="45077" name="页脚占位符 1">
            <a:extLst>
              <a:ext uri="{FF2B5EF4-FFF2-40B4-BE49-F238E27FC236}">
                <a16:creationId xmlns:a16="http://schemas.microsoft.com/office/drawing/2014/main" id="{848A6360-A71A-43A7-973B-EB765E7D9769}"/>
              </a:ext>
            </a:extLst>
          </p:cNvPr>
          <p:cNvSpPr>
            <a:spLocks noGrp="1"/>
          </p:cNvSpPr>
          <p:nvPr>
            <p:ph type="ftr" sz="quarter" idx="11"/>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45078" name="灯片编号占位符 2">
            <a:extLst>
              <a:ext uri="{FF2B5EF4-FFF2-40B4-BE49-F238E27FC236}">
                <a16:creationId xmlns:a16="http://schemas.microsoft.com/office/drawing/2014/main" id="{4FB92BD6-8316-426A-AC20-69030C3C1527}"/>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8F20419F-06BE-489B-AB22-738943E920A1}" type="slidenum">
              <a:rPr lang="zh-CN" altLang="en-US" sz="1200">
                <a:solidFill>
                  <a:srgbClr val="898989"/>
                </a:solidFill>
                <a:latin typeface="Times New Roman" panose="02020603050405020304" pitchFamily="18" charset="0"/>
              </a:rPr>
              <a:pPr>
                <a:spcBef>
                  <a:spcPct val="50000"/>
                </a:spcBef>
                <a:buFontTx/>
                <a:buNone/>
              </a:pPr>
              <a:t>41</a:t>
            </a:fld>
            <a:endParaRPr lang="zh-CN" altLang="en-US" sz="1200">
              <a:solidFill>
                <a:srgbClr val="898989"/>
              </a:solidFill>
              <a:latin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a:extLst>
              <a:ext uri="{FF2B5EF4-FFF2-40B4-BE49-F238E27FC236}">
                <a16:creationId xmlns:a16="http://schemas.microsoft.com/office/drawing/2014/main" id="{06659256-E838-4287-A519-A9A54DE121AE}"/>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CF8A9C2C-DBE5-47A5-85F2-BA00394E11B4}" type="slidenum">
              <a:rPr lang="en-US" altLang="zh-CN" sz="1400">
                <a:latin typeface="Times New Roman" panose="02020603050405020304" pitchFamily="18" charset="0"/>
              </a:rPr>
              <a:pPr eaLnBrk="1" hangingPunct="1">
                <a:spcBef>
                  <a:spcPct val="0"/>
                </a:spcBef>
                <a:buFontTx/>
                <a:buNone/>
              </a:pPr>
              <a:t>42</a:t>
            </a:fld>
            <a:endParaRPr lang="en-US" altLang="zh-CN" sz="1400">
              <a:latin typeface="Times New Roman" panose="02020603050405020304" pitchFamily="18" charset="0"/>
            </a:endParaRPr>
          </a:p>
        </p:txBody>
      </p:sp>
      <p:sp>
        <p:nvSpPr>
          <p:cNvPr id="6" name="Rectangle 3">
            <a:extLst>
              <a:ext uri="{FF2B5EF4-FFF2-40B4-BE49-F238E27FC236}">
                <a16:creationId xmlns:a16="http://schemas.microsoft.com/office/drawing/2014/main" id="{0BB137D6-83FC-468A-A773-48840662AEE8}"/>
              </a:ext>
            </a:extLst>
          </p:cNvPr>
          <p:cNvSpPr txBox="1">
            <a:spLocks noChangeArrowheads="1"/>
          </p:cNvSpPr>
          <p:nvPr/>
        </p:nvSpPr>
        <p:spPr bwMode="auto">
          <a:xfrm>
            <a:off x="457200" y="9906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just">
              <a:buClr>
                <a:srgbClr val="FF3300"/>
              </a:buClr>
              <a:buFont typeface="Wingdings" pitchFamily="2" charset="2"/>
              <a:buChar char="l"/>
              <a:defRPr/>
            </a:pPr>
            <a:r>
              <a:rPr lang="en-US" altLang="zh-CN" sz="3000" kern="0" dirty="0">
                <a:latin typeface="Times New Roman" pitchFamily="18" charset="0"/>
                <a:ea typeface="宋体" pitchFamily="2" charset="-122"/>
              </a:rPr>
              <a:t>   when we speak of </a:t>
            </a:r>
            <a:r>
              <a:rPr lang="en-US" altLang="zh-CN" kern="0" dirty="0">
                <a:solidFill>
                  <a:srgbClr val="CC0000"/>
                </a:solidFill>
                <a:latin typeface="Comic Sans MS" panose="030F0702030302020204" pitchFamily="66" charset="0"/>
                <a:ea typeface="宋体" pitchFamily="2" charset="-122"/>
              </a:rPr>
              <a:t>Circuit Elements,</a:t>
            </a:r>
            <a:r>
              <a:rPr lang="en-US" altLang="zh-CN" sz="3000" kern="0" dirty="0">
                <a:latin typeface="Times New Roman" pitchFamily="18" charset="0"/>
                <a:ea typeface="宋体" pitchFamily="2" charset="-122"/>
              </a:rPr>
              <a:t> It is important to differentiate between the physical device itself and the mathematical model which we will use to analyze its behavior in a circuit. </a:t>
            </a:r>
          </a:p>
          <a:p>
            <a:pPr algn="just">
              <a:buClr>
                <a:srgbClr val="FF3300"/>
              </a:buClr>
              <a:buFont typeface="Wingdings" pitchFamily="2" charset="2"/>
              <a:buChar char="l"/>
              <a:defRPr/>
            </a:pPr>
            <a:r>
              <a:rPr lang="en-US" altLang="zh-CN" sz="3000" kern="0" dirty="0">
                <a:latin typeface="Times New Roman" pitchFamily="18" charset="0"/>
                <a:ea typeface="宋体" pitchFamily="2" charset="-122"/>
              </a:rPr>
              <a:t>We will use the expression circuit element to refer to the mathematical model.</a:t>
            </a:r>
          </a:p>
          <a:p>
            <a:pPr algn="just">
              <a:buClr>
                <a:srgbClr val="FF3300"/>
              </a:buClr>
              <a:buFont typeface="Wingdings" pitchFamily="2" charset="2"/>
              <a:buChar char="l"/>
              <a:defRPr/>
            </a:pPr>
            <a:r>
              <a:rPr lang="en-US" altLang="zh-CN" sz="3000" kern="0" dirty="0">
                <a:latin typeface="Times New Roman" pitchFamily="18" charset="0"/>
                <a:ea typeface="宋体" pitchFamily="2" charset="-122"/>
              </a:rPr>
              <a:t> </a:t>
            </a:r>
            <a:r>
              <a:rPr lang="en-US" altLang="zh-CN" kern="0" dirty="0">
                <a:latin typeface="Times New Roman" pitchFamily="18" charset="0"/>
                <a:ea typeface="宋体" pitchFamily="2" charset="-122"/>
              </a:rPr>
              <a:t>All the simple circuit elements that we will consider can be classified according to the relationship between the current through the element and the voltage across the element.</a:t>
            </a:r>
            <a:endParaRPr lang="zh-CN" altLang="en-US" kern="0" dirty="0">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anim calcmode="lin" valueType="num">
                                      <p:cBhvr>
                                        <p:cTn id="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6">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6">
                                            <p:txEl>
                                              <p:pRg st="1" end="1"/>
                                            </p:txEl>
                                          </p:spTgt>
                                        </p:tgtEl>
                                        <p:attrNameLst>
                                          <p:attrName>style.visibility</p:attrName>
                                        </p:attrNameLst>
                                      </p:cBhvr>
                                      <p:to>
                                        <p:strVal val="visible"/>
                                      </p:to>
                                    </p:set>
                                    <p:animEffect transition="in" filter="fade">
                                      <p:cBhvr>
                                        <p:cTn id="14" dur="500"/>
                                        <p:tgtEl>
                                          <p:spTgt spid="6">
                                            <p:txEl>
                                              <p:pRg st="1" end="1"/>
                                            </p:txEl>
                                          </p:spTgt>
                                        </p:tgtEl>
                                      </p:cBhvr>
                                    </p:animEffect>
                                    <p:anim calcmode="lin" valueType="num">
                                      <p:cBhvr>
                                        <p:cTn id="1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6">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6">
                                            <p:txEl>
                                              <p:pRg st="2" end="2"/>
                                            </p:txEl>
                                          </p:spTgt>
                                        </p:tgtEl>
                                        <p:attrNameLst>
                                          <p:attrName>style.visibility</p:attrName>
                                        </p:attrNameLst>
                                      </p:cBhvr>
                                      <p:to>
                                        <p:strVal val="visible"/>
                                      </p:to>
                                    </p:set>
                                    <p:animEffect transition="in" filter="fade">
                                      <p:cBhvr>
                                        <p:cTn id="21" dur="500"/>
                                        <p:tgtEl>
                                          <p:spTgt spid="6">
                                            <p:txEl>
                                              <p:pRg st="2" end="2"/>
                                            </p:txEl>
                                          </p:spTgt>
                                        </p:tgtEl>
                                      </p:cBhvr>
                                    </p:animEffect>
                                    <p:anim calcmode="lin" valueType="num">
                                      <p:cBhvr>
                                        <p:cTn id="2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6">
                                            <p:txEl>
                                              <p:pRg st="2" end="2"/>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a:extLst>
              <a:ext uri="{FF2B5EF4-FFF2-40B4-BE49-F238E27FC236}">
                <a16:creationId xmlns:a16="http://schemas.microsoft.com/office/drawing/2014/main" id="{945C93B4-0C94-4C78-9B7A-420990A573D1}"/>
              </a:ext>
            </a:extLst>
          </p:cNvPr>
          <p:cNvSpPr>
            <a:spLocks noGrp="1" noChangeArrowheads="1"/>
          </p:cNvSpPr>
          <p:nvPr>
            <p:ph type="title"/>
          </p:nvPr>
        </p:nvSpPr>
        <p:spPr>
          <a:xfrm>
            <a:off x="457200" y="209550"/>
            <a:ext cx="8243888" cy="654050"/>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r>
              <a:rPr lang="en-US" altLang="zh-CN" sz="3200" b="1" kern="1200" dirty="0">
                <a:solidFill>
                  <a:srgbClr val="FF0000"/>
                </a:solidFill>
                <a:effectLst/>
                <a:ea typeface="宋体" pitchFamily="2" charset="-122"/>
                <a:cs typeface="+mn-cs"/>
              </a:rPr>
              <a:t>Voltage and Current Sources </a:t>
            </a:r>
          </a:p>
        </p:txBody>
      </p:sp>
      <p:sp>
        <p:nvSpPr>
          <p:cNvPr id="47107" name="页脚占位符 1">
            <a:extLst>
              <a:ext uri="{FF2B5EF4-FFF2-40B4-BE49-F238E27FC236}">
                <a16:creationId xmlns:a16="http://schemas.microsoft.com/office/drawing/2014/main" id="{A2D897B7-0726-4F00-ABE4-F96EDA846ADF}"/>
              </a:ext>
            </a:extLst>
          </p:cNvPr>
          <p:cNvSpPr>
            <a:spLocks noGrp="1"/>
          </p:cNvSpPr>
          <p:nvPr>
            <p:ph type="ftr" sz="quarter" idx="11"/>
          </p:nvPr>
        </p:nvSpPr>
        <p:spPr>
          <a:xfrm>
            <a:off x="3198813" y="6400800"/>
            <a:ext cx="2895600" cy="457200"/>
          </a:xfrm>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47108" name="灯片编号占位符 2">
            <a:extLst>
              <a:ext uri="{FF2B5EF4-FFF2-40B4-BE49-F238E27FC236}">
                <a16:creationId xmlns:a16="http://schemas.microsoft.com/office/drawing/2014/main" id="{070FA1D8-EA13-4490-8367-DCF65A044172}"/>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7081DDFD-1F25-4A7A-A6EE-C5A981E7252B}" type="slidenum">
              <a:rPr lang="zh-CN" altLang="en-US" sz="1200">
                <a:solidFill>
                  <a:srgbClr val="898989"/>
                </a:solidFill>
                <a:latin typeface="Times New Roman" panose="02020603050405020304" pitchFamily="18" charset="0"/>
              </a:rPr>
              <a:pPr>
                <a:spcBef>
                  <a:spcPct val="50000"/>
                </a:spcBef>
                <a:buFontTx/>
                <a:buNone/>
              </a:pPr>
              <a:t>43</a:t>
            </a:fld>
            <a:endParaRPr lang="zh-CN" altLang="en-US" sz="1200">
              <a:solidFill>
                <a:srgbClr val="898989"/>
              </a:solidFill>
              <a:latin typeface="Times New Roman" panose="02020603050405020304" pitchFamily="18" charset="0"/>
            </a:endParaRPr>
          </a:p>
        </p:txBody>
      </p:sp>
      <p:sp>
        <p:nvSpPr>
          <p:cNvPr id="61444" name="Rectangle 4">
            <a:extLst>
              <a:ext uri="{FF2B5EF4-FFF2-40B4-BE49-F238E27FC236}">
                <a16:creationId xmlns:a16="http://schemas.microsoft.com/office/drawing/2014/main" id="{ACD3397E-9205-493D-939F-B4634620A884}"/>
              </a:ext>
            </a:extLst>
          </p:cNvPr>
          <p:cNvSpPr>
            <a:spLocks noChangeArrowheads="1"/>
          </p:cNvSpPr>
          <p:nvPr/>
        </p:nvSpPr>
        <p:spPr bwMode="auto">
          <a:xfrm>
            <a:off x="449263" y="960438"/>
            <a:ext cx="8515350"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000">
                <a:latin typeface="Times New Roman" panose="02020603050405020304" pitchFamily="18" charset="0"/>
              </a:rPr>
              <a:t>       </a:t>
            </a:r>
            <a:r>
              <a:rPr lang="en-US" altLang="zh-CN" sz="2400"/>
              <a:t>The most important active elements are voltage or current sources that generally deliver power to the circuit connected to them. There are two kinds of sources: </a:t>
            </a:r>
            <a:r>
              <a:rPr lang="en-US" altLang="zh-CN" sz="2400" b="1"/>
              <a:t>independent and dependent sources</a:t>
            </a:r>
            <a:r>
              <a:rPr lang="en-US" altLang="zh-CN" sz="2400"/>
              <a:t>. </a:t>
            </a:r>
          </a:p>
        </p:txBody>
      </p:sp>
      <p:sp>
        <p:nvSpPr>
          <p:cNvPr id="61445" name="Text Box 5">
            <a:extLst>
              <a:ext uri="{FF2B5EF4-FFF2-40B4-BE49-F238E27FC236}">
                <a16:creationId xmlns:a16="http://schemas.microsoft.com/office/drawing/2014/main" id="{185E3448-BBFA-46E3-AB0D-901A03F04973}"/>
              </a:ext>
            </a:extLst>
          </p:cNvPr>
          <p:cNvSpPr txBox="1">
            <a:spLocks noChangeArrowheads="1"/>
          </p:cNvSpPr>
          <p:nvPr/>
        </p:nvSpPr>
        <p:spPr bwMode="auto">
          <a:xfrm>
            <a:off x="561975" y="2606675"/>
            <a:ext cx="8289925" cy="12414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FontTx/>
              <a:buNone/>
            </a:pPr>
            <a:r>
              <a:rPr lang="en-US" altLang="zh-CN" sz="2400" b="1">
                <a:solidFill>
                  <a:srgbClr val="FF0000"/>
                </a:solidFill>
              </a:rPr>
              <a:t>An ideal independent source </a:t>
            </a:r>
            <a:r>
              <a:rPr lang="en-US" altLang="zh-CN" sz="2400"/>
              <a:t>is an active element that provides a specified voltage or current that is completely independent of other circuit elements.</a:t>
            </a:r>
          </a:p>
        </p:txBody>
      </p:sp>
      <p:grpSp>
        <p:nvGrpSpPr>
          <p:cNvPr id="61528" name="Group 88">
            <a:extLst>
              <a:ext uri="{FF2B5EF4-FFF2-40B4-BE49-F238E27FC236}">
                <a16:creationId xmlns:a16="http://schemas.microsoft.com/office/drawing/2014/main" id="{ED1FB02B-E9B8-4F30-9EAF-2BCEF2543B01}"/>
              </a:ext>
            </a:extLst>
          </p:cNvPr>
          <p:cNvGrpSpPr>
            <a:grpSpLocks/>
          </p:cNvGrpSpPr>
          <p:nvPr/>
        </p:nvGrpSpPr>
        <p:grpSpPr bwMode="auto">
          <a:xfrm>
            <a:off x="846138" y="4090988"/>
            <a:ext cx="3327400" cy="2193925"/>
            <a:chOff x="873" y="2421"/>
            <a:chExt cx="2096" cy="1382"/>
          </a:xfrm>
        </p:grpSpPr>
        <p:grpSp>
          <p:nvGrpSpPr>
            <p:cNvPr id="47144" name="Group 7">
              <a:extLst>
                <a:ext uri="{FF2B5EF4-FFF2-40B4-BE49-F238E27FC236}">
                  <a16:creationId xmlns:a16="http://schemas.microsoft.com/office/drawing/2014/main" id="{7060D3B6-160D-4FC4-957E-3659955A8B35}"/>
                </a:ext>
              </a:extLst>
            </p:cNvPr>
            <p:cNvGrpSpPr>
              <a:grpSpLocks/>
            </p:cNvGrpSpPr>
            <p:nvPr/>
          </p:nvGrpSpPr>
          <p:grpSpPr bwMode="auto">
            <a:xfrm>
              <a:off x="873" y="2724"/>
              <a:ext cx="1482" cy="1079"/>
              <a:chOff x="960" y="767"/>
              <a:chExt cx="3777" cy="2798"/>
            </a:xfrm>
          </p:grpSpPr>
          <p:sp>
            <p:nvSpPr>
              <p:cNvPr id="47146" name="Freeform 8">
                <a:extLst>
                  <a:ext uri="{FF2B5EF4-FFF2-40B4-BE49-F238E27FC236}">
                    <a16:creationId xmlns:a16="http://schemas.microsoft.com/office/drawing/2014/main" id="{766E044A-693F-40BB-BB79-CE9D61088B01}"/>
                  </a:ext>
                </a:extLst>
              </p:cNvPr>
              <p:cNvSpPr>
                <a:spLocks/>
              </p:cNvSpPr>
              <p:nvPr/>
            </p:nvSpPr>
            <p:spPr bwMode="auto">
              <a:xfrm>
                <a:off x="3763" y="831"/>
                <a:ext cx="846" cy="1"/>
              </a:xfrm>
              <a:custGeom>
                <a:avLst/>
                <a:gdLst>
                  <a:gd name="T0" fmla="*/ 846 w 846"/>
                  <a:gd name="T1" fmla="*/ 0 h 1"/>
                  <a:gd name="T2" fmla="*/ 0 w 846"/>
                  <a:gd name="T3" fmla="*/ 0 h 1"/>
                  <a:gd name="T4" fmla="*/ 846 w 846"/>
                  <a:gd name="T5" fmla="*/ 0 h 1"/>
                  <a:gd name="T6" fmla="*/ 846 w 846"/>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46" h="1">
                    <a:moveTo>
                      <a:pt x="846" y="0"/>
                    </a:moveTo>
                    <a:lnTo>
                      <a:pt x="0" y="0"/>
                    </a:lnTo>
                    <a:lnTo>
                      <a:pt x="846" y="0"/>
                    </a:lnTo>
                    <a:close/>
                  </a:path>
                </a:pathLst>
              </a:custGeom>
              <a:solidFill>
                <a:srgbClr val="000000"/>
              </a:solidFill>
              <a:ln w="9525">
                <a:solidFill>
                  <a:schemeClr val="tx1"/>
                </a:solidFill>
                <a:round/>
                <a:headEnd/>
                <a:tailEnd/>
              </a:ln>
            </p:spPr>
            <p:txBody>
              <a:bodyPr/>
              <a:lstStyle/>
              <a:p>
                <a:endParaRPr lang="zh-CN" altLang="en-US"/>
              </a:p>
            </p:txBody>
          </p:sp>
          <p:sp>
            <p:nvSpPr>
              <p:cNvPr id="47147" name="Freeform 9">
                <a:extLst>
                  <a:ext uri="{FF2B5EF4-FFF2-40B4-BE49-F238E27FC236}">
                    <a16:creationId xmlns:a16="http://schemas.microsoft.com/office/drawing/2014/main" id="{4DFBB9F6-0D15-4D64-946B-1FD83C242EE8}"/>
                  </a:ext>
                </a:extLst>
              </p:cNvPr>
              <p:cNvSpPr>
                <a:spLocks noEditPoints="1"/>
              </p:cNvSpPr>
              <p:nvPr/>
            </p:nvSpPr>
            <p:spPr bwMode="auto">
              <a:xfrm>
                <a:off x="3763" y="831"/>
                <a:ext cx="1" cy="2088"/>
              </a:xfrm>
              <a:custGeom>
                <a:avLst/>
                <a:gdLst>
                  <a:gd name="T0" fmla="*/ 0 w 1"/>
                  <a:gd name="T1" fmla="*/ 0 h 2088"/>
                  <a:gd name="T2" fmla="*/ 0 w 1"/>
                  <a:gd name="T3" fmla="*/ 2088 h 2088"/>
                  <a:gd name="T4" fmla="*/ 0 w 1"/>
                  <a:gd name="T5" fmla="*/ 0 h 2088"/>
                  <a:gd name="T6" fmla="*/ 0 w 1"/>
                  <a:gd name="T7" fmla="*/ 0 h 2088"/>
                  <a:gd name="T8" fmla="*/ 0 w 1"/>
                  <a:gd name="T9" fmla="*/ 0 h 2088"/>
                  <a:gd name="T10" fmla="*/ 0 w 1"/>
                  <a:gd name="T11" fmla="*/ 0 h 2088"/>
                  <a:gd name="T12" fmla="*/ 0 w 1"/>
                  <a:gd name="T13" fmla="*/ 0 h 20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2088">
                    <a:moveTo>
                      <a:pt x="0" y="0"/>
                    </a:moveTo>
                    <a:lnTo>
                      <a:pt x="0" y="208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48" name="Freeform 10">
                <a:extLst>
                  <a:ext uri="{FF2B5EF4-FFF2-40B4-BE49-F238E27FC236}">
                    <a16:creationId xmlns:a16="http://schemas.microsoft.com/office/drawing/2014/main" id="{FD009051-2F9A-4931-9AC8-06496DD988DF}"/>
                  </a:ext>
                </a:extLst>
              </p:cNvPr>
              <p:cNvSpPr>
                <a:spLocks noEditPoints="1"/>
              </p:cNvSpPr>
              <p:nvPr/>
            </p:nvSpPr>
            <p:spPr bwMode="auto">
              <a:xfrm>
                <a:off x="3763" y="2919"/>
                <a:ext cx="846" cy="1"/>
              </a:xfrm>
              <a:custGeom>
                <a:avLst/>
                <a:gdLst>
                  <a:gd name="T0" fmla="*/ 0 w 846"/>
                  <a:gd name="T1" fmla="*/ 0 h 1"/>
                  <a:gd name="T2" fmla="*/ 846 w 846"/>
                  <a:gd name="T3" fmla="*/ 0 h 1"/>
                  <a:gd name="T4" fmla="*/ 0 w 846"/>
                  <a:gd name="T5" fmla="*/ 0 h 1"/>
                  <a:gd name="T6" fmla="*/ 0 w 846"/>
                  <a:gd name="T7" fmla="*/ 0 h 1"/>
                  <a:gd name="T8" fmla="*/ 0 w 846"/>
                  <a:gd name="T9" fmla="*/ 0 h 1"/>
                  <a:gd name="T10" fmla="*/ 0 w 846"/>
                  <a:gd name="T11" fmla="*/ 0 h 1"/>
                  <a:gd name="T12" fmla="*/ 0 w 846"/>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6" h="1">
                    <a:moveTo>
                      <a:pt x="0" y="0"/>
                    </a:moveTo>
                    <a:lnTo>
                      <a:pt x="846"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49" name="Freeform 11">
                <a:extLst>
                  <a:ext uri="{FF2B5EF4-FFF2-40B4-BE49-F238E27FC236}">
                    <a16:creationId xmlns:a16="http://schemas.microsoft.com/office/drawing/2014/main" id="{4B40085E-D51A-4F92-9AB6-E013C125A15E}"/>
                  </a:ext>
                </a:extLst>
              </p:cNvPr>
              <p:cNvSpPr>
                <a:spLocks/>
              </p:cNvSpPr>
              <p:nvPr/>
            </p:nvSpPr>
            <p:spPr bwMode="auto">
              <a:xfrm>
                <a:off x="3276" y="1763"/>
                <a:ext cx="167" cy="192"/>
              </a:xfrm>
              <a:custGeom>
                <a:avLst/>
                <a:gdLst>
                  <a:gd name="T0" fmla="*/ 167 w 167"/>
                  <a:gd name="T1" fmla="*/ 0 h 192"/>
                  <a:gd name="T2" fmla="*/ 120 w 167"/>
                  <a:gd name="T3" fmla="*/ 0 h 192"/>
                  <a:gd name="T4" fmla="*/ 120 w 167"/>
                  <a:gd name="T5" fmla="*/ 8 h 192"/>
                  <a:gd name="T6" fmla="*/ 128 w 167"/>
                  <a:gd name="T7" fmla="*/ 8 h 192"/>
                  <a:gd name="T8" fmla="*/ 136 w 167"/>
                  <a:gd name="T9" fmla="*/ 16 h 192"/>
                  <a:gd name="T10" fmla="*/ 128 w 167"/>
                  <a:gd name="T11" fmla="*/ 32 h 192"/>
                  <a:gd name="T12" fmla="*/ 120 w 167"/>
                  <a:gd name="T13" fmla="*/ 48 h 192"/>
                  <a:gd name="T14" fmla="*/ 64 w 167"/>
                  <a:gd name="T15" fmla="*/ 144 h 192"/>
                  <a:gd name="T16" fmla="*/ 64 w 167"/>
                  <a:gd name="T17" fmla="*/ 144 h 192"/>
                  <a:gd name="T18" fmla="*/ 48 w 167"/>
                  <a:gd name="T19" fmla="*/ 24 h 192"/>
                  <a:gd name="T20" fmla="*/ 56 w 167"/>
                  <a:gd name="T21" fmla="*/ 8 h 192"/>
                  <a:gd name="T22" fmla="*/ 64 w 167"/>
                  <a:gd name="T23" fmla="*/ 8 h 192"/>
                  <a:gd name="T24" fmla="*/ 64 w 167"/>
                  <a:gd name="T25" fmla="*/ 0 h 192"/>
                  <a:gd name="T26" fmla="*/ 0 w 167"/>
                  <a:gd name="T27" fmla="*/ 0 h 192"/>
                  <a:gd name="T28" fmla="*/ 0 w 167"/>
                  <a:gd name="T29" fmla="*/ 8 h 192"/>
                  <a:gd name="T30" fmla="*/ 16 w 167"/>
                  <a:gd name="T31" fmla="*/ 16 h 192"/>
                  <a:gd name="T32" fmla="*/ 16 w 167"/>
                  <a:gd name="T33" fmla="*/ 24 h 192"/>
                  <a:gd name="T34" fmla="*/ 24 w 167"/>
                  <a:gd name="T35" fmla="*/ 40 h 192"/>
                  <a:gd name="T36" fmla="*/ 48 w 167"/>
                  <a:gd name="T37" fmla="*/ 192 h 192"/>
                  <a:gd name="T38" fmla="*/ 48 w 167"/>
                  <a:gd name="T39" fmla="*/ 192 h 192"/>
                  <a:gd name="T40" fmla="*/ 151 w 167"/>
                  <a:gd name="T41" fmla="*/ 16 h 192"/>
                  <a:gd name="T42" fmla="*/ 159 w 167"/>
                  <a:gd name="T43" fmla="*/ 16 h 192"/>
                  <a:gd name="T44" fmla="*/ 167 w 167"/>
                  <a:gd name="T45" fmla="*/ 8 h 192"/>
                  <a:gd name="T46" fmla="*/ 167 w 167"/>
                  <a:gd name="T47" fmla="*/ 0 h 19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67" h="192">
                    <a:moveTo>
                      <a:pt x="167" y="0"/>
                    </a:moveTo>
                    <a:lnTo>
                      <a:pt x="120" y="0"/>
                    </a:lnTo>
                    <a:lnTo>
                      <a:pt x="120" y="8"/>
                    </a:lnTo>
                    <a:lnTo>
                      <a:pt x="128" y="8"/>
                    </a:lnTo>
                    <a:lnTo>
                      <a:pt x="136" y="16"/>
                    </a:lnTo>
                    <a:lnTo>
                      <a:pt x="128" y="32"/>
                    </a:lnTo>
                    <a:lnTo>
                      <a:pt x="120" y="48"/>
                    </a:lnTo>
                    <a:lnTo>
                      <a:pt x="64" y="144"/>
                    </a:lnTo>
                    <a:lnTo>
                      <a:pt x="48" y="24"/>
                    </a:lnTo>
                    <a:lnTo>
                      <a:pt x="56" y="8"/>
                    </a:lnTo>
                    <a:lnTo>
                      <a:pt x="64" y="8"/>
                    </a:lnTo>
                    <a:lnTo>
                      <a:pt x="64" y="0"/>
                    </a:lnTo>
                    <a:lnTo>
                      <a:pt x="0" y="0"/>
                    </a:lnTo>
                    <a:lnTo>
                      <a:pt x="0" y="8"/>
                    </a:lnTo>
                    <a:lnTo>
                      <a:pt x="16" y="16"/>
                    </a:lnTo>
                    <a:lnTo>
                      <a:pt x="16" y="24"/>
                    </a:lnTo>
                    <a:lnTo>
                      <a:pt x="24" y="40"/>
                    </a:lnTo>
                    <a:lnTo>
                      <a:pt x="48" y="192"/>
                    </a:lnTo>
                    <a:lnTo>
                      <a:pt x="151" y="16"/>
                    </a:lnTo>
                    <a:lnTo>
                      <a:pt x="159" y="16"/>
                    </a:lnTo>
                    <a:lnTo>
                      <a:pt x="167" y="8"/>
                    </a:lnTo>
                    <a:lnTo>
                      <a:pt x="167" y="0"/>
                    </a:lnTo>
                    <a:close/>
                  </a:path>
                </a:pathLst>
              </a:custGeom>
              <a:solidFill>
                <a:srgbClr val="000000"/>
              </a:solidFill>
              <a:ln w="9525">
                <a:solidFill>
                  <a:schemeClr val="tx1"/>
                </a:solidFill>
                <a:round/>
                <a:headEnd/>
                <a:tailEnd/>
              </a:ln>
            </p:spPr>
            <p:txBody>
              <a:bodyPr/>
              <a:lstStyle/>
              <a:p>
                <a:endParaRPr lang="zh-CN" altLang="en-US"/>
              </a:p>
            </p:txBody>
          </p:sp>
          <p:sp>
            <p:nvSpPr>
              <p:cNvPr id="47150" name="Freeform 12">
                <a:extLst>
                  <a:ext uri="{FF2B5EF4-FFF2-40B4-BE49-F238E27FC236}">
                    <a16:creationId xmlns:a16="http://schemas.microsoft.com/office/drawing/2014/main" id="{64FF315D-46CB-4E5C-92E7-FFD803026AEE}"/>
                  </a:ext>
                </a:extLst>
              </p:cNvPr>
              <p:cNvSpPr>
                <a:spLocks/>
              </p:cNvSpPr>
              <p:nvPr/>
            </p:nvSpPr>
            <p:spPr bwMode="auto">
              <a:xfrm>
                <a:off x="4226" y="3326"/>
                <a:ext cx="72" cy="239"/>
              </a:xfrm>
              <a:custGeom>
                <a:avLst/>
                <a:gdLst>
                  <a:gd name="T0" fmla="*/ 72 w 72"/>
                  <a:gd name="T1" fmla="*/ 0 h 239"/>
                  <a:gd name="T2" fmla="*/ 40 w 72"/>
                  <a:gd name="T3" fmla="*/ 24 h 239"/>
                  <a:gd name="T4" fmla="*/ 16 w 72"/>
                  <a:gd name="T5" fmla="*/ 48 h 239"/>
                  <a:gd name="T6" fmla="*/ 8 w 72"/>
                  <a:gd name="T7" fmla="*/ 88 h 239"/>
                  <a:gd name="T8" fmla="*/ 0 w 72"/>
                  <a:gd name="T9" fmla="*/ 120 h 239"/>
                  <a:gd name="T10" fmla="*/ 0 w 72"/>
                  <a:gd name="T11" fmla="*/ 143 h 239"/>
                  <a:gd name="T12" fmla="*/ 8 w 72"/>
                  <a:gd name="T13" fmla="*/ 167 h 239"/>
                  <a:gd name="T14" fmla="*/ 24 w 72"/>
                  <a:gd name="T15" fmla="*/ 199 h 239"/>
                  <a:gd name="T16" fmla="*/ 48 w 72"/>
                  <a:gd name="T17" fmla="*/ 223 h 239"/>
                  <a:gd name="T18" fmla="*/ 72 w 72"/>
                  <a:gd name="T19" fmla="*/ 239 h 239"/>
                  <a:gd name="T20" fmla="*/ 72 w 72"/>
                  <a:gd name="T21" fmla="*/ 239 h 239"/>
                  <a:gd name="T22" fmla="*/ 48 w 72"/>
                  <a:gd name="T23" fmla="*/ 207 h 239"/>
                  <a:gd name="T24" fmla="*/ 32 w 72"/>
                  <a:gd name="T25" fmla="*/ 175 h 239"/>
                  <a:gd name="T26" fmla="*/ 24 w 72"/>
                  <a:gd name="T27" fmla="*/ 143 h 239"/>
                  <a:gd name="T28" fmla="*/ 24 w 72"/>
                  <a:gd name="T29" fmla="*/ 112 h 239"/>
                  <a:gd name="T30" fmla="*/ 32 w 72"/>
                  <a:gd name="T31" fmla="*/ 64 h 239"/>
                  <a:gd name="T32" fmla="*/ 40 w 72"/>
                  <a:gd name="T33" fmla="*/ 40 h 239"/>
                  <a:gd name="T34" fmla="*/ 56 w 72"/>
                  <a:gd name="T35" fmla="*/ 24 h 239"/>
                  <a:gd name="T36" fmla="*/ 72 w 72"/>
                  <a:gd name="T37" fmla="*/ 8 h 239"/>
                  <a:gd name="T38" fmla="*/ 72 w 72"/>
                  <a:gd name="T39" fmla="*/ 0 h 2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239">
                    <a:moveTo>
                      <a:pt x="72" y="0"/>
                    </a:moveTo>
                    <a:lnTo>
                      <a:pt x="40" y="24"/>
                    </a:lnTo>
                    <a:lnTo>
                      <a:pt x="16" y="48"/>
                    </a:lnTo>
                    <a:lnTo>
                      <a:pt x="8" y="88"/>
                    </a:lnTo>
                    <a:lnTo>
                      <a:pt x="0" y="120"/>
                    </a:lnTo>
                    <a:lnTo>
                      <a:pt x="0" y="143"/>
                    </a:lnTo>
                    <a:lnTo>
                      <a:pt x="8" y="167"/>
                    </a:lnTo>
                    <a:lnTo>
                      <a:pt x="24" y="199"/>
                    </a:lnTo>
                    <a:lnTo>
                      <a:pt x="48" y="223"/>
                    </a:lnTo>
                    <a:lnTo>
                      <a:pt x="72" y="239"/>
                    </a:lnTo>
                    <a:lnTo>
                      <a:pt x="48" y="207"/>
                    </a:lnTo>
                    <a:lnTo>
                      <a:pt x="32" y="175"/>
                    </a:lnTo>
                    <a:lnTo>
                      <a:pt x="24" y="143"/>
                    </a:lnTo>
                    <a:lnTo>
                      <a:pt x="24" y="112"/>
                    </a:lnTo>
                    <a:lnTo>
                      <a:pt x="32" y="64"/>
                    </a:lnTo>
                    <a:lnTo>
                      <a:pt x="40" y="40"/>
                    </a:lnTo>
                    <a:lnTo>
                      <a:pt x="56" y="24"/>
                    </a:lnTo>
                    <a:lnTo>
                      <a:pt x="72" y="8"/>
                    </a:lnTo>
                    <a:lnTo>
                      <a:pt x="72" y="0"/>
                    </a:lnTo>
                    <a:close/>
                  </a:path>
                </a:pathLst>
              </a:custGeom>
              <a:solidFill>
                <a:srgbClr val="000000"/>
              </a:solidFill>
              <a:ln w="9525">
                <a:solidFill>
                  <a:schemeClr val="tx1"/>
                </a:solidFill>
                <a:round/>
                <a:headEnd/>
                <a:tailEnd/>
              </a:ln>
            </p:spPr>
            <p:txBody>
              <a:bodyPr/>
              <a:lstStyle/>
              <a:p>
                <a:endParaRPr lang="zh-CN" altLang="en-US"/>
              </a:p>
            </p:txBody>
          </p:sp>
          <p:sp>
            <p:nvSpPr>
              <p:cNvPr id="47151" name="Freeform 13">
                <a:extLst>
                  <a:ext uri="{FF2B5EF4-FFF2-40B4-BE49-F238E27FC236}">
                    <a16:creationId xmlns:a16="http://schemas.microsoft.com/office/drawing/2014/main" id="{34FF3BC9-75B7-4ED4-83A6-8D6F087B1FB5}"/>
                  </a:ext>
                </a:extLst>
              </p:cNvPr>
              <p:cNvSpPr>
                <a:spLocks noEditPoints="1"/>
              </p:cNvSpPr>
              <p:nvPr/>
            </p:nvSpPr>
            <p:spPr bwMode="auto">
              <a:xfrm>
                <a:off x="4306" y="3326"/>
                <a:ext cx="136" cy="191"/>
              </a:xfrm>
              <a:custGeom>
                <a:avLst/>
                <a:gdLst>
                  <a:gd name="T0" fmla="*/ 48 w 136"/>
                  <a:gd name="T1" fmla="*/ 104 h 191"/>
                  <a:gd name="T2" fmla="*/ 56 w 136"/>
                  <a:gd name="T3" fmla="*/ 88 h 191"/>
                  <a:gd name="T4" fmla="*/ 72 w 136"/>
                  <a:gd name="T5" fmla="*/ 80 h 191"/>
                  <a:gd name="T6" fmla="*/ 88 w 136"/>
                  <a:gd name="T7" fmla="*/ 88 h 191"/>
                  <a:gd name="T8" fmla="*/ 96 w 136"/>
                  <a:gd name="T9" fmla="*/ 96 h 191"/>
                  <a:gd name="T10" fmla="*/ 104 w 136"/>
                  <a:gd name="T11" fmla="*/ 135 h 191"/>
                  <a:gd name="T12" fmla="*/ 104 w 136"/>
                  <a:gd name="T13" fmla="*/ 167 h 191"/>
                  <a:gd name="T14" fmla="*/ 88 w 136"/>
                  <a:gd name="T15" fmla="*/ 175 h 191"/>
                  <a:gd name="T16" fmla="*/ 72 w 136"/>
                  <a:gd name="T17" fmla="*/ 183 h 191"/>
                  <a:gd name="T18" fmla="*/ 56 w 136"/>
                  <a:gd name="T19" fmla="*/ 183 h 191"/>
                  <a:gd name="T20" fmla="*/ 48 w 136"/>
                  <a:gd name="T21" fmla="*/ 175 h 191"/>
                  <a:gd name="T22" fmla="*/ 48 w 136"/>
                  <a:gd name="T23" fmla="*/ 104 h 191"/>
                  <a:gd name="T24" fmla="*/ 24 w 136"/>
                  <a:gd name="T25" fmla="*/ 175 h 191"/>
                  <a:gd name="T26" fmla="*/ 32 w 136"/>
                  <a:gd name="T27" fmla="*/ 183 h 191"/>
                  <a:gd name="T28" fmla="*/ 40 w 136"/>
                  <a:gd name="T29" fmla="*/ 183 h 191"/>
                  <a:gd name="T30" fmla="*/ 64 w 136"/>
                  <a:gd name="T31" fmla="*/ 191 h 191"/>
                  <a:gd name="T32" fmla="*/ 96 w 136"/>
                  <a:gd name="T33" fmla="*/ 183 h 191"/>
                  <a:gd name="T34" fmla="*/ 120 w 136"/>
                  <a:gd name="T35" fmla="*/ 167 h 191"/>
                  <a:gd name="T36" fmla="*/ 128 w 136"/>
                  <a:gd name="T37" fmla="*/ 151 h 191"/>
                  <a:gd name="T38" fmla="*/ 136 w 136"/>
                  <a:gd name="T39" fmla="*/ 127 h 191"/>
                  <a:gd name="T40" fmla="*/ 120 w 136"/>
                  <a:gd name="T41" fmla="*/ 88 h 191"/>
                  <a:gd name="T42" fmla="*/ 104 w 136"/>
                  <a:gd name="T43" fmla="*/ 72 h 191"/>
                  <a:gd name="T44" fmla="*/ 80 w 136"/>
                  <a:gd name="T45" fmla="*/ 64 h 191"/>
                  <a:gd name="T46" fmla="*/ 56 w 136"/>
                  <a:gd name="T47" fmla="*/ 72 h 191"/>
                  <a:gd name="T48" fmla="*/ 48 w 136"/>
                  <a:gd name="T49" fmla="*/ 88 h 191"/>
                  <a:gd name="T50" fmla="*/ 48 w 136"/>
                  <a:gd name="T51" fmla="*/ 88 h 191"/>
                  <a:gd name="T52" fmla="*/ 48 w 136"/>
                  <a:gd name="T53" fmla="*/ 0 h 191"/>
                  <a:gd name="T54" fmla="*/ 40 w 136"/>
                  <a:gd name="T55" fmla="*/ 0 h 191"/>
                  <a:gd name="T56" fmla="*/ 24 w 136"/>
                  <a:gd name="T57" fmla="*/ 8 h 191"/>
                  <a:gd name="T58" fmla="*/ 0 w 136"/>
                  <a:gd name="T59" fmla="*/ 8 h 191"/>
                  <a:gd name="T60" fmla="*/ 0 w 136"/>
                  <a:gd name="T61" fmla="*/ 16 h 191"/>
                  <a:gd name="T62" fmla="*/ 8 w 136"/>
                  <a:gd name="T63" fmla="*/ 16 h 191"/>
                  <a:gd name="T64" fmla="*/ 8 w 136"/>
                  <a:gd name="T65" fmla="*/ 16 h 191"/>
                  <a:gd name="T66" fmla="*/ 24 w 136"/>
                  <a:gd name="T67" fmla="*/ 24 h 191"/>
                  <a:gd name="T68" fmla="*/ 24 w 136"/>
                  <a:gd name="T69" fmla="*/ 32 h 191"/>
                  <a:gd name="T70" fmla="*/ 24 w 136"/>
                  <a:gd name="T71" fmla="*/ 175 h 19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36" h="191">
                    <a:moveTo>
                      <a:pt x="48" y="104"/>
                    </a:moveTo>
                    <a:lnTo>
                      <a:pt x="56" y="88"/>
                    </a:lnTo>
                    <a:lnTo>
                      <a:pt x="72" y="80"/>
                    </a:lnTo>
                    <a:lnTo>
                      <a:pt x="88" y="88"/>
                    </a:lnTo>
                    <a:lnTo>
                      <a:pt x="96" y="96"/>
                    </a:lnTo>
                    <a:lnTo>
                      <a:pt x="104" y="135"/>
                    </a:lnTo>
                    <a:lnTo>
                      <a:pt x="104" y="167"/>
                    </a:lnTo>
                    <a:lnTo>
                      <a:pt x="88" y="175"/>
                    </a:lnTo>
                    <a:lnTo>
                      <a:pt x="72" y="183"/>
                    </a:lnTo>
                    <a:lnTo>
                      <a:pt x="56" y="183"/>
                    </a:lnTo>
                    <a:lnTo>
                      <a:pt x="48" y="175"/>
                    </a:lnTo>
                    <a:lnTo>
                      <a:pt x="48" y="104"/>
                    </a:lnTo>
                    <a:close/>
                    <a:moveTo>
                      <a:pt x="24" y="175"/>
                    </a:moveTo>
                    <a:lnTo>
                      <a:pt x="32" y="183"/>
                    </a:lnTo>
                    <a:lnTo>
                      <a:pt x="40" y="183"/>
                    </a:lnTo>
                    <a:lnTo>
                      <a:pt x="64" y="191"/>
                    </a:lnTo>
                    <a:lnTo>
                      <a:pt x="96" y="183"/>
                    </a:lnTo>
                    <a:lnTo>
                      <a:pt x="120" y="167"/>
                    </a:lnTo>
                    <a:lnTo>
                      <a:pt x="128" y="151"/>
                    </a:lnTo>
                    <a:lnTo>
                      <a:pt x="136" y="127"/>
                    </a:lnTo>
                    <a:lnTo>
                      <a:pt x="120" y="88"/>
                    </a:lnTo>
                    <a:lnTo>
                      <a:pt x="104" y="72"/>
                    </a:lnTo>
                    <a:lnTo>
                      <a:pt x="80" y="64"/>
                    </a:lnTo>
                    <a:lnTo>
                      <a:pt x="56" y="72"/>
                    </a:lnTo>
                    <a:lnTo>
                      <a:pt x="48" y="88"/>
                    </a:lnTo>
                    <a:lnTo>
                      <a:pt x="48" y="0"/>
                    </a:lnTo>
                    <a:lnTo>
                      <a:pt x="40" y="0"/>
                    </a:lnTo>
                    <a:lnTo>
                      <a:pt x="24" y="8"/>
                    </a:lnTo>
                    <a:lnTo>
                      <a:pt x="0" y="8"/>
                    </a:lnTo>
                    <a:lnTo>
                      <a:pt x="0" y="16"/>
                    </a:lnTo>
                    <a:lnTo>
                      <a:pt x="8" y="16"/>
                    </a:lnTo>
                    <a:lnTo>
                      <a:pt x="24" y="24"/>
                    </a:lnTo>
                    <a:lnTo>
                      <a:pt x="24" y="32"/>
                    </a:lnTo>
                    <a:lnTo>
                      <a:pt x="24" y="175"/>
                    </a:lnTo>
                    <a:close/>
                  </a:path>
                </a:pathLst>
              </a:custGeom>
              <a:solidFill>
                <a:srgbClr val="000000"/>
              </a:solidFill>
              <a:ln w="9525">
                <a:solidFill>
                  <a:schemeClr val="tx1"/>
                </a:solidFill>
                <a:round/>
                <a:headEnd/>
                <a:tailEnd/>
              </a:ln>
            </p:spPr>
            <p:txBody>
              <a:bodyPr/>
              <a:lstStyle/>
              <a:p>
                <a:endParaRPr lang="zh-CN" altLang="en-US"/>
              </a:p>
            </p:txBody>
          </p:sp>
          <p:sp>
            <p:nvSpPr>
              <p:cNvPr id="47152" name="Freeform 14">
                <a:extLst>
                  <a:ext uri="{FF2B5EF4-FFF2-40B4-BE49-F238E27FC236}">
                    <a16:creationId xmlns:a16="http://schemas.microsoft.com/office/drawing/2014/main" id="{1B3E45C4-4822-47BE-B6FF-456D77F68124}"/>
                  </a:ext>
                </a:extLst>
              </p:cNvPr>
              <p:cNvSpPr>
                <a:spLocks/>
              </p:cNvSpPr>
              <p:nvPr/>
            </p:nvSpPr>
            <p:spPr bwMode="auto">
              <a:xfrm>
                <a:off x="4458" y="3326"/>
                <a:ext cx="71" cy="239"/>
              </a:xfrm>
              <a:custGeom>
                <a:avLst/>
                <a:gdLst>
                  <a:gd name="T0" fmla="*/ 0 w 71"/>
                  <a:gd name="T1" fmla="*/ 239 h 239"/>
                  <a:gd name="T2" fmla="*/ 48 w 71"/>
                  <a:gd name="T3" fmla="*/ 191 h 239"/>
                  <a:gd name="T4" fmla="*/ 63 w 71"/>
                  <a:gd name="T5" fmla="*/ 159 h 239"/>
                  <a:gd name="T6" fmla="*/ 71 w 71"/>
                  <a:gd name="T7" fmla="*/ 127 h 239"/>
                  <a:gd name="T8" fmla="*/ 63 w 71"/>
                  <a:gd name="T9" fmla="*/ 80 h 239"/>
                  <a:gd name="T10" fmla="*/ 48 w 71"/>
                  <a:gd name="T11" fmla="*/ 48 h 239"/>
                  <a:gd name="T12" fmla="*/ 24 w 71"/>
                  <a:gd name="T13" fmla="*/ 24 h 239"/>
                  <a:gd name="T14" fmla="*/ 0 w 71"/>
                  <a:gd name="T15" fmla="*/ 0 h 239"/>
                  <a:gd name="T16" fmla="*/ 0 w 71"/>
                  <a:gd name="T17" fmla="*/ 8 h 239"/>
                  <a:gd name="T18" fmla="*/ 32 w 71"/>
                  <a:gd name="T19" fmla="*/ 32 h 239"/>
                  <a:gd name="T20" fmla="*/ 40 w 71"/>
                  <a:gd name="T21" fmla="*/ 64 h 239"/>
                  <a:gd name="T22" fmla="*/ 48 w 71"/>
                  <a:gd name="T23" fmla="*/ 96 h 239"/>
                  <a:gd name="T24" fmla="*/ 48 w 71"/>
                  <a:gd name="T25" fmla="*/ 127 h 239"/>
                  <a:gd name="T26" fmla="*/ 40 w 71"/>
                  <a:gd name="T27" fmla="*/ 175 h 239"/>
                  <a:gd name="T28" fmla="*/ 32 w 71"/>
                  <a:gd name="T29" fmla="*/ 207 h 239"/>
                  <a:gd name="T30" fmla="*/ 16 w 71"/>
                  <a:gd name="T31" fmla="*/ 223 h 239"/>
                  <a:gd name="T32" fmla="*/ 0 w 71"/>
                  <a:gd name="T33" fmla="*/ 239 h 239"/>
                  <a:gd name="T34" fmla="*/ 0 w 71"/>
                  <a:gd name="T35" fmla="*/ 239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1" h="239">
                    <a:moveTo>
                      <a:pt x="0" y="239"/>
                    </a:moveTo>
                    <a:lnTo>
                      <a:pt x="48" y="191"/>
                    </a:lnTo>
                    <a:lnTo>
                      <a:pt x="63" y="159"/>
                    </a:lnTo>
                    <a:lnTo>
                      <a:pt x="71" y="127"/>
                    </a:lnTo>
                    <a:lnTo>
                      <a:pt x="63" y="80"/>
                    </a:lnTo>
                    <a:lnTo>
                      <a:pt x="48" y="48"/>
                    </a:lnTo>
                    <a:lnTo>
                      <a:pt x="24" y="24"/>
                    </a:lnTo>
                    <a:lnTo>
                      <a:pt x="0" y="0"/>
                    </a:lnTo>
                    <a:lnTo>
                      <a:pt x="0" y="8"/>
                    </a:lnTo>
                    <a:lnTo>
                      <a:pt x="32" y="32"/>
                    </a:lnTo>
                    <a:lnTo>
                      <a:pt x="40" y="64"/>
                    </a:lnTo>
                    <a:lnTo>
                      <a:pt x="48" y="96"/>
                    </a:lnTo>
                    <a:lnTo>
                      <a:pt x="48" y="127"/>
                    </a:lnTo>
                    <a:lnTo>
                      <a:pt x="40" y="175"/>
                    </a:lnTo>
                    <a:lnTo>
                      <a:pt x="32" y="207"/>
                    </a:lnTo>
                    <a:lnTo>
                      <a:pt x="16" y="223"/>
                    </a:lnTo>
                    <a:lnTo>
                      <a:pt x="0" y="239"/>
                    </a:lnTo>
                    <a:close/>
                  </a:path>
                </a:pathLst>
              </a:custGeom>
              <a:solidFill>
                <a:srgbClr val="000000"/>
              </a:solidFill>
              <a:ln w="9525">
                <a:solidFill>
                  <a:schemeClr val="tx1"/>
                </a:solidFill>
                <a:round/>
                <a:headEnd/>
                <a:tailEnd/>
              </a:ln>
            </p:spPr>
            <p:txBody>
              <a:bodyPr/>
              <a:lstStyle/>
              <a:p>
                <a:endParaRPr lang="zh-CN" altLang="en-US"/>
              </a:p>
            </p:txBody>
          </p:sp>
          <p:sp>
            <p:nvSpPr>
              <p:cNvPr id="47153" name="Freeform 15">
                <a:extLst>
                  <a:ext uri="{FF2B5EF4-FFF2-40B4-BE49-F238E27FC236}">
                    <a16:creationId xmlns:a16="http://schemas.microsoft.com/office/drawing/2014/main" id="{7DD1B7AA-2D83-46FA-BB52-17FA8DD26595}"/>
                  </a:ext>
                </a:extLst>
              </p:cNvPr>
              <p:cNvSpPr>
                <a:spLocks/>
              </p:cNvSpPr>
              <p:nvPr/>
            </p:nvSpPr>
            <p:spPr bwMode="auto">
              <a:xfrm>
                <a:off x="3292" y="1405"/>
                <a:ext cx="143" cy="143"/>
              </a:xfrm>
              <a:custGeom>
                <a:avLst/>
                <a:gdLst>
                  <a:gd name="T0" fmla="*/ 64 w 143"/>
                  <a:gd name="T1" fmla="*/ 63 h 143"/>
                  <a:gd name="T2" fmla="*/ 0 w 143"/>
                  <a:gd name="T3" fmla="*/ 63 h 143"/>
                  <a:gd name="T4" fmla="*/ 0 w 143"/>
                  <a:gd name="T5" fmla="*/ 79 h 143"/>
                  <a:gd name="T6" fmla="*/ 64 w 143"/>
                  <a:gd name="T7" fmla="*/ 79 h 143"/>
                  <a:gd name="T8" fmla="*/ 64 w 143"/>
                  <a:gd name="T9" fmla="*/ 143 h 143"/>
                  <a:gd name="T10" fmla="*/ 80 w 143"/>
                  <a:gd name="T11" fmla="*/ 143 h 143"/>
                  <a:gd name="T12" fmla="*/ 80 w 143"/>
                  <a:gd name="T13" fmla="*/ 79 h 143"/>
                  <a:gd name="T14" fmla="*/ 143 w 143"/>
                  <a:gd name="T15" fmla="*/ 79 h 143"/>
                  <a:gd name="T16" fmla="*/ 143 w 143"/>
                  <a:gd name="T17" fmla="*/ 63 h 143"/>
                  <a:gd name="T18" fmla="*/ 80 w 143"/>
                  <a:gd name="T19" fmla="*/ 63 h 143"/>
                  <a:gd name="T20" fmla="*/ 80 w 143"/>
                  <a:gd name="T21" fmla="*/ 0 h 143"/>
                  <a:gd name="T22" fmla="*/ 64 w 143"/>
                  <a:gd name="T23" fmla="*/ 0 h 143"/>
                  <a:gd name="T24" fmla="*/ 64 w 143"/>
                  <a:gd name="T25" fmla="*/ 63 h 1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3" h="143">
                    <a:moveTo>
                      <a:pt x="64" y="63"/>
                    </a:moveTo>
                    <a:lnTo>
                      <a:pt x="0" y="63"/>
                    </a:lnTo>
                    <a:lnTo>
                      <a:pt x="0" y="79"/>
                    </a:lnTo>
                    <a:lnTo>
                      <a:pt x="64" y="79"/>
                    </a:lnTo>
                    <a:lnTo>
                      <a:pt x="64" y="143"/>
                    </a:lnTo>
                    <a:lnTo>
                      <a:pt x="80" y="143"/>
                    </a:lnTo>
                    <a:lnTo>
                      <a:pt x="80" y="79"/>
                    </a:lnTo>
                    <a:lnTo>
                      <a:pt x="143" y="79"/>
                    </a:lnTo>
                    <a:lnTo>
                      <a:pt x="143" y="63"/>
                    </a:lnTo>
                    <a:lnTo>
                      <a:pt x="80" y="63"/>
                    </a:lnTo>
                    <a:lnTo>
                      <a:pt x="80" y="0"/>
                    </a:lnTo>
                    <a:lnTo>
                      <a:pt x="64" y="0"/>
                    </a:lnTo>
                    <a:lnTo>
                      <a:pt x="64" y="63"/>
                    </a:lnTo>
                    <a:close/>
                  </a:path>
                </a:pathLst>
              </a:custGeom>
              <a:solidFill>
                <a:srgbClr val="000000"/>
              </a:solidFill>
              <a:ln w="9525">
                <a:solidFill>
                  <a:schemeClr val="tx1"/>
                </a:solidFill>
                <a:round/>
                <a:headEnd/>
                <a:tailEnd/>
              </a:ln>
            </p:spPr>
            <p:txBody>
              <a:bodyPr/>
              <a:lstStyle/>
              <a:p>
                <a:endParaRPr lang="zh-CN" altLang="en-US"/>
              </a:p>
            </p:txBody>
          </p:sp>
          <p:sp>
            <p:nvSpPr>
              <p:cNvPr id="47154" name="Rectangle 16">
                <a:extLst>
                  <a:ext uri="{FF2B5EF4-FFF2-40B4-BE49-F238E27FC236}">
                    <a16:creationId xmlns:a16="http://schemas.microsoft.com/office/drawing/2014/main" id="{CC051109-D8F1-4B25-A644-353C45690188}"/>
                  </a:ext>
                </a:extLst>
              </p:cNvPr>
              <p:cNvSpPr>
                <a:spLocks noChangeArrowheads="1"/>
              </p:cNvSpPr>
              <p:nvPr/>
            </p:nvSpPr>
            <p:spPr bwMode="auto">
              <a:xfrm>
                <a:off x="3292" y="2170"/>
                <a:ext cx="143" cy="16"/>
              </a:xfrm>
              <a:prstGeom prst="rect">
                <a:avLst/>
              </a:prstGeom>
              <a:solidFill>
                <a:srgbClr val="000000"/>
              </a:solidFill>
              <a:ln w="9525">
                <a:solidFill>
                  <a:schemeClr val="tx1"/>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7155" name="Freeform 17">
                <a:extLst>
                  <a:ext uri="{FF2B5EF4-FFF2-40B4-BE49-F238E27FC236}">
                    <a16:creationId xmlns:a16="http://schemas.microsoft.com/office/drawing/2014/main" id="{8490324F-A994-4921-B82F-99572930732C}"/>
                  </a:ext>
                </a:extLst>
              </p:cNvPr>
              <p:cNvSpPr>
                <a:spLocks/>
              </p:cNvSpPr>
              <p:nvPr/>
            </p:nvSpPr>
            <p:spPr bwMode="auto">
              <a:xfrm>
                <a:off x="3659" y="1835"/>
                <a:ext cx="216" cy="88"/>
              </a:xfrm>
              <a:custGeom>
                <a:avLst/>
                <a:gdLst>
                  <a:gd name="T0" fmla="*/ 0 w 216"/>
                  <a:gd name="T1" fmla="*/ 88 h 88"/>
                  <a:gd name="T2" fmla="*/ 0 w 216"/>
                  <a:gd name="T3" fmla="*/ 0 h 88"/>
                  <a:gd name="T4" fmla="*/ 216 w 216"/>
                  <a:gd name="T5" fmla="*/ 0 h 88"/>
                  <a:gd name="T6" fmla="*/ 216 w 216"/>
                  <a:gd name="T7" fmla="*/ 88 h 88"/>
                  <a:gd name="T8" fmla="*/ 0 w 216"/>
                  <a:gd name="T9" fmla="*/ 88 h 88"/>
                  <a:gd name="T10" fmla="*/ 0 w 216"/>
                  <a:gd name="T11" fmla="*/ 88 h 8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 h="88">
                    <a:moveTo>
                      <a:pt x="0" y="88"/>
                    </a:moveTo>
                    <a:lnTo>
                      <a:pt x="0" y="0"/>
                    </a:lnTo>
                    <a:lnTo>
                      <a:pt x="216" y="0"/>
                    </a:lnTo>
                    <a:lnTo>
                      <a:pt x="216" y="88"/>
                    </a:lnTo>
                    <a:lnTo>
                      <a:pt x="0" y="88"/>
                    </a:lnTo>
                    <a:close/>
                  </a:path>
                </a:pathLst>
              </a:custGeom>
              <a:solidFill>
                <a:schemeClr val="bg1"/>
              </a:solidFill>
              <a:ln w="9525">
                <a:solidFill>
                  <a:schemeClr val="bg1"/>
                </a:solidFill>
                <a:round/>
                <a:headEnd/>
                <a:tailEnd/>
              </a:ln>
            </p:spPr>
            <p:txBody>
              <a:bodyPr/>
              <a:lstStyle/>
              <a:p>
                <a:endParaRPr lang="zh-CN" altLang="en-US"/>
              </a:p>
            </p:txBody>
          </p:sp>
          <p:sp>
            <p:nvSpPr>
              <p:cNvPr id="47156" name="Freeform 18">
                <a:extLst>
                  <a:ext uri="{FF2B5EF4-FFF2-40B4-BE49-F238E27FC236}">
                    <a16:creationId xmlns:a16="http://schemas.microsoft.com/office/drawing/2014/main" id="{98E7DCC5-1C7F-4267-89E1-7167444B48FA}"/>
                  </a:ext>
                </a:extLst>
              </p:cNvPr>
              <p:cNvSpPr>
                <a:spLocks/>
              </p:cNvSpPr>
              <p:nvPr/>
            </p:nvSpPr>
            <p:spPr bwMode="auto">
              <a:xfrm>
                <a:off x="3763" y="1835"/>
                <a:ext cx="192" cy="1"/>
              </a:xfrm>
              <a:custGeom>
                <a:avLst/>
                <a:gdLst>
                  <a:gd name="T0" fmla="*/ 0 w 192"/>
                  <a:gd name="T1" fmla="*/ 0 h 1"/>
                  <a:gd name="T2" fmla="*/ 192 w 192"/>
                  <a:gd name="T3" fmla="*/ 0 h 1"/>
                  <a:gd name="T4" fmla="*/ 0 w 192"/>
                  <a:gd name="T5" fmla="*/ 0 h 1"/>
                  <a:gd name="T6" fmla="*/ 0 w 192"/>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
                    <a:moveTo>
                      <a:pt x="0" y="0"/>
                    </a:moveTo>
                    <a:lnTo>
                      <a:pt x="192" y="0"/>
                    </a:lnTo>
                    <a:lnTo>
                      <a:pt x="0" y="0"/>
                    </a:lnTo>
                    <a:close/>
                  </a:path>
                </a:pathLst>
              </a:custGeom>
              <a:solidFill>
                <a:srgbClr val="F0027F"/>
              </a:solidFill>
              <a:ln w="9525">
                <a:solidFill>
                  <a:srgbClr val="006666"/>
                </a:solidFill>
                <a:round/>
                <a:headEnd/>
                <a:tailEnd/>
              </a:ln>
            </p:spPr>
            <p:txBody>
              <a:bodyPr/>
              <a:lstStyle/>
              <a:p>
                <a:endParaRPr lang="zh-CN" altLang="en-US"/>
              </a:p>
            </p:txBody>
          </p:sp>
          <p:sp>
            <p:nvSpPr>
              <p:cNvPr id="47157" name="Freeform 19">
                <a:extLst>
                  <a:ext uri="{FF2B5EF4-FFF2-40B4-BE49-F238E27FC236}">
                    <a16:creationId xmlns:a16="http://schemas.microsoft.com/office/drawing/2014/main" id="{621140FE-4609-4127-9695-8A10CFDDAFE5}"/>
                  </a:ext>
                </a:extLst>
              </p:cNvPr>
              <p:cNvSpPr>
                <a:spLocks/>
              </p:cNvSpPr>
              <p:nvPr/>
            </p:nvSpPr>
            <p:spPr bwMode="auto">
              <a:xfrm>
                <a:off x="3763" y="1923"/>
                <a:ext cx="120" cy="1"/>
              </a:xfrm>
              <a:custGeom>
                <a:avLst/>
                <a:gdLst>
                  <a:gd name="T0" fmla="*/ 0 w 120"/>
                  <a:gd name="T1" fmla="*/ 0 h 1"/>
                  <a:gd name="T2" fmla="*/ 120 w 120"/>
                  <a:gd name="T3" fmla="*/ 0 h 1"/>
                  <a:gd name="T4" fmla="*/ 0 w 120"/>
                  <a:gd name="T5" fmla="*/ 0 h 1"/>
                  <a:gd name="T6" fmla="*/ 0 w 120"/>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20" h="1">
                    <a:moveTo>
                      <a:pt x="0" y="0"/>
                    </a:moveTo>
                    <a:lnTo>
                      <a:pt x="120" y="0"/>
                    </a:lnTo>
                    <a:lnTo>
                      <a:pt x="0" y="0"/>
                    </a:lnTo>
                    <a:close/>
                  </a:path>
                </a:pathLst>
              </a:custGeom>
              <a:solidFill>
                <a:srgbClr val="F0027F"/>
              </a:solidFill>
              <a:ln w="9525">
                <a:solidFill>
                  <a:srgbClr val="006666"/>
                </a:solidFill>
                <a:round/>
                <a:headEnd/>
                <a:tailEnd/>
              </a:ln>
            </p:spPr>
            <p:txBody>
              <a:bodyPr/>
              <a:lstStyle/>
              <a:p>
                <a:endParaRPr lang="zh-CN" altLang="en-US"/>
              </a:p>
            </p:txBody>
          </p:sp>
          <p:sp>
            <p:nvSpPr>
              <p:cNvPr id="47158" name="Freeform 20">
                <a:extLst>
                  <a:ext uri="{FF2B5EF4-FFF2-40B4-BE49-F238E27FC236}">
                    <a16:creationId xmlns:a16="http://schemas.microsoft.com/office/drawing/2014/main" id="{4CEC2E86-F2B6-41C1-BAA3-F2D6C84F2E82}"/>
                  </a:ext>
                </a:extLst>
              </p:cNvPr>
              <p:cNvSpPr>
                <a:spLocks/>
              </p:cNvSpPr>
              <p:nvPr/>
            </p:nvSpPr>
            <p:spPr bwMode="auto">
              <a:xfrm>
                <a:off x="3571" y="1835"/>
                <a:ext cx="192" cy="1"/>
              </a:xfrm>
              <a:custGeom>
                <a:avLst/>
                <a:gdLst>
                  <a:gd name="T0" fmla="*/ 192 w 192"/>
                  <a:gd name="T1" fmla="*/ 0 h 1"/>
                  <a:gd name="T2" fmla="*/ 0 w 192"/>
                  <a:gd name="T3" fmla="*/ 0 h 1"/>
                  <a:gd name="T4" fmla="*/ 192 w 192"/>
                  <a:gd name="T5" fmla="*/ 0 h 1"/>
                  <a:gd name="T6" fmla="*/ 192 w 192"/>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2" h="1">
                    <a:moveTo>
                      <a:pt x="192" y="0"/>
                    </a:moveTo>
                    <a:lnTo>
                      <a:pt x="0" y="0"/>
                    </a:lnTo>
                    <a:lnTo>
                      <a:pt x="192" y="0"/>
                    </a:lnTo>
                    <a:close/>
                  </a:path>
                </a:pathLst>
              </a:custGeom>
              <a:solidFill>
                <a:srgbClr val="F0027F"/>
              </a:solidFill>
              <a:ln w="9525">
                <a:solidFill>
                  <a:srgbClr val="006666"/>
                </a:solidFill>
                <a:round/>
                <a:headEnd/>
                <a:tailEnd/>
              </a:ln>
            </p:spPr>
            <p:txBody>
              <a:bodyPr/>
              <a:lstStyle/>
              <a:p>
                <a:endParaRPr lang="zh-CN" altLang="en-US"/>
              </a:p>
            </p:txBody>
          </p:sp>
          <p:sp>
            <p:nvSpPr>
              <p:cNvPr id="47159" name="Freeform 21">
                <a:extLst>
                  <a:ext uri="{FF2B5EF4-FFF2-40B4-BE49-F238E27FC236}">
                    <a16:creationId xmlns:a16="http://schemas.microsoft.com/office/drawing/2014/main" id="{2CAF1A3E-C780-4415-BF99-1841027F6D25}"/>
                  </a:ext>
                </a:extLst>
              </p:cNvPr>
              <p:cNvSpPr>
                <a:spLocks/>
              </p:cNvSpPr>
              <p:nvPr/>
            </p:nvSpPr>
            <p:spPr bwMode="auto">
              <a:xfrm>
                <a:off x="3651" y="1923"/>
                <a:ext cx="112" cy="1"/>
              </a:xfrm>
              <a:custGeom>
                <a:avLst/>
                <a:gdLst>
                  <a:gd name="T0" fmla="*/ 112 w 112"/>
                  <a:gd name="T1" fmla="*/ 0 h 1"/>
                  <a:gd name="T2" fmla="*/ 0 w 112"/>
                  <a:gd name="T3" fmla="*/ 0 h 1"/>
                  <a:gd name="T4" fmla="*/ 112 w 112"/>
                  <a:gd name="T5" fmla="*/ 0 h 1"/>
                  <a:gd name="T6" fmla="*/ 112 w 112"/>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2" h="1">
                    <a:moveTo>
                      <a:pt x="112" y="0"/>
                    </a:moveTo>
                    <a:lnTo>
                      <a:pt x="0" y="0"/>
                    </a:lnTo>
                    <a:lnTo>
                      <a:pt x="112" y="0"/>
                    </a:lnTo>
                    <a:close/>
                  </a:path>
                </a:pathLst>
              </a:custGeom>
              <a:solidFill>
                <a:srgbClr val="F0027F"/>
              </a:solidFill>
              <a:ln w="9525">
                <a:solidFill>
                  <a:srgbClr val="006666"/>
                </a:solidFill>
                <a:round/>
                <a:headEnd/>
                <a:tailEnd/>
              </a:ln>
            </p:spPr>
            <p:txBody>
              <a:bodyPr/>
              <a:lstStyle/>
              <a:p>
                <a:endParaRPr lang="zh-CN" altLang="en-US"/>
              </a:p>
            </p:txBody>
          </p:sp>
          <p:sp>
            <p:nvSpPr>
              <p:cNvPr id="47160" name="Freeform 22">
                <a:extLst>
                  <a:ext uri="{FF2B5EF4-FFF2-40B4-BE49-F238E27FC236}">
                    <a16:creationId xmlns:a16="http://schemas.microsoft.com/office/drawing/2014/main" id="{4DCDB782-2E29-4870-BD11-F8CEE97F87F5}"/>
                  </a:ext>
                </a:extLst>
              </p:cNvPr>
              <p:cNvSpPr>
                <a:spLocks/>
              </p:cNvSpPr>
              <p:nvPr/>
            </p:nvSpPr>
            <p:spPr bwMode="auto">
              <a:xfrm>
                <a:off x="4609" y="767"/>
                <a:ext cx="128" cy="127"/>
              </a:xfrm>
              <a:custGeom>
                <a:avLst/>
                <a:gdLst>
                  <a:gd name="T0" fmla="*/ 64 w 128"/>
                  <a:gd name="T1" fmla="*/ 127 h 127"/>
                  <a:gd name="T2" fmla="*/ 88 w 128"/>
                  <a:gd name="T3" fmla="*/ 119 h 127"/>
                  <a:gd name="T4" fmla="*/ 112 w 128"/>
                  <a:gd name="T5" fmla="*/ 111 h 127"/>
                  <a:gd name="T6" fmla="*/ 120 w 128"/>
                  <a:gd name="T7" fmla="*/ 88 h 127"/>
                  <a:gd name="T8" fmla="*/ 128 w 128"/>
                  <a:gd name="T9" fmla="*/ 64 h 127"/>
                  <a:gd name="T10" fmla="*/ 120 w 128"/>
                  <a:gd name="T11" fmla="*/ 40 h 127"/>
                  <a:gd name="T12" fmla="*/ 112 w 128"/>
                  <a:gd name="T13" fmla="*/ 24 h 127"/>
                  <a:gd name="T14" fmla="*/ 88 w 128"/>
                  <a:gd name="T15" fmla="*/ 8 h 127"/>
                  <a:gd name="T16" fmla="*/ 64 w 128"/>
                  <a:gd name="T17" fmla="*/ 0 h 127"/>
                  <a:gd name="T18" fmla="*/ 40 w 128"/>
                  <a:gd name="T19" fmla="*/ 8 h 127"/>
                  <a:gd name="T20" fmla="*/ 24 w 128"/>
                  <a:gd name="T21" fmla="*/ 24 h 127"/>
                  <a:gd name="T22" fmla="*/ 8 w 128"/>
                  <a:gd name="T23" fmla="*/ 40 h 127"/>
                  <a:gd name="T24" fmla="*/ 0 w 128"/>
                  <a:gd name="T25" fmla="*/ 64 h 127"/>
                  <a:gd name="T26" fmla="*/ 8 w 128"/>
                  <a:gd name="T27" fmla="*/ 88 h 127"/>
                  <a:gd name="T28" fmla="*/ 24 w 128"/>
                  <a:gd name="T29" fmla="*/ 111 h 127"/>
                  <a:gd name="T30" fmla="*/ 40 w 128"/>
                  <a:gd name="T31" fmla="*/ 119 h 127"/>
                  <a:gd name="T32" fmla="*/ 64 w 128"/>
                  <a:gd name="T33" fmla="*/ 127 h 127"/>
                  <a:gd name="T34" fmla="*/ 64 w 128"/>
                  <a:gd name="T35" fmla="*/ 127 h 1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8" h="127">
                    <a:moveTo>
                      <a:pt x="64" y="127"/>
                    </a:moveTo>
                    <a:lnTo>
                      <a:pt x="88" y="119"/>
                    </a:lnTo>
                    <a:lnTo>
                      <a:pt x="112" y="111"/>
                    </a:lnTo>
                    <a:lnTo>
                      <a:pt x="120" y="88"/>
                    </a:lnTo>
                    <a:lnTo>
                      <a:pt x="128" y="64"/>
                    </a:lnTo>
                    <a:lnTo>
                      <a:pt x="120" y="40"/>
                    </a:lnTo>
                    <a:lnTo>
                      <a:pt x="112" y="24"/>
                    </a:lnTo>
                    <a:lnTo>
                      <a:pt x="88" y="8"/>
                    </a:lnTo>
                    <a:lnTo>
                      <a:pt x="64" y="0"/>
                    </a:lnTo>
                    <a:lnTo>
                      <a:pt x="40" y="8"/>
                    </a:lnTo>
                    <a:lnTo>
                      <a:pt x="24" y="24"/>
                    </a:lnTo>
                    <a:lnTo>
                      <a:pt x="8" y="40"/>
                    </a:lnTo>
                    <a:lnTo>
                      <a:pt x="0" y="64"/>
                    </a:lnTo>
                    <a:lnTo>
                      <a:pt x="8" y="88"/>
                    </a:lnTo>
                    <a:lnTo>
                      <a:pt x="24" y="111"/>
                    </a:lnTo>
                    <a:lnTo>
                      <a:pt x="40" y="119"/>
                    </a:lnTo>
                    <a:lnTo>
                      <a:pt x="64" y="127"/>
                    </a:lnTo>
                    <a:close/>
                  </a:path>
                </a:pathLst>
              </a:custGeom>
              <a:solidFill>
                <a:srgbClr val="FFFFFF"/>
              </a:solidFill>
              <a:ln w="9525">
                <a:solidFill>
                  <a:schemeClr val="tx1"/>
                </a:solidFill>
                <a:round/>
                <a:headEnd/>
                <a:tailEnd/>
              </a:ln>
            </p:spPr>
            <p:txBody>
              <a:bodyPr/>
              <a:lstStyle/>
              <a:p>
                <a:endParaRPr lang="zh-CN" altLang="en-US"/>
              </a:p>
            </p:txBody>
          </p:sp>
          <p:sp>
            <p:nvSpPr>
              <p:cNvPr id="47161" name="Freeform 23">
                <a:extLst>
                  <a:ext uri="{FF2B5EF4-FFF2-40B4-BE49-F238E27FC236}">
                    <a16:creationId xmlns:a16="http://schemas.microsoft.com/office/drawing/2014/main" id="{D6C19861-30EB-43E7-8DB3-AB299EC80B57}"/>
                  </a:ext>
                </a:extLst>
              </p:cNvPr>
              <p:cNvSpPr>
                <a:spLocks/>
              </p:cNvSpPr>
              <p:nvPr/>
            </p:nvSpPr>
            <p:spPr bwMode="auto">
              <a:xfrm>
                <a:off x="4673" y="831"/>
                <a:ext cx="64" cy="63"/>
              </a:xfrm>
              <a:custGeom>
                <a:avLst/>
                <a:gdLst>
                  <a:gd name="T0" fmla="*/ 0 w 64"/>
                  <a:gd name="T1" fmla="*/ 63 h 63"/>
                  <a:gd name="T2" fmla="*/ 24 w 64"/>
                  <a:gd name="T3" fmla="*/ 55 h 63"/>
                  <a:gd name="T4" fmla="*/ 48 w 64"/>
                  <a:gd name="T5" fmla="*/ 47 h 63"/>
                  <a:gd name="T6" fmla="*/ 56 w 64"/>
                  <a:gd name="T7" fmla="*/ 24 h 63"/>
                  <a:gd name="T8" fmla="*/ 64 w 64"/>
                  <a:gd name="T9" fmla="*/ 0 h 63"/>
                  <a:gd name="T10" fmla="*/ 64 w 64"/>
                  <a:gd name="T11" fmla="*/ 0 h 63"/>
                  <a:gd name="T12" fmla="*/ 56 w 64"/>
                  <a:gd name="T13" fmla="*/ 24 h 63"/>
                  <a:gd name="T14" fmla="*/ 48 w 64"/>
                  <a:gd name="T15" fmla="*/ 47 h 63"/>
                  <a:gd name="T16" fmla="*/ 24 w 64"/>
                  <a:gd name="T17" fmla="*/ 55 h 63"/>
                  <a:gd name="T18" fmla="*/ 0 w 64"/>
                  <a:gd name="T19" fmla="*/ 63 h 63"/>
                  <a:gd name="T20" fmla="*/ 0 w 64"/>
                  <a:gd name="T21" fmla="*/ 63 h 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 h="63">
                    <a:moveTo>
                      <a:pt x="0" y="63"/>
                    </a:moveTo>
                    <a:lnTo>
                      <a:pt x="24" y="55"/>
                    </a:lnTo>
                    <a:lnTo>
                      <a:pt x="48" y="47"/>
                    </a:lnTo>
                    <a:lnTo>
                      <a:pt x="56" y="24"/>
                    </a:lnTo>
                    <a:lnTo>
                      <a:pt x="64" y="0"/>
                    </a:lnTo>
                    <a:lnTo>
                      <a:pt x="56" y="24"/>
                    </a:lnTo>
                    <a:lnTo>
                      <a:pt x="48" y="47"/>
                    </a:lnTo>
                    <a:lnTo>
                      <a:pt x="24" y="55"/>
                    </a:lnTo>
                    <a:lnTo>
                      <a:pt x="0" y="63"/>
                    </a:lnTo>
                    <a:close/>
                  </a:path>
                </a:pathLst>
              </a:custGeom>
              <a:solidFill>
                <a:srgbClr val="000000"/>
              </a:solidFill>
              <a:ln w="9525">
                <a:solidFill>
                  <a:schemeClr val="tx1"/>
                </a:solidFill>
                <a:round/>
                <a:headEnd/>
                <a:tailEnd/>
              </a:ln>
            </p:spPr>
            <p:txBody>
              <a:bodyPr/>
              <a:lstStyle/>
              <a:p>
                <a:endParaRPr lang="zh-CN" altLang="en-US"/>
              </a:p>
            </p:txBody>
          </p:sp>
          <p:sp>
            <p:nvSpPr>
              <p:cNvPr id="47162" name="Freeform 24">
                <a:extLst>
                  <a:ext uri="{FF2B5EF4-FFF2-40B4-BE49-F238E27FC236}">
                    <a16:creationId xmlns:a16="http://schemas.microsoft.com/office/drawing/2014/main" id="{1E4F4475-C064-451D-ACF1-14164B3FA4B2}"/>
                  </a:ext>
                </a:extLst>
              </p:cNvPr>
              <p:cNvSpPr>
                <a:spLocks noEditPoints="1"/>
              </p:cNvSpPr>
              <p:nvPr/>
            </p:nvSpPr>
            <p:spPr bwMode="auto">
              <a:xfrm>
                <a:off x="4673" y="767"/>
                <a:ext cx="64" cy="64"/>
              </a:xfrm>
              <a:custGeom>
                <a:avLst/>
                <a:gdLst>
                  <a:gd name="T0" fmla="*/ 64 w 64"/>
                  <a:gd name="T1" fmla="*/ 64 h 64"/>
                  <a:gd name="T2" fmla="*/ 56 w 64"/>
                  <a:gd name="T3" fmla="*/ 40 h 64"/>
                  <a:gd name="T4" fmla="*/ 48 w 64"/>
                  <a:gd name="T5" fmla="*/ 24 h 64"/>
                  <a:gd name="T6" fmla="*/ 24 w 64"/>
                  <a:gd name="T7" fmla="*/ 8 h 64"/>
                  <a:gd name="T8" fmla="*/ 0 w 64"/>
                  <a:gd name="T9" fmla="*/ 0 h 64"/>
                  <a:gd name="T10" fmla="*/ 0 w 64"/>
                  <a:gd name="T11" fmla="*/ 0 h 64"/>
                  <a:gd name="T12" fmla="*/ 24 w 64"/>
                  <a:gd name="T13" fmla="*/ 8 h 64"/>
                  <a:gd name="T14" fmla="*/ 48 w 64"/>
                  <a:gd name="T15" fmla="*/ 24 h 64"/>
                  <a:gd name="T16" fmla="*/ 56 w 64"/>
                  <a:gd name="T17" fmla="*/ 40 h 64"/>
                  <a:gd name="T18" fmla="*/ 64 w 64"/>
                  <a:gd name="T19" fmla="*/ 64 h 64"/>
                  <a:gd name="T20" fmla="*/ 64 w 64"/>
                  <a:gd name="T21" fmla="*/ 64 h 64"/>
                  <a:gd name="T22" fmla="*/ 64 w 64"/>
                  <a:gd name="T23" fmla="*/ 64 h 64"/>
                  <a:gd name="T24" fmla="*/ 64 w 64"/>
                  <a:gd name="T25" fmla="*/ 64 h 64"/>
                  <a:gd name="T26" fmla="*/ 64 w 64"/>
                  <a:gd name="T27" fmla="*/ 64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4">
                    <a:moveTo>
                      <a:pt x="64" y="64"/>
                    </a:moveTo>
                    <a:lnTo>
                      <a:pt x="56" y="40"/>
                    </a:lnTo>
                    <a:lnTo>
                      <a:pt x="48" y="24"/>
                    </a:lnTo>
                    <a:lnTo>
                      <a:pt x="24" y="8"/>
                    </a:lnTo>
                    <a:lnTo>
                      <a:pt x="0" y="0"/>
                    </a:lnTo>
                    <a:lnTo>
                      <a:pt x="24" y="8"/>
                    </a:lnTo>
                    <a:lnTo>
                      <a:pt x="48" y="24"/>
                    </a:lnTo>
                    <a:lnTo>
                      <a:pt x="56" y="40"/>
                    </a:lnTo>
                    <a:lnTo>
                      <a:pt x="64" y="64"/>
                    </a:lnTo>
                    <a:close/>
                    <a:moveTo>
                      <a:pt x="64" y="64"/>
                    </a:moveTo>
                    <a:lnTo>
                      <a:pt x="64" y="64"/>
                    </a:lnTo>
                    <a:close/>
                  </a:path>
                </a:pathLst>
              </a:custGeom>
              <a:solidFill>
                <a:srgbClr val="000000"/>
              </a:solidFill>
              <a:ln w="9525">
                <a:solidFill>
                  <a:schemeClr val="tx1"/>
                </a:solidFill>
                <a:round/>
                <a:headEnd/>
                <a:tailEnd/>
              </a:ln>
            </p:spPr>
            <p:txBody>
              <a:bodyPr/>
              <a:lstStyle/>
              <a:p>
                <a:endParaRPr lang="zh-CN" altLang="en-US"/>
              </a:p>
            </p:txBody>
          </p:sp>
          <p:sp>
            <p:nvSpPr>
              <p:cNvPr id="47163" name="Freeform 25">
                <a:extLst>
                  <a:ext uri="{FF2B5EF4-FFF2-40B4-BE49-F238E27FC236}">
                    <a16:creationId xmlns:a16="http://schemas.microsoft.com/office/drawing/2014/main" id="{068C6E56-D693-4858-9E81-8ED276AEB726}"/>
                  </a:ext>
                </a:extLst>
              </p:cNvPr>
              <p:cNvSpPr>
                <a:spLocks noEditPoints="1"/>
              </p:cNvSpPr>
              <p:nvPr/>
            </p:nvSpPr>
            <p:spPr bwMode="auto">
              <a:xfrm>
                <a:off x="4609" y="767"/>
                <a:ext cx="64" cy="64"/>
              </a:xfrm>
              <a:custGeom>
                <a:avLst/>
                <a:gdLst>
                  <a:gd name="T0" fmla="*/ 64 w 64"/>
                  <a:gd name="T1" fmla="*/ 0 h 64"/>
                  <a:gd name="T2" fmla="*/ 40 w 64"/>
                  <a:gd name="T3" fmla="*/ 8 h 64"/>
                  <a:gd name="T4" fmla="*/ 24 w 64"/>
                  <a:gd name="T5" fmla="*/ 24 h 64"/>
                  <a:gd name="T6" fmla="*/ 8 w 64"/>
                  <a:gd name="T7" fmla="*/ 40 h 64"/>
                  <a:gd name="T8" fmla="*/ 0 w 64"/>
                  <a:gd name="T9" fmla="*/ 64 h 64"/>
                  <a:gd name="T10" fmla="*/ 0 w 64"/>
                  <a:gd name="T11" fmla="*/ 64 h 64"/>
                  <a:gd name="T12" fmla="*/ 8 w 64"/>
                  <a:gd name="T13" fmla="*/ 40 h 64"/>
                  <a:gd name="T14" fmla="*/ 24 w 64"/>
                  <a:gd name="T15" fmla="*/ 24 h 64"/>
                  <a:gd name="T16" fmla="*/ 40 w 64"/>
                  <a:gd name="T17" fmla="*/ 8 h 64"/>
                  <a:gd name="T18" fmla="*/ 64 w 64"/>
                  <a:gd name="T19" fmla="*/ 0 h 64"/>
                  <a:gd name="T20" fmla="*/ 64 w 64"/>
                  <a:gd name="T21" fmla="*/ 0 h 64"/>
                  <a:gd name="T22" fmla="*/ 64 w 64"/>
                  <a:gd name="T23" fmla="*/ 0 h 64"/>
                  <a:gd name="T24" fmla="*/ 64 w 64"/>
                  <a:gd name="T25" fmla="*/ 0 h 64"/>
                  <a:gd name="T26" fmla="*/ 64 w 64"/>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4">
                    <a:moveTo>
                      <a:pt x="64" y="0"/>
                    </a:moveTo>
                    <a:lnTo>
                      <a:pt x="40" y="8"/>
                    </a:lnTo>
                    <a:lnTo>
                      <a:pt x="24" y="24"/>
                    </a:lnTo>
                    <a:lnTo>
                      <a:pt x="8" y="40"/>
                    </a:lnTo>
                    <a:lnTo>
                      <a:pt x="0" y="64"/>
                    </a:lnTo>
                    <a:lnTo>
                      <a:pt x="8" y="40"/>
                    </a:lnTo>
                    <a:lnTo>
                      <a:pt x="24" y="24"/>
                    </a:lnTo>
                    <a:lnTo>
                      <a:pt x="40" y="8"/>
                    </a:lnTo>
                    <a:lnTo>
                      <a:pt x="64" y="0"/>
                    </a:lnTo>
                    <a:close/>
                    <a:moveTo>
                      <a:pt x="64" y="0"/>
                    </a:moveTo>
                    <a:lnTo>
                      <a:pt x="64" y="0"/>
                    </a:lnTo>
                    <a:close/>
                  </a:path>
                </a:pathLst>
              </a:custGeom>
              <a:solidFill>
                <a:srgbClr val="000000"/>
              </a:solidFill>
              <a:ln w="9525">
                <a:solidFill>
                  <a:schemeClr val="tx1"/>
                </a:solidFill>
                <a:round/>
                <a:headEnd/>
                <a:tailEnd/>
              </a:ln>
            </p:spPr>
            <p:txBody>
              <a:bodyPr/>
              <a:lstStyle/>
              <a:p>
                <a:endParaRPr lang="zh-CN" altLang="en-US"/>
              </a:p>
            </p:txBody>
          </p:sp>
          <p:sp>
            <p:nvSpPr>
              <p:cNvPr id="47164" name="Freeform 26">
                <a:extLst>
                  <a:ext uri="{FF2B5EF4-FFF2-40B4-BE49-F238E27FC236}">
                    <a16:creationId xmlns:a16="http://schemas.microsoft.com/office/drawing/2014/main" id="{42E6E052-6C76-4D7D-B11C-91D57049E454}"/>
                  </a:ext>
                </a:extLst>
              </p:cNvPr>
              <p:cNvSpPr>
                <a:spLocks noEditPoints="1"/>
              </p:cNvSpPr>
              <p:nvPr/>
            </p:nvSpPr>
            <p:spPr bwMode="auto">
              <a:xfrm>
                <a:off x="4609" y="831"/>
                <a:ext cx="64" cy="63"/>
              </a:xfrm>
              <a:custGeom>
                <a:avLst/>
                <a:gdLst>
                  <a:gd name="T0" fmla="*/ 0 w 64"/>
                  <a:gd name="T1" fmla="*/ 0 h 63"/>
                  <a:gd name="T2" fmla="*/ 8 w 64"/>
                  <a:gd name="T3" fmla="*/ 24 h 63"/>
                  <a:gd name="T4" fmla="*/ 24 w 64"/>
                  <a:gd name="T5" fmla="*/ 47 h 63"/>
                  <a:gd name="T6" fmla="*/ 40 w 64"/>
                  <a:gd name="T7" fmla="*/ 55 h 63"/>
                  <a:gd name="T8" fmla="*/ 64 w 64"/>
                  <a:gd name="T9" fmla="*/ 63 h 63"/>
                  <a:gd name="T10" fmla="*/ 64 w 64"/>
                  <a:gd name="T11" fmla="*/ 63 h 63"/>
                  <a:gd name="T12" fmla="*/ 40 w 64"/>
                  <a:gd name="T13" fmla="*/ 55 h 63"/>
                  <a:gd name="T14" fmla="*/ 24 w 64"/>
                  <a:gd name="T15" fmla="*/ 47 h 63"/>
                  <a:gd name="T16" fmla="*/ 8 w 64"/>
                  <a:gd name="T17" fmla="*/ 24 h 63"/>
                  <a:gd name="T18" fmla="*/ 0 w 64"/>
                  <a:gd name="T19" fmla="*/ 0 h 63"/>
                  <a:gd name="T20" fmla="*/ 0 w 64"/>
                  <a:gd name="T21" fmla="*/ 0 h 63"/>
                  <a:gd name="T22" fmla="*/ 0 w 64"/>
                  <a:gd name="T23" fmla="*/ 0 h 63"/>
                  <a:gd name="T24" fmla="*/ 0 w 64"/>
                  <a:gd name="T25" fmla="*/ 0 h 63"/>
                  <a:gd name="T26" fmla="*/ 0 w 64"/>
                  <a:gd name="T27" fmla="*/ 0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3">
                    <a:moveTo>
                      <a:pt x="0" y="0"/>
                    </a:moveTo>
                    <a:lnTo>
                      <a:pt x="8" y="24"/>
                    </a:lnTo>
                    <a:lnTo>
                      <a:pt x="24" y="47"/>
                    </a:lnTo>
                    <a:lnTo>
                      <a:pt x="40" y="55"/>
                    </a:lnTo>
                    <a:lnTo>
                      <a:pt x="64" y="63"/>
                    </a:lnTo>
                    <a:lnTo>
                      <a:pt x="40" y="55"/>
                    </a:lnTo>
                    <a:lnTo>
                      <a:pt x="24" y="47"/>
                    </a:lnTo>
                    <a:lnTo>
                      <a:pt x="8" y="24"/>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65" name="Freeform 27">
                <a:extLst>
                  <a:ext uri="{FF2B5EF4-FFF2-40B4-BE49-F238E27FC236}">
                    <a16:creationId xmlns:a16="http://schemas.microsoft.com/office/drawing/2014/main" id="{9492F9A6-D022-400B-B64B-CB118B50E334}"/>
                  </a:ext>
                </a:extLst>
              </p:cNvPr>
              <p:cNvSpPr>
                <a:spLocks/>
              </p:cNvSpPr>
              <p:nvPr/>
            </p:nvSpPr>
            <p:spPr bwMode="auto">
              <a:xfrm>
                <a:off x="4673" y="89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66" name="Freeform 28">
                <a:extLst>
                  <a:ext uri="{FF2B5EF4-FFF2-40B4-BE49-F238E27FC236}">
                    <a16:creationId xmlns:a16="http://schemas.microsoft.com/office/drawing/2014/main" id="{B4360C97-50C2-4456-BF0C-74919EB28A44}"/>
                  </a:ext>
                </a:extLst>
              </p:cNvPr>
              <p:cNvSpPr>
                <a:spLocks/>
              </p:cNvSpPr>
              <p:nvPr/>
            </p:nvSpPr>
            <p:spPr bwMode="auto">
              <a:xfrm>
                <a:off x="4601" y="2856"/>
                <a:ext cx="136" cy="127"/>
              </a:xfrm>
              <a:custGeom>
                <a:avLst/>
                <a:gdLst>
                  <a:gd name="T0" fmla="*/ 72 w 136"/>
                  <a:gd name="T1" fmla="*/ 127 h 127"/>
                  <a:gd name="T2" fmla="*/ 96 w 136"/>
                  <a:gd name="T3" fmla="*/ 119 h 127"/>
                  <a:gd name="T4" fmla="*/ 120 w 136"/>
                  <a:gd name="T5" fmla="*/ 111 h 127"/>
                  <a:gd name="T6" fmla="*/ 128 w 136"/>
                  <a:gd name="T7" fmla="*/ 87 h 127"/>
                  <a:gd name="T8" fmla="*/ 136 w 136"/>
                  <a:gd name="T9" fmla="*/ 63 h 127"/>
                  <a:gd name="T10" fmla="*/ 128 w 136"/>
                  <a:gd name="T11" fmla="*/ 39 h 127"/>
                  <a:gd name="T12" fmla="*/ 120 w 136"/>
                  <a:gd name="T13" fmla="*/ 16 h 127"/>
                  <a:gd name="T14" fmla="*/ 96 w 136"/>
                  <a:gd name="T15" fmla="*/ 8 h 127"/>
                  <a:gd name="T16" fmla="*/ 72 w 136"/>
                  <a:gd name="T17" fmla="*/ 0 h 127"/>
                  <a:gd name="T18" fmla="*/ 48 w 136"/>
                  <a:gd name="T19" fmla="*/ 8 h 127"/>
                  <a:gd name="T20" fmla="*/ 24 w 136"/>
                  <a:gd name="T21" fmla="*/ 16 h 127"/>
                  <a:gd name="T22" fmla="*/ 8 w 136"/>
                  <a:gd name="T23" fmla="*/ 39 h 127"/>
                  <a:gd name="T24" fmla="*/ 0 w 136"/>
                  <a:gd name="T25" fmla="*/ 63 h 127"/>
                  <a:gd name="T26" fmla="*/ 8 w 136"/>
                  <a:gd name="T27" fmla="*/ 87 h 127"/>
                  <a:gd name="T28" fmla="*/ 24 w 136"/>
                  <a:gd name="T29" fmla="*/ 111 h 127"/>
                  <a:gd name="T30" fmla="*/ 48 w 136"/>
                  <a:gd name="T31" fmla="*/ 119 h 127"/>
                  <a:gd name="T32" fmla="*/ 72 w 136"/>
                  <a:gd name="T33" fmla="*/ 127 h 127"/>
                  <a:gd name="T34" fmla="*/ 72 w 136"/>
                  <a:gd name="T35" fmla="*/ 127 h 1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36" h="127">
                    <a:moveTo>
                      <a:pt x="72" y="127"/>
                    </a:moveTo>
                    <a:lnTo>
                      <a:pt x="96" y="119"/>
                    </a:lnTo>
                    <a:lnTo>
                      <a:pt x="120" y="111"/>
                    </a:lnTo>
                    <a:lnTo>
                      <a:pt x="128" y="87"/>
                    </a:lnTo>
                    <a:lnTo>
                      <a:pt x="136" y="63"/>
                    </a:lnTo>
                    <a:lnTo>
                      <a:pt x="128" y="39"/>
                    </a:lnTo>
                    <a:lnTo>
                      <a:pt x="120" y="16"/>
                    </a:lnTo>
                    <a:lnTo>
                      <a:pt x="96" y="8"/>
                    </a:lnTo>
                    <a:lnTo>
                      <a:pt x="72" y="0"/>
                    </a:lnTo>
                    <a:lnTo>
                      <a:pt x="48" y="8"/>
                    </a:lnTo>
                    <a:lnTo>
                      <a:pt x="24" y="16"/>
                    </a:lnTo>
                    <a:lnTo>
                      <a:pt x="8" y="39"/>
                    </a:lnTo>
                    <a:lnTo>
                      <a:pt x="0" y="63"/>
                    </a:lnTo>
                    <a:lnTo>
                      <a:pt x="8" y="87"/>
                    </a:lnTo>
                    <a:lnTo>
                      <a:pt x="24" y="111"/>
                    </a:lnTo>
                    <a:lnTo>
                      <a:pt x="48" y="119"/>
                    </a:lnTo>
                    <a:lnTo>
                      <a:pt x="72" y="127"/>
                    </a:lnTo>
                    <a:close/>
                  </a:path>
                </a:pathLst>
              </a:custGeom>
              <a:solidFill>
                <a:srgbClr val="FFFFFF"/>
              </a:solidFill>
              <a:ln w="9525">
                <a:solidFill>
                  <a:schemeClr val="tx1"/>
                </a:solidFill>
                <a:round/>
                <a:headEnd/>
                <a:tailEnd/>
              </a:ln>
            </p:spPr>
            <p:txBody>
              <a:bodyPr/>
              <a:lstStyle/>
              <a:p>
                <a:endParaRPr lang="zh-CN" altLang="en-US"/>
              </a:p>
            </p:txBody>
          </p:sp>
          <p:sp>
            <p:nvSpPr>
              <p:cNvPr id="47167" name="Freeform 29">
                <a:extLst>
                  <a:ext uri="{FF2B5EF4-FFF2-40B4-BE49-F238E27FC236}">
                    <a16:creationId xmlns:a16="http://schemas.microsoft.com/office/drawing/2014/main" id="{5D5354F4-C3B3-47DC-8CD7-8324FA5193C9}"/>
                  </a:ext>
                </a:extLst>
              </p:cNvPr>
              <p:cNvSpPr>
                <a:spLocks/>
              </p:cNvSpPr>
              <p:nvPr/>
            </p:nvSpPr>
            <p:spPr bwMode="auto">
              <a:xfrm>
                <a:off x="4673" y="2919"/>
                <a:ext cx="64" cy="64"/>
              </a:xfrm>
              <a:custGeom>
                <a:avLst/>
                <a:gdLst>
                  <a:gd name="T0" fmla="*/ 0 w 64"/>
                  <a:gd name="T1" fmla="*/ 64 h 64"/>
                  <a:gd name="T2" fmla="*/ 24 w 64"/>
                  <a:gd name="T3" fmla="*/ 56 h 64"/>
                  <a:gd name="T4" fmla="*/ 48 w 64"/>
                  <a:gd name="T5" fmla="*/ 48 h 64"/>
                  <a:gd name="T6" fmla="*/ 56 w 64"/>
                  <a:gd name="T7" fmla="*/ 24 h 64"/>
                  <a:gd name="T8" fmla="*/ 64 w 64"/>
                  <a:gd name="T9" fmla="*/ 0 h 64"/>
                  <a:gd name="T10" fmla="*/ 64 w 64"/>
                  <a:gd name="T11" fmla="*/ 0 h 64"/>
                  <a:gd name="T12" fmla="*/ 56 w 64"/>
                  <a:gd name="T13" fmla="*/ 24 h 64"/>
                  <a:gd name="T14" fmla="*/ 48 w 64"/>
                  <a:gd name="T15" fmla="*/ 48 h 64"/>
                  <a:gd name="T16" fmla="*/ 24 w 64"/>
                  <a:gd name="T17" fmla="*/ 56 h 64"/>
                  <a:gd name="T18" fmla="*/ 0 w 64"/>
                  <a:gd name="T19" fmla="*/ 64 h 64"/>
                  <a:gd name="T20" fmla="*/ 0 w 64"/>
                  <a:gd name="T21" fmla="*/ 64 h 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 h="64">
                    <a:moveTo>
                      <a:pt x="0" y="64"/>
                    </a:moveTo>
                    <a:lnTo>
                      <a:pt x="24" y="56"/>
                    </a:lnTo>
                    <a:lnTo>
                      <a:pt x="48" y="48"/>
                    </a:lnTo>
                    <a:lnTo>
                      <a:pt x="56" y="24"/>
                    </a:lnTo>
                    <a:lnTo>
                      <a:pt x="64" y="0"/>
                    </a:lnTo>
                    <a:lnTo>
                      <a:pt x="56" y="24"/>
                    </a:lnTo>
                    <a:lnTo>
                      <a:pt x="48" y="48"/>
                    </a:lnTo>
                    <a:lnTo>
                      <a:pt x="24" y="56"/>
                    </a:lnTo>
                    <a:lnTo>
                      <a:pt x="0" y="64"/>
                    </a:lnTo>
                    <a:close/>
                  </a:path>
                </a:pathLst>
              </a:custGeom>
              <a:solidFill>
                <a:srgbClr val="000000"/>
              </a:solidFill>
              <a:ln w="9525">
                <a:solidFill>
                  <a:schemeClr val="tx1"/>
                </a:solidFill>
                <a:round/>
                <a:headEnd/>
                <a:tailEnd/>
              </a:ln>
            </p:spPr>
            <p:txBody>
              <a:bodyPr/>
              <a:lstStyle/>
              <a:p>
                <a:endParaRPr lang="zh-CN" altLang="en-US"/>
              </a:p>
            </p:txBody>
          </p:sp>
          <p:sp>
            <p:nvSpPr>
              <p:cNvPr id="47168" name="Freeform 30">
                <a:extLst>
                  <a:ext uri="{FF2B5EF4-FFF2-40B4-BE49-F238E27FC236}">
                    <a16:creationId xmlns:a16="http://schemas.microsoft.com/office/drawing/2014/main" id="{B669C1C0-1A81-46DD-AFDC-29C5084C8D91}"/>
                  </a:ext>
                </a:extLst>
              </p:cNvPr>
              <p:cNvSpPr>
                <a:spLocks noEditPoints="1"/>
              </p:cNvSpPr>
              <p:nvPr/>
            </p:nvSpPr>
            <p:spPr bwMode="auto">
              <a:xfrm>
                <a:off x="4673" y="2856"/>
                <a:ext cx="64" cy="63"/>
              </a:xfrm>
              <a:custGeom>
                <a:avLst/>
                <a:gdLst>
                  <a:gd name="T0" fmla="*/ 64 w 64"/>
                  <a:gd name="T1" fmla="*/ 63 h 63"/>
                  <a:gd name="T2" fmla="*/ 56 w 64"/>
                  <a:gd name="T3" fmla="*/ 39 h 63"/>
                  <a:gd name="T4" fmla="*/ 48 w 64"/>
                  <a:gd name="T5" fmla="*/ 16 h 63"/>
                  <a:gd name="T6" fmla="*/ 24 w 64"/>
                  <a:gd name="T7" fmla="*/ 8 h 63"/>
                  <a:gd name="T8" fmla="*/ 0 w 64"/>
                  <a:gd name="T9" fmla="*/ 0 h 63"/>
                  <a:gd name="T10" fmla="*/ 0 w 64"/>
                  <a:gd name="T11" fmla="*/ 0 h 63"/>
                  <a:gd name="T12" fmla="*/ 24 w 64"/>
                  <a:gd name="T13" fmla="*/ 8 h 63"/>
                  <a:gd name="T14" fmla="*/ 48 w 64"/>
                  <a:gd name="T15" fmla="*/ 16 h 63"/>
                  <a:gd name="T16" fmla="*/ 56 w 64"/>
                  <a:gd name="T17" fmla="*/ 39 h 63"/>
                  <a:gd name="T18" fmla="*/ 64 w 64"/>
                  <a:gd name="T19" fmla="*/ 63 h 63"/>
                  <a:gd name="T20" fmla="*/ 64 w 64"/>
                  <a:gd name="T21" fmla="*/ 63 h 63"/>
                  <a:gd name="T22" fmla="*/ 64 w 64"/>
                  <a:gd name="T23" fmla="*/ 63 h 63"/>
                  <a:gd name="T24" fmla="*/ 64 w 64"/>
                  <a:gd name="T25" fmla="*/ 63 h 63"/>
                  <a:gd name="T26" fmla="*/ 64 w 64"/>
                  <a:gd name="T27" fmla="*/ 63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3">
                    <a:moveTo>
                      <a:pt x="64" y="63"/>
                    </a:moveTo>
                    <a:lnTo>
                      <a:pt x="56" y="39"/>
                    </a:lnTo>
                    <a:lnTo>
                      <a:pt x="48" y="16"/>
                    </a:lnTo>
                    <a:lnTo>
                      <a:pt x="24" y="8"/>
                    </a:lnTo>
                    <a:lnTo>
                      <a:pt x="0" y="0"/>
                    </a:lnTo>
                    <a:lnTo>
                      <a:pt x="24" y="8"/>
                    </a:lnTo>
                    <a:lnTo>
                      <a:pt x="48" y="16"/>
                    </a:lnTo>
                    <a:lnTo>
                      <a:pt x="56" y="39"/>
                    </a:lnTo>
                    <a:lnTo>
                      <a:pt x="64" y="63"/>
                    </a:lnTo>
                    <a:close/>
                    <a:moveTo>
                      <a:pt x="64" y="63"/>
                    </a:moveTo>
                    <a:lnTo>
                      <a:pt x="64" y="63"/>
                    </a:lnTo>
                    <a:close/>
                  </a:path>
                </a:pathLst>
              </a:custGeom>
              <a:solidFill>
                <a:srgbClr val="000000"/>
              </a:solidFill>
              <a:ln w="9525">
                <a:solidFill>
                  <a:schemeClr val="tx1"/>
                </a:solidFill>
                <a:round/>
                <a:headEnd/>
                <a:tailEnd/>
              </a:ln>
            </p:spPr>
            <p:txBody>
              <a:bodyPr/>
              <a:lstStyle/>
              <a:p>
                <a:endParaRPr lang="zh-CN" altLang="en-US"/>
              </a:p>
            </p:txBody>
          </p:sp>
          <p:sp>
            <p:nvSpPr>
              <p:cNvPr id="47169" name="Freeform 31">
                <a:extLst>
                  <a:ext uri="{FF2B5EF4-FFF2-40B4-BE49-F238E27FC236}">
                    <a16:creationId xmlns:a16="http://schemas.microsoft.com/office/drawing/2014/main" id="{F3A033CC-0BC9-409D-A9B4-C35078C0B45B}"/>
                  </a:ext>
                </a:extLst>
              </p:cNvPr>
              <p:cNvSpPr>
                <a:spLocks noEditPoints="1"/>
              </p:cNvSpPr>
              <p:nvPr/>
            </p:nvSpPr>
            <p:spPr bwMode="auto">
              <a:xfrm>
                <a:off x="4601" y="2856"/>
                <a:ext cx="72" cy="63"/>
              </a:xfrm>
              <a:custGeom>
                <a:avLst/>
                <a:gdLst>
                  <a:gd name="T0" fmla="*/ 72 w 72"/>
                  <a:gd name="T1" fmla="*/ 0 h 63"/>
                  <a:gd name="T2" fmla="*/ 48 w 72"/>
                  <a:gd name="T3" fmla="*/ 8 h 63"/>
                  <a:gd name="T4" fmla="*/ 24 w 72"/>
                  <a:gd name="T5" fmla="*/ 16 h 63"/>
                  <a:gd name="T6" fmla="*/ 8 w 72"/>
                  <a:gd name="T7" fmla="*/ 39 h 63"/>
                  <a:gd name="T8" fmla="*/ 8 w 72"/>
                  <a:gd name="T9" fmla="*/ 63 h 63"/>
                  <a:gd name="T10" fmla="*/ 0 w 72"/>
                  <a:gd name="T11" fmla="*/ 63 h 63"/>
                  <a:gd name="T12" fmla="*/ 8 w 72"/>
                  <a:gd name="T13" fmla="*/ 39 h 63"/>
                  <a:gd name="T14" fmla="*/ 24 w 72"/>
                  <a:gd name="T15" fmla="*/ 16 h 63"/>
                  <a:gd name="T16" fmla="*/ 48 w 72"/>
                  <a:gd name="T17" fmla="*/ 8 h 63"/>
                  <a:gd name="T18" fmla="*/ 72 w 72"/>
                  <a:gd name="T19" fmla="*/ 0 h 63"/>
                  <a:gd name="T20" fmla="*/ 72 w 72"/>
                  <a:gd name="T21" fmla="*/ 0 h 63"/>
                  <a:gd name="T22" fmla="*/ 72 w 72"/>
                  <a:gd name="T23" fmla="*/ 0 h 63"/>
                  <a:gd name="T24" fmla="*/ 72 w 72"/>
                  <a:gd name="T25" fmla="*/ 0 h 63"/>
                  <a:gd name="T26" fmla="*/ 72 w 72"/>
                  <a:gd name="T27" fmla="*/ 0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2" h="63">
                    <a:moveTo>
                      <a:pt x="72" y="0"/>
                    </a:moveTo>
                    <a:lnTo>
                      <a:pt x="48" y="8"/>
                    </a:lnTo>
                    <a:lnTo>
                      <a:pt x="24" y="16"/>
                    </a:lnTo>
                    <a:lnTo>
                      <a:pt x="8" y="39"/>
                    </a:lnTo>
                    <a:lnTo>
                      <a:pt x="8" y="63"/>
                    </a:lnTo>
                    <a:lnTo>
                      <a:pt x="0" y="63"/>
                    </a:lnTo>
                    <a:lnTo>
                      <a:pt x="8" y="39"/>
                    </a:lnTo>
                    <a:lnTo>
                      <a:pt x="24" y="16"/>
                    </a:lnTo>
                    <a:lnTo>
                      <a:pt x="48" y="8"/>
                    </a:lnTo>
                    <a:lnTo>
                      <a:pt x="72" y="0"/>
                    </a:lnTo>
                    <a:close/>
                    <a:moveTo>
                      <a:pt x="72" y="0"/>
                    </a:moveTo>
                    <a:lnTo>
                      <a:pt x="72" y="0"/>
                    </a:lnTo>
                    <a:close/>
                  </a:path>
                </a:pathLst>
              </a:custGeom>
              <a:solidFill>
                <a:srgbClr val="000000"/>
              </a:solidFill>
              <a:ln w="9525">
                <a:solidFill>
                  <a:schemeClr val="tx1"/>
                </a:solidFill>
                <a:round/>
                <a:headEnd/>
                <a:tailEnd/>
              </a:ln>
            </p:spPr>
            <p:txBody>
              <a:bodyPr/>
              <a:lstStyle/>
              <a:p>
                <a:endParaRPr lang="zh-CN" altLang="en-US"/>
              </a:p>
            </p:txBody>
          </p:sp>
          <p:sp>
            <p:nvSpPr>
              <p:cNvPr id="47170" name="Freeform 32">
                <a:extLst>
                  <a:ext uri="{FF2B5EF4-FFF2-40B4-BE49-F238E27FC236}">
                    <a16:creationId xmlns:a16="http://schemas.microsoft.com/office/drawing/2014/main" id="{A24ADABB-A683-47AF-B099-CC055632073B}"/>
                  </a:ext>
                </a:extLst>
              </p:cNvPr>
              <p:cNvSpPr>
                <a:spLocks noEditPoints="1"/>
              </p:cNvSpPr>
              <p:nvPr/>
            </p:nvSpPr>
            <p:spPr bwMode="auto">
              <a:xfrm>
                <a:off x="4601" y="2919"/>
                <a:ext cx="72" cy="64"/>
              </a:xfrm>
              <a:custGeom>
                <a:avLst/>
                <a:gdLst>
                  <a:gd name="T0" fmla="*/ 0 w 72"/>
                  <a:gd name="T1" fmla="*/ 0 h 64"/>
                  <a:gd name="T2" fmla="*/ 8 w 72"/>
                  <a:gd name="T3" fmla="*/ 24 h 64"/>
                  <a:gd name="T4" fmla="*/ 24 w 72"/>
                  <a:gd name="T5" fmla="*/ 48 h 64"/>
                  <a:gd name="T6" fmla="*/ 48 w 72"/>
                  <a:gd name="T7" fmla="*/ 56 h 64"/>
                  <a:gd name="T8" fmla="*/ 72 w 72"/>
                  <a:gd name="T9" fmla="*/ 64 h 64"/>
                  <a:gd name="T10" fmla="*/ 72 w 72"/>
                  <a:gd name="T11" fmla="*/ 64 h 64"/>
                  <a:gd name="T12" fmla="*/ 48 w 72"/>
                  <a:gd name="T13" fmla="*/ 56 h 64"/>
                  <a:gd name="T14" fmla="*/ 24 w 72"/>
                  <a:gd name="T15" fmla="*/ 48 h 64"/>
                  <a:gd name="T16" fmla="*/ 8 w 72"/>
                  <a:gd name="T17" fmla="*/ 24 h 64"/>
                  <a:gd name="T18" fmla="*/ 8 w 72"/>
                  <a:gd name="T19" fmla="*/ 0 h 64"/>
                  <a:gd name="T20" fmla="*/ 0 w 72"/>
                  <a:gd name="T21" fmla="*/ 0 h 64"/>
                  <a:gd name="T22" fmla="*/ 0 w 72"/>
                  <a:gd name="T23" fmla="*/ 0 h 64"/>
                  <a:gd name="T24" fmla="*/ 0 w 72"/>
                  <a:gd name="T25" fmla="*/ 0 h 64"/>
                  <a:gd name="T26" fmla="*/ 0 w 72"/>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2" h="64">
                    <a:moveTo>
                      <a:pt x="0" y="0"/>
                    </a:moveTo>
                    <a:lnTo>
                      <a:pt x="8" y="24"/>
                    </a:lnTo>
                    <a:lnTo>
                      <a:pt x="24" y="48"/>
                    </a:lnTo>
                    <a:lnTo>
                      <a:pt x="48" y="56"/>
                    </a:lnTo>
                    <a:lnTo>
                      <a:pt x="72" y="64"/>
                    </a:lnTo>
                    <a:lnTo>
                      <a:pt x="48" y="56"/>
                    </a:lnTo>
                    <a:lnTo>
                      <a:pt x="24" y="48"/>
                    </a:lnTo>
                    <a:lnTo>
                      <a:pt x="8" y="24"/>
                    </a:lnTo>
                    <a:lnTo>
                      <a:pt x="8"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71" name="Freeform 33">
                <a:extLst>
                  <a:ext uri="{FF2B5EF4-FFF2-40B4-BE49-F238E27FC236}">
                    <a16:creationId xmlns:a16="http://schemas.microsoft.com/office/drawing/2014/main" id="{F7409808-51E5-47EE-A1CA-0F9E6261392C}"/>
                  </a:ext>
                </a:extLst>
              </p:cNvPr>
              <p:cNvSpPr>
                <a:spLocks/>
              </p:cNvSpPr>
              <p:nvPr/>
            </p:nvSpPr>
            <p:spPr bwMode="auto">
              <a:xfrm>
                <a:off x="4673" y="2983"/>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72" name="Freeform 34">
                <a:extLst>
                  <a:ext uri="{FF2B5EF4-FFF2-40B4-BE49-F238E27FC236}">
                    <a16:creationId xmlns:a16="http://schemas.microsoft.com/office/drawing/2014/main" id="{15188458-3E94-436F-9C11-62AD5636A8AD}"/>
                  </a:ext>
                </a:extLst>
              </p:cNvPr>
              <p:cNvSpPr>
                <a:spLocks/>
              </p:cNvSpPr>
              <p:nvPr/>
            </p:nvSpPr>
            <p:spPr bwMode="auto">
              <a:xfrm>
                <a:off x="1463" y="831"/>
                <a:ext cx="847" cy="1"/>
              </a:xfrm>
              <a:custGeom>
                <a:avLst/>
                <a:gdLst>
                  <a:gd name="T0" fmla="*/ 847 w 847"/>
                  <a:gd name="T1" fmla="*/ 0 h 1"/>
                  <a:gd name="T2" fmla="*/ 0 w 847"/>
                  <a:gd name="T3" fmla="*/ 0 h 1"/>
                  <a:gd name="T4" fmla="*/ 847 w 847"/>
                  <a:gd name="T5" fmla="*/ 0 h 1"/>
                  <a:gd name="T6" fmla="*/ 847 w 847"/>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47" h="1">
                    <a:moveTo>
                      <a:pt x="847" y="0"/>
                    </a:moveTo>
                    <a:lnTo>
                      <a:pt x="0" y="0"/>
                    </a:lnTo>
                    <a:lnTo>
                      <a:pt x="847" y="0"/>
                    </a:lnTo>
                    <a:close/>
                  </a:path>
                </a:pathLst>
              </a:custGeom>
              <a:solidFill>
                <a:srgbClr val="000000"/>
              </a:solidFill>
              <a:ln w="9525">
                <a:solidFill>
                  <a:schemeClr val="tx1"/>
                </a:solidFill>
                <a:round/>
                <a:headEnd/>
                <a:tailEnd/>
              </a:ln>
            </p:spPr>
            <p:txBody>
              <a:bodyPr/>
              <a:lstStyle/>
              <a:p>
                <a:endParaRPr lang="zh-CN" altLang="en-US"/>
              </a:p>
            </p:txBody>
          </p:sp>
          <p:sp>
            <p:nvSpPr>
              <p:cNvPr id="47173" name="Freeform 35">
                <a:extLst>
                  <a:ext uri="{FF2B5EF4-FFF2-40B4-BE49-F238E27FC236}">
                    <a16:creationId xmlns:a16="http://schemas.microsoft.com/office/drawing/2014/main" id="{AA35E340-6FD1-4494-8444-99C1EA1E6552}"/>
                  </a:ext>
                </a:extLst>
              </p:cNvPr>
              <p:cNvSpPr>
                <a:spLocks noEditPoints="1"/>
              </p:cNvSpPr>
              <p:nvPr/>
            </p:nvSpPr>
            <p:spPr bwMode="auto">
              <a:xfrm>
                <a:off x="1463" y="831"/>
                <a:ext cx="1" cy="2088"/>
              </a:xfrm>
              <a:custGeom>
                <a:avLst/>
                <a:gdLst>
                  <a:gd name="T0" fmla="*/ 0 w 1"/>
                  <a:gd name="T1" fmla="*/ 0 h 2088"/>
                  <a:gd name="T2" fmla="*/ 0 w 1"/>
                  <a:gd name="T3" fmla="*/ 2088 h 2088"/>
                  <a:gd name="T4" fmla="*/ 0 w 1"/>
                  <a:gd name="T5" fmla="*/ 0 h 2088"/>
                  <a:gd name="T6" fmla="*/ 0 w 1"/>
                  <a:gd name="T7" fmla="*/ 0 h 2088"/>
                  <a:gd name="T8" fmla="*/ 0 w 1"/>
                  <a:gd name="T9" fmla="*/ 0 h 2088"/>
                  <a:gd name="T10" fmla="*/ 0 w 1"/>
                  <a:gd name="T11" fmla="*/ 0 h 2088"/>
                  <a:gd name="T12" fmla="*/ 0 w 1"/>
                  <a:gd name="T13" fmla="*/ 0 h 208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2088">
                    <a:moveTo>
                      <a:pt x="0" y="0"/>
                    </a:moveTo>
                    <a:lnTo>
                      <a:pt x="0" y="208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74" name="Freeform 36">
                <a:extLst>
                  <a:ext uri="{FF2B5EF4-FFF2-40B4-BE49-F238E27FC236}">
                    <a16:creationId xmlns:a16="http://schemas.microsoft.com/office/drawing/2014/main" id="{6BF0BD7A-6762-4B2C-8559-EECE23E35E3F}"/>
                  </a:ext>
                </a:extLst>
              </p:cNvPr>
              <p:cNvSpPr>
                <a:spLocks noEditPoints="1"/>
              </p:cNvSpPr>
              <p:nvPr/>
            </p:nvSpPr>
            <p:spPr bwMode="auto">
              <a:xfrm>
                <a:off x="1463" y="2919"/>
                <a:ext cx="847" cy="1"/>
              </a:xfrm>
              <a:custGeom>
                <a:avLst/>
                <a:gdLst>
                  <a:gd name="T0" fmla="*/ 0 w 847"/>
                  <a:gd name="T1" fmla="*/ 0 h 1"/>
                  <a:gd name="T2" fmla="*/ 847 w 847"/>
                  <a:gd name="T3" fmla="*/ 0 h 1"/>
                  <a:gd name="T4" fmla="*/ 0 w 847"/>
                  <a:gd name="T5" fmla="*/ 0 h 1"/>
                  <a:gd name="T6" fmla="*/ 0 w 847"/>
                  <a:gd name="T7" fmla="*/ 0 h 1"/>
                  <a:gd name="T8" fmla="*/ 0 w 847"/>
                  <a:gd name="T9" fmla="*/ 0 h 1"/>
                  <a:gd name="T10" fmla="*/ 0 w 847"/>
                  <a:gd name="T11" fmla="*/ 0 h 1"/>
                  <a:gd name="T12" fmla="*/ 0 w 847"/>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47" h="1">
                    <a:moveTo>
                      <a:pt x="0" y="0"/>
                    </a:moveTo>
                    <a:lnTo>
                      <a:pt x="847"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75" name="Freeform 37">
                <a:extLst>
                  <a:ext uri="{FF2B5EF4-FFF2-40B4-BE49-F238E27FC236}">
                    <a16:creationId xmlns:a16="http://schemas.microsoft.com/office/drawing/2014/main" id="{CD6E0F78-2B0C-4304-B342-C0667A5CE20F}"/>
                  </a:ext>
                </a:extLst>
              </p:cNvPr>
              <p:cNvSpPr>
                <a:spLocks/>
              </p:cNvSpPr>
              <p:nvPr/>
            </p:nvSpPr>
            <p:spPr bwMode="auto">
              <a:xfrm>
                <a:off x="960" y="1843"/>
                <a:ext cx="112" cy="120"/>
              </a:xfrm>
              <a:custGeom>
                <a:avLst/>
                <a:gdLst>
                  <a:gd name="T0" fmla="*/ 0 w 112"/>
                  <a:gd name="T1" fmla="*/ 8 h 120"/>
                  <a:gd name="T2" fmla="*/ 16 w 112"/>
                  <a:gd name="T3" fmla="*/ 8 h 120"/>
                  <a:gd name="T4" fmla="*/ 16 w 112"/>
                  <a:gd name="T5" fmla="*/ 16 h 120"/>
                  <a:gd name="T6" fmla="*/ 24 w 112"/>
                  <a:gd name="T7" fmla="*/ 32 h 120"/>
                  <a:gd name="T8" fmla="*/ 24 w 112"/>
                  <a:gd name="T9" fmla="*/ 48 h 120"/>
                  <a:gd name="T10" fmla="*/ 32 w 112"/>
                  <a:gd name="T11" fmla="*/ 72 h 120"/>
                  <a:gd name="T12" fmla="*/ 32 w 112"/>
                  <a:gd name="T13" fmla="*/ 96 h 120"/>
                  <a:gd name="T14" fmla="*/ 32 w 112"/>
                  <a:gd name="T15" fmla="*/ 112 h 120"/>
                  <a:gd name="T16" fmla="*/ 32 w 112"/>
                  <a:gd name="T17" fmla="*/ 120 h 120"/>
                  <a:gd name="T18" fmla="*/ 32 w 112"/>
                  <a:gd name="T19" fmla="*/ 120 h 120"/>
                  <a:gd name="T20" fmla="*/ 40 w 112"/>
                  <a:gd name="T21" fmla="*/ 112 h 120"/>
                  <a:gd name="T22" fmla="*/ 48 w 112"/>
                  <a:gd name="T23" fmla="*/ 104 h 120"/>
                  <a:gd name="T24" fmla="*/ 64 w 112"/>
                  <a:gd name="T25" fmla="*/ 96 h 120"/>
                  <a:gd name="T26" fmla="*/ 72 w 112"/>
                  <a:gd name="T27" fmla="*/ 80 h 120"/>
                  <a:gd name="T28" fmla="*/ 88 w 112"/>
                  <a:gd name="T29" fmla="*/ 64 h 120"/>
                  <a:gd name="T30" fmla="*/ 104 w 112"/>
                  <a:gd name="T31" fmla="*/ 40 h 120"/>
                  <a:gd name="T32" fmla="*/ 112 w 112"/>
                  <a:gd name="T33" fmla="*/ 16 h 120"/>
                  <a:gd name="T34" fmla="*/ 104 w 112"/>
                  <a:gd name="T35" fmla="*/ 8 h 120"/>
                  <a:gd name="T36" fmla="*/ 96 w 112"/>
                  <a:gd name="T37" fmla="*/ 0 h 120"/>
                  <a:gd name="T38" fmla="*/ 88 w 112"/>
                  <a:gd name="T39" fmla="*/ 0 h 120"/>
                  <a:gd name="T40" fmla="*/ 80 w 112"/>
                  <a:gd name="T41" fmla="*/ 8 h 120"/>
                  <a:gd name="T42" fmla="*/ 80 w 112"/>
                  <a:gd name="T43" fmla="*/ 16 h 120"/>
                  <a:gd name="T44" fmla="*/ 88 w 112"/>
                  <a:gd name="T45" fmla="*/ 24 h 120"/>
                  <a:gd name="T46" fmla="*/ 96 w 112"/>
                  <a:gd name="T47" fmla="*/ 24 h 120"/>
                  <a:gd name="T48" fmla="*/ 96 w 112"/>
                  <a:gd name="T49" fmla="*/ 32 h 120"/>
                  <a:gd name="T50" fmla="*/ 96 w 112"/>
                  <a:gd name="T51" fmla="*/ 40 h 120"/>
                  <a:gd name="T52" fmla="*/ 80 w 112"/>
                  <a:gd name="T53" fmla="*/ 56 h 120"/>
                  <a:gd name="T54" fmla="*/ 56 w 112"/>
                  <a:gd name="T55" fmla="*/ 88 h 120"/>
                  <a:gd name="T56" fmla="*/ 48 w 112"/>
                  <a:gd name="T57" fmla="*/ 96 h 120"/>
                  <a:gd name="T58" fmla="*/ 48 w 112"/>
                  <a:gd name="T59" fmla="*/ 56 h 120"/>
                  <a:gd name="T60" fmla="*/ 40 w 112"/>
                  <a:gd name="T61" fmla="*/ 8 h 120"/>
                  <a:gd name="T62" fmla="*/ 40 w 112"/>
                  <a:gd name="T63" fmla="*/ 0 h 120"/>
                  <a:gd name="T64" fmla="*/ 32 w 112"/>
                  <a:gd name="T65" fmla="*/ 0 h 120"/>
                  <a:gd name="T66" fmla="*/ 24 w 112"/>
                  <a:gd name="T67" fmla="*/ 0 h 120"/>
                  <a:gd name="T68" fmla="*/ 0 w 112"/>
                  <a:gd name="T69" fmla="*/ 8 h 120"/>
                  <a:gd name="T70" fmla="*/ 0 w 112"/>
                  <a:gd name="T71" fmla="*/ 8 h 1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12" h="120">
                    <a:moveTo>
                      <a:pt x="0" y="8"/>
                    </a:moveTo>
                    <a:lnTo>
                      <a:pt x="16" y="8"/>
                    </a:lnTo>
                    <a:lnTo>
                      <a:pt x="16" y="16"/>
                    </a:lnTo>
                    <a:lnTo>
                      <a:pt x="24" y="32"/>
                    </a:lnTo>
                    <a:lnTo>
                      <a:pt x="24" y="48"/>
                    </a:lnTo>
                    <a:lnTo>
                      <a:pt x="32" y="72"/>
                    </a:lnTo>
                    <a:lnTo>
                      <a:pt x="32" y="96"/>
                    </a:lnTo>
                    <a:lnTo>
                      <a:pt x="32" y="112"/>
                    </a:lnTo>
                    <a:lnTo>
                      <a:pt x="32" y="120"/>
                    </a:lnTo>
                    <a:lnTo>
                      <a:pt x="40" y="112"/>
                    </a:lnTo>
                    <a:lnTo>
                      <a:pt x="48" y="104"/>
                    </a:lnTo>
                    <a:lnTo>
                      <a:pt x="64" y="96"/>
                    </a:lnTo>
                    <a:lnTo>
                      <a:pt x="72" y="80"/>
                    </a:lnTo>
                    <a:lnTo>
                      <a:pt x="88" y="64"/>
                    </a:lnTo>
                    <a:lnTo>
                      <a:pt x="104" y="40"/>
                    </a:lnTo>
                    <a:lnTo>
                      <a:pt x="112" y="16"/>
                    </a:lnTo>
                    <a:lnTo>
                      <a:pt x="104" y="8"/>
                    </a:lnTo>
                    <a:lnTo>
                      <a:pt x="96" y="0"/>
                    </a:lnTo>
                    <a:lnTo>
                      <a:pt x="88" y="0"/>
                    </a:lnTo>
                    <a:lnTo>
                      <a:pt x="80" y="8"/>
                    </a:lnTo>
                    <a:lnTo>
                      <a:pt x="80" y="16"/>
                    </a:lnTo>
                    <a:lnTo>
                      <a:pt x="88" y="24"/>
                    </a:lnTo>
                    <a:lnTo>
                      <a:pt x="96" y="24"/>
                    </a:lnTo>
                    <a:lnTo>
                      <a:pt x="96" y="32"/>
                    </a:lnTo>
                    <a:lnTo>
                      <a:pt x="96" y="40"/>
                    </a:lnTo>
                    <a:lnTo>
                      <a:pt x="80" y="56"/>
                    </a:lnTo>
                    <a:lnTo>
                      <a:pt x="56" y="88"/>
                    </a:lnTo>
                    <a:lnTo>
                      <a:pt x="48" y="96"/>
                    </a:lnTo>
                    <a:lnTo>
                      <a:pt x="48" y="56"/>
                    </a:lnTo>
                    <a:lnTo>
                      <a:pt x="40" y="8"/>
                    </a:lnTo>
                    <a:lnTo>
                      <a:pt x="40" y="0"/>
                    </a:lnTo>
                    <a:lnTo>
                      <a:pt x="32" y="0"/>
                    </a:lnTo>
                    <a:lnTo>
                      <a:pt x="24" y="0"/>
                    </a:lnTo>
                    <a:lnTo>
                      <a:pt x="0" y="8"/>
                    </a:lnTo>
                    <a:close/>
                  </a:path>
                </a:pathLst>
              </a:custGeom>
              <a:solidFill>
                <a:srgbClr val="000000"/>
              </a:solidFill>
              <a:ln w="9525">
                <a:solidFill>
                  <a:schemeClr val="tx1"/>
                </a:solidFill>
                <a:round/>
                <a:headEnd/>
                <a:tailEnd/>
              </a:ln>
            </p:spPr>
            <p:txBody>
              <a:bodyPr/>
              <a:lstStyle/>
              <a:p>
                <a:endParaRPr lang="zh-CN" altLang="en-US"/>
              </a:p>
            </p:txBody>
          </p:sp>
          <p:sp>
            <p:nvSpPr>
              <p:cNvPr id="47176" name="Freeform 38">
                <a:extLst>
                  <a:ext uri="{FF2B5EF4-FFF2-40B4-BE49-F238E27FC236}">
                    <a16:creationId xmlns:a16="http://schemas.microsoft.com/office/drawing/2014/main" id="{0699842B-3E85-48C8-86AD-D4CBFAC357EC}"/>
                  </a:ext>
                </a:extLst>
              </p:cNvPr>
              <p:cNvSpPr>
                <a:spLocks/>
              </p:cNvSpPr>
              <p:nvPr/>
            </p:nvSpPr>
            <p:spPr bwMode="auto">
              <a:xfrm>
                <a:off x="1926" y="3326"/>
                <a:ext cx="72" cy="239"/>
              </a:xfrm>
              <a:custGeom>
                <a:avLst/>
                <a:gdLst>
                  <a:gd name="T0" fmla="*/ 72 w 72"/>
                  <a:gd name="T1" fmla="*/ 0 h 239"/>
                  <a:gd name="T2" fmla="*/ 40 w 72"/>
                  <a:gd name="T3" fmla="*/ 24 h 239"/>
                  <a:gd name="T4" fmla="*/ 16 w 72"/>
                  <a:gd name="T5" fmla="*/ 48 h 239"/>
                  <a:gd name="T6" fmla="*/ 8 w 72"/>
                  <a:gd name="T7" fmla="*/ 88 h 239"/>
                  <a:gd name="T8" fmla="*/ 0 w 72"/>
                  <a:gd name="T9" fmla="*/ 120 h 239"/>
                  <a:gd name="T10" fmla="*/ 0 w 72"/>
                  <a:gd name="T11" fmla="*/ 143 h 239"/>
                  <a:gd name="T12" fmla="*/ 8 w 72"/>
                  <a:gd name="T13" fmla="*/ 167 h 239"/>
                  <a:gd name="T14" fmla="*/ 24 w 72"/>
                  <a:gd name="T15" fmla="*/ 199 h 239"/>
                  <a:gd name="T16" fmla="*/ 48 w 72"/>
                  <a:gd name="T17" fmla="*/ 223 h 239"/>
                  <a:gd name="T18" fmla="*/ 72 w 72"/>
                  <a:gd name="T19" fmla="*/ 239 h 239"/>
                  <a:gd name="T20" fmla="*/ 72 w 72"/>
                  <a:gd name="T21" fmla="*/ 239 h 239"/>
                  <a:gd name="T22" fmla="*/ 48 w 72"/>
                  <a:gd name="T23" fmla="*/ 207 h 239"/>
                  <a:gd name="T24" fmla="*/ 32 w 72"/>
                  <a:gd name="T25" fmla="*/ 175 h 239"/>
                  <a:gd name="T26" fmla="*/ 24 w 72"/>
                  <a:gd name="T27" fmla="*/ 143 h 239"/>
                  <a:gd name="T28" fmla="*/ 24 w 72"/>
                  <a:gd name="T29" fmla="*/ 112 h 239"/>
                  <a:gd name="T30" fmla="*/ 32 w 72"/>
                  <a:gd name="T31" fmla="*/ 64 h 239"/>
                  <a:gd name="T32" fmla="*/ 40 w 72"/>
                  <a:gd name="T33" fmla="*/ 40 h 239"/>
                  <a:gd name="T34" fmla="*/ 56 w 72"/>
                  <a:gd name="T35" fmla="*/ 24 h 239"/>
                  <a:gd name="T36" fmla="*/ 72 w 72"/>
                  <a:gd name="T37" fmla="*/ 8 h 239"/>
                  <a:gd name="T38" fmla="*/ 72 w 72"/>
                  <a:gd name="T39" fmla="*/ 0 h 2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72" h="239">
                    <a:moveTo>
                      <a:pt x="72" y="0"/>
                    </a:moveTo>
                    <a:lnTo>
                      <a:pt x="40" y="24"/>
                    </a:lnTo>
                    <a:lnTo>
                      <a:pt x="16" y="48"/>
                    </a:lnTo>
                    <a:lnTo>
                      <a:pt x="8" y="88"/>
                    </a:lnTo>
                    <a:lnTo>
                      <a:pt x="0" y="120"/>
                    </a:lnTo>
                    <a:lnTo>
                      <a:pt x="0" y="143"/>
                    </a:lnTo>
                    <a:lnTo>
                      <a:pt x="8" y="167"/>
                    </a:lnTo>
                    <a:lnTo>
                      <a:pt x="24" y="199"/>
                    </a:lnTo>
                    <a:lnTo>
                      <a:pt x="48" y="223"/>
                    </a:lnTo>
                    <a:lnTo>
                      <a:pt x="72" y="239"/>
                    </a:lnTo>
                    <a:lnTo>
                      <a:pt x="48" y="207"/>
                    </a:lnTo>
                    <a:lnTo>
                      <a:pt x="32" y="175"/>
                    </a:lnTo>
                    <a:lnTo>
                      <a:pt x="24" y="143"/>
                    </a:lnTo>
                    <a:lnTo>
                      <a:pt x="24" y="112"/>
                    </a:lnTo>
                    <a:lnTo>
                      <a:pt x="32" y="64"/>
                    </a:lnTo>
                    <a:lnTo>
                      <a:pt x="40" y="40"/>
                    </a:lnTo>
                    <a:lnTo>
                      <a:pt x="56" y="24"/>
                    </a:lnTo>
                    <a:lnTo>
                      <a:pt x="72" y="8"/>
                    </a:lnTo>
                    <a:lnTo>
                      <a:pt x="72" y="0"/>
                    </a:lnTo>
                    <a:close/>
                  </a:path>
                </a:pathLst>
              </a:custGeom>
              <a:solidFill>
                <a:srgbClr val="000000"/>
              </a:solidFill>
              <a:ln w="9525">
                <a:solidFill>
                  <a:schemeClr val="tx1"/>
                </a:solidFill>
                <a:round/>
                <a:headEnd/>
                <a:tailEnd/>
              </a:ln>
            </p:spPr>
            <p:txBody>
              <a:bodyPr/>
              <a:lstStyle/>
              <a:p>
                <a:endParaRPr lang="zh-CN" altLang="en-US"/>
              </a:p>
            </p:txBody>
          </p:sp>
          <p:sp>
            <p:nvSpPr>
              <p:cNvPr id="47177" name="Freeform 39">
                <a:extLst>
                  <a:ext uri="{FF2B5EF4-FFF2-40B4-BE49-F238E27FC236}">
                    <a16:creationId xmlns:a16="http://schemas.microsoft.com/office/drawing/2014/main" id="{C1647C6A-3859-4B73-8541-2174534EC7D0}"/>
                  </a:ext>
                </a:extLst>
              </p:cNvPr>
              <p:cNvSpPr>
                <a:spLocks noEditPoints="1"/>
              </p:cNvSpPr>
              <p:nvPr/>
            </p:nvSpPr>
            <p:spPr bwMode="auto">
              <a:xfrm>
                <a:off x="2014" y="3390"/>
                <a:ext cx="120" cy="127"/>
              </a:xfrm>
              <a:custGeom>
                <a:avLst/>
                <a:gdLst>
                  <a:gd name="T0" fmla="*/ 72 w 120"/>
                  <a:gd name="T1" fmla="*/ 95 h 127"/>
                  <a:gd name="T2" fmla="*/ 72 w 120"/>
                  <a:gd name="T3" fmla="*/ 103 h 127"/>
                  <a:gd name="T4" fmla="*/ 64 w 120"/>
                  <a:gd name="T5" fmla="*/ 111 h 127"/>
                  <a:gd name="T6" fmla="*/ 56 w 120"/>
                  <a:gd name="T7" fmla="*/ 111 h 127"/>
                  <a:gd name="T8" fmla="*/ 48 w 120"/>
                  <a:gd name="T9" fmla="*/ 111 h 127"/>
                  <a:gd name="T10" fmla="*/ 32 w 120"/>
                  <a:gd name="T11" fmla="*/ 103 h 127"/>
                  <a:gd name="T12" fmla="*/ 24 w 120"/>
                  <a:gd name="T13" fmla="*/ 95 h 127"/>
                  <a:gd name="T14" fmla="*/ 24 w 120"/>
                  <a:gd name="T15" fmla="*/ 87 h 127"/>
                  <a:gd name="T16" fmla="*/ 32 w 120"/>
                  <a:gd name="T17" fmla="*/ 71 h 127"/>
                  <a:gd name="T18" fmla="*/ 48 w 120"/>
                  <a:gd name="T19" fmla="*/ 63 h 127"/>
                  <a:gd name="T20" fmla="*/ 72 w 120"/>
                  <a:gd name="T21" fmla="*/ 48 h 127"/>
                  <a:gd name="T22" fmla="*/ 72 w 120"/>
                  <a:gd name="T23" fmla="*/ 95 h 127"/>
                  <a:gd name="T24" fmla="*/ 120 w 120"/>
                  <a:gd name="T25" fmla="*/ 111 h 127"/>
                  <a:gd name="T26" fmla="*/ 112 w 120"/>
                  <a:gd name="T27" fmla="*/ 111 h 127"/>
                  <a:gd name="T28" fmla="*/ 104 w 120"/>
                  <a:gd name="T29" fmla="*/ 111 h 127"/>
                  <a:gd name="T30" fmla="*/ 96 w 120"/>
                  <a:gd name="T31" fmla="*/ 103 h 127"/>
                  <a:gd name="T32" fmla="*/ 96 w 120"/>
                  <a:gd name="T33" fmla="*/ 95 h 127"/>
                  <a:gd name="T34" fmla="*/ 96 w 120"/>
                  <a:gd name="T35" fmla="*/ 40 h 127"/>
                  <a:gd name="T36" fmla="*/ 88 w 120"/>
                  <a:gd name="T37" fmla="*/ 16 h 127"/>
                  <a:gd name="T38" fmla="*/ 80 w 120"/>
                  <a:gd name="T39" fmla="*/ 8 h 127"/>
                  <a:gd name="T40" fmla="*/ 56 w 120"/>
                  <a:gd name="T41" fmla="*/ 0 h 127"/>
                  <a:gd name="T42" fmla="*/ 24 w 120"/>
                  <a:gd name="T43" fmla="*/ 8 h 127"/>
                  <a:gd name="T44" fmla="*/ 8 w 120"/>
                  <a:gd name="T45" fmla="*/ 32 h 127"/>
                  <a:gd name="T46" fmla="*/ 8 w 120"/>
                  <a:gd name="T47" fmla="*/ 40 h 127"/>
                  <a:gd name="T48" fmla="*/ 24 w 120"/>
                  <a:gd name="T49" fmla="*/ 40 h 127"/>
                  <a:gd name="T50" fmla="*/ 32 w 120"/>
                  <a:gd name="T51" fmla="*/ 40 h 127"/>
                  <a:gd name="T52" fmla="*/ 32 w 120"/>
                  <a:gd name="T53" fmla="*/ 32 h 127"/>
                  <a:gd name="T54" fmla="*/ 32 w 120"/>
                  <a:gd name="T55" fmla="*/ 24 h 127"/>
                  <a:gd name="T56" fmla="*/ 32 w 120"/>
                  <a:gd name="T57" fmla="*/ 16 h 127"/>
                  <a:gd name="T58" fmla="*/ 40 w 120"/>
                  <a:gd name="T59" fmla="*/ 8 h 127"/>
                  <a:gd name="T60" fmla="*/ 48 w 120"/>
                  <a:gd name="T61" fmla="*/ 8 h 127"/>
                  <a:gd name="T62" fmla="*/ 64 w 120"/>
                  <a:gd name="T63" fmla="*/ 8 h 127"/>
                  <a:gd name="T64" fmla="*/ 72 w 120"/>
                  <a:gd name="T65" fmla="*/ 24 h 127"/>
                  <a:gd name="T66" fmla="*/ 72 w 120"/>
                  <a:gd name="T67" fmla="*/ 48 h 127"/>
                  <a:gd name="T68" fmla="*/ 40 w 120"/>
                  <a:gd name="T69" fmla="*/ 56 h 127"/>
                  <a:gd name="T70" fmla="*/ 16 w 120"/>
                  <a:gd name="T71" fmla="*/ 71 h 127"/>
                  <a:gd name="T72" fmla="*/ 8 w 120"/>
                  <a:gd name="T73" fmla="*/ 87 h 127"/>
                  <a:gd name="T74" fmla="*/ 0 w 120"/>
                  <a:gd name="T75" fmla="*/ 103 h 127"/>
                  <a:gd name="T76" fmla="*/ 8 w 120"/>
                  <a:gd name="T77" fmla="*/ 119 h 127"/>
                  <a:gd name="T78" fmla="*/ 32 w 120"/>
                  <a:gd name="T79" fmla="*/ 127 h 127"/>
                  <a:gd name="T80" fmla="*/ 56 w 120"/>
                  <a:gd name="T81" fmla="*/ 119 h 127"/>
                  <a:gd name="T82" fmla="*/ 72 w 120"/>
                  <a:gd name="T83" fmla="*/ 111 h 127"/>
                  <a:gd name="T84" fmla="*/ 80 w 120"/>
                  <a:gd name="T85" fmla="*/ 127 h 127"/>
                  <a:gd name="T86" fmla="*/ 88 w 120"/>
                  <a:gd name="T87" fmla="*/ 127 h 127"/>
                  <a:gd name="T88" fmla="*/ 104 w 120"/>
                  <a:gd name="T89" fmla="*/ 127 h 127"/>
                  <a:gd name="T90" fmla="*/ 120 w 120"/>
                  <a:gd name="T91" fmla="*/ 119 h 127"/>
                  <a:gd name="T92" fmla="*/ 120 w 120"/>
                  <a:gd name="T93" fmla="*/ 111 h 12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20" h="127">
                    <a:moveTo>
                      <a:pt x="72" y="95"/>
                    </a:moveTo>
                    <a:lnTo>
                      <a:pt x="72" y="103"/>
                    </a:lnTo>
                    <a:lnTo>
                      <a:pt x="64" y="111"/>
                    </a:lnTo>
                    <a:lnTo>
                      <a:pt x="56" y="111"/>
                    </a:lnTo>
                    <a:lnTo>
                      <a:pt x="48" y="111"/>
                    </a:lnTo>
                    <a:lnTo>
                      <a:pt x="32" y="103"/>
                    </a:lnTo>
                    <a:lnTo>
                      <a:pt x="24" y="95"/>
                    </a:lnTo>
                    <a:lnTo>
                      <a:pt x="24" y="87"/>
                    </a:lnTo>
                    <a:lnTo>
                      <a:pt x="32" y="71"/>
                    </a:lnTo>
                    <a:lnTo>
                      <a:pt x="48" y="63"/>
                    </a:lnTo>
                    <a:lnTo>
                      <a:pt x="72" y="48"/>
                    </a:lnTo>
                    <a:lnTo>
                      <a:pt x="72" y="95"/>
                    </a:lnTo>
                    <a:close/>
                    <a:moveTo>
                      <a:pt x="120" y="111"/>
                    </a:moveTo>
                    <a:lnTo>
                      <a:pt x="112" y="111"/>
                    </a:lnTo>
                    <a:lnTo>
                      <a:pt x="104" y="111"/>
                    </a:lnTo>
                    <a:lnTo>
                      <a:pt x="96" y="103"/>
                    </a:lnTo>
                    <a:lnTo>
                      <a:pt x="96" y="95"/>
                    </a:lnTo>
                    <a:lnTo>
                      <a:pt x="96" y="40"/>
                    </a:lnTo>
                    <a:lnTo>
                      <a:pt x="88" y="16"/>
                    </a:lnTo>
                    <a:lnTo>
                      <a:pt x="80" y="8"/>
                    </a:lnTo>
                    <a:lnTo>
                      <a:pt x="56" y="0"/>
                    </a:lnTo>
                    <a:lnTo>
                      <a:pt x="24" y="8"/>
                    </a:lnTo>
                    <a:lnTo>
                      <a:pt x="8" y="32"/>
                    </a:lnTo>
                    <a:lnTo>
                      <a:pt x="8" y="40"/>
                    </a:lnTo>
                    <a:lnTo>
                      <a:pt x="24" y="40"/>
                    </a:lnTo>
                    <a:lnTo>
                      <a:pt x="32" y="40"/>
                    </a:lnTo>
                    <a:lnTo>
                      <a:pt x="32" y="32"/>
                    </a:lnTo>
                    <a:lnTo>
                      <a:pt x="32" y="24"/>
                    </a:lnTo>
                    <a:lnTo>
                      <a:pt x="32" y="16"/>
                    </a:lnTo>
                    <a:lnTo>
                      <a:pt x="40" y="8"/>
                    </a:lnTo>
                    <a:lnTo>
                      <a:pt x="48" y="8"/>
                    </a:lnTo>
                    <a:lnTo>
                      <a:pt x="64" y="8"/>
                    </a:lnTo>
                    <a:lnTo>
                      <a:pt x="72" y="24"/>
                    </a:lnTo>
                    <a:lnTo>
                      <a:pt x="72" y="48"/>
                    </a:lnTo>
                    <a:lnTo>
                      <a:pt x="40" y="56"/>
                    </a:lnTo>
                    <a:lnTo>
                      <a:pt x="16" y="71"/>
                    </a:lnTo>
                    <a:lnTo>
                      <a:pt x="8" y="87"/>
                    </a:lnTo>
                    <a:lnTo>
                      <a:pt x="0" y="103"/>
                    </a:lnTo>
                    <a:lnTo>
                      <a:pt x="8" y="119"/>
                    </a:lnTo>
                    <a:lnTo>
                      <a:pt x="32" y="127"/>
                    </a:lnTo>
                    <a:lnTo>
                      <a:pt x="56" y="119"/>
                    </a:lnTo>
                    <a:lnTo>
                      <a:pt x="72" y="111"/>
                    </a:lnTo>
                    <a:lnTo>
                      <a:pt x="80" y="127"/>
                    </a:lnTo>
                    <a:lnTo>
                      <a:pt x="88" y="127"/>
                    </a:lnTo>
                    <a:lnTo>
                      <a:pt x="104" y="127"/>
                    </a:lnTo>
                    <a:lnTo>
                      <a:pt x="120" y="119"/>
                    </a:lnTo>
                    <a:lnTo>
                      <a:pt x="120" y="111"/>
                    </a:lnTo>
                    <a:close/>
                  </a:path>
                </a:pathLst>
              </a:custGeom>
              <a:solidFill>
                <a:srgbClr val="000000"/>
              </a:solidFill>
              <a:ln w="9525">
                <a:solidFill>
                  <a:schemeClr val="tx1"/>
                </a:solidFill>
                <a:round/>
                <a:headEnd/>
                <a:tailEnd/>
              </a:ln>
            </p:spPr>
            <p:txBody>
              <a:bodyPr/>
              <a:lstStyle/>
              <a:p>
                <a:endParaRPr lang="zh-CN" altLang="en-US"/>
              </a:p>
            </p:txBody>
          </p:sp>
          <p:sp>
            <p:nvSpPr>
              <p:cNvPr id="47178" name="Freeform 40">
                <a:extLst>
                  <a:ext uri="{FF2B5EF4-FFF2-40B4-BE49-F238E27FC236}">
                    <a16:creationId xmlns:a16="http://schemas.microsoft.com/office/drawing/2014/main" id="{8E92A493-9AF6-424C-8377-054FBAAF1E18}"/>
                  </a:ext>
                </a:extLst>
              </p:cNvPr>
              <p:cNvSpPr>
                <a:spLocks/>
              </p:cNvSpPr>
              <p:nvPr/>
            </p:nvSpPr>
            <p:spPr bwMode="auto">
              <a:xfrm>
                <a:off x="2142" y="3326"/>
                <a:ext cx="72" cy="239"/>
              </a:xfrm>
              <a:custGeom>
                <a:avLst/>
                <a:gdLst>
                  <a:gd name="T0" fmla="*/ 0 w 72"/>
                  <a:gd name="T1" fmla="*/ 239 h 239"/>
                  <a:gd name="T2" fmla="*/ 48 w 72"/>
                  <a:gd name="T3" fmla="*/ 191 h 239"/>
                  <a:gd name="T4" fmla="*/ 64 w 72"/>
                  <a:gd name="T5" fmla="*/ 159 h 239"/>
                  <a:gd name="T6" fmla="*/ 72 w 72"/>
                  <a:gd name="T7" fmla="*/ 127 h 239"/>
                  <a:gd name="T8" fmla="*/ 64 w 72"/>
                  <a:gd name="T9" fmla="*/ 80 h 239"/>
                  <a:gd name="T10" fmla="*/ 48 w 72"/>
                  <a:gd name="T11" fmla="*/ 48 h 239"/>
                  <a:gd name="T12" fmla="*/ 24 w 72"/>
                  <a:gd name="T13" fmla="*/ 24 h 239"/>
                  <a:gd name="T14" fmla="*/ 0 w 72"/>
                  <a:gd name="T15" fmla="*/ 0 h 239"/>
                  <a:gd name="T16" fmla="*/ 0 w 72"/>
                  <a:gd name="T17" fmla="*/ 8 h 239"/>
                  <a:gd name="T18" fmla="*/ 32 w 72"/>
                  <a:gd name="T19" fmla="*/ 32 h 239"/>
                  <a:gd name="T20" fmla="*/ 40 w 72"/>
                  <a:gd name="T21" fmla="*/ 64 h 239"/>
                  <a:gd name="T22" fmla="*/ 48 w 72"/>
                  <a:gd name="T23" fmla="*/ 96 h 239"/>
                  <a:gd name="T24" fmla="*/ 48 w 72"/>
                  <a:gd name="T25" fmla="*/ 127 h 239"/>
                  <a:gd name="T26" fmla="*/ 40 w 72"/>
                  <a:gd name="T27" fmla="*/ 175 h 239"/>
                  <a:gd name="T28" fmla="*/ 32 w 72"/>
                  <a:gd name="T29" fmla="*/ 207 h 239"/>
                  <a:gd name="T30" fmla="*/ 16 w 72"/>
                  <a:gd name="T31" fmla="*/ 223 h 239"/>
                  <a:gd name="T32" fmla="*/ 0 w 72"/>
                  <a:gd name="T33" fmla="*/ 239 h 239"/>
                  <a:gd name="T34" fmla="*/ 0 w 72"/>
                  <a:gd name="T35" fmla="*/ 239 h 23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239">
                    <a:moveTo>
                      <a:pt x="0" y="239"/>
                    </a:moveTo>
                    <a:lnTo>
                      <a:pt x="48" y="191"/>
                    </a:lnTo>
                    <a:lnTo>
                      <a:pt x="64" y="159"/>
                    </a:lnTo>
                    <a:lnTo>
                      <a:pt x="72" y="127"/>
                    </a:lnTo>
                    <a:lnTo>
                      <a:pt x="64" y="80"/>
                    </a:lnTo>
                    <a:lnTo>
                      <a:pt x="48" y="48"/>
                    </a:lnTo>
                    <a:lnTo>
                      <a:pt x="24" y="24"/>
                    </a:lnTo>
                    <a:lnTo>
                      <a:pt x="0" y="0"/>
                    </a:lnTo>
                    <a:lnTo>
                      <a:pt x="0" y="8"/>
                    </a:lnTo>
                    <a:lnTo>
                      <a:pt x="32" y="32"/>
                    </a:lnTo>
                    <a:lnTo>
                      <a:pt x="40" y="64"/>
                    </a:lnTo>
                    <a:lnTo>
                      <a:pt x="48" y="96"/>
                    </a:lnTo>
                    <a:lnTo>
                      <a:pt x="48" y="127"/>
                    </a:lnTo>
                    <a:lnTo>
                      <a:pt x="40" y="175"/>
                    </a:lnTo>
                    <a:lnTo>
                      <a:pt x="32" y="207"/>
                    </a:lnTo>
                    <a:lnTo>
                      <a:pt x="16" y="223"/>
                    </a:lnTo>
                    <a:lnTo>
                      <a:pt x="0" y="239"/>
                    </a:lnTo>
                    <a:close/>
                  </a:path>
                </a:pathLst>
              </a:custGeom>
              <a:solidFill>
                <a:srgbClr val="000000"/>
              </a:solidFill>
              <a:ln w="9525">
                <a:solidFill>
                  <a:schemeClr val="tx1"/>
                </a:solidFill>
                <a:round/>
                <a:headEnd/>
                <a:tailEnd/>
              </a:ln>
            </p:spPr>
            <p:txBody>
              <a:bodyPr/>
              <a:lstStyle/>
              <a:p>
                <a:endParaRPr lang="zh-CN" altLang="en-US"/>
              </a:p>
            </p:txBody>
          </p:sp>
          <p:sp>
            <p:nvSpPr>
              <p:cNvPr id="47179" name="Freeform 41">
                <a:extLst>
                  <a:ext uri="{FF2B5EF4-FFF2-40B4-BE49-F238E27FC236}">
                    <a16:creationId xmlns:a16="http://schemas.microsoft.com/office/drawing/2014/main" id="{BC240D24-AFD1-45D2-804F-BEAB88F8B566}"/>
                  </a:ext>
                </a:extLst>
              </p:cNvPr>
              <p:cNvSpPr>
                <a:spLocks/>
              </p:cNvSpPr>
              <p:nvPr/>
            </p:nvSpPr>
            <p:spPr bwMode="auto">
              <a:xfrm>
                <a:off x="2310" y="767"/>
                <a:ext cx="127" cy="127"/>
              </a:xfrm>
              <a:custGeom>
                <a:avLst/>
                <a:gdLst>
                  <a:gd name="T0" fmla="*/ 63 w 127"/>
                  <a:gd name="T1" fmla="*/ 127 h 127"/>
                  <a:gd name="T2" fmla="*/ 87 w 127"/>
                  <a:gd name="T3" fmla="*/ 119 h 127"/>
                  <a:gd name="T4" fmla="*/ 111 w 127"/>
                  <a:gd name="T5" fmla="*/ 111 h 127"/>
                  <a:gd name="T6" fmla="*/ 119 w 127"/>
                  <a:gd name="T7" fmla="*/ 88 h 127"/>
                  <a:gd name="T8" fmla="*/ 127 w 127"/>
                  <a:gd name="T9" fmla="*/ 64 h 127"/>
                  <a:gd name="T10" fmla="*/ 119 w 127"/>
                  <a:gd name="T11" fmla="*/ 40 h 127"/>
                  <a:gd name="T12" fmla="*/ 111 w 127"/>
                  <a:gd name="T13" fmla="*/ 24 h 127"/>
                  <a:gd name="T14" fmla="*/ 87 w 127"/>
                  <a:gd name="T15" fmla="*/ 8 h 127"/>
                  <a:gd name="T16" fmla="*/ 63 w 127"/>
                  <a:gd name="T17" fmla="*/ 0 h 127"/>
                  <a:gd name="T18" fmla="*/ 39 w 127"/>
                  <a:gd name="T19" fmla="*/ 8 h 127"/>
                  <a:gd name="T20" fmla="*/ 23 w 127"/>
                  <a:gd name="T21" fmla="*/ 24 h 127"/>
                  <a:gd name="T22" fmla="*/ 8 w 127"/>
                  <a:gd name="T23" fmla="*/ 40 h 127"/>
                  <a:gd name="T24" fmla="*/ 0 w 127"/>
                  <a:gd name="T25" fmla="*/ 64 h 127"/>
                  <a:gd name="T26" fmla="*/ 8 w 127"/>
                  <a:gd name="T27" fmla="*/ 88 h 127"/>
                  <a:gd name="T28" fmla="*/ 23 w 127"/>
                  <a:gd name="T29" fmla="*/ 111 h 127"/>
                  <a:gd name="T30" fmla="*/ 39 w 127"/>
                  <a:gd name="T31" fmla="*/ 119 h 127"/>
                  <a:gd name="T32" fmla="*/ 63 w 127"/>
                  <a:gd name="T33" fmla="*/ 127 h 127"/>
                  <a:gd name="T34" fmla="*/ 63 w 127"/>
                  <a:gd name="T35" fmla="*/ 127 h 1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7" h="127">
                    <a:moveTo>
                      <a:pt x="63" y="127"/>
                    </a:moveTo>
                    <a:lnTo>
                      <a:pt x="87" y="119"/>
                    </a:lnTo>
                    <a:lnTo>
                      <a:pt x="111" y="111"/>
                    </a:lnTo>
                    <a:lnTo>
                      <a:pt x="119" y="88"/>
                    </a:lnTo>
                    <a:lnTo>
                      <a:pt x="127" y="64"/>
                    </a:lnTo>
                    <a:lnTo>
                      <a:pt x="119" y="40"/>
                    </a:lnTo>
                    <a:lnTo>
                      <a:pt x="111" y="24"/>
                    </a:lnTo>
                    <a:lnTo>
                      <a:pt x="87" y="8"/>
                    </a:lnTo>
                    <a:lnTo>
                      <a:pt x="63" y="0"/>
                    </a:lnTo>
                    <a:lnTo>
                      <a:pt x="39" y="8"/>
                    </a:lnTo>
                    <a:lnTo>
                      <a:pt x="23" y="24"/>
                    </a:lnTo>
                    <a:lnTo>
                      <a:pt x="8" y="40"/>
                    </a:lnTo>
                    <a:lnTo>
                      <a:pt x="0" y="64"/>
                    </a:lnTo>
                    <a:lnTo>
                      <a:pt x="8" y="88"/>
                    </a:lnTo>
                    <a:lnTo>
                      <a:pt x="23" y="111"/>
                    </a:lnTo>
                    <a:lnTo>
                      <a:pt x="39" y="119"/>
                    </a:lnTo>
                    <a:lnTo>
                      <a:pt x="63" y="127"/>
                    </a:lnTo>
                    <a:close/>
                  </a:path>
                </a:pathLst>
              </a:custGeom>
              <a:solidFill>
                <a:srgbClr val="FFFFFF"/>
              </a:solidFill>
              <a:ln w="9525">
                <a:solidFill>
                  <a:schemeClr val="tx1"/>
                </a:solidFill>
                <a:round/>
                <a:headEnd/>
                <a:tailEnd/>
              </a:ln>
            </p:spPr>
            <p:txBody>
              <a:bodyPr/>
              <a:lstStyle/>
              <a:p>
                <a:endParaRPr lang="zh-CN" altLang="en-US"/>
              </a:p>
            </p:txBody>
          </p:sp>
          <p:sp>
            <p:nvSpPr>
              <p:cNvPr id="47180" name="Freeform 42">
                <a:extLst>
                  <a:ext uri="{FF2B5EF4-FFF2-40B4-BE49-F238E27FC236}">
                    <a16:creationId xmlns:a16="http://schemas.microsoft.com/office/drawing/2014/main" id="{D02AEEAB-98D4-4CF1-BCE3-4C1D86BB34B2}"/>
                  </a:ext>
                </a:extLst>
              </p:cNvPr>
              <p:cNvSpPr>
                <a:spLocks/>
              </p:cNvSpPr>
              <p:nvPr/>
            </p:nvSpPr>
            <p:spPr bwMode="auto">
              <a:xfrm>
                <a:off x="2373" y="831"/>
                <a:ext cx="64" cy="63"/>
              </a:xfrm>
              <a:custGeom>
                <a:avLst/>
                <a:gdLst>
                  <a:gd name="T0" fmla="*/ 0 w 64"/>
                  <a:gd name="T1" fmla="*/ 63 h 63"/>
                  <a:gd name="T2" fmla="*/ 24 w 64"/>
                  <a:gd name="T3" fmla="*/ 55 h 63"/>
                  <a:gd name="T4" fmla="*/ 48 w 64"/>
                  <a:gd name="T5" fmla="*/ 47 h 63"/>
                  <a:gd name="T6" fmla="*/ 56 w 64"/>
                  <a:gd name="T7" fmla="*/ 24 h 63"/>
                  <a:gd name="T8" fmla="*/ 64 w 64"/>
                  <a:gd name="T9" fmla="*/ 0 h 63"/>
                  <a:gd name="T10" fmla="*/ 64 w 64"/>
                  <a:gd name="T11" fmla="*/ 0 h 63"/>
                  <a:gd name="T12" fmla="*/ 56 w 64"/>
                  <a:gd name="T13" fmla="*/ 24 h 63"/>
                  <a:gd name="T14" fmla="*/ 48 w 64"/>
                  <a:gd name="T15" fmla="*/ 47 h 63"/>
                  <a:gd name="T16" fmla="*/ 24 w 64"/>
                  <a:gd name="T17" fmla="*/ 55 h 63"/>
                  <a:gd name="T18" fmla="*/ 0 w 64"/>
                  <a:gd name="T19" fmla="*/ 63 h 63"/>
                  <a:gd name="T20" fmla="*/ 0 w 64"/>
                  <a:gd name="T21" fmla="*/ 63 h 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 h="63">
                    <a:moveTo>
                      <a:pt x="0" y="63"/>
                    </a:moveTo>
                    <a:lnTo>
                      <a:pt x="24" y="55"/>
                    </a:lnTo>
                    <a:lnTo>
                      <a:pt x="48" y="47"/>
                    </a:lnTo>
                    <a:lnTo>
                      <a:pt x="56" y="24"/>
                    </a:lnTo>
                    <a:lnTo>
                      <a:pt x="64" y="0"/>
                    </a:lnTo>
                    <a:lnTo>
                      <a:pt x="56" y="24"/>
                    </a:lnTo>
                    <a:lnTo>
                      <a:pt x="48" y="47"/>
                    </a:lnTo>
                    <a:lnTo>
                      <a:pt x="24" y="55"/>
                    </a:lnTo>
                    <a:lnTo>
                      <a:pt x="0" y="63"/>
                    </a:lnTo>
                    <a:close/>
                  </a:path>
                </a:pathLst>
              </a:custGeom>
              <a:solidFill>
                <a:srgbClr val="000000"/>
              </a:solidFill>
              <a:ln w="9525">
                <a:solidFill>
                  <a:schemeClr val="tx1"/>
                </a:solidFill>
                <a:round/>
                <a:headEnd/>
                <a:tailEnd/>
              </a:ln>
            </p:spPr>
            <p:txBody>
              <a:bodyPr/>
              <a:lstStyle/>
              <a:p>
                <a:endParaRPr lang="zh-CN" altLang="en-US"/>
              </a:p>
            </p:txBody>
          </p:sp>
          <p:sp>
            <p:nvSpPr>
              <p:cNvPr id="47181" name="Freeform 43">
                <a:extLst>
                  <a:ext uri="{FF2B5EF4-FFF2-40B4-BE49-F238E27FC236}">
                    <a16:creationId xmlns:a16="http://schemas.microsoft.com/office/drawing/2014/main" id="{A5D91024-D2AF-4BFD-A81D-90381EDF631E}"/>
                  </a:ext>
                </a:extLst>
              </p:cNvPr>
              <p:cNvSpPr>
                <a:spLocks noEditPoints="1"/>
              </p:cNvSpPr>
              <p:nvPr/>
            </p:nvSpPr>
            <p:spPr bwMode="auto">
              <a:xfrm>
                <a:off x="2373" y="767"/>
                <a:ext cx="64" cy="64"/>
              </a:xfrm>
              <a:custGeom>
                <a:avLst/>
                <a:gdLst>
                  <a:gd name="T0" fmla="*/ 64 w 64"/>
                  <a:gd name="T1" fmla="*/ 64 h 64"/>
                  <a:gd name="T2" fmla="*/ 56 w 64"/>
                  <a:gd name="T3" fmla="*/ 40 h 64"/>
                  <a:gd name="T4" fmla="*/ 48 w 64"/>
                  <a:gd name="T5" fmla="*/ 24 h 64"/>
                  <a:gd name="T6" fmla="*/ 24 w 64"/>
                  <a:gd name="T7" fmla="*/ 8 h 64"/>
                  <a:gd name="T8" fmla="*/ 0 w 64"/>
                  <a:gd name="T9" fmla="*/ 0 h 64"/>
                  <a:gd name="T10" fmla="*/ 0 w 64"/>
                  <a:gd name="T11" fmla="*/ 0 h 64"/>
                  <a:gd name="T12" fmla="*/ 24 w 64"/>
                  <a:gd name="T13" fmla="*/ 8 h 64"/>
                  <a:gd name="T14" fmla="*/ 48 w 64"/>
                  <a:gd name="T15" fmla="*/ 24 h 64"/>
                  <a:gd name="T16" fmla="*/ 56 w 64"/>
                  <a:gd name="T17" fmla="*/ 40 h 64"/>
                  <a:gd name="T18" fmla="*/ 64 w 64"/>
                  <a:gd name="T19" fmla="*/ 64 h 64"/>
                  <a:gd name="T20" fmla="*/ 64 w 64"/>
                  <a:gd name="T21" fmla="*/ 64 h 64"/>
                  <a:gd name="T22" fmla="*/ 64 w 64"/>
                  <a:gd name="T23" fmla="*/ 64 h 64"/>
                  <a:gd name="T24" fmla="*/ 64 w 64"/>
                  <a:gd name="T25" fmla="*/ 64 h 64"/>
                  <a:gd name="T26" fmla="*/ 64 w 64"/>
                  <a:gd name="T27" fmla="*/ 64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4">
                    <a:moveTo>
                      <a:pt x="64" y="64"/>
                    </a:moveTo>
                    <a:lnTo>
                      <a:pt x="56" y="40"/>
                    </a:lnTo>
                    <a:lnTo>
                      <a:pt x="48" y="24"/>
                    </a:lnTo>
                    <a:lnTo>
                      <a:pt x="24" y="8"/>
                    </a:lnTo>
                    <a:lnTo>
                      <a:pt x="0" y="0"/>
                    </a:lnTo>
                    <a:lnTo>
                      <a:pt x="24" y="8"/>
                    </a:lnTo>
                    <a:lnTo>
                      <a:pt x="48" y="24"/>
                    </a:lnTo>
                    <a:lnTo>
                      <a:pt x="56" y="40"/>
                    </a:lnTo>
                    <a:lnTo>
                      <a:pt x="64" y="64"/>
                    </a:lnTo>
                    <a:close/>
                    <a:moveTo>
                      <a:pt x="64" y="64"/>
                    </a:moveTo>
                    <a:lnTo>
                      <a:pt x="64" y="64"/>
                    </a:lnTo>
                    <a:close/>
                  </a:path>
                </a:pathLst>
              </a:custGeom>
              <a:solidFill>
                <a:srgbClr val="000000"/>
              </a:solidFill>
              <a:ln w="9525">
                <a:solidFill>
                  <a:schemeClr val="tx1"/>
                </a:solidFill>
                <a:round/>
                <a:headEnd/>
                <a:tailEnd/>
              </a:ln>
            </p:spPr>
            <p:txBody>
              <a:bodyPr/>
              <a:lstStyle/>
              <a:p>
                <a:endParaRPr lang="zh-CN" altLang="en-US"/>
              </a:p>
            </p:txBody>
          </p:sp>
          <p:sp>
            <p:nvSpPr>
              <p:cNvPr id="47182" name="Freeform 44">
                <a:extLst>
                  <a:ext uri="{FF2B5EF4-FFF2-40B4-BE49-F238E27FC236}">
                    <a16:creationId xmlns:a16="http://schemas.microsoft.com/office/drawing/2014/main" id="{7B11BD2A-5B91-43EE-BDDB-C2C687F39576}"/>
                  </a:ext>
                </a:extLst>
              </p:cNvPr>
              <p:cNvSpPr>
                <a:spLocks noEditPoints="1"/>
              </p:cNvSpPr>
              <p:nvPr/>
            </p:nvSpPr>
            <p:spPr bwMode="auto">
              <a:xfrm>
                <a:off x="2310" y="767"/>
                <a:ext cx="63" cy="64"/>
              </a:xfrm>
              <a:custGeom>
                <a:avLst/>
                <a:gdLst>
                  <a:gd name="T0" fmla="*/ 63 w 63"/>
                  <a:gd name="T1" fmla="*/ 0 h 64"/>
                  <a:gd name="T2" fmla="*/ 39 w 63"/>
                  <a:gd name="T3" fmla="*/ 8 h 64"/>
                  <a:gd name="T4" fmla="*/ 23 w 63"/>
                  <a:gd name="T5" fmla="*/ 24 h 64"/>
                  <a:gd name="T6" fmla="*/ 8 w 63"/>
                  <a:gd name="T7" fmla="*/ 40 h 64"/>
                  <a:gd name="T8" fmla="*/ 0 w 63"/>
                  <a:gd name="T9" fmla="*/ 64 h 64"/>
                  <a:gd name="T10" fmla="*/ 0 w 63"/>
                  <a:gd name="T11" fmla="*/ 64 h 64"/>
                  <a:gd name="T12" fmla="*/ 8 w 63"/>
                  <a:gd name="T13" fmla="*/ 40 h 64"/>
                  <a:gd name="T14" fmla="*/ 23 w 63"/>
                  <a:gd name="T15" fmla="*/ 24 h 64"/>
                  <a:gd name="T16" fmla="*/ 39 w 63"/>
                  <a:gd name="T17" fmla="*/ 8 h 64"/>
                  <a:gd name="T18" fmla="*/ 63 w 63"/>
                  <a:gd name="T19" fmla="*/ 0 h 64"/>
                  <a:gd name="T20" fmla="*/ 63 w 63"/>
                  <a:gd name="T21" fmla="*/ 0 h 64"/>
                  <a:gd name="T22" fmla="*/ 63 w 63"/>
                  <a:gd name="T23" fmla="*/ 0 h 64"/>
                  <a:gd name="T24" fmla="*/ 63 w 63"/>
                  <a:gd name="T25" fmla="*/ 0 h 64"/>
                  <a:gd name="T26" fmla="*/ 63 w 63"/>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64">
                    <a:moveTo>
                      <a:pt x="63" y="0"/>
                    </a:moveTo>
                    <a:lnTo>
                      <a:pt x="39" y="8"/>
                    </a:lnTo>
                    <a:lnTo>
                      <a:pt x="23" y="24"/>
                    </a:lnTo>
                    <a:lnTo>
                      <a:pt x="8" y="40"/>
                    </a:lnTo>
                    <a:lnTo>
                      <a:pt x="0" y="64"/>
                    </a:lnTo>
                    <a:lnTo>
                      <a:pt x="8" y="40"/>
                    </a:lnTo>
                    <a:lnTo>
                      <a:pt x="23" y="24"/>
                    </a:lnTo>
                    <a:lnTo>
                      <a:pt x="39" y="8"/>
                    </a:lnTo>
                    <a:lnTo>
                      <a:pt x="63" y="0"/>
                    </a:lnTo>
                    <a:close/>
                    <a:moveTo>
                      <a:pt x="63" y="0"/>
                    </a:moveTo>
                    <a:lnTo>
                      <a:pt x="63" y="0"/>
                    </a:lnTo>
                    <a:close/>
                  </a:path>
                </a:pathLst>
              </a:custGeom>
              <a:solidFill>
                <a:srgbClr val="000000"/>
              </a:solidFill>
              <a:ln w="9525">
                <a:solidFill>
                  <a:schemeClr val="tx1"/>
                </a:solidFill>
                <a:round/>
                <a:headEnd/>
                <a:tailEnd/>
              </a:ln>
            </p:spPr>
            <p:txBody>
              <a:bodyPr/>
              <a:lstStyle/>
              <a:p>
                <a:endParaRPr lang="zh-CN" altLang="en-US"/>
              </a:p>
            </p:txBody>
          </p:sp>
          <p:sp>
            <p:nvSpPr>
              <p:cNvPr id="47183" name="Freeform 45">
                <a:extLst>
                  <a:ext uri="{FF2B5EF4-FFF2-40B4-BE49-F238E27FC236}">
                    <a16:creationId xmlns:a16="http://schemas.microsoft.com/office/drawing/2014/main" id="{AB804A67-91A7-43FB-A644-52DC3A323363}"/>
                  </a:ext>
                </a:extLst>
              </p:cNvPr>
              <p:cNvSpPr>
                <a:spLocks noEditPoints="1"/>
              </p:cNvSpPr>
              <p:nvPr/>
            </p:nvSpPr>
            <p:spPr bwMode="auto">
              <a:xfrm>
                <a:off x="2310" y="831"/>
                <a:ext cx="63" cy="63"/>
              </a:xfrm>
              <a:custGeom>
                <a:avLst/>
                <a:gdLst>
                  <a:gd name="T0" fmla="*/ 0 w 63"/>
                  <a:gd name="T1" fmla="*/ 0 h 63"/>
                  <a:gd name="T2" fmla="*/ 8 w 63"/>
                  <a:gd name="T3" fmla="*/ 24 h 63"/>
                  <a:gd name="T4" fmla="*/ 23 w 63"/>
                  <a:gd name="T5" fmla="*/ 47 h 63"/>
                  <a:gd name="T6" fmla="*/ 39 w 63"/>
                  <a:gd name="T7" fmla="*/ 55 h 63"/>
                  <a:gd name="T8" fmla="*/ 63 w 63"/>
                  <a:gd name="T9" fmla="*/ 63 h 63"/>
                  <a:gd name="T10" fmla="*/ 63 w 63"/>
                  <a:gd name="T11" fmla="*/ 63 h 63"/>
                  <a:gd name="T12" fmla="*/ 39 w 63"/>
                  <a:gd name="T13" fmla="*/ 55 h 63"/>
                  <a:gd name="T14" fmla="*/ 23 w 63"/>
                  <a:gd name="T15" fmla="*/ 47 h 63"/>
                  <a:gd name="T16" fmla="*/ 8 w 63"/>
                  <a:gd name="T17" fmla="*/ 24 h 63"/>
                  <a:gd name="T18" fmla="*/ 0 w 63"/>
                  <a:gd name="T19" fmla="*/ 0 h 63"/>
                  <a:gd name="T20" fmla="*/ 0 w 63"/>
                  <a:gd name="T21" fmla="*/ 0 h 63"/>
                  <a:gd name="T22" fmla="*/ 0 w 63"/>
                  <a:gd name="T23" fmla="*/ 0 h 63"/>
                  <a:gd name="T24" fmla="*/ 0 w 63"/>
                  <a:gd name="T25" fmla="*/ 0 h 63"/>
                  <a:gd name="T26" fmla="*/ 0 w 63"/>
                  <a:gd name="T27" fmla="*/ 0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63">
                    <a:moveTo>
                      <a:pt x="0" y="0"/>
                    </a:moveTo>
                    <a:lnTo>
                      <a:pt x="8" y="24"/>
                    </a:lnTo>
                    <a:lnTo>
                      <a:pt x="23" y="47"/>
                    </a:lnTo>
                    <a:lnTo>
                      <a:pt x="39" y="55"/>
                    </a:lnTo>
                    <a:lnTo>
                      <a:pt x="63" y="63"/>
                    </a:lnTo>
                    <a:lnTo>
                      <a:pt x="39" y="55"/>
                    </a:lnTo>
                    <a:lnTo>
                      <a:pt x="23" y="47"/>
                    </a:lnTo>
                    <a:lnTo>
                      <a:pt x="8" y="24"/>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84" name="Freeform 46">
                <a:extLst>
                  <a:ext uri="{FF2B5EF4-FFF2-40B4-BE49-F238E27FC236}">
                    <a16:creationId xmlns:a16="http://schemas.microsoft.com/office/drawing/2014/main" id="{FCDB52F9-EFE7-4E37-94AD-00D0DF2E1525}"/>
                  </a:ext>
                </a:extLst>
              </p:cNvPr>
              <p:cNvSpPr>
                <a:spLocks/>
              </p:cNvSpPr>
              <p:nvPr/>
            </p:nvSpPr>
            <p:spPr bwMode="auto">
              <a:xfrm>
                <a:off x="2373" y="89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85" name="Freeform 47">
                <a:extLst>
                  <a:ext uri="{FF2B5EF4-FFF2-40B4-BE49-F238E27FC236}">
                    <a16:creationId xmlns:a16="http://schemas.microsoft.com/office/drawing/2014/main" id="{979E88A7-2256-423B-BD05-5C659E78FD6D}"/>
                  </a:ext>
                </a:extLst>
              </p:cNvPr>
              <p:cNvSpPr>
                <a:spLocks/>
              </p:cNvSpPr>
              <p:nvPr/>
            </p:nvSpPr>
            <p:spPr bwMode="auto">
              <a:xfrm>
                <a:off x="2302" y="2856"/>
                <a:ext cx="127" cy="127"/>
              </a:xfrm>
              <a:custGeom>
                <a:avLst/>
                <a:gdLst>
                  <a:gd name="T0" fmla="*/ 63 w 127"/>
                  <a:gd name="T1" fmla="*/ 127 h 127"/>
                  <a:gd name="T2" fmla="*/ 87 w 127"/>
                  <a:gd name="T3" fmla="*/ 119 h 127"/>
                  <a:gd name="T4" fmla="*/ 111 w 127"/>
                  <a:gd name="T5" fmla="*/ 111 h 127"/>
                  <a:gd name="T6" fmla="*/ 119 w 127"/>
                  <a:gd name="T7" fmla="*/ 87 h 127"/>
                  <a:gd name="T8" fmla="*/ 127 w 127"/>
                  <a:gd name="T9" fmla="*/ 63 h 127"/>
                  <a:gd name="T10" fmla="*/ 119 w 127"/>
                  <a:gd name="T11" fmla="*/ 39 h 127"/>
                  <a:gd name="T12" fmla="*/ 111 w 127"/>
                  <a:gd name="T13" fmla="*/ 16 h 127"/>
                  <a:gd name="T14" fmla="*/ 87 w 127"/>
                  <a:gd name="T15" fmla="*/ 8 h 127"/>
                  <a:gd name="T16" fmla="*/ 63 w 127"/>
                  <a:gd name="T17" fmla="*/ 0 h 127"/>
                  <a:gd name="T18" fmla="*/ 39 w 127"/>
                  <a:gd name="T19" fmla="*/ 8 h 127"/>
                  <a:gd name="T20" fmla="*/ 24 w 127"/>
                  <a:gd name="T21" fmla="*/ 16 h 127"/>
                  <a:gd name="T22" fmla="*/ 8 w 127"/>
                  <a:gd name="T23" fmla="*/ 39 h 127"/>
                  <a:gd name="T24" fmla="*/ 0 w 127"/>
                  <a:gd name="T25" fmla="*/ 63 h 127"/>
                  <a:gd name="T26" fmla="*/ 8 w 127"/>
                  <a:gd name="T27" fmla="*/ 87 h 127"/>
                  <a:gd name="T28" fmla="*/ 24 w 127"/>
                  <a:gd name="T29" fmla="*/ 111 h 127"/>
                  <a:gd name="T30" fmla="*/ 39 w 127"/>
                  <a:gd name="T31" fmla="*/ 119 h 127"/>
                  <a:gd name="T32" fmla="*/ 63 w 127"/>
                  <a:gd name="T33" fmla="*/ 127 h 127"/>
                  <a:gd name="T34" fmla="*/ 63 w 127"/>
                  <a:gd name="T35" fmla="*/ 127 h 1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7" h="127">
                    <a:moveTo>
                      <a:pt x="63" y="127"/>
                    </a:moveTo>
                    <a:lnTo>
                      <a:pt x="87" y="119"/>
                    </a:lnTo>
                    <a:lnTo>
                      <a:pt x="111" y="111"/>
                    </a:lnTo>
                    <a:lnTo>
                      <a:pt x="119" y="87"/>
                    </a:lnTo>
                    <a:lnTo>
                      <a:pt x="127" y="63"/>
                    </a:lnTo>
                    <a:lnTo>
                      <a:pt x="119" y="39"/>
                    </a:lnTo>
                    <a:lnTo>
                      <a:pt x="111" y="16"/>
                    </a:lnTo>
                    <a:lnTo>
                      <a:pt x="87" y="8"/>
                    </a:lnTo>
                    <a:lnTo>
                      <a:pt x="63" y="0"/>
                    </a:lnTo>
                    <a:lnTo>
                      <a:pt x="39" y="8"/>
                    </a:lnTo>
                    <a:lnTo>
                      <a:pt x="24" y="16"/>
                    </a:lnTo>
                    <a:lnTo>
                      <a:pt x="8" y="39"/>
                    </a:lnTo>
                    <a:lnTo>
                      <a:pt x="0" y="63"/>
                    </a:lnTo>
                    <a:lnTo>
                      <a:pt x="8" y="87"/>
                    </a:lnTo>
                    <a:lnTo>
                      <a:pt x="24" y="111"/>
                    </a:lnTo>
                    <a:lnTo>
                      <a:pt x="39" y="119"/>
                    </a:lnTo>
                    <a:lnTo>
                      <a:pt x="63" y="127"/>
                    </a:lnTo>
                    <a:close/>
                  </a:path>
                </a:pathLst>
              </a:custGeom>
              <a:solidFill>
                <a:srgbClr val="FFFFFF"/>
              </a:solidFill>
              <a:ln w="9525">
                <a:solidFill>
                  <a:schemeClr val="tx1"/>
                </a:solidFill>
                <a:round/>
                <a:headEnd/>
                <a:tailEnd/>
              </a:ln>
            </p:spPr>
            <p:txBody>
              <a:bodyPr/>
              <a:lstStyle/>
              <a:p>
                <a:endParaRPr lang="zh-CN" altLang="en-US"/>
              </a:p>
            </p:txBody>
          </p:sp>
          <p:sp>
            <p:nvSpPr>
              <p:cNvPr id="47186" name="Freeform 48">
                <a:extLst>
                  <a:ext uri="{FF2B5EF4-FFF2-40B4-BE49-F238E27FC236}">
                    <a16:creationId xmlns:a16="http://schemas.microsoft.com/office/drawing/2014/main" id="{0198726E-1C1E-403B-AD0C-47ABB78A6709}"/>
                  </a:ext>
                </a:extLst>
              </p:cNvPr>
              <p:cNvSpPr>
                <a:spLocks/>
              </p:cNvSpPr>
              <p:nvPr/>
            </p:nvSpPr>
            <p:spPr bwMode="auto">
              <a:xfrm>
                <a:off x="2365" y="2919"/>
                <a:ext cx="64" cy="64"/>
              </a:xfrm>
              <a:custGeom>
                <a:avLst/>
                <a:gdLst>
                  <a:gd name="T0" fmla="*/ 0 w 64"/>
                  <a:gd name="T1" fmla="*/ 64 h 64"/>
                  <a:gd name="T2" fmla="*/ 24 w 64"/>
                  <a:gd name="T3" fmla="*/ 56 h 64"/>
                  <a:gd name="T4" fmla="*/ 48 w 64"/>
                  <a:gd name="T5" fmla="*/ 48 h 64"/>
                  <a:gd name="T6" fmla="*/ 56 w 64"/>
                  <a:gd name="T7" fmla="*/ 24 h 64"/>
                  <a:gd name="T8" fmla="*/ 64 w 64"/>
                  <a:gd name="T9" fmla="*/ 0 h 64"/>
                  <a:gd name="T10" fmla="*/ 64 w 64"/>
                  <a:gd name="T11" fmla="*/ 0 h 64"/>
                  <a:gd name="T12" fmla="*/ 56 w 64"/>
                  <a:gd name="T13" fmla="*/ 24 h 64"/>
                  <a:gd name="T14" fmla="*/ 48 w 64"/>
                  <a:gd name="T15" fmla="*/ 48 h 64"/>
                  <a:gd name="T16" fmla="*/ 24 w 64"/>
                  <a:gd name="T17" fmla="*/ 56 h 64"/>
                  <a:gd name="T18" fmla="*/ 0 w 64"/>
                  <a:gd name="T19" fmla="*/ 64 h 64"/>
                  <a:gd name="T20" fmla="*/ 0 w 64"/>
                  <a:gd name="T21" fmla="*/ 64 h 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 h="64">
                    <a:moveTo>
                      <a:pt x="0" y="64"/>
                    </a:moveTo>
                    <a:lnTo>
                      <a:pt x="24" y="56"/>
                    </a:lnTo>
                    <a:lnTo>
                      <a:pt x="48" y="48"/>
                    </a:lnTo>
                    <a:lnTo>
                      <a:pt x="56" y="24"/>
                    </a:lnTo>
                    <a:lnTo>
                      <a:pt x="64" y="0"/>
                    </a:lnTo>
                    <a:lnTo>
                      <a:pt x="56" y="24"/>
                    </a:lnTo>
                    <a:lnTo>
                      <a:pt x="48" y="48"/>
                    </a:lnTo>
                    <a:lnTo>
                      <a:pt x="24" y="56"/>
                    </a:lnTo>
                    <a:lnTo>
                      <a:pt x="0" y="64"/>
                    </a:lnTo>
                    <a:close/>
                  </a:path>
                </a:pathLst>
              </a:custGeom>
              <a:solidFill>
                <a:srgbClr val="000000"/>
              </a:solidFill>
              <a:ln w="9525">
                <a:solidFill>
                  <a:schemeClr val="tx1"/>
                </a:solidFill>
                <a:round/>
                <a:headEnd/>
                <a:tailEnd/>
              </a:ln>
            </p:spPr>
            <p:txBody>
              <a:bodyPr/>
              <a:lstStyle/>
              <a:p>
                <a:endParaRPr lang="zh-CN" altLang="en-US"/>
              </a:p>
            </p:txBody>
          </p:sp>
          <p:sp>
            <p:nvSpPr>
              <p:cNvPr id="47187" name="Freeform 49">
                <a:extLst>
                  <a:ext uri="{FF2B5EF4-FFF2-40B4-BE49-F238E27FC236}">
                    <a16:creationId xmlns:a16="http://schemas.microsoft.com/office/drawing/2014/main" id="{F6C70561-9EF3-47D8-A204-6A434AB99C57}"/>
                  </a:ext>
                </a:extLst>
              </p:cNvPr>
              <p:cNvSpPr>
                <a:spLocks noEditPoints="1"/>
              </p:cNvSpPr>
              <p:nvPr/>
            </p:nvSpPr>
            <p:spPr bwMode="auto">
              <a:xfrm>
                <a:off x="2365" y="2856"/>
                <a:ext cx="64" cy="63"/>
              </a:xfrm>
              <a:custGeom>
                <a:avLst/>
                <a:gdLst>
                  <a:gd name="T0" fmla="*/ 64 w 64"/>
                  <a:gd name="T1" fmla="*/ 63 h 63"/>
                  <a:gd name="T2" fmla="*/ 56 w 64"/>
                  <a:gd name="T3" fmla="*/ 39 h 63"/>
                  <a:gd name="T4" fmla="*/ 48 w 64"/>
                  <a:gd name="T5" fmla="*/ 16 h 63"/>
                  <a:gd name="T6" fmla="*/ 24 w 64"/>
                  <a:gd name="T7" fmla="*/ 8 h 63"/>
                  <a:gd name="T8" fmla="*/ 0 w 64"/>
                  <a:gd name="T9" fmla="*/ 0 h 63"/>
                  <a:gd name="T10" fmla="*/ 0 w 64"/>
                  <a:gd name="T11" fmla="*/ 0 h 63"/>
                  <a:gd name="T12" fmla="*/ 24 w 64"/>
                  <a:gd name="T13" fmla="*/ 8 h 63"/>
                  <a:gd name="T14" fmla="*/ 48 w 64"/>
                  <a:gd name="T15" fmla="*/ 16 h 63"/>
                  <a:gd name="T16" fmla="*/ 56 w 64"/>
                  <a:gd name="T17" fmla="*/ 39 h 63"/>
                  <a:gd name="T18" fmla="*/ 64 w 64"/>
                  <a:gd name="T19" fmla="*/ 63 h 63"/>
                  <a:gd name="T20" fmla="*/ 64 w 64"/>
                  <a:gd name="T21" fmla="*/ 63 h 63"/>
                  <a:gd name="T22" fmla="*/ 64 w 64"/>
                  <a:gd name="T23" fmla="*/ 63 h 63"/>
                  <a:gd name="T24" fmla="*/ 64 w 64"/>
                  <a:gd name="T25" fmla="*/ 63 h 63"/>
                  <a:gd name="T26" fmla="*/ 64 w 64"/>
                  <a:gd name="T27" fmla="*/ 63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3">
                    <a:moveTo>
                      <a:pt x="64" y="63"/>
                    </a:moveTo>
                    <a:lnTo>
                      <a:pt x="56" y="39"/>
                    </a:lnTo>
                    <a:lnTo>
                      <a:pt x="48" y="16"/>
                    </a:lnTo>
                    <a:lnTo>
                      <a:pt x="24" y="8"/>
                    </a:lnTo>
                    <a:lnTo>
                      <a:pt x="0" y="0"/>
                    </a:lnTo>
                    <a:lnTo>
                      <a:pt x="24" y="8"/>
                    </a:lnTo>
                    <a:lnTo>
                      <a:pt x="48" y="16"/>
                    </a:lnTo>
                    <a:lnTo>
                      <a:pt x="56" y="39"/>
                    </a:lnTo>
                    <a:lnTo>
                      <a:pt x="64" y="63"/>
                    </a:lnTo>
                    <a:close/>
                    <a:moveTo>
                      <a:pt x="64" y="63"/>
                    </a:moveTo>
                    <a:lnTo>
                      <a:pt x="64" y="63"/>
                    </a:lnTo>
                    <a:close/>
                  </a:path>
                </a:pathLst>
              </a:custGeom>
              <a:solidFill>
                <a:srgbClr val="000000"/>
              </a:solidFill>
              <a:ln w="9525">
                <a:solidFill>
                  <a:schemeClr val="tx1"/>
                </a:solidFill>
                <a:round/>
                <a:headEnd/>
                <a:tailEnd/>
              </a:ln>
            </p:spPr>
            <p:txBody>
              <a:bodyPr/>
              <a:lstStyle/>
              <a:p>
                <a:endParaRPr lang="zh-CN" altLang="en-US"/>
              </a:p>
            </p:txBody>
          </p:sp>
          <p:sp>
            <p:nvSpPr>
              <p:cNvPr id="47188" name="Freeform 50">
                <a:extLst>
                  <a:ext uri="{FF2B5EF4-FFF2-40B4-BE49-F238E27FC236}">
                    <a16:creationId xmlns:a16="http://schemas.microsoft.com/office/drawing/2014/main" id="{BA04318E-E2ED-4CAD-AB71-859FA102A0FD}"/>
                  </a:ext>
                </a:extLst>
              </p:cNvPr>
              <p:cNvSpPr>
                <a:spLocks noEditPoints="1"/>
              </p:cNvSpPr>
              <p:nvPr/>
            </p:nvSpPr>
            <p:spPr bwMode="auto">
              <a:xfrm>
                <a:off x="2302" y="2856"/>
                <a:ext cx="63" cy="63"/>
              </a:xfrm>
              <a:custGeom>
                <a:avLst/>
                <a:gdLst>
                  <a:gd name="T0" fmla="*/ 63 w 63"/>
                  <a:gd name="T1" fmla="*/ 0 h 63"/>
                  <a:gd name="T2" fmla="*/ 39 w 63"/>
                  <a:gd name="T3" fmla="*/ 8 h 63"/>
                  <a:gd name="T4" fmla="*/ 24 w 63"/>
                  <a:gd name="T5" fmla="*/ 16 h 63"/>
                  <a:gd name="T6" fmla="*/ 8 w 63"/>
                  <a:gd name="T7" fmla="*/ 39 h 63"/>
                  <a:gd name="T8" fmla="*/ 0 w 63"/>
                  <a:gd name="T9" fmla="*/ 63 h 63"/>
                  <a:gd name="T10" fmla="*/ 0 w 63"/>
                  <a:gd name="T11" fmla="*/ 63 h 63"/>
                  <a:gd name="T12" fmla="*/ 8 w 63"/>
                  <a:gd name="T13" fmla="*/ 39 h 63"/>
                  <a:gd name="T14" fmla="*/ 24 w 63"/>
                  <a:gd name="T15" fmla="*/ 16 h 63"/>
                  <a:gd name="T16" fmla="*/ 39 w 63"/>
                  <a:gd name="T17" fmla="*/ 8 h 63"/>
                  <a:gd name="T18" fmla="*/ 63 w 63"/>
                  <a:gd name="T19" fmla="*/ 0 h 63"/>
                  <a:gd name="T20" fmla="*/ 63 w 63"/>
                  <a:gd name="T21" fmla="*/ 0 h 63"/>
                  <a:gd name="T22" fmla="*/ 63 w 63"/>
                  <a:gd name="T23" fmla="*/ 0 h 63"/>
                  <a:gd name="T24" fmla="*/ 63 w 63"/>
                  <a:gd name="T25" fmla="*/ 0 h 63"/>
                  <a:gd name="T26" fmla="*/ 63 w 63"/>
                  <a:gd name="T27" fmla="*/ 0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63">
                    <a:moveTo>
                      <a:pt x="63" y="0"/>
                    </a:moveTo>
                    <a:lnTo>
                      <a:pt x="39" y="8"/>
                    </a:lnTo>
                    <a:lnTo>
                      <a:pt x="24" y="16"/>
                    </a:lnTo>
                    <a:lnTo>
                      <a:pt x="8" y="39"/>
                    </a:lnTo>
                    <a:lnTo>
                      <a:pt x="0" y="63"/>
                    </a:lnTo>
                    <a:lnTo>
                      <a:pt x="8" y="39"/>
                    </a:lnTo>
                    <a:lnTo>
                      <a:pt x="24" y="16"/>
                    </a:lnTo>
                    <a:lnTo>
                      <a:pt x="39" y="8"/>
                    </a:lnTo>
                    <a:lnTo>
                      <a:pt x="63" y="0"/>
                    </a:lnTo>
                    <a:close/>
                    <a:moveTo>
                      <a:pt x="63" y="0"/>
                    </a:moveTo>
                    <a:lnTo>
                      <a:pt x="63" y="0"/>
                    </a:lnTo>
                    <a:close/>
                  </a:path>
                </a:pathLst>
              </a:custGeom>
              <a:solidFill>
                <a:srgbClr val="000000"/>
              </a:solidFill>
              <a:ln w="9525">
                <a:solidFill>
                  <a:schemeClr val="tx1"/>
                </a:solidFill>
                <a:round/>
                <a:headEnd/>
                <a:tailEnd/>
              </a:ln>
            </p:spPr>
            <p:txBody>
              <a:bodyPr/>
              <a:lstStyle/>
              <a:p>
                <a:endParaRPr lang="zh-CN" altLang="en-US"/>
              </a:p>
            </p:txBody>
          </p:sp>
          <p:sp>
            <p:nvSpPr>
              <p:cNvPr id="47189" name="Freeform 51">
                <a:extLst>
                  <a:ext uri="{FF2B5EF4-FFF2-40B4-BE49-F238E27FC236}">
                    <a16:creationId xmlns:a16="http://schemas.microsoft.com/office/drawing/2014/main" id="{9074329B-4594-4BF5-84AC-BE424887B722}"/>
                  </a:ext>
                </a:extLst>
              </p:cNvPr>
              <p:cNvSpPr>
                <a:spLocks noEditPoints="1"/>
              </p:cNvSpPr>
              <p:nvPr/>
            </p:nvSpPr>
            <p:spPr bwMode="auto">
              <a:xfrm>
                <a:off x="2302" y="2919"/>
                <a:ext cx="63" cy="64"/>
              </a:xfrm>
              <a:custGeom>
                <a:avLst/>
                <a:gdLst>
                  <a:gd name="T0" fmla="*/ 0 w 63"/>
                  <a:gd name="T1" fmla="*/ 0 h 64"/>
                  <a:gd name="T2" fmla="*/ 8 w 63"/>
                  <a:gd name="T3" fmla="*/ 24 h 64"/>
                  <a:gd name="T4" fmla="*/ 24 w 63"/>
                  <a:gd name="T5" fmla="*/ 48 h 64"/>
                  <a:gd name="T6" fmla="*/ 39 w 63"/>
                  <a:gd name="T7" fmla="*/ 56 h 64"/>
                  <a:gd name="T8" fmla="*/ 63 w 63"/>
                  <a:gd name="T9" fmla="*/ 64 h 64"/>
                  <a:gd name="T10" fmla="*/ 63 w 63"/>
                  <a:gd name="T11" fmla="*/ 64 h 64"/>
                  <a:gd name="T12" fmla="*/ 39 w 63"/>
                  <a:gd name="T13" fmla="*/ 56 h 64"/>
                  <a:gd name="T14" fmla="*/ 24 w 63"/>
                  <a:gd name="T15" fmla="*/ 48 h 64"/>
                  <a:gd name="T16" fmla="*/ 8 w 63"/>
                  <a:gd name="T17" fmla="*/ 24 h 64"/>
                  <a:gd name="T18" fmla="*/ 0 w 63"/>
                  <a:gd name="T19" fmla="*/ 0 h 64"/>
                  <a:gd name="T20" fmla="*/ 0 w 63"/>
                  <a:gd name="T21" fmla="*/ 0 h 64"/>
                  <a:gd name="T22" fmla="*/ 0 w 63"/>
                  <a:gd name="T23" fmla="*/ 0 h 64"/>
                  <a:gd name="T24" fmla="*/ 0 w 63"/>
                  <a:gd name="T25" fmla="*/ 0 h 64"/>
                  <a:gd name="T26" fmla="*/ 0 w 63"/>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3" h="64">
                    <a:moveTo>
                      <a:pt x="0" y="0"/>
                    </a:moveTo>
                    <a:lnTo>
                      <a:pt x="8" y="24"/>
                    </a:lnTo>
                    <a:lnTo>
                      <a:pt x="24" y="48"/>
                    </a:lnTo>
                    <a:lnTo>
                      <a:pt x="39" y="56"/>
                    </a:lnTo>
                    <a:lnTo>
                      <a:pt x="63" y="64"/>
                    </a:lnTo>
                    <a:lnTo>
                      <a:pt x="39" y="56"/>
                    </a:lnTo>
                    <a:lnTo>
                      <a:pt x="24" y="48"/>
                    </a:lnTo>
                    <a:lnTo>
                      <a:pt x="8" y="24"/>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90" name="Freeform 52">
                <a:extLst>
                  <a:ext uri="{FF2B5EF4-FFF2-40B4-BE49-F238E27FC236}">
                    <a16:creationId xmlns:a16="http://schemas.microsoft.com/office/drawing/2014/main" id="{92A4B49B-3001-4F71-A34C-01E7DB283BF0}"/>
                  </a:ext>
                </a:extLst>
              </p:cNvPr>
              <p:cNvSpPr>
                <a:spLocks/>
              </p:cNvSpPr>
              <p:nvPr/>
            </p:nvSpPr>
            <p:spPr bwMode="auto">
              <a:xfrm>
                <a:off x="2365" y="2983"/>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91" name="Freeform 53">
                <a:extLst>
                  <a:ext uri="{FF2B5EF4-FFF2-40B4-BE49-F238E27FC236}">
                    <a16:creationId xmlns:a16="http://schemas.microsoft.com/office/drawing/2014/main" id="{D46A4942-AB6C-4D83-87DC-AB74B58628B9}"/>
                  </a:ext>
                </a:extLst>
              </p:cNvPr>
              <p:cNvSpPr>
                <a:spLocks/>
              </p:cNvSpPr>
              <p:nvPr/>
            </p:nvSpPr>
            <p:spPr bwMode="auto">
              <a:xfrm>
                <a:off x="1232" y="1636"/>
                <a:ext cx="471" cy="478"/>
              </a:xfrm>
              <a:custGeom>
                <a:avLst/>
                <a:gdLst>
                  <a:gd name="T0" fmla="*/ 231 w 471"/>
                  <a:gd name="T1" fmla="*/ 478 h 478"/>
                  <a:gd name="T2" fmla="*/ 279 w 471"/>
                  <a:gd name="T3" fmla="*/ 470 h 478"/>
                  <a:gd name="T4" fmla="*/ 319 w 471"/>
                  <a:gd name="T5" fmla="*/ 462 h 478"/>
                  <a:gd name="T6" fmla="*/ 367 w 471"/>
                  <a:gd name="T7" fmla="*/ 438 h 478"/>
                  <a:gd name="T8" fmla="*/ 399 w 471"/>
                  <a:gd name="T9" fmla="*/ 406 h 478"/>
                  <a:gd name="T10" fmla="*/ 431 w 471"/>
                  <a:gd name="T11" fmla="*/ 375 h 478"/>
                  <a:gd name="T12" fmla="*/ 455 w 471"/>
                  <a:gd name="T13" fmla="*/ 335 h 478"/>
                  <a:gd name="T14" fmla="*/ 463 w 471"/>
                  <a:gd name="T15" fmla="*/ 287 h 478"/>
                  <a:gd name="T16" fmla="*/ 471 w 471"/>
                  <a:gd name="T17" fmla="*/ 239 h 478"/>
                  <a:gd name="T18" fmla="*/ 463 w 471"/>
                  <a:gd name="T19" fmla="*/ 191 h 478"/>
                  <a:gd name="T20" fmla="*/ 455 w 471"/>
                  <a:gd name="T21" fmla="*/ 151 h 478"/>
                  <a:gd name="T22" fmla="*/ 431 w 471"/>
                  <a:gd name="T23" fmla="*/ 111 h 478"/>
                  <a:gd name="T24" fmla="*/ 399 w 471"/>
                  <a:gd name="T25" fmla="*/ 72 h 478"/>
                  <a:gd name="T26" fmla="*/ 367 w 471"/>
                  <a:gd name="T27" fmla="*/ 40 h 478"/>
                  <a:gd name="T28" fmla="*/ 319 w 471"/>
                  <a:gd name="T29" fmla="*/ 16 h 478"/>
                  <a:gd name="T30" fmla="*/ 279 w 471"/>
                  <a:gd name="T31" fmla="*/ 8 h 478"/>
                  <a:gd name="T32" fmla="*/ 231 w 471"/>
                  <a:gd name="T33" fmla="*/ 0 h 478"/>
                  <a:gd name="T34" fmla="*/ 183 w 471"/>
                  <a:gd name="T35" fmla="*/ 8 h 478"/>
                  <a:gd name="T36" fmla="*/ 143 w 471"/>
                  <a:gd name="T37" fmla="*/ 16 h 478"/>
                  <a:gd name="T38" fmla="*/ 103 w 471"/>
                  <a:gd name="T39" fmla="*/ 40 h 478"/>
                  <a:gd name="T40" fmla="*/ 71 w 471"/>
                  <a:gd name="T41" fmla="*/ 72 h 478"/>
                  <a:gd name="T42" fmla="*/ 15 w 471"/>
                  <a:gd name="T43" fmla="*/ 151 h 478"/>
                  <a:gd name="T44" fmla="*/ 7 w 471"/>
                  <a:gd name="T45" fmla="*/ 191 h 478"/>
                  <a:gd name="T46" fmla="*/ 0 w 471"/>
                  <a:gd name="T47" fmla="*/ 239 h 478"/>
                  <a:gd name="T48" fmla="*/ 7 w 471"/>
                  <a:gd name="T49" fmla="*/ 287 h 478"/>
                  <a:gd name="T50" fmla="*/ 15 w 471"/>
                  <a:gd name="T51" fmla="*/ 335 h 478"/>
                  <a:gd name="T52" fmla="*/ 71 w 471"/>
                  <a:gd name="T53" fmla="*/ 406 h 478"/>
                  <a:gd name="T54" fmla="*/ 103 w 471"/>
                  <a:gd name="T55" fmla="*/ 438 h 478"/>
                  <a:gd name="T56" fmla="*/ 143 w 471"/>
                  <a:gd name="T57" fmla="*/ 462 h 478"/>
                  <a:gd name="T58" fmla="*/ 183 w 471"/>
                  <a:gd name="T59" fmla="*/ 470 h 478"/>
                  <a:gd name="T60" fmla="*/ 231 w 471"/>
                  <a:gd name="T61" fmla="*/ 478 h 478"/>
                  <a:gd name="T62" fmla="*/ 231 w 471"/>
                  <a:gd name="T63" fmla="*/ 478 h 47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71" h="478">
                    <a:moveTo>
                      <a:pt x="231" y="478"/>
                    </a:moveTo>
                    <a:lnTo>
                      <a:pt x="279" y="470"/>
                    </a:lnTo>
                    <a:lnTo>
                      <a:pt x="319" y="462"/>
                    </a:lnTo>
                    <a:lnTo>
                      <a:pt x="367" y="438"/>
                    </a:lnTo>
                    <a:lnTo>
                      <a:pt x="399" y="406"/>
                    </a:lnTo>
                    <a:lnTo>
                      <a:pt x="431" y="375"/>
                    </a:lnTo>
                    <a:lnTo>
                      <a:pt x="455" y="335"/>
                    </a:lnTo>
                    <a:lnTo>
                      <a:pt x="463" y="287"/>
                    </a:lnTo>
                    <a:lnTo>
                      <a:pt x="471" y="239"/>
                    </a:lnTo>
                    <a:lnTo>
                      <a:pt x="463" y="191"/>
                    </a:lnTo>
                    <a:lnTo>
                      <a:pt x="455" y="151"/>
                    </a:lnTo>
                    <a:lnTo>
                      <a:pt x="431" y="111"/>
                    </a:lnTo>
                    <a:lnTo>
                      <a:pt x="399" y="72"/>
                    </a:lnTo>
                    <a:lnTo>
                      <a:pt x="367" y="40"/>
                    </a:lnTo>
                    <a:lnTo>
                      <a:pt x="319" y="16"/>
                    </a:lnTo>
                    <a:lnTo>
                      <a:pt x="279" y="8"/>
                    </a:lnTo>
                    <a:lnTo>
                      <a:pt x="231" y="0"/>
                    </a:lnTo>
                    <a:lnTo>
                      <a:pt x="183" y="8"/>
                    </a:lnTo>
                    <a:lnTo>
                      <a:pt x="143" y="16"/>
                    </a:lnTo>
                    <a:lnTo>
                      <a:pt x="103" y="40"/>
                    </a:lnTo>
                    <a:lnTo>
                      <a:pt x="71" y="72"/>
                    </a:lnTo>
                    <a:lnTo>
                      <a:pt x="15" y="151"/>
                    </a:lnTo>
                    <a:lnTo>
                      <a:pt x="7" y="191"/>
                    </a:lnTo>
                    <a:lnTo>
                      <a:pt x="0" y="239"/>
                    </a:lnTo>
                    <a:lnTo>
                      <a:pt x="7" y="287"/>
                    </a:lnTo>
                    <a:lnTo>
                      <a:pt x="15" y="335"/>
                    </a:lnTo>
                    <a:lnTo>
                      <a:pt x="71" y="406"/>
                    </a:lnTo>
                    <a:lnTo>
                      <a:pt x="103" y="438"/>
                    </a:lnTo>
                    <a:lnTo>
                      <a:pt x="143" y="462"/>
                    </a:lnTo>
                    <a:lnTo>
                      <a:pt x="183" y="470"/>
                    </a:lnTo>
                    <a:lnTo>
                      <a:pt x="231" y="478"/>
                    </a:lnTo>
                    <a:close/>
                  </a:path>
                </a:pathLst>
              </a:custGeom>
              <a:solidFill>
                <a:srgbClr val="FFCC66"/>
              </a:solidFill>
              <a:ln w="9525">
                <a:solidFill>
                  <a:srgbClr val="FF0000"/>
                </a:solidFill>
                <a:round/>
                <a:headEnd/>
                <a:tailEnd/>
              </a:ln>
            </p:spPr>
            <p:txBody>
              <a:bodyPr/>
              <a:lstStyle/>
              <a:p>
                <a:endParaRPr lang="zh-CN" altLang="en-US"/>
              </a:p>
            </p:txBody>
          </p:sp>
          <p:sp>
            <p:nvSpPr>
              <p:cNvPr id="47192" name="Freeform 54">
                <a:extLst>
                  <a:ext uri="{FF2B5EF4-FFF2-40B4-BE49-F238E27FC236}">
                    <a16:creationId xmlns:a16="http://schemas.microsoft.com/office/drawing/2014/main" id="{D15F89AD-4293-4802-858E-BF160F15A99D}"/>
                  </a:ext>
                </a:extLst>
              </p:cNvPr>
              <p:cNvSpPr>
                <a:spLocks/>
              </p:cNvSpPr>
              <p:nvPr/>
            </p:nvSpPr>
            <p:spPr bwMode="auto">
              <a:xfrm>
                <a:off x="1463" y="1875"/>
                <a:ext cx="240" cy="239"/>
              </a:xfrm>
              <a:custGeom>
                <a:avLst/>
                <a:gdLst>
                  <a:gd name="T0" fmla="*/ 0 w 240"/>
                  <a:gd name="T1" fmla="*/ 239 h 239"/>
                  <a:gd name="T2" fmla="*/ 48 w 240"/>
                  <a:gd name="T3" fmla="*/ 231 h 239"/>
                  <a:gd name="T4" fmla="*/ 88 w 240"/>
                  <a:gd name="T5" fmla="*/ 223 h 239"/>
                  <a:gd name="T6" fmla="*/ 136 w 240"/>
                  <a:gd name="T7" fmla="*/ 199 h 239"/>
                  <a:gd name="T8" fmla="*/ 168 w 240"/>
                  <a:gd name="T9" fmla="*/ 167 h 239"/>
                  <a:gd name="T10" fmla="*/ 200 w 240"/>
                  <a:gd name="T11" fmla="*/ 136 h 239"/>
                  <a:gd name="T12" fmla="*/ 224 w 240"/>
                  <a:gd name="T13" fmla="*/ 96 h 239"/>
                  <a:gd name="T14" fmla="*/ 232 w 240"/>
                  <a:gd name="T15" fmla="*/ 48 h 239"/>
                  <a:gd name="T16" fmla="*/ 240 w 240"/>
                  <a:gd name="T17" fmla="*/ 0 h 239"/>
                  <a:gd name="T18" fmla="*/ 240 w 240"/>
                  <a:gd name="T19" fmla="*/ 0 h 239"/>
                  <a:gd name="T20" fmla="*/ 232 w 240"/>
                  <a:gd name="T21" fmla="*/ 48 h 239"/>
                  <a:gd name="T22" fmla="*/ 224 w 240"/>
                  <a:gd name="T23" fmla="*/ 96 h 239"/>
                  <a:gd name="T24" fmla="*/ 200 w 240"/>
                  <a:gd name="T25" fmla="*/ 136 h 239"/>
                  <a:gd name="T26" fmla="*/ 168 w 240"/>
                  <a:gd name="T27" fmla="*/ 167 h 239"/>
                  <a:gd name="T28" fmla="*/ 136 w 240"/>
                  <a:gd name="T29" fmla="*/ 199 h 239"/>
                  <a:gd name="T30" fmla="*/ 88 w 240"/>
                  <a:gd name="T31" fmla="*/ 223 h 239"/>
                  <a:gd name="T32" fmla="*/ 48 w 240"/>
                  <a:gd name="T33" fmla="*/ 231 h 239"/>
                  <a:gd name="T34" fmla="*/ 0 w 240"/>
                  <a:gd name="T35" fmla="*/ 239 h 239"/>
                  <a:gd name="T36" fmla="*/ 0 w 240"/>
                  <a:gd name="T37" fmla="*/ 239 h 2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0" h="239">
                    <a:moveTo>
                      <a:pt x="0" y="239"/>
                    </a:moveTo>
                    <a:lnTo>
                      <a:pt x="48" y="231"/>
                    </a:lnTo>
                    <a:lnTo>
                      <a:pt x="88" y="223"/>
                    </a:lnTo>
                    <a:lnTo>
                      <a:pt x="136" y="199"/>
                    </a:lnTo>
                    <a:lnTo>
                      <a:pt x="168" y="167"/>
                    </a:lnTo>
                    <a:lnTo>
                      <a:pt x="200" y="136"/>
                    </a:lnTo>
                    <a:lnTo>
                      <a:pt x="224" y="96"/>
                    </a:lnTo>
                    <a:lnTo>
                      <a:pt x="232" y="48"/>
                    </a:lnTo>
                    <a:lnTo>
                      <a:pt x="240" y="0"/>
                    </a:lnTo>
                    <a:lnTo>
                      <a:pt x="232" y="48"/>
                    </a:lnTo>
                    <a:lnTo>
                      <a:pt x="224" y="96"/>
                    </a:lnTo>
                    <a:lnTo>
                      <a:pt x="200" y="136"/>
                    </a:lnTo>
                    <a:lnTo>
                      <a:pt x="168" y="167"/>
                    </a:lnTo>
                    <a:lnTo>
                      <a:pt x="136" y="199"/>
                    </a:lnTo>
                    <a:lnTo>
                      <a:pt x="88" y="223"/>
                    </a:lnTo>
                    <a:lnTo>
                      <a:pt x="48" y="231"/>
                    </a:lnTo>
                    <a:lnTo>
                      <a:pt x="0" y="239"/>
                    </a:lnTo>
                    <a:close/>
                  </a:path>
                </a:pathLst>
              </a:custGeom>
              <a:solidFill>
                <a:srgbClr val="000000"/>
              </a:solidFill>
              <a:ln w="9525">
                <a:solidFill>
                  <a:schemeClr val="tx1"/>
                </a:solidFill>
                <a:round/>
                <a:headEnd/>
                <a:tailEnd/>
              </a:ln>
            </p:spPr>
            <p:txBody>
              <a:bodyPr/>
              <a:lstStyle/>
              <a:p>
                <a:endParaRPr lang="zh-CN" altLang="en-US"/>
              </a:p>
            </p:txBody>
          </p:sp>
          <p:sp>
            <p:nvSpPr>
              <p:cNvPr id="47193" name="Freeform 55">
                <a:extLst>
                  <a:ext uri="{FF2B5EF4-FFF2-40B4-BE49-F238E27FC236}">
                    <a16:creationId xmlns:a16="http://schemas.microsoft.com/office/drawing/2014/main" id="{E7024B37-A5CC-43E1-B590-29575E3AAED3}"/>
                  </a:ext>
                </a:extLst>
              </p:cNvPr>
              <p:cNvSpPr>
                <a:spLocks noEditPoints="1"/>
              </p:cNvSpPr>
              <p:nvPr/>
            </p:nvSpPr>
            <p:spPr bwMode="auto">
              <a:xfrm>
                <a:off x="1463" y="1636"/>
                <a:ext cx="240" cy="239"/>
              </a:xfrm>
              <a:custGeom>
                <a:avLst/>
                <a:gdLst>
                  <a:gd name="T0" fmla="*/ 240 w 240"/>
                  <a:gd name="T1" fmla="*/ 239 h 239"/>
                  <a:gd name="T2" fmla="*/ 232 w 240"/>
                  <a:gd name="T3" fmla="*/ 191 h 239"/>
                  <a:gd name="T4" fmla="*/ 224 w 240"/>
                  <a:gd name="T5" fmla="*/ 151 h 239"/>
                  <a:gd name="T6" fmla="*/ 200 w 240"/>
                  <a:gd name="T7" fmla="*/ 111 h 239"/>
                  <a:gd name="T8" fmla="*/ 168 w 240"/>
                  <a:gd name="T9" fmla="*/ 72 h 239"/>
                  <a:gd name="T10" fmla="*/ 136 w 240"/>
                  <a:gd name="T11" fmla="*/ 40 h 239"/>
                  <a:gd name="T12" fmla="*/ 88 w 240"/>
                  <a:gd name="T13" fmla="*/ 16 h 239"/>
                  <a:gd name="T14" fmla="*/ 48 w 240"/>
                  <a:gd name="T15" fmla="*/ 8 h 239"/>
                  <a:gd name="T16" fmla="*/ 0 w 240"/>
                  <a:gd name="T17" fmla="*/ 0 h 239"/>
                  <a:gd name="T18" fmla="*/ 0 w 240"/>
                  <a:gd name="T19" fmla="*/ 0 h 239"/>
                  <a:gd name="T20" fmla="*/ 48 w 240"/>
                  <a:gd name="T21" fmla="*/ 8 h 239"/>
                  <a:gd name="T22" fmla="*/ 88 w 240"/>
                  <a:gd name="T23" fmla="*/ 16 h 239"/>
                  <a:gd name="T24" fmla="*/ 136 w 240"/>
                  <a:gd name="T25" fmla="*/ 40 h 239"/>
                  <a:gd name="T26" fmla="*/ 168 w 240"/>
                  <a:gd name="T27" fmla="*/ 72 h 239"/>
                  <a:gd name="T28" fmla="*/ 200 w 240"/>
                  <a:gd name="T29" fmla="*/ 111 h 239"/>
                  <a:gd name="T30" fmla="*/ 224 w 240"/>
                  <a:gd name="T31" fmla="*/ 151 h 239"/>
                  <a:gd name="T32" fmla="*/ 232 w 240"/>
                  <a:gd name="T33" fmla="*/ 191 h 239"/>
                  <a:gd name="T34" fmla="*/ 240 w 240"/>
                  <a:gd name="T35" fmla="*/ 239 h 239"/>
                  <a:gd name="T36" fmla="*/ 240 w 240"/>
                  <a:gd name="T37" fmla="*/ 239 h 239"/>
                  <a:gd name="T38" fmla="*/ 240 w 240"/>
                  <a:gd name="T39" fmla="*/ 239 h 239"/>
                  <a:gd name="T40" fmla="*/ 240 w 240"/>
                  <a:gd name="T41" fmla="*/ 239 h 239"/>
                  <a:gd name="T42" fmla="*/ 240 w 240"/>
                  <a:gd name="T43" fmla="*/ 239 h 2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40" h="239">
                    <a:moveTo>
                      <a:pt x="240" y="239"/>
                    </a:moveTo>
                    <a:lnTo>
                      <a:pt x="232" y="191"/>
                    </a:lnTo>
                    <a:lnTo>
                      <a:pt x="224" y="151"/>
                    </a:lnTo>
                    <a:lnTo>
                      <a:pt x="200" y="111"/>
                    </a:lnTo>
                    <a:lnTo>
                      <a:pt x="168" y="72"/>
                    </a:lnTo>
                    <a:lnTo>
                      <a:pt x="136" y="40"/>
                    </a:lnTo>
                    <a:lnTo>
                      <a:pt x="88" y="16"/>
                    </a:lnTo>
                    <a:lnTo>
                      <a:pt x="48" y="8"/>
                    </a:lnTo>
                    <a:lnTo>
                      <a:pt x="0" y="0"/>
                    </a:lnTo>
                    <a:lnTo>
                      <a:pt x="48" y="8"/>
                    </a:lnTo>
                    <a:lnTo>
                      <a:pt x="88" y="16"/>
                    </a:lnTo>
                    <a:lnTo>
                      <a:pt x="136" y="40"/>
                    </a:lnTo>
                    <a:lnTo>
                      <a:pt x="168" y="72"/>
                    </a:lnTo>
                    <a:lnTo>
                      <a:pt x="200" y="111"/>
                    </a:lnTo>
                    <a:lnTo>
                      <a:pt x="224" y="151"/>
                    </a:lnTo>
                    <a:lnTo>
                      <a:pt x="232" y="191"/>
                    </a:lnTo>
                    <a:lnTo>
                      <a:pt x="240" y="239"/>
                    </a:lnTo>
                    <a:close/>
                    <a:moveTo>
                      <a:pt x="240" y="239"/>
                    </a:moveTo>
                    <a:lnTo>
                      <a:pt x="240" y="239"/>
                    </a:lnTo>
                    <a:close/>
                  </a:path>
                </a:pathLst>
              </a:custGeom>
              <a:solidFill>
                <a:srgbClr val="000000"/>
              </a:solidFill>
              <a:ln w="9525">
                <a:solidFill>
                  <a:schemeClr val="tx1"/>
                </a:solidFill>
                <a:round/>
                <a:headEnd/>
                <a:tailEnd/>
              </a:ln>
            </p:spPr>
            <p:txBody>
              <a:bodyPr/>
              <a:lstStyle/>
              <a:p>
                <a:endParaRPr lang="zh-CN" altLang="en-US"/>
              </a:p>
            </p:txBody>
          </p:sp>
          <p:sp>
            <p:nvSpPr>
              <p:cNvPr id="47194" name="Freeform 56">
                <a:extLst>
                  <a:ext uri="{FF2B5EF4-FFF2-40B4-BE49-F238E27FC236}">
                    <a16:creationId xmlns:a16="http://schemas.microsoft.com/office/drawing/2014/main" id="{0625C437-D672-4562-91B7-FACFBC1ED172}"/>
                  </a:ext>
                </a:extLst>
              </p:cNvPr>
              <p:cNvSpPr>
                <a:spLocks noEditPoints="1"/>
              </p:cNvSpPr>
              <p:nvPr/>
            </p:nvSpPr>
            <p:spPr bwMode="auto">
              <a:xfrm>
                <a:off x="1232" y="1636"/>
                <a:ext cx="231" cy="239"/>
              </a:xfrm>
              <a:custGeom>
                <a:avLst/>
                <a:gdLst>
                  <a:gd name="T0" fmla="*/ 231 w 231"/>
                  <a:gd name="T1" fmla="*/ 0 h 239"/>
                  <a:gd name="T2" fmla="*/ 183 w 231"/>
                  <a:gd name="T3" fmla="*/ 8 h 239"/>
                  <a:gd name="T4" fmla="*/ 143 w 231"/>
                  <a:gd name="T5" fmla="*/ 16 h 239"/>
                  <a:gd name="T6" fmla="*/ 103 w 231"/>
                  <a:gd name="T7" fmla="*/ 40 h 239"/>
                  <a:gd name="T8" fmla="*/ 71 w 231"/>
                  <a:gd name="T9" fmla="*/ 72 h 239"/>
                  <a:gd name="T10" fmla="*/ 15 w 231"/>
                  <a:gd name="T11" fmla="*/ 151 h 239"/>
                  <a:gd name="T12" fmla="*/ 7 w 231"/>
                  <a:gd name="T13" fmla="*/ 191 h 239"/>
                  <a:gd name="T14" fmla="*/ 0 w 231"/>
                  <a:gd name="T15" fmla="*/ 239 h 239"/>
                  <a:gd name="T16" fmla="*/ 0 w 231"/>
                  <a:gd name="T17" fmla="*/ 239 h 239"/>
                  <a:gd name="T18" fmla="*/ 7 w 231"/>
                  <a:gd name="T19" fmla="*/ 191 h 239"/>
                  <a:gd name="T20" fmla="*/ 15 w 231"/>
                  <a:gd name="T21" fmla="*/ 151 h 239"/>
                  <a:gd name="T22" fmla="*/ 71 w 231"/>
                  <a:gd name="T23" fmla="*/ 72 h 239"/>
                  <a:gd name="T24" fmla="*/ 103 w 231"/>
                  <a:gd name="T25" fmla="*/ 40 h 239"/>
                  <a:gd name="T26" fmla="*/ 143 w 231"/>
                  <a:gd name="T27" fmla="*/ 16 h 239"/>
                  <a:gd name="T28" fmla="*/ 183 w 231"/>
                  <a:gd name="T29" fmla="*/ 8 h 239"/>
                  <a:gd name="T30" fmla="*/ 231 w 231"/>
                  <a:gd name="T31" fmla="*/ 0 h 239"/>
                  <a:gd name="T32" fmla="*/ 231 w 231"/>
                  <a:gd name="T33" fmla="*/ 0 h 239"/>
                  <a:gd name="T34" fmla="*/ 231 w 231"/>
                  <a:gd name="T35" fmla="*/ 0 h 239"/>
                  <a:gd name="T36" fmla="*/ 231 w 231"/>
                  <a:gd name="T37" fmla="*/ 0 h 239"/>
                  <a:gd name="T38" fmla="*/ 231 w 231"/>
                  <a:gd name="T39" fmla="*/ 0 h 2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31" h="239">
                    <a:moveTo>
                      <a:pt x="231" y="0"/>
                    </a:moveTo>
                    <a:lnTo>
                      <a:pt x="183" y="8"/>
                    </a:lnTo>
                    <a:lnTo>
                      <a:pt x="143" y="16"/>
                    </a:lnTo>
                    <a:lnTo>
                      <a:pt x="103" y="40"/>
                    </a:lnTo>
                    <a:lnTo>
                      <a:pt x="71" y="72"/>
                    </a:lnTo>
                    <a:lnTo>
                      <a:pt x="15" y="151"/>
                    </a:lnTo>
                    <a:lnTo>
                      <a:pt x="7" y="191"/>
                    </a:lnTo>
                    <a:lnTo>
                      <a:pt x="0" y="239"/>
                    </a:lnTo>
                    <a:lnTo>
                      <a:pt x="7" y="191"/>
                    </a:lnTo>
                    <a:lnTo>
                      <a:pt x="15" y="151"/>
                    </a:lnTo>
                    <a:lnTo>
                      <a:pt x="71" y="72"/>
                    </a:lnTo>
                    <a:lnTo>
                      <a:pt x="103" y="40"/>
                    </a:lnTo>
                    <a:lnTo>
                      <a:pt x="143" y="16"/>
                    </a:lnTo>
                    <a:lnTo>
                      <a:pt x="183" y="8"/>
                    </a:lnTo>
                    <a:lnTo>
                      <a:pt x="231" y="0"/>
                    </a:lnTo>
                    <a:close/>
                    <a:moveTo>
                      <a:pt x="231" y="0"/>
                    </a:moveTo>
                    <a:lnTo>
                      <a:pt x="231" y="0"/>
                    </a:lnTo>
                    <a:close/>
                  </a:path>
                </a:pathLst>
              </a:custGeom>
              <a:solidFill>
                <a:srgbClr val="000000"/>
              </a:solidFill>
              <a:ln w="9525">
                <a:solidFill>
                  <a:schemeClr val="tx1"/>
                </a:solidFill>
                <a:round/>
                <a:headEnd/>
                <a:tailEnd/>
              </a:ln>
            </p:spPr>
            <p:txBody>
              <a:bodyPr/>
              <a:lstStyle/>
              <a:p>
                <a:endParaRPr lang="zh-CN" altLang="en-US"/>
              </a:p>
            </p:txBody>
          </p:sp>
          <p:sp>
            <p:nvSpPr>
              <p:cNvPr id="47195" name="Freeform 57">
                <a:extLst>
                  <a:ext uri="{FF2B5EF4-FFF2-40B4-BE49-F238E27FC236}">
                    <a16:creationId xmlns:a16="http://schemas.microsoft.com/office/drawing/2014/main" id="{A4798122-DEE8-4546-B2E6-972976D05CDC}"/>
                  </a:ext>
                </a:extLst>
              </p:cNvPr>
              <p:cNvSpPr>
                <a:spLocks noEditPoints="1"/>
              </p:cNvSpPr>
              <p:nvPr/>
            </p:nvSpPr>
            <p:spPr bwMode="auto">
              <a:xfrm>
                <a:off x="1232" y="1875"/>
                <a:ext cx="231" cy="239"/>
              </a:xfrm>
              <a:custGeom>
                <a:avLst/>
                <a:gdLst>
                  <a:gd name="T0" fmla="*/ 0 w 231"/>
                  <a:gd name="T1" fmla="*/ 0 h 239"/>
                  <a:gd name="T2" fmla="*/ 7 w 231"/>
                  <a:gd name="T3" fmla="*/ 48 h 239"/>
                  <a:gd name="T4" fmla="*/ 15 w 231"/>
                  <a:gd name="T5" fmla="*/ 96 h 239"/>
                  <a:gd name="T6" fmla="*/ 71 w 231"/>
                  <a:gd name="T7" fmla="*/ 167 h 239"/>
                  <a:gd name="T8" fmla="*/ 103 w 231"/>
                  <a:gd name="T9" fmla="*/ 199 h 239"/>
                  <a:gd name="T10" fmla="*/ 143 w 231"/>
                  <a:gd name="T11" fmla="*/ 223 h 239"/>
                  <a:gd name="T12" fmla="*/ 183 w 231"/>
                  <a:gd name="T13" fmla="*/ 231 h 239"/>
                  <a:gd name="T14" fmla="*/ 231 w 231"/>
                  <a:gd name="T15" fmla="*/ 239 h 239"/>
                  <a:gd name="T16" fmla="*/ 231 w 231"/>
                  <a:gd name="T17" fmla="*/ 239 h 239"/>
                  <a:gd name="T18" fmla="*/ 183 w 231"/>
                  <a:gd name="T19" fmla="*/ 231 h 239"/>
                  <a:gd name="T20" fmla="*/ 143 w 231"/>
                  <a:gd name="T21" fmla="*/ 223 h 239"/>
                  <a:gd name="T22" fmla="*/ 103 w 231"/>
                  <a:gd name="T23" fmla="*/ 199 h 239"/>
                  <a:gd name="T24" fmla="*/ 71 w 231"/>
                  <a:gd name="T25" fmla="*/ 167 h 239"/>
                  <a:gd name="T26" fmla="*/ 15 w 231"/>
                  <a:gd name="T27" fmla="*/ 96 h 239"/>
                  <a:gd name="T28" fmla="*/ 7 w 231"/>
                  <a:gd name="T29" fmla="*/ 48 h 239"/>
                  <a:gd name="T30" fmla="*/ 0 w 231"/>
                  <a:gd name="T31" fmla="*/ 0 h 239"/>
                  <a:gd name="T32" fmla="*/ 0 w 231"/>
                  <a:gd name="T33" fmla="*/ 0 h 239"/>
                  <a:gd name="T34" fmla="*/ 0 w 231"/>
                  <a:gd name="T35" fmla="*/ 0 h 239"/>
                  <a:gd name="T36" fmla="*/ 0 w 231"/>
                  <a:gd name="T37" fmla="*/ 0 h 239"/>
                  <a:gd name="T38" fmla="*/ 0 w 231"/>
                  <a:gd name="T39" fmla="*/ 0 h 2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31" h="239">
                    <a:moveTo>
                      <a:pt x="0" y="0"/>
                    </a:moveTo>
                    <a:lnTo>
                      <a:pt x="7" y="48"/>
                    </a:lnTo>
                    <a:lnTo>
                      <a:pt x="15" y="96"/>
                    </a:lnTo>
                    <a:lnTo>
                      <a:pt x="71" y="167"/>
                    </a:lnTo>
                    <a:lnTo>
                      <a:pt x="103" y="199"/>
                    </a:lnTo>
                    <a:lnTo>
                      <a:pt x="143" y="223"/>
                    </a:lnTo>
                    <a:lnTo>
                      <a:pt x="183" y="231"/>
                    </a:lnTo>
                    <a:lnTo>
                      <a:pt x="231" y="239"/>
                    </a:lnTo>
                    <a:lnTo>
                      <a:pt x="183" y="231"/>
                    </a:lnTo>
                    <a:lnTo>
                      <a:pt x="143" y="223"/>
                    </a:lnTo>
                    <a:lnTo>
                      <a:pt x="103" y="199"/>
                    </a:lnTo>
                    <a:lnTo>
                      <a:pt x="71" y="167"/>
                    </a:lnTo>
                    <a:lnTo>
                      <a:pt x="15" y="96"/>
                    </a:lnTo>
                    <a:lnTo>
                      <a:pt x="7" y="4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96" name="Freeform 58">
                <a:extLst>
                  <a:ext uri="{FF2B5EF4-FFF2-40B4-BE49-F238E27FC236}">
                    <a16:creationId xmlns:a16="http://schemas.microsoft.com/office/drawing/2014/main" id="{B64580FE-E81F-4D52-94D5-B2BD1CC71033}"/>
                  </a:ext>
                </a:extLst>
              </p:cNvPr>
              <p:cNvSpPr>
                <a:spLocks/>
              </p:cNvSpPr>
              <p:nvPr/>
            </p:nvSpPr>
            <p:spPr bwMode="auto">
              <a:xfrm>
                <a:off x="1463" y="211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97" name="Freeform 59">
                <a:extLst>
                  <a:ext uri="{FF2B5EF4-FFF2-40B4-BE49-F238E27FC236}">
                    <a16:creationId xmlns:a16="http://schemas.microsoft.com/office/drawing/2014/main" id="{468670EE-F727-416F-8658-A99CEC739C07}"/>
                  </a:ext>
                </a:extLst>
              </p:cNvPr>
              <p:cNvSpPr>
                <a:spLocks/>
              </p:cNvSpPr>
              <p:nvPr/>
            </p:nvSpPr>
            <p:spPr bwMode="auto">
              <a:xfrm>
                <a:off x="1391" y="1716"/>
                <a:ext cx="144" cy="143"/>
              </a:xfrm>
              <a:custGeom>
                <a:avLst/>
                <a:gdLst>
                  <a:gd name="T0" fmla="*/ 64 w 144"/>
                  <a:gd name="T1" fmla="*/ 63 h 143"/>
                  <a:gd name="T2" fmla="*/ 0 w 144"/>
                  <a:gd name="T3" fmla="*/ 63 h 143"/>
                  <a:gd name="T4" fmla="*/ 0 w 144"/>
                  <a:gd name="T5" fmla="*/ 79 h 143"/>
                  <a:gd name="T6" fmla="*/ 64 w 144"/>
                  <a:gd name="T7" fmla="*/ 79 h 143"/>
                  <a:gd name="T8" fmla="*/ 64 w 144"/>
                  <a:gd name="T9" fmla="*/ 143 h 143"/>
                  <a:gd name="T10" fmla="*/ 80 w 144"/>
                  <a:gd name="T11" fmla="*/ 143 h 143"/>
                  <a:gd name="T12" fmla="*/ 80 w 144"/>
                  <a:gd name="T13" fmla="*/ 79 h 143"/>
                  <a:gd name="T14" fmla="*/ 144 w 144"/>
                  <a:gd name="T15" fmla="*/ 79 h 143"/>
                  <a:gd name="T16" fmla="*/ 144 w 144"/>
                  <a:gd name="T17" fmla="*/ 63 h 143"/>
                  <a:gd name="T18" fmla="*/ 80 w 144"/>
                  <a:gd name="T19" fmla="*/ 63 h 143"/>
                  <a:gd name="T20" fmla="*/ 80 w 144"/>
                  <a:gd name="T21" fmla="*/ 0 h 143"/>
                  <a:gd name="T22" fmla="*/ 64 w 144"/>
                  <a:gd name="T23" fmla="*/ 0 h 143"/>
                  <a:gd name="T24" fmla="*/ 64 w 144"/>
                  <a:gd name="T25" fmla="*/ 63 h 14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4" h="143">
                    <a:moveTo>
                      <a:pt x="64" y="63"/>
                    </a:moveTo>
                    <a:lnTo>
                      <a:pt x="0" y="63"/>
                    </a:lnTo>
                    <a:lnTo>
                      <a:pt x="0" y="79"/>
                    </a:lnTo>
                    <a:lnTo>
                      <a:pt x="64" y="79"/>
                    </a:lnTo>
                    <a:lnTo>
                      <a:pt x="64" y="143"/>
                    </a:lnTo>
                    <a:lnTo>
                      <a:pt x="80" y="143"/>
                    </a:lnTo>
                    <a:lnTo>
                      <a:pt x="80" y="79"/>
                    </a:lnTo>
                    <a:lnTo>
                      <a:pt x="144" y="79"/>
                    </a:lnTo>
                    <a:lnTo>
                      <a:pt x="144" y="63"/>
                    </a:lnTo>
                    <a:lnTo>
                      <a:pt x="80" y="63"/>
                    </a:lnTo>
                    <a:lnTo>
                      <a:pt x="80" y="0"/>
                    </a:lnTo>
                    <a:lnTo>
                      <a:pt x="64" y="0"/>
                    </a:lnTo>
                    <a:lnTo>
                      <a:pt x="64" y="63"/>
                    </a:lnTo>
                    <a:close/>
                  </a:path>
                </a:pathLst>
              </a:custGeom>
              <a:solidFill>
                <a:srgbClr val="000000"/>
              </a:solidFill>
              <a:ln w="9525">
                <a:solidFill>
                  <a:srgbClr val="FF0000"/>
                </a:solidFill>
                <a:round/>
                <a:headEnd/>
                <a:tailEnd/>
              </a:ln>
            </p:spPr>
            <p:txBody>
              <a:bodyPr/>
              <a:lstStyle/>
              <a:p>
                <a:endParaRPr lang="zh-CN" altLang="en-US"/>
              </a:p>
            </p:txBody>
          </p:sp>
          <p:sp>
            <p:nvSpPr>
              <p:cNvPr id="47198" name="Rectangle 60">
                <a:extLst>
                  <a:ext uri="{FF2B5EF4-FFF2-40B4-BE49-F238E27FC236}">
                    <a16:creationId xmlns:a16="http://schemas.microsoft.com/office/drawing/2014/main" id="{A6542CE1-8407-4CF4-AB94-A04F3E2CE53F}"/>
                  </a:ext>
                </a:extLst>
              </p:cNvPr>
              <p:cNvSpPr>
                <a:spLocks noChangeArrowheads="1"/>
              </p:cNvSpPr>
              <p:nvPr/>
            </p:nvSpPr>
            <p:spPr bwMode="auto">
              <a:xfrm>
                <a:off x="1391" y="1971"/>
                <a:ext cx="152" cy="16"/>
              </a:xfrm>
              <a:prstGeom prst="rect">
                <a:avLst/>
              </a:prstGeom>
              <a:solidFill>
                <a:srgbClr val="000000"/>
              </a:solidFill>
              <a:ln w="9525">
                <a:solidFill>
                  <a:srgbClr val="FF0000"/>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grpSp>
        <p:sp>
          <p:nvSpPr>
            <p:cNvPr id="47145" name="Text Box 61">
              <a:extLst>
                <a:ext uri="{FF2B5EF4-FFF2-40B4-BE49-F238E27FC236}">
                  <a16:creationId xmlns:a16="http://schemas.microsoft.com/office/drawing/2014/main" id="{15967E85-20B5-4077-A3AE-A4524E8D2F57}"/>
                </a:ext>
              </a:extLst>
            </p:cNvPr>
            <p:cNvSpPr txBox="1">
              <a:spLocks noChangeArrowheads="1"/>
            </p:cNvSpPr>
            <p:nvPr/>
          </p:nvSpPr>
          <p:spPr bwMode="auto">
            <a:xfrm>
              <a:off x="917" y="2421"/>
              <a:ext cx="205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400">
                  <a:solidFill>
                    <a:schemeClr val="tx2"/>
                  </a:solidFill>
                  <a:latin typeface="Times New Roman" panose="02020603050405020304" pitchFamily="18" charset="0"/>
                </a:rPr>
                <a:t>Symbols for independent voltage source</a:t>
              </a:r>
              <a:endParaRPr lang="zh-CN" altLang="en-US" sz="1400">
                <a:solidFill>
                  <a:schemeClr val="tx2"/>
                </a:solidFill>
                <a:latin typeface="Times New Roman" panose="02020603050405020304" pitchFamily="18" charset="0"/>
              </a:endParaRPr>
            </a:p>
          </p:txBody>
        </p:sp>
      </p:grpSp>
      <p:grpSp>
        <p:nvGrpSpPr>
          <p:cNvPr id="61529" name="Group 89">
            <a:extLst>
              <a:ext uri="{FF2B5EF4-FFF2-40B4-BE49-F238E27FC236}">
                <a16:creationId xmlns:a16="http://schemas.microsoft.com/office/drawing/2014/main" id="{7A20E5BC-368B-4321-ABB5-3C8241189CB4}"/>
              </a:ext>
            </a:extLst>
          </p:cNvPr>
          <p:cNvGrpSpPr>
            <a:grpSpLocks/>
          </p:cNvGrpSpPr>
          <p:nvPr/>
        </p:nvGrpSpPr>
        <p:grpSpPr bwMode="auto">
          <a:xfrm>
            <a:off x="5321300" y="4106863"/>
            <a:ext cx="3643313" cy="1885950"/>
            <a:chOff x="3352" y="2430"/>
            <a:chExt cx="2295" cy="1188"/>
          </a:xfrm>
        </p:grpSpPr>
        <p:grpSp>
          <p:nvGrpSpPr>
            <p:cNvPr id="47118" name="Group 62">
              <a:extLst>
                <a:ext uri="{FF2B5EF4-FFF2-40B4-BE49-F238E27FC236}">
                  <a16:creationId xmlns:a16="http://schemas.microsoft.com/office/drawing/2014/main" id="{DE411EEF-2B57-4050-B219-9052C41817DD}"/>
                </a:ext>
              </a:extLst>
            </p:cNvPr>
            <p:cNvGrpSpPr>
              <a:grpSpLocks/>
            </p:cNvGrpSpPr>
            <p:nvPr/>
          </p:nvGrpSpPr>
          <p:grpSpPr bwMode="auto">
            <a:xfrm>
              <a:off x="3563" y="2730"/>
              <a:ext cx="621" cy="888"/>
              <a:chOff x="2020" y="865"/>
              <a:chExt cx="1674" cy="2580"/>
            </a:xfrm>
          </p:grpSpPr>
          <p:sp>
            <p:nvSpPr>
              <p:cNvPr id="47120" name="Freeform 63">
                <a:extLst>
                  <a:ext uri="{FF2B5EF4-FFF2-40B4-BE49-F238E27FC236}">
                    <a16:creationId xmlns:a16="http://schemas.microsoft.com/office/drawing/2014/main" id="{5DB25E5C-A6DB-457C-9822-F192D970A6F4}"/>
                  </a:ext>
                </a:extLst>
              </p:cNvPr>
              <p:cNvSpPr>
                <a:spLocks/>
              </p:cNvSpPr>
              <p:nvPr/>
            </p:nvSpPr>
            <p:spPr bwMode="auto">
              <a:xfrm>
                <a:off x="2540" y="942"/>
                <a:ext cx="999" cy="1"/>
              </a:xfrm>
              <a:custGeom>
                <a:avLst/>
                <a:gdLst>
                  <a:gd name="T0" fmla="*/ 999 w 999"/>
                  <a:gd name="T1" fmla="*/ 0 h 1"/>
                  <a:gd name="T2" fmla="*/ 0 w 999"/>
                  <a:gd name="T3" fmla="*/ 0 h 1"/>
                  <a:gd name="T4" fmla="*/ 999 w 999"/>
                  <a:gd name="T5" fmla="*/ 0 h 1"/>
                  <a:gd name="T6" fmla="*/ 999 w 999"/>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9" h="1">
                    <a:moveTo>
                      <a:pt x="999" y="0"/>
                    </a:moveTo>
                    <a:lnTo>
                      <a:pt x="0" y="0"/>
                    </a:lnTo>
                    <a:lnTo>
                      <a:pt x="999" y="0"/>
                    </a:lnTo>
                    <a:close/>
                  </a:path>
                </a:pathLst>
              </a:custGeom>
              <a:solidFill>
                <a:srgbClr val="000000"/>
              </a:solidFill>
              <a:ln w="9525">
                <a:solidFill>
                  <a:schemeClr val="tx1"/>
                </a:solidFill>
                <a:round/>
                <a:headEnd/>
                <a:tailEnd/>
              </a:ln>
            </p:spPr>
            <p:txBody>
              <a:bodyPr/>
              <a:lstStyle/>
              <a:p>
                <a:endParaRPr lang="zh-CN" altLang="en-US"/>
              </a:p>
            </p:txBody>
          </p:sp>
          <p:sp>
            <p:nvSpPr>
              <p:cNvPr id="47121" name="Freeform 64">
                <a:extLst>
                  <a:ext uri="{FF2B5EF4-FFF2-40B4-BE49-F238E27FC236}">
                    <a16:creationId xmlns:a16="http://schemas.microsoft.com/office/drawing/2014/main" id="{C00AB895-627F-4137-AED7-BD2A5FD2B911}"/>
                  </a:ext>
                </a:extLst>
              </p:cNvPr>
              <p:cNvSpPr>
                <a:spLocks noEditPoints="1"/>
              </p:cNvSpPr>
              <p:nvPr/>
            </p:nvSpPr>
            <p:spPr bwMode="auto">
              <a:xfrm>
                <a:off x="2540" y="942"/>
                <a:ext cx="1" cy="2431"/>
              </a:xfrm>
              <a:custGeom>
                <a:avLst/>
                <a:gdLst>
                  <a:gd name="T0" fmla="*/ 0 w 1"/>
                  <a:gd name="T1" fmla="*/ 0 h 2431"/>
                  <a:gd name="T2" fmla="*/ 0 w 1"/>
                  <a:gd name="T3" fmla="*/ 2431 h 2431"/>
                  <a:gd name="T4" fmla="*/ 0 w 1"/>
                  <a:gd name="T5" fmla="*/ 0 h 2431"/>
                  <a:gd name="T6" fmla="*/ 0 w 1"/>
                  <a:gd name="T7" fmla="*/ 0 h 2431"/>
                  <a:gd name="T8" fmla="*/ 0 w 1"/>
                  <a:gd name="T9" fmla="*/ 0 h 2431"/>
                  <a:gd name="T10" fmla="*/ 0 w 1"/>
                  <a:gd name="T11" fmla="*/ 0 h 2431"/>
                  <a:gd name="T12" fmla="*/ 0 w 1"/>
                  <a:gd name="T13" fmla="*/ 0 h 24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2431">
                    <a:moveTo>
                      <a:pt x="0" y="0"/>
                    </a:moveTo>
                    <a:lnTo>
                      <a:pt x="0" y="2431"/>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22" name="Freeform 65">
                <a:extLst>
                  <a:ext uri="{FF2B5EF4-FFF2-40B4-BE49-F238E27FC236}">
                    <a16:creationId xmlns:a16="http://schemas.microsoft.com/office/drawing/2014/main" id="{71C8254A-B162-48B8-9FE3-2C3BBF0C615A}"/>
                  </a:ext>
                </a:extLst>
              </p:cNvPr>
              <p:cNvSpPr>
                <a:spLocks noEditPoints="1"/>
              </p:cNvSpPr>
              <p:nvPr/>
            </p:nvSpPr>
            <p:spPr bwMode="auto">
              <a:xfrm>
                <a:off x="2540" y="3373"/>
                <a:ext cx="999" cy="1"/>
              </a:xfrm>
              <a:custGeom>
                <a:avLst/>
                <a:gdLst>
                  <a:gd name="T0" fmla="*/ 0 w 999"/>
                  <a:gd name="T1" fmla="*/ 0 h 1"/>
                  <a:gd name="T2" fmla="*/ 999 w 999"/>
                  <a:gd name="T3" fmla="*/ 0 h 1"/>
                  <a:gd name="T4" fmla="*/ 0 w 999"/>
                  <a:gd name="T5" fmla="*/ 0 h 1"/>
                  <a:gd name="T6" fmla="*/ 0 w 999"/>
                  <a:gd name="T7" fmla="*/ 0 h 1"/>
                  <a:gd name="T8" fmla="*/ 0 w 999"/>
                  <a:gd name="T9" fmla="*/ 0 h 1"/>
                  <a:gd name="T10" fmla="*/ 0 w 999"/>
                  <a:gd name="T11" fmla="*/ 0 h 1"/>
                  <a:gd name="T12" fmla="*/ 0 w 999"/>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99" h="1">
                    <a:moveTo>
                      <a:pt x="0" y="0"/>
                    </a:moveTo>
                    <a:lnTo>
                      <a:pt x="999"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23" name="Freeform 66">
                <a:extLst>
                  <a:ext uri="{FF2B5EF4-FFF2-40B4-BE49-F238E27FC236}">
                    <a16:creationId xmlns:a16="http://schemas.microsoft.com/office/drawing/2014/main" id="{70A87B2C-6566-4C48-86EF-D07022718FF6}"/>
                  </a:ext>
                </a:extLst>
              </p:cNvPr>
              <p:cNvSpPr>
                <a:spLocks/>
              </p:cNvSpPr>
              <p:nvPr/>
            </p:nvSpPr>
            <p:spPr bwMode="auto">
              <a:xfrm>
                <a:off x="3539" y="865"/>
                <a:ext cx="155" cy="155"/>
              </a:xfrm>
              <a:custGeom>
                <a:avLst/>
                <a:gdLst>
                  <a:gd name="T0" fmla="*/ 77 w 155"/>
                  <a:gd name="T1" fmla="*/ 155 h 155"/>
                  <a:gd name="T2" fmla="*/ 107 w 155"/>
                  <a:gd name="T3" fmla="*/ 149 h 155"/>
                  <a:gd name="T4" fmla="*/ 131 w 155"/>
                  <a:gd name="T5" fmla="*/ 131 h 155"/>
                  <a:gd name="T6" fmla="*/ 149 w 155"/>
                  <a:gd name="T7" fmla="*/ 107 h 155"/>
                  <a:gd name="T8" fmla="*/ 155 w 155"/>
                  <a:gd name="T9" fmla="*/ 77 h 155"/>
                  <a:gd name="T10" fmla="*/ 149 w 155"/>
                  <a:gd name="T11" fmla="*/ 48 h 155"/>
                  <a:gd name="T12" fmla="*/ 131 w 155"/>
                  <a:gd name="T13" fmla="*/ 24 h 155"/>
                  <a:gd name="T14" fmla="*/ 107 w 155"/>
                  <a:gd name="T15" fmla="*/ 6 h 155"/>
                  <a:gd name="T16" fmla="*/ 77 w 155"/>
                  <a:gd name="T17" fmla="*/ 0 h 155"/>
                  <a:gd name="T18" fmla="*/ 48 w 155"/>
                  <a:gd name="T19" fmla="*/ 6 h 155"/>
                  <a:gd name="T20" fmla="*/ 24 w 155"/>
                  <a:gd name="T21" fmla="*/ 24 h 155"/>
                  <a:gd name="T22" fmla="*/ 6 w 155"/>
                  <a:gd name="T23" fmla="*/ 48 h 155"/>
                  <a:gd name="T24" fmla="*/ 0 w 155"/>
                  <a:gd name="T25" fmla="*/ 77 h 155"/>
                  <a:gd name="T26" fmla="*/ 6 w 155"/>
                  <a:gd name="T27" fmla="*/ 107 h 155"/>
                  <a:gd name="T28" fmla="*/ 24 w 155"/>
                  <a:gd name="T29" fmla="*/ 131 h 155"/>
                  <a:gd name="T30" fmla="*/ 48 w 155"/>
                  <a:gd name="T31" fmla="*/ 149 h 155"/>
                  <a:gd name="T32" fmla="*/ 77 w 155"/>
                  <a:gd name="T33" fmla="*/ 155 h 155"/>
                  <a:gd name="T34" fmla="*/ 77 w 155"/>
                  <a:gd name="T35" fmla="*/ 155 h 15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5" h="155">
                    <a:moveTo>
                      <a:pt x="77" y="155"/>
                    </a:moveTo>
                    <a:lnTo>
                      <a:pt x="107" y="149"/>
                    </a:lnTo>
                    <a:lnTo>
                      <a:pt x="131" y="131"/>
                    </a:lnTo>
                    <a:lnTo>
                      <a:pt x="149" y="107"/>
                    </a:lnTo>
                    <a:lnTo>
                      <a:pt x="155" y="77"/>
                    </a:lnTo>
                    <a:lnTo>
                      <a:pt x="149" y="48"/>
                    </a:lnTo>
                    <a:lnTo>
                      <a:pt x="131" y="24"/>
                    </a:lnTo>
                    <a:lnTo>
                      <a:pt x="107" y="6"/>
                    </a:lnTo>
                    <a:lnTo>
                      <a:pt x="77" y="0"/>
                    </a:lnTo>
                    <a:lnTo>
                      <a:pt x="48" y="6"/>
                    </a:lnTo>
                    <a:lnTo>
                      <a:pt x="24" y="24"/>
                    </a:lnTo>
                    <a:lnTo>
                      <a:pt x="6" y="48"/>
                    </a:lnTo>
                    <a:lnTo>
                      <a:pt x="0" y="77"/>
                    </a:lnTo>
                    <a:lnTo>
                      <a:pt x="6" y="107"/>
                    </a:lnTo>
                    <a:lnTo>
                      <a:pt x="24" y="131"/>
                    </a:lnTo>
                    <a:lnTo>
                      <a:pt x="48" y="149"/>
                    </a:lnTo>
                    <a:lnTo>
                      <a:pt x="77" y="155"/>
                    </a:lnTo>
                    <a:close/>
                  </a:path>
                </a:pathLst>
              </a:custGeom>
              <a:solidFill>
                <a:srgbClr val="FFFFFF"/>
              </a:solidFill>
              <a:ln w="9525">
                <a:solidFill>
                  <a:schemeClr val="tx1"/>
                </a:solidFill>
                <a:round/>
                <a:headEnd/>
                <a:tailEnd/>
              </a:ln>
            </p:spPr>
            <p:txBody>
              <a:bodyPr/>
              <a:lstStyle/>
              <a:p>
                <a:endParaRPr lang="zh-CN" altLang="en-US"/>
              </a:p>
            </p:txBody>
          </p:sp>
          <p:sp>
            <p:nvSpPr>
              <p:cNvPr id="47124" name="Freeform 67">
                <a:extLst>
                  <a:ext uri="{FF2B5EF4-FFF2-40B4-BE49-F238E27FC236}">
                    <a16:creationId xmlns:a16="http://schemas.microsoft.com/office/drawing/2014/main" id="{7C963541-B7BC-4131-B802-A50C922C84A7}"/>
                  </a:ext>
                </a:extLst>
              </p:cNvPr>
              <p:cNvSpPr>
                <a:spLocks/>
              </p:cNvSpPr>
              <p:nvPr/>
            </p:nvSpPr>
            <p:spPr bwMode="auto">
              <a:xfrm>
                <a:off x="3616" y="942"/>
                <a:ext cx="78" cy="78"/>
              </a:xfrm>
              <a:custGeom>
                <a:avLst/>
                <a:gdLst>
                  <a:gd name="T0" fmla="*/ 0 w 78"/>
                  <a:gd name="T1" fmla="*/ 78 h 78"/>
                  <a:gd name="T2" fmla="*/ 30 w 78"/>
                  <a:gd name="T3" fmla="*/ 72 h 78"/>
                  <a:gd name="T4" fmla="*/ 54 w 78"/>
                  <a:gd name="T5" fmla="*/ 54 h 78"/>
                  <a:gd name="T6" fmla="*/ 72 w 78"/>
                  <a:gd name="T7" fmla="*/ 30 h 78"/>
                  <a:gd name="T8" fmla="*/ 78 w 78"/>
                  <a:gd name="T9" fmla="*/ 0 h 78"/>
                  <a:gd name="T10" fmla="*/ 78 w 78"/>
                  <a:gd name="T11" fmla="*/ 0 h 78"/>
                  <a:gd name="T12" fmla="*/ 72 w 78"/>
                  <a:gd name="T13" fmla="*/ 30 h 78"/>
                  <a:gd name="T14" fmla="*/ 54 w 78"/>
                  <a:gd name="T15" fmla="*/ 54 h 78"/>
                  <a:gd name="T16" fmla="*/ 30 w 78"/>
                  <a:gd name="T17" fmla="*/ 72 h 78"/>
                  <a:gd name="T18" fmla="*/ 0 w 78"/>
                  <a:gd name="T19" fmla="*/ 78 h 78"/>
                  <a:gd name="T20" fmla="*/ 0 w 78"/>
                  <a:gd name="T21" fmla="*/ 78 h 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8" h="78">
                    <a:moveTo>
                      <a:pt x="0" y="78"/>
                    </a:moveTo>
                    <a:lnTo>
                      <a:pt x="30" y="72"/>
                    </a:lnTo>
                    <a:lnTo>
                      <a:pt x="54" y="54"/>
                    </a:lnTo>
                    <a:lnTo>
                      <a:pt x="72" y="30"/>
                    </a:lnTo>
                    <a:lnTo>
                      <a:pt x="78" y="0"/>
                    </a:lnTo>
                    <a:lnTo>
                      <a:pt x="72" y="30"/>
                    </a:lnTo>
                    <a:lnTo>
                      <a:pt x="54" y="54"/>
                    </a:lnTo>
                    <a:lnTo>
                      <a:pt x="30" y="72"/>
                    </a:lnTo>
                    <a:lnTo>
                      <a:pt x="0" y="78"/>
                    </a:lnTo>
                    <a:close/>
                  </a:path>
                </a:pathLst>
              </a:custGeom>
              <a:solidFill>
                <a:srgbClr val="000000"/>
              </a:solidFill>
              <a:ln w="9525">
                <a:solidFill>
                  <a:schemeClr val="tx1"/>
                </a:solidFill>
                <a:round/>
                <a:headEnd/>
                <a:tailEnd/>
              </a:ln>
            </p:spPr>
            <p:txBody>
              <a:bodyPr/>
              <a:lstStyle/>
              <a:p>
                <a:endParaRPr lang="zh-CN" altLang="en-US"/>
              </a:p>
            </p:txBody>
          </p:sp>
          <p:sp>
            <p:nvSpPr>
              <p:cNvPr id="47125" name="Freeform 68">
                <a:extLst>
                  <a:ext uri="{FF2B5EF4-FFF2-40B4-BE49-F238E27FC236}">
                    <a16:creationId xmlns:a16="http://schemas.microsoft.com/office/drawing/2014/main" id="{D868CD5B-2080-4E63-BBFF-C41CEACFD43E}"/>
                  </a:ext>
                </a:extLst>
              </p:cNvPr>
              <p:cNvSpPr>
                <a:spLocks noEditPoints="1"/>
              </p:cNvSpPr>
              <p:nvPr/>
            </p:nvSpPr>
            <p:spPr bwMode="auto">
              <a:xfrm>
                <a:off x="3616" y="865"/>
                <a:ext cx="78" cy="77"/>
              </a:xfrm>
              <a:custGeom>
                <a:avLst/>
                <a:gdLst>
                  <a:gd name="T0" fmla="*/ 78 w 78"/>
                  <a:gd name="T1" fmla="*/ 77 h 77"/>
                  <a:gd name="T2" fmla="*/ 72 w 78"/>
                  <a:gd name="T3" fmla="*/ 48 h 77"/>
                  <a:gd name="T4" fmla="*/ 54 w 78"/>
                  <a:gd name="T5" fmla="*/ 24 h 77"/>
                  <a:gd name="T6" fmla="*/ 30 w 78"/>
                  <a:gd name="T7" fmla="*/ 6 h 77"/>
                  <a:gd name="T8" fmla="*/ 0 w 78"/>
                  <a:gd name="T9" fmla="*/ 0 h 77"/>
                  <a:gd name="T10" fmla="*/ 0 w 78"/>
                  <a:gd name="T11" fmla="*/ 0 h 77"/>
                  <a:gd name="T12" fmla="*/ 30 w 78"/>
                  <a:gd name="T13" fmla="*/ 6 h 77"/>
                  <a:gd name="T14" fmla="*/ 54 w 78"/>
                  <a:gd name="T15" fmla="*/ 24 h 77"/>
                  <a:gd name="T16" fmla="*/ 72 w 78"/>
                  <a:gd name="T17" fmla="*/ 48 h 77"/>
                  <a:gd name="T18" fmla="*/ 78 w 78"/>
                  <a:gd name="T19" fmla="*/ 77 h 77"/>
                  <a:gd name="T20" fmla="*/ 78 w 78"/>
                  <a:gd name="T21" fmla="*/ 77 h 77"/>
                  <a:gd name="T22" fmla="*/ 78 w 78"/>
                  <a:gd name="T23" fmla="*/ 77 h 77"/>
                  <a:gd name="T24" fmla="*/ 78 w 78"/>
                  <a:gd name="T25" fmla="*/ 77 h 77"/>
                  <a:gd name="T26" fmla="*/ 78 w 78"/>
                  <a:gd name="T27" fmla="*/ 77 h 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8" h="77">
                    <a:moveTo>
                      <a:pt x="78" y="77"/>
                    </a:moveTo>
                    <a:lnTo>
                      <a:pt x="72" y="48"/>
                    </a:lnTo>
                    <a:lnTo>
                      <a:pt x="54" y="24"/>
                    </a:lnTo>
                    <a:lnTo>
                      <a:pt x="30" y="6"/>
                    </a:lnTo>
                    <a:lnTo>
                      <a:pt x="0" y="0"/>
                    </a:lnTo>
                    <a:lnTo>
                      <a:pt x="30" y="6"/>
                    </a:lnTo>
                    <a:lnTo>
                      <a:pt x="54" y="24"/>
                    </a:lnTo>
                    <a:lnTo>
                      <a:pt x="72" y="48"/>
                    </a:lnTo>
                    <a:lnTo>
                      <a:pt x="78" y="77"/>
                    </a:lnTo>
                    <a:close/>
                    <a:moveTo>
                      <a:pt x="78" y="77"/>
                    </a:moveTo>
                    <a:lnTo>
                      <a:pt x="78" y="77"/>
                    </a:lnTo>
                    <a:close/>
                  </a:path>
                </a:pathLst>
              </a:custGeom>
              <a:solidFill>
                <a:srgbClr val="000000"/>
              </a:solidFill>
              <a:ln w="9525">
                <a:solidFill>
                  <a:schemeClr val="tx1"/>
                </a:solidFill>
                <a:round/>
                <a:headEnd/>
                <a:tailEnd/>
              </a:ln>
            </p:spPr>
            <p:txBody>
              <a:bodyPr/>
              <a:lstStyle/>
              <a:p>
                <a:endParaRPr lang="zh-CN" altLang="en-US"/>
              </a:p>
            </p:txBody>
          </p:sp>
          <p:sp>
            <p:nvSpPr>
              <p:cNvPr id="47126" name="Freeform 69">
                <a:extLst>
                  <a:ext uri="{FF2B5EF4-FFF2-40B4-BE49-F238E27FC236}">
                    <a16:creationId xmlns:a16="http://schemas.microsoft.com/office/drawing/2014/main" id="{C89CE38C-2CC0-449E-970E-BC7A26AC6F19}"/>
                  </a:ext>
                </a:extLst>
              </p:cNvPr>
              <p:cNvSpPr>
                <a:spLocks noEditPoints="1"/>
              </p:cNvSpPr>
              <p:nvPr/>
            </p:nvSpPr>
            <p:spPr bwMode="auto">
              <a:xfrm>
                <a:off x="3539" y="865"/>
                <a:ext cx="77" cy="77"/>
              </a:xfrm>
              <a:custGeom>
                <a:avLst/>
                <a:gdLst>
                  <a:gd name="T0" fmla="*/ 77 w 77"/>
                  <a:gd name="T1" fmla="*/ 0 h 77"/>
                  <a:gd name="T2" fmla="*/ 48 w 77"/>
                  <a:gd name="T3" fmla="*/ 6 h 77"/>
                  <a:gd name="T4" fmla="*/ 24 w 77"/>
                  <a:gd name="T5" fmla="*/ 24 h 77"/>
                  <a:gd name="T6" fmla="*/ 6 w 77"/>
                  <a:gd name="T7" fmla="*/ 48 h 77"/>
                  <a:gd name="T8" fmla="*/ 0 w 77"/>
                  <a:gd name="T9" fmla="*/ 77 h 77"/>
                  <a:gd name="T10" fmla="*/ 0 w 77"/>
                  <a:gd name="T11" fmla="*/ 77 h 77"/>
                  <a:gd name="T12" fmla="*/ 6 w 77"/>
                  <a:gd name="T13" fmla="*/ 48 h 77"/>
                  <a:gd name="T14" fmla="*/ 24 w 77"/>
                  <a:gd name="T15" fmla="*/ 24 h 77"/>
                  <a:gd name="T16" fmla="*/ 48 w 77"/>
                  <a:gd name="T17" fmla="*/ 6 h 77"/>
                  <a:gd name="T18" fmla="*/ 77 w 77"/>
                  <a:gd name="T19" fmla="*/ 0 h 77"/>
                  <a:gd name="T20" fmla="*/ 77 w 77"/>
                  <a:gd name="T21" fmla="*/ 0 h 77"/>
                  <a:gd name="T22" fmla="*/ 77 w 77"/>
                  <a:gd name="T23" fmla="*/ 0 h 77"/>
                  <a:gd name="T24" fmla="*/ 77 w 77"/>
                  <a:gd name="T25" fmla="*/ 0 h 77"/>
                  <a:gd name="T26" fmla="*/ 77 w 77"/>
                  <a:gd name="T27" fmla="*/ 0 h 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7" h="77">
                    <a:moveTo>
                      <a:pt x="77" y="0"/>
                    </a:moveTo>
                    <a:lnTo>
                      <a:pt x="48" y="6"/>
                    </a:lnTo>
                    <a:lnTo>
                      <a:pt x="24" y="24"/>
                    </a:lnTo>
                    <a:lnTo>
                      <a:pt x="6" y="48"/>
                    </a:lnTo>
                    <a:lnTo>
                      <a:pt x="0" y="77"/>
                    </a:lnTo>
                    <a:lnTo>
                      <a:pt x="6" y="48"/>
                    </a:lnTo>
                    <a:lnTo>
                      <a:pt x="24" y="24"/>
                    </a:lnTo>
                    <a:lnTo>
                      <a:pt x="48" y="6"/>
                    </a:lnTo>
                    <a:lnTo>
                      <a:pt x="77" y="0"/>
                    </a:lnTo>
                    <a:close/>
                    <a:moveTo>
                      <a:pt x="77" y="0"/>
                    </a:moveTo>
                    <a:lnTo>
                      <a:pt x="77" y="0"/>
                    </a:lnTo>
                    <a:close/>
                  </a:path>
                </a:pathLst>
              </a:custGeom>
              <a:solidFill>
                <a:srgbClr val="000000"/>
              </a:solidFill>
              <a:ln w="9525">
                <a:solidFill>
                  <a:schemeClr val="tx1"/>
                </a:solidFill>
                <a:round/>
                <a:headEnd/>
                <a:tailEnd/>
              </a:ln>
            </p:spPr>
            <p:txBody>
              <a:bodyPr/>
              <a:lstStyle/>
              <a:p>
                <a:endParaRPr lang="zh-CN" altLang="en-US"/>
              </a:p>
            </p:txBody>
          </p:sp>
          <p:sp>
            <p:nvSpPr>
              <p:cNvPr id="47127" name="Freeform 70">
                <a:extLst>
                  <a:ext uri="{FF2B5EF4-FFF2-40B4-BE49-F238E27FC236}">
                    <a16:creationId xmlns:a16="http://schemas.microsoft.com/office/drawing/2014/main" id="{8DB28F17-55A7-4828-BA91-1F3A7A17F997}"/>
                  </a:ext>
                </a:extLst>
              </p:cNvPr>
              <p:cNvSpPr>
                <a:spLocks noEditPoints="1"/>
              </p:cNvSpPr>
              <p:nvPr/>
            </p:nvSpPr>
            <p:spPr bwMode="auto">
              <a:xfrm>
                <a:off x="3539" y="942"/>
                <a:ext cx="77" cy="78"/>
              </a:xfrm>
              <a:custGeom>
                <a:avLst/>
                <a:gdLst>
                  <a:gd name="T0" fmla="*/ 0 w 77"/>
                  <a:gd name="T1" fmla="*/ 0 h 78"/>
                  <a:gd name="T2" fmla="*/ 6 w 77"/>
                  <a:gd name="T3" fmla="*/ 30 h 78"/>
                  <a:gd name="T4" fmla="*/ 24 w 77"/>
                  <a:gd name="T5" fmla="*/ 54 h 78"/>
                  <a:gd name="T6" fmla="*/ 48 w 77"/>
                  <a:gd name="T7" fmla="*/ 72 h 78"/>
                  <a:gd name="T8" fmla="*/ 77 w 77"/>
                  <a:gd name="T9" fmla="*/ 78 h 78"/>
                  <a:gd name="T10" fmla="*/ 77 w 77"/>
                  <a:gd name="T11" fmla="*/ 78 h 78"/>
                  <a:gd name="T12" fmla="*/ 48 w 77"/>
                  <a:gd name="T13" fmla="*/ 72 h 78"/>
                  <a:gd name="T14" fmla="*/ 24 w 77"/>
                  <a:gd name="T15" fmla="*/ 54 h 78"/>
                  <a:gd name="T16" fmla="*/ 6 w 77"/>
                  <a:gd name="T17" fmla="*/ 30 h 78"/>
                  <a:gd name="T18" fmla="*/ 0 w 77"/>
                  <a:gd name="T19" fmla="*/ 0 h 78"/>
                  <a:gd name="T20" fmla="*/ 0 w 77"/>
                  <a:gd name="T21" fmla="*/ 0 h 78"/>
                  <a:gd name="T22" fmla="*/ 0 w 77"/>
                  <a:gd name="T23" fmla="*/ 0 h 78"/>
                  <a:gd name="T24" fmla="*/ 0 w 77"/>
                  <a:gd name="T25" fmla="*/ 0 h 78"/>
                  <a:gd name="T26" fmla="*/ 0 w 77"/>
                  <a:gd name="T27" fmla="*/ 0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7" h="78">
                    <a:moveTo>
                      <a:pt x="0" y="0"/>
                    </a:moveTo>
                    <a:lnTo>
                      <a:pt x="6" y="30"/>
                    </a:lnTo>
                    <a:lnTo>
                      <a:pt x="24" y="54"/>
                    </a:lnTo>
                    <a:lnTo>
                      <a:pt x="48" y="72"/>
                    </a:lnTo>
                    <a:lnTo>
                      <a:pt x="77" y="78"/>
                    </a:lnTo>
                    <a:lnTo>
                      <a:pt x="48" y="72"/>
                    </a:lnTo>
                    <a:lnTo>
                      <a:pt x="24" y="54"/>
                    </a:lnTo>
                    <a:lnTo>
                      <a:pt x="6" y="3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28" name="Freeform 71">
                <a:extLst>
                  <a:ext uri="{FF2B5EF4-FFF2-40B4-BE49-F238E27FC236}">
                    <a16:creationId xmlns:a16="http://schemas.microsoft.com/office/drawing/2014/main" id="{1231C893-7B5C-404A-A539-DAD2F0209F42}"/>
                  </a:ext>
                </a:extLst>
              </p:cNvPr>
              <p:cNvSpPr>
                <a:spLocks/>
              </p:cNvSpPr>
              <p:nvPr/>
            </p:nvSpPr>
            <p:spPr bwMode="auto">
              <a:xfrm>
                <a:off x="3616" y="1020"/>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29" name="Freeform 72">
                <a:extLst>
                  <a:ext uri="{FF2B5EF4-FFF2-40B4-BE49-F238E27FC236}">
                    <a16:creationId xmlns:a16="http://schemas.microsoft.com/office/drawing/2014/main" id="{A12CEC94-697C-4EFE-A4CE-CF5E9FE1B0BC}"/>
                  </a:ext>
                </a:extLst>
              </p:cNvPr>
              <p:cNvSpPr>
                <a:spLocks/>
              </p:cNvSpPr>
              <p:nvPr/>
            </p:nvSpPr>
            <p:spPr bwMode="auto">
              <a:xfrm>
                <a:off x="3533" y="3295"/>
                <a:ext cx="155" cy="149"/>
              </a:xfrm>
              <a:custGeom>
                <a:avLst/>
                <a:gdLst>
                  <a:gd name="T0" fmla="*/ 77 w 155"/>
                  <a:gd name="T1" fmla="*/ 149 h 149"/>
                  <a:gd name="T2" fmla="*/ 107 w 155"/>
                  <a:gd name="T3" fmla="*/ 143 h 149"/>
                  <a:gd name="T4" fmla="*/ 131 w 155"/>
                  <a:gd name="T5" fmla="*/ 125 h 149"/>
                  <a:gd name="T6" fmla="*/ 149 w 155"/>
                  <a:gd name="T7" fmla="*/ 102 h 149"/>
                  <a:gd name="T8" fmla="*/ 155 w 155"/>
                  <a:gd name="T9" fmla="*/ 72 h 149"/>
                  <a:gd name="T10" fmla="*/ 149 w 155"/>
                  <a:gd name="T11" fmla="*/ 42 h 149"/>
                  <a:gd name="T12" fmla="*/ 131 w 155"/>
                  <a:gd name="T13" fmla="*/ 18 h 149"/>
                  <a:gd name="T14" fmla="*/ 107 w 155"/>
                  <a:gd name="T15" fmla="*/ 6 h 149"/>
                  <a:gd name="T16" fmla="*/ 77 w 155"/>
                  <a:gd name="T17" fmla="*/ 0 h 149"/>
                  <a:gd name="T18" fmla="*/ 48 w 155"/>
                  <a:gd name="T19" fmla="*/ 6 h 149"/>
                  <a:gd name="T20" fmla="*/ 24 w 155"/>
                  <a:gd name="T21" fmla="*/ 18 h 149"/>
                  <a:gd name="T22" fmla="*/ 6 w 155"/>
                  <a:gd name="T23" fmla="*/ 42 h 149"/>
                  <a:gd name="T24" fmla="*/ 0 w 155"/>
                  <a:gd name="T25" fmla="*/ 72 h 149"/>
                  <a:gd name="T26" fmla="*/ 6 w 155"/>
                  <a:gd name="T27" fmla="*/ 102 h 149"/>
                  <a:gd name="T28" fmla="*/ 24 w 155"/>
                  <a:gd name="T29" fmla="*/ 125 h 149"/>
                  <a:gd name="T30" fmla="*/ 48 w 155"/>
                  <a:gd name="T31" fmla="*/ 143 h 149"/>
                  <a:gd name="T32" fmla="*/ 77 w 155"/>
                  <a:gd name="T33" fmla="*/ 149 h 149"/>
                  <a:gd name="T34" fmla="*/ 77 w 155"/>
                  <a:gd name="T35" fmla="*/ 149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55" h="149">
                    <a:moveTo>
                      <a:pt x="77" y="149"/>
                    </a:moveTo>
                    <a:lnTo>
                      <a:pt x="107" y="143"/>
                    </a:lnTo>
                    <a:lnTo>
                      <a:pt x="131" y="125"/>
                    </a:lnTo>
                    <a:lnTo>
                      <a:pt x="149" y="102"/>
                    </a:lnTo>
                    <a:lnTo>
                      <a:pt x="155" y="72"/>
                    </a:lnTo>
                    <a:lnTo>
                      <a:pt x="149" y="42"/>
                    </a:lnTo>
                    <a:lnTo>
                      <a:pt x="131" y="18"/>
                    </a:lnTo>
                    <a:lnTo>
                      <a:pt x="107" y="6"/>
                    </a:lnTo>
                    <a:lnTo>
                      <a:pt x="77" y="0"/>
                    </a:lnTo>
                    <a:lnTo>
                      <a:pt x="48" y="6"/>
                    </a:lnTo>
                    <a:lnTo>
                      <a:pt x="24" y="18"/>
                    </a:lnTo>
                    <a:lnTo>
                      <a:pt x="6" y="42"/>
                    </a:lnTo>
                    <a:lnTo>
                      <a:pt x="0" y="72"/>
                    </a:lnTo>
                    <a:lnTo>
                      <a:pt x="6" y="102"/>
                    </a:lnTo>
                    <a:lnTo>
                      <a:pt x="24" y="125"/>
                    </a:lnTo>
                    <a:lnTo>
                      <a:pt x="48" y="143"/>
                    </a:lnTo>
                    <a:lnTo>
                      <a:pt x="77" y="149"/>
                    </a:lnTo>
                    <a:close/>
                  </a:path>
                </a:pathLst>
              </a:custGeom>
              <a:solidFill>
                <a:srgbClr val="FFFFFF"/>
              </a:solidFill>
              <a:ln w="9525">
                <a:solidFill>
                  <a:schemeClr val="tx1"/>
                </a:solidFill>
                <a:round/>
                <a:headEnd/>
                <a:tailEnd/>
              </a:ln>
            </p:spPr>
            <p:txBody>
              <a:bodyPr/>
              <a:lstStyle/>
              <a:p>
                <a:endParaRPr lang="zh-CN" altLang="en-US"/>
              </a:p>
            </p:txBody>
          </p:sp>
          <p:sp>
            <p:nvSpPr>
              <p:cNvPr id="47130" name="Freeform 73">
                <a:extLst>
                  <a:ext uri="{FF2B5EF4-FFF2-40B4-BE49-F238E27FC236}">
                    <a16:creationId xmlns:a16="http://schemas.microsoft.com/office/drawing/2014/main" id="{684F61B2-EA90-4469-9CA5-C14E6E7CD8D8}"/>
                  </a:ext>
                </a:extLst>
              </p:cNvPr>
              <p:cNvSpPr>
                <a:spLocks/>
              </p:cNvSpPr>
              <p:nvPr/>
            </p:nvSpPr>
            <p:spPr bwMode="auto">
              <a:xfrm>
                <a:off x="3610" y="3367"/>
                <a:ext cx="78" cy="77"/>
              </a:xfrm>
              <a:custGeom>
                <a:avLst/>
                <a:gdLst>
                  <a:gd name="T0" fmla="*/ 0 w 78"/>
                  <a:gd name="T1" fmla="*/ 77 h 77"/>
                  <a:gd name="T2" fmla="*/ 30 w 78"/>
                  <a:gd name="T3" fmla="*/ 71 h 77"/>
                  <a:gd name="T4" fmla="*/ 54 w 78"/>
                  <a:gd name="T5" fmla="*/ 53 h 77"/>
                  <a:gd name="T6" fmla="*/ 72 w 78"/>
                  <a:gd name="T7" fmla="*/ 30 h 77"/>
                  <a:gd name="T8" fmla="*/ 78 w 78"/>
                  <a:gd name="T9" fmla="*/ 0 h 77"/>
                  <a:gd name="T10" fmla="*/ 78 w 78"/>
                  <a:gd name="T11" fmla="*/ 0 h 77"/>
                  <a:gd name="T12" fmla="*/ 72 w 78"/>
                  <a:gd name="T13" fmla="*/ 30 h 77"/>
                  <a:gd name="T14" fmla="*/ 54 w 78"/>
                  <a:gd name="T15" fmla="*/ 53 h 77"/>
                  <a:gd name="T16" fmla="*/ 30 w 78"/>
                  <a:gd name="T17" fmla="*/ 71 h 77"/>
                  <a:gd name="T18" fmla="*/ 0 w 78"/>
                  <a:gd name="T19" fmla="*/ 77 h 77"/>
                  <a:gd name="T20" fmla="*/ 0 w 78"/>
                  <a:gd name="T21" fmla="*/ 77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78" h="77">
                    <a:moveTo>
                      <a:pt x="0" y="77"/>
                    </a:moveTo>
                    <a:lnTo>
                      <a:pt x="30" y="71"/>
                    </a:lnTo>
                    <a:lnTo>
                      <a:pt x="54" y="53"/>
                    </a:lnTo>
                    <a:lnTo>
                      <a:pt x="72" y="30"/>
                    </a:lnTo>
                    <a:lnTo>
                      <a:pt x="78" y="0"/>
                    </a:lnTo>
                    <a:lnTo>
                      <a:pt x="72" y="30"/>
                    </a:lnTo>
                    <a:lnTo>
                      <a:pt x="54" y="53"/>
                    </a:lnTo>
                    <a:lnTo>
                      <a:pt x="30" y="71"/>
                    </a:lnTo>
                    <a:lnTo>
                      <a:pt x="0" y="77"/>
                    </a:lnTo>
                    <a:close/>
                  </a:path>
                </a:pathLst>
              </a:custGeom>
              <a:solidFill>
                <a:srgbClr val="000000"/>
              </a:solidFill>
              <a:ln w="9525">
                <a:solidFill>
                  <a:schemeClr val="tx1"/>
                </a:solidFill>
                <a:round/>
                <a:headEnd/>
                <a:tailEnd/>
              </a:ln>
            </p:spPr>
            <p:txBody>
              <a:bodyPr/>
              <a:lstStyle/>
              <a:p>
                <a:endParaRPr lang="zh-CN" altLang="en-US"/>
              </a:p>
            </p:txBody>
          </p:sp>
          <p:sp>
            <p:nvSpPr>
              <p:cNvPr id="47131" name="Freeform 74">
                <a:extLst>
                  <a:ext uri="{FF2B5EF4-FFF2-40B4-BE49-F238E27FC236}">
                    <a16:creationId xmlns:a16="http://schemas.microsoft.com/office/drawing/2014/main" id="{B9FCA645-3125-495F-A37A-54D078B4AD17}"/>
                  </a:ext>
                </a:extLst>
              </p:cNvPr>
              <p:cNvSpPr>
                <a:spLocks noEditPoints="1"/>
              </p:cNvSpPr>
              <p:nvPr/>
            </p:nvSpPr>
            <p:spPr bwMode="auto">
              <a:xfrm>
                <a:off x="3610" y="3295"/>
                <a:ext cx="78" cy="72"/>
              </a:xfrm>
              <a:custGeom>
                <a:avLst/>
                <a:gdLst>
                  <a:gd name="T0" fmla="*/ 78 w 78"/>
                  <a:gd name="T1" fmla="*/ 72 h 72"/>
                  <a:gd name="T2" fmla="*/ 72 w 78"/>
                  <a:gd name="T3" fmla="*/ 42 h 72"/>
                  <a:gd name="T4" fmla="*/ 54 w 78"/>
                  <a:gd name="T5" fmla="*/ 18 h 72"/>
                  <a:gd name="T6" fmla="*/ 30 w 78"/>
                  <a:gd name="T7" fmla="*/ 6 h 72"/>
                  <a:gd name="T8" fmla="*/ 0 w 78"/>
                  <a:gd name="T9" fmla="*/ 0 h 72"/>
                  <a:gd name="T10" fmla="*/ 0 w 78"/>
                  <a:gd name="T11" fmla="*/ 0 h 72"/>
                  <a:gd name="T12" fmla="*/ 30 w 78"/>
                  <a:gd name="T13" fmla="*/ 6 h 72"/>
                  <a:gd name="T14" fmla="*/ 54 w 78"/>
                  <a:gd name="T15" fmla="*/ 18 h 72"/>
                  <a:gd name="T16" fmla="*/ 72 w 78"/>
                  <a:gd name="T17" fmla="*/ 42 h 72"/>
                  <a:gd name="T18" fmla="*/ 78 w 78"/>
                  <a:gd name="T19" fmla="*/ 72 h 72"/>
                  <a:gd name="T20" fmla="*/ 78 w 78"/>
                  <a:gd name="T21" fmla="*/ 72 h 72"/>
                  <a:gd name="T22" fmla="*/ 78 w 78"/>
                  <a:gd name="T23" fmla="*/ 72 h 72"/>
                  <a:gd name="T24" fmla="*/ 78 w 78"/>
                  <a:gd name="T25" fmla="*/ 72 h 72"/>
                  <a:gd name="T26" fmla="*/ 78 w 78"/>
                  <a:gd name="T27" fmla="*/ 72 h 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8" h="72">
                    <a:moveTo>
                      <a:pt x="78" y="72"/>
                    </a:moveTo>
                    <a:lnTo>
                      <a:pt x="72" y="42"/>
                    </a:lnTo>
                    <a:lnTo>
                      <a:pt x="54" y="18"/>
                    </a:lnTo>
                    <a:lnTo>
                      <a:pt x="30" y="6"/>
                    </a:lnTo>
                    <a:lnTo>
                      <a:pt x="0" y="0"/>
                    </a:lnTo>
                    <a:lnTo>
                      <a:pt x="30" y="6"/>
                    </a:lnTo>
                    <a:lnTo>
                      <a:pt x="54" y="18"/>
                    </a:lnTo>
                    <a:lnTo>
                      <a:pt x="72" y="42"/>
                    </a:lnTo>
                    <a:lnTo>
                      <a:pt x="78" y="72"/>
                    </a:lnTo>
                    <a:close/>
                    <a:moveTo>
                      <a:pt x="78" y="72"/>
                    </a:moveTo>
                    <a:lnTo>
                      <a:pt x="78" y="72"/>
                    </a:lnTo>
                    <a:close/>
                  </a:path>
                </a:pathLst>
              </a:custGeom>
              <a:solidFill>
                <a:srgbClr val="000000"/>
              </a:solidFill>
              <a:ln w="9525">
                <a:solidFill>
                  <a:schemeClr val="tx1"/>
                </a:solidFill>
                <a:round/>
                <a:headEnd/>
                <a:tailEnd/>
              </a:ln>
            </p:spPr>
            <p:txBody>
              <a:bodyPr/>
              <a:lstStyle/>
              <a:p>
                <a:endParaRPr lang="zh-CN" altLang="en-US"/>
              </a:p>
            </p:txBody>
          </p:sp>
          <p:sp>
            <p:nvSpPr>
              <p:cNvPr id="47132" name="Freeform 75">
                <a:extLst>
                  <a:ext uri="{FF2B5EF4-FFF2-40B4-BE49-F238E27FC236}">
                    <a16:creationId xmlns:a16="http://schemas.microsoft.com/office/drawing/2014/main" id="{E450CCBC-86B8-45F2-A3A6-E26848701882}"/>
                  </a:ext>
                </a:extLst>
              </p:cNvPr>
              <p:cNvSpPr>
                <a:spLocks noEditPoints="1"/>
              </p:cNvSpPr>
              <p:nvPr/>
            </p:nvSpPr>
            <p:spPr bwMode="auto">
              <a:xfrm>
                <a:off x="3533" y="3295"/>
                <a:ext cx="77" cy="72"/>
              </a:xfrm>
              <a:custGeom>
                <a:avLst/>
                <a:gdLst>
                  <a:gd name="T0" fmla="*/ 77 w 77"/>
                  <a:gd name="T1" fmla="*/ 0 h 72"/>
                  <a:gd name="T2" fmla="*/ 48 w 77"/>
                  <a:gd name="T3" fmla="*/ 6 h 72"/>
                  <a:gd name="T4" fmla="*/ 24 w 77"/>
                  <a:gd name="T5" fmla="*/ 18 h 72"/>
                  <a:gd name="T6" fmla="*/ 6 w 77"/>
                  <a:gd name="T7" fmla="*/ 42 h 72"/>
                  <a:gd name="T8" fmla="*/ 0 w 77"/>
                  <a:gd name="T9" fmla="*/ 72 h 72"/>
                  <a:gd name="T10" fmla="*/ 0 w 77"/>
                  <a:gd name="T11" fmla="*/ 72 h 72"/>
                  <a:gd name="T12" fmla="*/ 6 w 77"/>
                  <a:gd name="T13" fmla="*/ 42 h 72"/>
                  <a:gd name="T14" fmla="*/ 24 w 77"/>
                  <a:gd name="T15" fmla="*/ 18 h 72"/>
                  <a:gd name="T16" fmla="*/ 48 w 77"/>
                  <a:gd name="T17" fmla="*/ 6 h 72"/>
                  <a:gd name="T18" fmla="*/ 77 w 77"/>
                  <a:gd name="T19" fmla="*/ 0 h 72"/>
                  <a:gd name="T20" fmla="*/ 77 w 77"/>
                  <a:gd name="T21" fmla="*/ 0 h 72"/>
                  <a:gd name="T22" fmla="*/ 77 w 77"/>
                  <a:gd name="T23" fmla="*/ 0 h 72"/>
                  <a:gd name="T24" fmla="*/ 77 w 77"/>
                  <a:gd name="T25" fmla="*/ 0 h 72"/>
                  <a:gd name="T26" fmla="*/ 77 w 77"/>
                  <a:gd name="T27" fmla="*/ 0 h 7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7" h="72">
                    <a:moveTo>
                      <a:pt x="77" y="0"/>
                    </a:moveTo>
                    <a:lnTo>
                      <a:pt x="48" y="6"/>
                    </a:lnTo>
                    <a:lnTo>
                      <a:pt x="24" y="18"/>
                    </a:lnTo>
                    <a:lnTo>
                      <a:pt x="6" y="42"/>
                    </a:lnTo>
                    <a:lnTo>
                      <a:pt x="0" y="72"/>
                    </a:lnTo>
                    <a:lnTo>
                      <a:pt x="6" y="42"/>
                    </a:lnTo>
                    <a:lnTo>
                      <a:pt x="24" y="18"/>
                    </a:lnTo>
                    <a:lnTo>
                      <a:pt x="48" y="6"/>
                    </a:lnTo>
                    <a:lnTo>
                      <a:pt x="77" y="0"/>
                    </a:lnTo>
                    <a:close/>
                    <a:moveTo>
                      <a:pt x="77" y="0"/>
                    </a:moveTo>
                    <a:lnTo>
                      <a:pt x="77" y="0"/>
                    </a:lnTo>
                    <a:close/>
                  </a:path>
                </a:pathLst>
              </a:custGeom>
              <a:solidFill>
                <a:srgbClr val="000000"/>
              </a:solidFill>
              <a:ln w="9525">
                <a:solidFill>
                  <a:schemeClr val="tx1"/>
                </a:solidFill>
                <a:round/>
                <a:headEnd/>
                <a:tailEnd/>
              </a:ln>
            </p:spPr>
            <p:txBody>
              <a:bodyPr/>
              <a:lstStyle/>
              <a:p>
                <a:endParaRPr lang="zh-CN" altLang="en-US"/>
              </a:p>
            </p:txBody>
          </p:sp>
          <p:sp>
            <p:nvSpPr>
              <p:cNvPr id="47133" name="Freeform 76">
                <a:extLst>
                  <a:ext uri="{FF2B5EF4-FFF2-40B4-BE49-F238E27FC236}">
                    <a16:creationId xmlns:a16="http://schemas.microsoft.com/office/drawing/2014/main" id="{254DF5C0-0046-47D4-A0FF-E32FE7F82F61}"/>
                  </a:ext>
                </a:extLst>
              </p:cNvPr>
              <p:cNvSpPr>
                <a:spLocks noEditPoints="1"/>
              </p:cNvSpPr>
              <p:nvPr/>
            </p:nvSpPr>
            <p:spPr bwMode="auto">
              <a:xfrm>
                <a:off x="3533" y="3367"/>
                <a:ext cx="77" cy="77"/>
              </a:xfrm>
              <a:custGeom>
                <a:avLst/>
                <a:gdLst>
                  <a:gd name="T0" fmla="*/ 0 w 77"/>
                  <a:gd name="T1" fmla="*/ 0 h 77"/>
                  <a:gd name="T2" fmla="*/ 6 w 77"/>
                  <a:gd name="T3" fmla="*/ 30 h 77"/>
                  <a:gd name="T4" fmla="*/ 24 w 77"/>
                  <a:gd name="T5" fmla="*/ 53 h 77"/>
                  <a:gd name="T6" fmla="*/ 48 w 77"/>
                  <a:gd name="T7" fmla="*/ 71 h 77"/>
                  <a:gd name="T8" fmla="*/ 77 w 77"/>
                  <a:gd name="T9" fmla="*/ 77 h 77"/>
                  <a:gd name="T10" fmla="*/ 77 w 77"/>
                  <a:gd name="T11" fmla="*/ 77 h 77"/>
                  <a:gd name="T12" fmla="*/ 48 w 77"/>
                  <a:gd name="T13" fmla="*/ 71 h 77"/>
                  <a:gd name="T14" fmla="*/ 24 w 77"/>
                  <a:gd name="T15" fmla="*/ 53 h 77"/>
                  <a:gd name="T16" fmla="*/ 6 w 77"/>
                  <a:gd name="T17" fmla="*/ 30 h 77"/>
                  <a:gd name="T18" fmla="*/ 0 w 77"/>
                  <a:gd name="T19" fmla="*/ 0 h 77"/>
                  <a:gd name="T20" fmla="*/ 0 w 77"/>
                  <a:gd name="T21" fmla="*/ 0 h 77"/>
                  <a:gd name="T22" fmla="*/ 0 w 77"/>
                  <a:gd name="T23" fmla="*/ 0 h 77"/>
                  <a:gd name="T24" fmla="*/ 0 w 77"/>
                  <a:gd name="T25" fmla="*/ 0 h 77"/>
                  <a:gd name="T26" fmla="*/ 0 w 77"/>
                  <a:gd name="T27" fmla="*/ 0 h 7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7" h="77">
                    <a:moveTo>
                      <a:pt x="0" y="0"/>
                    </a:moveTo>
                    <a:lnTo>
                      <a:pt x="6" y="30"/>
                    </a:lnTo>
                    <a:lnTo>
                      <a:pt x="24" y="53"/>
                    </a:lnTo>
                    <a:lnTo>
                      <a:pt x="48" y="71"/>
                    </a:lnTo>
                    <a:lnTo>
                      <a:pt x="77" y="77"/>
                    </a:lnTo>
                    <a:lnTo>
                      <a:pt x="48" y="71"/>
                    </a:lnTo>
                    <a:lnTo>
                      <a:pt x="24" y="53"/>
                    </a:lnTo>
                    <a:lnTo>
                      <a:pt x="6" y="3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34" name="Freeform 77">
                <a:extLst>
                  <a:ext uri="{FF2B5EF4-FFF2-40B4-BE49-F238E27FC236}">
                    <a16:creationId xmlns:a16="http://schemas.microsoft.com/office/drawing/2014/main" id="{8BBD3A68-77F7-4EC1-B6CF-606643853D63}"/>
                  </a:ext>
                </a:extLst>
              </p:cNvPr>
              <p:cNvSpPr>
                <a:spLocks/>
              </p:cNvSpPr>
              <p:nvPr/>
            </p:nvSpPr>
            <p:spPr bwMode="auto">
              <a:xfrm>
                <a:off x="3610" y="3444"/>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35" name="Freeform 78">
                <a:extLst>
                  <a:ext uri="{FF2B5EF4-FFF2-40B4-BE49-F238E27FC236}">
                    <a16:creationId xmlns:a16="http://schemas.microsoft.com/office/drawing/2014/main" id="{1EE86326-0501-447C-BECA-1FA4807E7936}"/>
                  </a:ext>
                </a:extLst>
              </p:cNvPr>
              <p:cNvSpPr>
                <a:spLocks/>
              </p:cNvSpPr>
              <p:nvPr/>
            </p:nvSpPr>
            <p:spPr bwMode="auto">
              <a:xfrm>
                <a:off x="2289" y="1898"/>
                <a:ext cx="556" cy="555"/>
              </a:xfrm>
              <a:custGeom>
                <a:avLst/>
                <a:gdLst>
                  <a:gd name="T0" fmla="*/ 275 w 556"/>
                  <a:gd name="T1" fmla="*/ 555 h 555"/>
                  <a:gd name="T2" fmla="*/ 335 w 556"/>
                  <a:gd name="T3" fmla="*/ 549 h 555"/>
                  <a:gd name="T4" fmla="*/ 383 w 556"/>
                  <a:gd name="T5" fmla="*/ 531 h 555"/>
                  <a:gd name="T6" fmla="*/ 431 w 556"/>
                  <a:gd name="T7" fmla="*/ 507 h 555"/>
                  <a:gd name="T8" fmla="*/ 472 w 556"/>
                  <a:gd name="T9" fmla="*/ 471 h 555"/>
                  <a:gd name="T10" fmla="*/ 508 w 556"/>
                  <a:gd name="T11" fmla="*/ 430 h 555"/>
                  <a:gd name="T12" fmla="*/ 532 w 556"/>
                  <a:gd name="T13" fmla="*/ 382 h 555"/>
                  <a:gd name="T14" fmla="*/ 550 w 556"/>
                  <a:gd name="T15" fmla="*/ 334 h 555"/>
                  <a:gd name="T16" fmla="*/ 556 w 556"/>
                  <a:gd name="T17" fmla="*/ 274 h 555"/>
                  <a:gd name="T18" fmla="*/ 550 w 556"/>
                  <a:gd name="T19" fmla="*/ 221 h 555"/>
                  <a:gd name="T20" fmla="*/ 532 w 556"/>
                  <a:gd name="T21" fmla="*/ 167 h 555"/>
                  <a:gd name="T22" fmla="*/ 508 w 556"/>
                  <a:gd name="T23" fmla="*/ 119 h 555"/>
                  <a:gd name="T24" fmla="*/ 472 w 556"/>
                  <a:gd name="T25" fmla="*/ 83 h 555"/>
                  <a:gd name="T26" fmla="*/ 431 w 556"/>
                  <a:gd name="T27" fmla="*/ 48 h 555"/>
                  <a:gd name="T28" fmla="*/ 383 w 556"/>
                  <a:gd name="T29" fmla="*/ 24 h 555"/>
                  <a:gd name="T30" fmla="*/ 335 w 556"/>
                  <a:gd name="T31" fmla="*/ 6 h 555"/>
                  <a:gd name="T32" fmla="*/ 275 w 556"/>
                  <a:gd name="T33" fmla="*/ 0 h 555"/>
                  <a:gd name="T34" fmla="*/ 221 w 556"/>
                  <a:gd name="T35" fmla="*/ 6 h 555"/>
                  <a:gd name="T36" fmla="*/ 167 w 556"/>
                  <a:gd name="T37" fmla="*/ 24 h 555"/>
                  <a:gd name="T38" fmla="*/ 120 w 556"/>
                  <a:gd name="T39" fmla="*/ 48 h 555"/>
                  <a:gd name="T40" fmla="*/ 84 w 556"/>
                  <a:gd name="T41" fmla="*/ 83 h 555"/>
                  <a:gd name="T42" fmla="*/ 48 w 556"/>
                  <a:gd name="T43" fmla="*/ 119 h 555"/>
                  <a:gd name="T44" fmla="*/ 24 w 556"/>
                  <a:gd name="T45" fmla="*/ 167 h 555"/>
                  <a:gd name="T46" fmla="*/ 6 w 556"/>
                  <a:gd name="T47" fmla="*/ 221 h 555"/>
                  <a:gd name="T48" fmla="*/ 0 w 556"/>
                  <a:gd name="T49" fmla="*/ 274 h 555"/>
                  <a:gd name="T50" fmla="*/ 6 w 556"/>
                  <a:gd name="T51" fmla="*/ 334 h 555"/>
                  <a:gd name="T52" fmla="*/ 24 w 556"/>
                  <a:gd name="T53" fmla="*/ 382 h 555"/>
                  <a:gd name="T54" fmla="*/ 48 w 556"/>
                  <a:gd name="T55" fmla="*/ 430 h 555"/>
                  <a:gd name="T56" fmla="*/ 84 w 556"/>
                  <a:gd name="T57" fmla="*/ 471 h 555"/>
                  <a:gd name="T58" fmla="*/ 120 w 556"/>
                  <a:gd name="T59" fmla="*/ 507 h 555"/>
                  <a:gd name="T60" fmla="*/ 167 w 556"/>
                  <a:gd name="T61" fmla="*/ 531 h 555"/>
                  <a:gd name="T62" fmla="*/ 221 w 556"/>
                  <a:gd name="T63" fmla="*/ 549 h 555"/>
                  <a:gd name="T64" fmla="*/ 275 w 556"/>
                  <a:gd name="T65" fmla="*/ 555 h 555"/>
                  <a:gd name="T66" fmla="*/ 275 w 556"/>
                  <a:gd name="T67" fmla="*/ 555 h 55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56" h="555">
                    <a:moveTo>
                      <a:pt x="275" y="555"/>
                    </a:moveTo>
                    <a:lnTo>
                      <a:pt x="335" y="549"/>
                    </a:lnTo>
                    <a:lnTo>
                      <a:pt x="383" y="531"/>
                    </a:lnTo>
                    <a:lnTo>
                      <a:pt x="431" y="507"/>
                    </a:lnTo>
                    <a:lnTo>
                      <a:pt x="472" y="471"/>
                    </a:lnTo>
                    <a:lnTo>
                      <a:pt x="508" y="430"/>
                    </a:lnTo>
                    <a:lnTo>
                      <a:pt x="532" y="382"/>
                    </a:lnTo>
                    <a:lnTo>
                      <a:pt x="550" y="334"/>
                    </a:lnTo>
                    <a:lnTo>
                      <a:pt x="556" y="274"/>
                    </a:lnTo>
                    <a:lnTo>
                      <a:pt x="550" y="221"/>
                    </a:lnTo>
                    <a:lnTo>
                      <a:pt x="532" y="167"/>
                    </a:lnTo>
                    <a:lnTo>
                      <a:pt x="508" y="119"/>
                    </a:lnTo>
                    <a:lnTo>
                      <a:pt x="472" y="83"/>
                    </a:lnTo>
                    <a:lnTo>
                      <a:pt x="431" y="48"/>
                    </a:lnTo>
                    <a:lnTo>
                      <a:pt x="383" y="24"/>
                    </a:lnTo>
                    <a:lnTo>
                      <a:pt x="335" y="6"/>
                    </a:lnTo>
                    <a:lnTo>
                      <a:pt x="275" y="0"/>
                    </a:lnTo>
                    <a:lnTo>
                      <a:pt x="221" y="6"/>
                    </a:lnTo>
                    <a:lnTo>
                      <a:pt x="167" y="24"/>
                    </a:lnTo>
                    <a:lnTo>
                      <a:pt x="120" y="48"/>
                    </a:lnTo>
                    <a:lnTo>
                      <a:pt x="84" y="83"/>
                    </a:lnTo>
                    <a:lnTo>
                      <a:pt x="48" y="119"/>
                    </a:lnTo>
                    <a:lnTo>
                      <a:pt x="24" y="167"/>
                    </a:lnTo>
                    <a:lnTo>
                      <a:pt x="6" y="221"/>
                    </a:lnTo>
                    <a:lnTo>
                      <a:pt x="0" y="274"/>
                    </a:lnTo>
                    <a:lnTo>
                      <a:pt x="6" y="334"/>
                    </a:lnTo>
                    <a:lnTo>
                      <a:pt x="24" y="382"/>
                    </a:lnTo>
                    <a:lnTo>
                      <a:pt x="48" y="430"/>
                    </a:lnTo>
                    <a:lnTo>
                      <a:pt x="84" y="471"/>
                    </a:lnTo>
                    <a:lnTo>
                      <a:pt x="120" y="507"/>
                    </a:lnTo>
                    <a:lnTo>
                      <a:pt x="167" y="531"/>
                    </a:lnTo>
                    <a:lnTo>
                      <a:pt x="221" y="549"/>
                    </a:lnTo>
                    <a:lnTo>
                      <a:pt x="275" y="555"/>
                    </a:lnTo>
                    <a:close/>
                  </a:path>
                </a:pathLst>
              </a:custGeom>
              <a:solidFill>
                <a:srgbClr val="FFCC66"/>
              </a:solidFill>
              <a:ln w="9525">
                <a:solidFill>
                  <a:schemeClr val="tx1"/>
                </a:solidFill>
                <a:round/>
                <a:headEnd/>
                <a:tailEnd/>
              </a:ln>
            </p:spPr>
            <p:txBody>
              <a:bodyPr/>
              <a:lstStyle/>
              <a:p>
                <a:endParaRPr lang="zh-CN" altLang="en-US"/>
              </a:p>
            </p:txBody>
          </p:sp>
          <p:sp>
            <p:nvSpPr>
              <p:cNvPr id="47136" name="Freeform 79">
                <a:extLst>
                  <a:ext uri="{FF2B5EF4-FFF2-40B4-BE49-F238E27FC236}">
                    <a16:creationId xmlns:a16="http://schemas.microsoft.com/office/drawing/2014/main" id="{BC98E02A-87FA-4044-8975-26E7F930D602}"/>
                  </a:ext>
                </a:extLst>
              </p:cNvPr>
              <p:cNvSpPr>
                <a:spLocks/>
              </p:cNvSpPr>
              <p:nvPr/>
            </p:nvSpPr>
            <p:spPr bwMode="auto">
              <a:xfrm>
                <a:off x="2564" y="2172"/>
                <a:ext cx="281" cy="281"/>
              </a:xfrm>
              <a:custGeom>
                <a:avLst/>
                <a:gdLst>
                  <a:gd name="T0" fmla="*/ 0 w 281"/>
                  <a:gd name="T1" fmla="*/ 281 h 281"/>
                  <a:gd name="T2" fmla="*/ 60 w 281"/>
                  <a:gd name="T3" fmla="*/ 275 h 281"/>
                  <a:gd name="T4" fmla="*/ 108 w 281"/>
                  <a:gd name="T5" fmla="*/ 257 h 281"/>
                  <a:gd name="T6" fmla="*/ 156 w 281"/>
                  <a:gd name="T7" fmla="*/ 233 h 281"/>
                  <a:gd name="T8" fmla="*/ 197 w 281"/>
                  <a:gd name="T9" fmla="*/ 197 h 281"/>
                  <a:gd name="T10" fmla="*/ 233 w 281"/>
                  <a:gd name="T11" fmla="*/ 156 h 281"/>
                  <a:gd name="T12" fmla="*/ 257 w 281"/>
                  <a:gd name="T13" fmla="*/ 108 h 281"/>
                  <a:gd name="T14" fmla="*/ 275 w 281"/>
                  <a:gd name="T15" fmla="*/ 60 h 281"/>
                  <a:gd name="T16" fmla="*/ 281 w 281"/>
                  <a:gd name="T17" fmla="*/ 0 h 281"/>
                  <a:gd name="T18" fmla="*/ 281 w 281"/>
                  <a:gd name="T19" fmla="*/ 0 h 281"/>
                  <a:gd name="T20" fmla="*/ 275 w 281"/>
                  <a:gd name="T21" fmla="*/ 60 h 281"/>
                  <a:gd name="T22" fmla="*/ 257 w 281"/>
                  <a:gd name="T23" fmla="*/ 108 h 281"/>
                  <a:gd name="T24" fmla="*/ 233 w 281"/>
                  <a:gd name="T25" fmla="*/ 156 h 281"/>
                  <a:gd name="T26" fmla="*/ 197 w 281"/>
                  <a:gd name="T27" fmla="*/ 197 h 281"/>
                  <a:gd name="T28" fmla="*/ 156 w 281"/>
                  <a:gd name="T29" fmla="*/ 233 h 281"/>
                  <a:gd name="T30" fmla="*/ 108 w 281"/>
                  <a:gd name="T31" fmla="*/ 257 h 281"/>
                  <a:gd name="T32" fmla="*/ 60 w 281"/>
                  <a:gd name="T33" fmla="*/ 275 h 281"/>
                  <a:gd name="T34" fmla="*/ 0 w 281"/>
                  <a:gd name="T35" fmla="*/ 281 h 281"/>
                  <a:gd name="T36" fmla="*/ 0 w 281"/>
                  <a:gd name="T37" fmla="*/ 281 h 28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81" h="281">
                    <a:moveTo>
                      <a:pt x="0" y="281"/>
                    </a:moveTo>
                    <a:lnTo>
                      <a:pt x="60" y="275"/>
                    </a:lnTo>
                    <a:lnTo>
                      <a:pt x="108" y="257"/>
                    </a:lnTo>
                    <a:lnTo>
                      <a:pt x="156" y="233"/>
                    </a:lnTo>
                    <a:lnTo>
                      <a:pt x="197" y="197"/>
                    </a:lnTo>
                    <a:lnTo>
                      <a:pt x="233" y="156"/>
                    </a:lnTo>
                    <a:lnTo>
                      <a:pt x="257" y="108"/>
                    </a:lnTo>
                    <a:lnTo>
                      <a:pt x="275" y="60"/>
                    </a:lnTo>
                    <a:lnTo>
                      <a:pt x="281" y="0"/>
                    </a:lnTo>
                    <a:lnTo>
                      <a:pt x="275" y="60"/>
                    </a:lnTo>
                    <a:lnTo>
                      <a:pt x="257" y="108"/>
                    </a:lnTo>
                    <a:lnTo>
                      <a:pt x="233" y="156"/>
                    </a:lnTo>
                    <a:lnTo>
                      <a:pt x="197" y="197"/>
                    </a:lnTo>
                    <a:lnTo>
                      <a:pt x="156" y="233"/>
                    </a:lnTo>
                    <a:lnTo>
                      <a:pt x="108" y="257"/>
                    </a:lnTo>
                    <a:lnTo>
                      <a:pt x="60" y="275"/>
                    </a:lnTo>
                    <a:lnTo>
                      <a:pt x="0" y="281"/>
                    </a:lnTo>
                    <a:close/>
                  </a:path>
                </a:pathLst>
              </a:custGeom>
              <a:solidFill>
                <a:srgbClr val="000000"/>
              </a:solidFill>
              <a:ln w="9525">
                <a:solidFill>
                  <a:schemeClr val="tx1"/>
                </a:solidFill>
                <a:round/>
                <a:headEnd/>
                <a:tailEnd/>
              </a:ln>
            </p:spPr>
            <p:txBody>
              <a:bodyPr/>
              <a:lstStyle/>
              <a:p>
                <a:endParaRPr lang="zh-CN" altLang="en-US"/>
              </a:p>
            </p:txBody>
          </p:sp>
          <p:sp>
            <p:nvSpPr>
              <p:cNvPr id="47137" name="Freeform 80">
                <a:extLst>
                  <a:ext uri="{FF2B5EF4-FFF2-40B4-BE49-F238E27FC236}">
                    <a16:creationId xmlns:a16="http://schemas.microsoft.com/office/drawing/2014/main" id="{5389C268-09F5-431F-8C64-FE4308E11AAA}"/>
                  </a:ext>
                </a:extLst>
              </p:cNvPr>
              <p:cNvSpPr>
                <a:spLocks noEditPoints="1"/>
              </p:cNvSpPr>
              <p:nvPr/>
            </p:nvSpPr>
            <p:spPr bwMode="auto">
              <a:xfrm>
                <a:off x="2564" y="1898"/>
                <a:ext cx="281" cy="274"/>
              </a:xfrm>
              <a:custGeom>
                <a:avLst/>
                <a:gdLst>
                  <a:gd name="T0" fmla="*/ 281 w 281"/>
                  <a:gd name="T1" fmla="*/ 274 h 274"/>
                  <a:gd name="T2" fmla="*/ 275 w 281"/>
                  <a:gd name="T3" fmla="*/ 221 h 274"/>
                  <a:gd name="T4" fmla="*/ 257 w 281"/>
                  <a:gd name="T5" fmla="*/ 167 h 274"/>
                  <a:gd name="T6" fmla="*/ 233 w 281"/>
                  <a:gd name="T7" fmla="*/ 119 h 274"/>
                  <a:gd name="T8" fmla="*/ 197 w 281"/>
                  <a:gd name="T9" fmla="*/ 83 h 274"/>
                  <a:gd name="T10" fmla="*/ 156 w 281"/>
                  <a:gd name="T11" fmla="*/ 48 h 274"/>
                  <a:gd name="T12" fmla="*/ 108 w 281"/>
                  <a:gd name="T13" fmla="*/ 24 h 274"/>
                  <a:gd name="T14" fmla="*/ 60 w 281"/>
                  <a:gd name="T15" fmla="*/ 6 h 274"/>
                  <a:gd name="T16" fmla="*/ 0 w 281"/>
                  <a:gd name="T17" fmla="*/ 0 h 274"/>
                  <a:gd name="T18" fmla="*/ 0 w 281"/>
                  <a:gd name="T19" fmla="*/ 0 h 274"/>
                  <a:gd name="T20" fmla="*/ 60 w 281"/>
                  <a:gd name="T21" fmla="*/ 6 h 274"/>
                  <a:gd name="T22" fmla="*/ 108 w 281"/>
                  <a:gd name="T23" fmla="*/ 24 h 274"/>
                  <a:gd name="T24" fmla="*/ 156 w 281"/>
                  <a:gd name="T25" fmla="*/ 48 h 274"/>
                  <a:gd name="T26" fmla="*/ 197 w 281"/>
                  <a:gd name="T27" fmla="*/ 83 h 274"/>
                  <a:gd name="T28" fmla="*/ 233 w 281"/>
                  <a:gd name="T29" fmla="*/ 119 h 274"/>
                  <a:gd name="T30" fmla="*/ 257 w 281"/>
                  <a:gd name="T31" fmla="*/ 167 h 274"/>
                  <a:gd name="T32" fmla="*/ 275 w 281"/>
                  <a:gd name="T33" fmla="*/ 221 h 274"/>
                  <a:gd name="T34" fmla="*/ 281 w 281"/>
                  <a:gd name="T35" fmla="*/ 274 h 274"/>
                  <a:gd name="T36" fmla="*/ 281 w 281"/>
                  <a:gd name="T37" fmla="*/ 274 h 274"/>
                  <a:gd name="T38" fmla="*/ 281 w 281"/>
                  <a:gd name="T39" fmla="*/ 274 h 274"/>
                  <a:gd name="T40" fmla="*/ 281 w 281"/>
                  <a:gd name="T41" fmla="*/ 274 h 274"/>
                  <a:gd name="T42" fmla="*/ 281 w 281"/>
                  <a:gd name="T43" fmla="*/ 274 h 2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81" h="274">
                    <a:moveTo>
                      <a:pt x="281" y="274"/>
                    </a:moveTo>
                    <a:lnTo>
                      <a:pt x="275" y="221"/>
                    </a:lnTo>
                    <a:lnTo>
                      <a:pt x="257" y="167"/>
                    </a:lnTo>
                    <a:lnTo>
                      <a:pt x="233" y="119"/>
                    </a:lnTo>
                    <a:lnTo>
                      <a:pt x="197" y="83"/>
                    </a:lnTo>
                    <a:lnTo>
                      <a:pt x="156" y="48"/>
                    </a:lnTo>
                    <a:lnTo>
                      <a:pt x="108" y="24"/>
                    </a:lnTo>
                    <a:lnTo>
                      <a:pt x="60" y="6"/>
                    </a:lnTo>
                    <a:lnTo>
                      <a:pt x="0" y="0"/>
                    </a:lnTo>
                    <a:lnTo>
                      <a:pt x="60" y="6"/>
                    </a:lnTo>
                    <a:lnTo>
                      <a:pt x="108" y="24"/>
                    </a:lnTo>
                    <a:lnTo>
                      <a:pt x="156" y="48"/>
                    </a:lnTo>
                    <a:lnTo>
                      <a:pt x="197" y="83"/>
                    </a:lnTo>
                    <a:lnTo>
                      <a:pt x="233" y="119"/>
                    </a:lnTo>
                    <a:lnTo>
                      <a:pt x="257" y="167"/>
                    </a:lnTo>
                    <a:lnTo>
                      <a:pt x="275" y="221"/>
                    </a:lnTo>
                    <a:lnTo>
                      <a:pt x="281" y="274"/>
                    </a:lnTo>
                    <a:close/>
                    <a:moveTo>
                      <a:pt x="281" y="274"/>
                    </a:moveTo>
                    <a:lnTo>
                      <a:pt x="281" y="274"/>
                    </a:lnTo>
                    <a:close/>
                  </a:path>
                </a:pathLst>
              </a:custGeom>
              <a:solidFill>
                <a:srgbClr val="000000"/>
              </a:solidFill>
              <a:ln w="9525">
                <a:solidFill>
                  <a:schemeClr val="tx1"/>
                </a:solidFill>
                <a:round/>
                <a:headEnd/>
                <a:tailEnd/>
              </a:ln>
            </p:spPr>
            <p:txBody>
              <a:bodyPr/>
              <a:lstStyle/>
              <a:p>
                <a:endParaRPr lang="zh-CN" altLang="en-US"/>
              </a:p>
            </p:txBody>
          </p:sp>
          <p:sp>
            <p:nvSpPr>
              <p:cNvPr id="47138" name="Freeform 81">
                <a:extLst>
                  <a:ext uri="{FF2B5EF4-FFF2-40B4-BE49-F238E27FC236}">
                    <a16:creationId xmlns:a16="http://schemas.microsoft.com/office/drawing/2014/main" id="{B9B4E242-2208-437B-B49F-87710DDFA351}"/>
                  </a:ext>
                </a:extLst>
              </p:cNvPr>
              <p:cNvSpPr>
                <a:spLocks noEditPoints="1"/>
              </p:cNvSpPr>
              <p:nvPr/>
            </p:nvSpPr>
            <p:spPr bwMode="auto">
              <a:xfrm>
                <a:off x="2289" y="1898"/>
                <a:ext cx="275" cy="274"/>
              </a:xfrm>
              <a:custGeom>
                <a:avLst/>
                <a:gdLst>
                  <a:gd name="T0" fmla="*/ 275 w 275"/>
                  <a:gd name="T1" fmla="*/ 0 h 274"/>
                  <a:gd name="T2" fmla="*/ 221 w 275"/>
                  <a:gd name="T3" fmla="*/ 6 h 274"/>
                  <a:gd name="T4" fmla="*/ 167 w 275"/>
                  <a:gd name="T5" fmla="*/ 24 h 274"/>
                  <a:gd name="T6" fmla="*/ 120 w 275"/>
                  <a:gd name="T7" fmla="*/ 48 h 274"/>
                  <a:gd name="T8" fmla="*/ 84 w 275"/>
                  <a:gd name="T9" fmla="*/ 83 h 274"/>
                  <a:gd name="T10" fmla="*/ 48 w 275"/>
                  <a:gd name="T11" fmla="*/ 119 h 274"/>
                  <a:gd name="T12" fmla="*/ 24 w 275"/>
                  <a:gd name="T13" fmla="*/ 167 h 274"/>
                  <a:gd name="T14" fmla="*/ 6 w 275"/>
                  <a:gd name="T15" fmla="*/ 221 h 274"/>
                  <a:gd name="T16" fmla="*/ 0 w 275"/>
                  <a:gd name="T17" fmla="*/ 274 h 274"/>
                  <a:gd name="T18" fmla="*/ 0 w 275"/>
                  <a:gd name="T19" fmla="*/ 274 h 274"/>
                  <a:gd name="T20" fmla="*/ 6 w 275"/>
                  <a:gd name="T21" fmla="*/ 221 h 274"/>
                  <a:gd name="T22" fmla="*/ 24 w 275"/>
                  <a:gd name="T23" fmla="*/ 167 h 274"/>
                  <a:gd name="T24" fmla="*/ 48 w 275"/>
                  <a:gd name="T25" fmla="*/ 119 h 274"/>
                  <a:gd name="T26" fmla="*/ 84 w 275"/>
                  <a:gd name="T27" fmla="*/ 83 h 274"/>
                  <a:gd name="T28" fmla="*/ 120 w 275"/>
                  <a:gd name="T29" fmla="*/ 48 h 274"/>
                  <a:gd name="T30" fmla="*/ 167 w 275"/>
                  <a:gd name="T31" fmla="*/ 24 h 274"/>
                  <a:gd name="T32" fmla="*/ 221 w 275"/>
                  <a:gd name="T33" fmla="*/ 6 h 274"/>
                  <a:gd name="T34" fmla="*/ 275 w 275"/>
                  <a:gd name="T35" fmla="*/ 0 h 274"/>
                  <a:gd name="T36" fmla="*/ 275 w 275"/>
                  <a:gd name="T37" fmla="*/ 0 h 274"/>
                  <a:gd name="T38" fmla="*/ 275 w 275"/>
                  <a:gd name="T39" fmla="*/ 0 h 274"/>
                  <a:gd name="T40" fmla="*/ 275 w 275"/>
                  <a:gd name="T41" fmla="*/ 0 h 274"/>
                  <a:gd name="T42" fmla="*/ 275 w 275"/>
                  <a:gd name="T43" fmla="*/ 0 h 2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75" h="274">
                    <a:moveTo>
                      <a:pt x="275" y="0"/>
                    </a:moveTo>
                    <a:lnTo>
                      <a:pt x="221" y="6"/>
                    </a:lnTo>
                    <a:lnTo>
                      <a:pt x="167" y="24"/>
                    </a:lnTo>
                    <a:lnTo>
                      <a:pt x="120" y="48"/>
                    </a:lnTo>
                    <a:lnTo>
                      <a:pt x="84" y="83"/>
                    </a:lnTo>
                    <a:lnTo>
                      <a:pt x="48" y="119"/>
                    </a:lnTo>
                    <a:lnTo>
                      <a:pt x="24" y="167"/>
                    </a:lnTo>
                    <a:lnTo>
                      <a:pt x="6" y="221"/>
                    </a:lnTo>
                    <a:lnTo>
                      <a:pt x="0" y="274"/>
                    </a:lnTo>
                    <a:lnTo>
                      <a:pt x="6" y="221"/>
                    </a:lnTo>
                    <a:lnTo>
                      <a:pt x="24" y="167"/>
                    </a:lnTo>
                    <a:lnTo>
                      <a:pt x="48" y="119"/>
                    </a:lnTo>
                    <a:lnTo>
                      <a:pt x="84" y="83"/>
                    </a:lnTo>
                    <a:lnTo>
                      <a:pt x="120" y="48"/>
                    </a:lnTo>
                    <a:lnTo>
                      <a:pt x="167" y="24"/>
                    </a:lnTo>
                    <a:lnTo>
                      <a:pt x="221" y="6"/>
                    </a:lnTo>
                    <a:lnTo>
                      <a:pt x="275" y="0"/>
                    </a:lnTo>
                    <a:close/>
                    <a:moveTo>
                      <a:pt x="275" y="0"/>
                    </a:moveTo>
                    <a:lnTo>
                      <a:pt x="275" y="0"/>
                    </a:lnTo>
                    <a:close/>
                  </a:path>
                </a:pathLst>
              </a:custGeom>
              <a:solidFill>
                <a:srgbClr val="000000"/>
              </a:solidFill>
              <a:ln w="9525">
                <a:solidFill>
                  <a:schemeClr val="tx1"/>
                </a:solidFill>
                <a:round/>
                <a:headEnd/>
                <a:tailEnd/>
              </a:ln>
            </p:spPr>
            <p:txBody>
              <a:bodyPr/>
              <a:lstStyle/>
              <a:p>
                <a:endParaRPr lang="zh-CN" altLang="en-US"/>
              </a:p>
            </p:txBody>
          </p:sp>
          <p:sp>
            <p:nvSpPr>
              <p:cNvPr id="47139" name="Freeform 82">
                <a:extLst>
                  <a:ext uri="{FF2B5EF4-FFF2-40B4-BE49-F238E27FC236}">
                    <a16:creationId xmlns:a16="http://schemas.microsoft.com/office/drawing/2014/main" id="{FD9EBF1D-303E-4029-BFB2-57A8C8EB5FC0}"/>
                  </a:ext>
                </a:extLst>
              </p:cNvPr>
              <p:cNvSpPr>
                <a:spLocks noEditPoints="1"/>
              </p:cNvSpPr>
              <p:nvPr/>
            </p:nvSpPr>
            <p:spPr bwMode="auto">
              <a:xfrm>
                <a:off x="2289" y="2172"/>
                <a:ext cx="275" cy="281"/>
              </a:xfrm>
              <a:custGeom>
                <a:avLst/>
                <a:gdLst>
                  <a:gd name="T0" fmla="*/ 0 w 275"/>
                  <a:gd name="T1" fmla="*/ 0 h 281"/>
                  <a:gd name="T2" fmla="*/ 6 w 275"/>
                  <a:gd name="T3" fmla="*/ 60 h 281"/>
                  <a:gd name="T4" fmla="*/ 24 w 275"/>
                  <a:gd name="T5" fmla="*/ 108 h 281"/>
                  <a:gd name="T6" fmla="*/ 48 w 275"/>
                  <a:gd name="T7" fmla="*/ 156 h 281"/>
                  <a:gd name="T8" fmla="*/ 84 w 275"/>
                  <a:gd name="T9" fmla="*/ 197 h 281"/>
                  <a:gd name="T10" fmla="*/ 120 w 275"/>
                  <a:gd name="T11" fmla="*/ 233 h 281"/>
                  <a:gd name="T12" fmla="*/ 167 w 275"/>
                  <a:gd name="T13" fmla="*/ 257 h 281"/>
                  <a:gd name="T14" fmla="*/ 221 w 275"/>
                  <a:gd name="T15" fmla="*/ 275 h 281"/>
                  <a:gd name="T16" fmla="*/ 275 w 275"/>
                  <a:gd name="T17" fmla="*/ 281 h 281"/>
                  <a:gd name="T18" fmla="*/ 275 w 275"/>
                  <a:gd name="T19" fmla="*/ 281 h 281"/>
                  <a:gd name="T20" fmla="*/ 221 w 275"/>
                  <a:gd name="T21" fmla="*/ 275 h 281"/>
                  <a:gd name="T22" fmla="*/ 167 w 275"/>
                  <a:gd name="T23" fmla="*/ 257 h 281"/>
                  <a:gd name="T24" fmla="*/ 120 w 275"/>
                  <a:gd name="T25" fmla="*/ 233 h 281"/>
                  <a:gd name="T26" fmla="*/ 84 w 275"/>
                  <a:gd name="T27" fmla="*/ 197 h 281"/>
                  <a:gd name="T28" fmla="*/ 48 w 275"/>
                  <a:gd name="T29" fmla="*/ 156 h 281"/>
                  <a:gd name="T30" fmla="*/ 24 w 275"/>
                  <a:gd name="T31" fmla="*/ 108 h 281"/>
                  <a:gd name="T32" fmla="*/ 6 w 275"/>
                  <a:gd name="T33" fmla="*/ 60 h 281"/>
                  <a:gd name="T34" fmla="*/ 0 w 275"/>
                  <a:gd name="T35" fmla="*/ 0 h 281"/>
                  <a:gd name="T36" fmla="*/ 0 w 275"/>
                  <a:gd name="T37" fmla="*/ 0 h 281"/>
                  <a:gd name="T38" fmla="*/ 0 w 275"/>
                  <a:gd name="T39" fmla="*/ 0 h 281"/>
                  <a:gd name="T40" fmla="*/ 0 w 275"/>
                  <a:gd name="T41" fmla="*/ 0 h 281"/>
                  <a:gd name="T42" fmla="*/ 0 w 275"/>
                  <a:gd name="T43" fmla="*/ 0 h 28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75" h="281">
                    <a:moveTo>
                      <a:pt x="0" y="0"/>
                    </a:moveTo>
                    <a:lnTo>
                      <a:pt x="6" y="60"/>
                    </a:lnTo>
                    <a:lnTo>
                      <a:pt x="24" y="108"/>
                    </a:lnTo>
                    <a:lnTo>
                      <a:pt x="48" y="156"/>
                    </a:lnTo>
                    <a:lnTo>
                      <a:pt x="84" y="197"/>
                    </a:lnTo>
                    <a:lnTo>
                      <a:pt x="120" y="233"/>
                    </a:lnTo>
                    <a:lnTo>
                      <a:pt x="167" y="257"/>
                    </a:lnTo>
                    <a:lnTo>
                      <a:pt x="221" y="275"/>
                    </a:lnTo>
                    <a:lnTo>
                      <a:pt x="275" y="281"/>
                    </a:lnTo>
                    <a:lnTo>
                      <a:pt x="221" y="275"/>
                    </a:lnTo>
                    <a:lnTo>
                      <a:pt x="167" y="257"/>
                    </a:lnTo>
                    <a:lnTo>
                      <a:pt x="120" y="233"/>
                    </a:lnTo>
                    <a:lnTo>
                      <a:pt x="84" y="197"/>
                    </a:lnTo>
                    <a:lnTo>
                      <a:pt x="48" y="156"/>
                    </a:lnTo>
                    <a:lnTo>
                      <a:pt x="24" y="108"/>
                    </a:lnTo>
                    <a:lnTo>
                      <a:pt x="6" y="6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40" name="Freeform 83">
                <a:extLst>
                  <a:ext uri="{FF2B5EF4-FFF2-40B4-BE49-F238E27FC236}">
                    <a16:creationId xmlns:a16="http://schemas.microsoft.com/office/drawing/2014/main" id="{791CAADF-6CA2-40D2-9841-9AC93A3B7A6F}"/>
                  </a:ext>
                </a:extLst>
              </p:cNvPr>
              <p:cNvSpPr>
                <a:spLocks/>
              </p:cNvSpPr>
              <p:nvPr/>
            </p:nvSpPr>
            <p:spPr bwMode="auto">
              <a:xfrm>
                <a:off x="2564" y="2453"/>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7141" name="Freeform 84">
                <a:extLst>
                  <a:ext uri="{FF2B5EF4-FFF2-40B4-BE49-F238E27FC236}">
                    <a16:creationId xmlns:a16="http://schemas.microsoft.com/office/drawing/2014/main" id="{9AB33083-6132-4EC7-A774-1CA7BAB94671}"/>
                  </a:ext>
                </a:extLst>
              </p:cNvPr>
              <p:cNvSpPr>
                <a:spLocks/>
              </p:cNvSpPr>
              <p:nvPr/>
            </p:nvSpPr>
            <p:spPr bwMode="auto">
              <a:xfrm>
                <a:off x="2546" y="2149"/>
                <a:ext cx="1" cy="215"/>
              </a:xfrm>
              <a:custGeom>
                <a:avLst/>
                <a:gdLst>
                  <a:gd name="T0" fmla="*/ 0 w 1"/>
                  <a:gd name="T1" fmla="*/ 215 h 215"/>
                  <a:gd name="T2" fmla="*/ 0 w 1"/>
                  <a:gd name="T3" fmla="*/ 0 h 215"/>
                  <a:gd name="T4" fmla="*/ 0 w 1"/>
                  <a:gd name="T5" fmla="*/ 215 h 215"/>
                  <a:gd name="T6" fmla="*/ 0 w 1"/>
                  <a:gd name="T7" fmla="*/ 215 h 2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215">
                    <a:moveTo>
                      <a:pt x="0" y="215"/>
                    </a:moveTo>
                    <a:lnTo>
                      <a:pt x="0" y="0"/>
                    </a:lnTo>
                    <a:lnTo>
                      <a:pt x="0" y="215"/>
                    </a:lnTo>
                    <a:close/>
                  </a:path>
                </a:pathLst>
              </a:custGeom>
              <a:solidFill>
                <a:srgbClr val="000000"/>
              </a:solidFill>
              <a:ln w="9525">
                <a:solidFill>
                  <a:schemeClr val="tx1"/>
                </a:solidFill>
                <a:round/>
                <a:headEnd/>
                <a:tailEnd/>
              </a:ln>
            </p:spPr>
            <p:txBody>
              <a:bodyPr/>
              <a:lstStyle/>
              <a:p>
                <a:endParaRPr lang="zh-CN" altLang="en-US"/>
              </a:p>
            </p:txBody>
          </p:sp>
          <p:sp>
            <p:nvSpPr>
              <p:cNvPr id="47142" name="Freeform 85">
                <a:extLst>
                  <a:ext uri="{FF2B5EF4-FFF2-40B4-BE49-F238E27FC236}">
                    <a16:creationId xmlns:a16="http://schemas.microsoft.com/office/drawing/2014/main" id="{39CE9DD1-76A5-44F5-AF9E-29629ACC1198}"/>
                  </a:ext>
                </a:extLst>
              </p:cNvPr>
              <p:cNvSpPr>
                <a:spLocks/>
              </p:cNvSpPr>
              <p:nvPr/>
            </p:nvSpPr>
            <p:spPr bwMode="auto">
              <a:xfrm>
                <a:off x="2480" y="1946"/>
                <a:ext cx="132" cy="250"/>
              </a:xfrm>
              <a:custGeom>
                <a:avLst/>
                <a:gdLst>
                  <a:gd name="T0" fmla="*/ 132 w 132"/>
                  <a:gd name="T1" fmla="*/ 250 h 250"/>
                  <a:gd name="T2" fmla="*/ 66 w 132"/>
                  <a:gd name="T3" fmla="*/ 0 h 250"/>
                  <a:gd name="T4" fmla="*/ 0 w 132"/>
                  <a:gd name="T5" fmla="*/ 250 h 250"/>
                  <a:gd name="T6" fmla="*/ 132 w 132"/>
                  <a:gd name="T7" fmla="*/ 250 h 250"/>
                  <a:gd name="T8" fmla="*/ 132 w 132"/>
                  <a:gd name="T9" fmla="*/ 250 h 2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250">
                    <a:moveTo>
                      <a:pt x="132" y="250"/>
                    </a:moveTo>
                    <a:lnTo>
                      <a:pt x="66" y="0"/>
                    </a:lnTo>
                    <a:lnTo>
                      <a:pt x="0" y="250"/>
                    </a:lnTo>
                    <a:lnTo>
                      <a:pt x="132" y="250"/>
                    </a:lnTo>
                    <a:close/>
                  </a:path>
                </a:pathLst>
              </a:custGeom>
              <a:solidFill>
                <a:srgbClr val="FF0000"/>
              </a:solidFill>
              <a:ln w="9525">
                <a:solidFill>
                  <a:srgbClr val="FF0000"/>
                </a:solidFill>
                <a:round/>
                <a:headEnd/>
                <a:tailEnd/>
              </a:ln>
            </p:spPr>
            <p:txBody>
              <a:bodyPr/>
              <a:lstStyle/>
              <a:p>
                <a:endParaRPr lang="zh-CN" altLang="en-US"/>
              </a:p>
            </p:txBody>
          </p:sp>
          <p:sp>
            <p:nvSpPr>
              <p:cNvPr id="47143" name="Freeform 86">
                <a:extLst>
                  <a:ext uri="{FF2B5EF4-FFF2-40B4-BE49-F238E27FC236}">
                    <a16:creationId xmlns:a16="http://schemas.microsoft.com/office/drawing/2014/main" id="{83C009E9-BDE7-49B7-A594-8BE66423218F}"/>
                  </a:ext>
                </a:extLst>
              </p:cNvPr>
              <p:cNvSpPr>
                <a:spLocks noEditPoints="1"/>
              </p:cNvSpPr>
              <p:nvPr/>
            </p:nvSpPr>
            <p:spPr bwMode="auto">
              <a:xfrm>
                <a:off x="2020" y="2053"/>
                <a:ext cx="72" cy="221"/>
              </a:xfrm>
              <a:custGeom>
                <a:avLst/>
                <a:gdLst>
                  <a:gd name="T0" fmla="*/ 60 w 72"/>
                  <a:gd name="T1" fmla="*/ 179 h 221"/>
                  <a:gd name="T2" fmla="*/ 42 w 72"/>
                  <a:gd name="T3" fmla="*/ 197 h 221"/>
                  <a:gd name="T4" fmla="*/ 30 w 72"/>
                  <a:gd name="T5" fmla="*/ 203 h 221"/>
                  <a:gd name="T6" fmla="*/ 30 w 72"/>
                  <a:gd name="T7" fmla="*/ 203 h 221"/>
                  <a:gd name="T8" fmla="*/ 24 w 72"/>
                  <a:gd name="T9" fmla="*/ 197 h 221"/>
                  <a:gd name="T10" fmla="*/ 30 w 72"/>
                  <a:gd name="T11" fmla="*/ 191 h 221"/>
                  <a:gd name="T12" fmla="*/ 30 w 72"/>
                  <a:gd name="T13" fmla="*/ 179 h 221"/>
                  <a:gd name="T14" fmla="*/ 60 w 72"/>
                  <a:gd name="T15" fmla="*/ 72 h 221"/>
                  <a:gd name="T16" fmla="*/ 60 w 72"/>
                  <a:gd name="T17" fmla="*/ 72 h 221"/>
                  <a:gd name="T18" fmla="*/ 48 w 72"/>
                  <a:gd name="T19" fmla="*/ 72 h 221"/>
                  <a:gd name="T20" fmla="*/ 36 w 72"/>
                  <a:gd name="T21" fmla="*/ 78 h 221"/>
                  <a:gd name="T22" fmla="*/ 18 w 72"/>
                  <a:gd name="T23" fmla="*/ 78 h 221"/>
                  <a:gd name="T24" fmla="*/ 6 w 72"/>
                  <a:gd name="T25" fmla="*/ 78 h 221"/>
                  <a:gd name="T26" fmla="*/ 6 w 72"/>
                  <a:gd name="T27" fmla="*/ 84 h 221"/>
                  <a:gd name="T28" fmla="*/ 24 w 72"/>
                  <a:gd name="T29" fmla="*/ 84 h 221"/>
                  <a:gd name="T30" fmla="*/ 30 w 72"/>
                  <a:gd name="T31" fmla="*/ 96 h 221"/>
                  <a:gd name="T32" fmla="*/ 30 w 72"/>
                  <a:gd name="T33" fmla="*/ 102 h 221"/>
                  <a:gd name="T34" fmla="*/ 24 w 72"/>
                  <a:gd name="T35" fmla="*/ 113 h 221"/>
                  <a:gd name="T36" fmla="*/ 18 w 72"/>
                  <a:gd name="T37" fmla="*/ 143 h 221"/>
                  <a:gd name="T38" fmla="*/ 6 w 72"/>
                  <a:gd name="T39" fmla="*/ 179 h 221"/>
                  <a:gd name="T40" fmla="*/ 0 w 72"/>
                  <a:gd name="T41" fmla="*/ 191 h 221"/>
                  <a:gd name="T42" fmla="*/ 0 w 72"/>
                  <a:gd name="T43" fmla="*/ 197 h 221"/>
                  <a:gd name="T44" fmla="*/ 0 w 72"/>
                  <a:gd name="T45" fmla="*/ 209 h 221"/>
                  <a:gd name="T46" fmla="*/ 6 w 72"/>
                  <a:gd name="T47" fmla="*/ 221 h 221"/>
                  <a:gd name="T48" fmla="*/ 18 w 72"/>
                  <a:gd name="T49" fmla="*/ 221 h 221"/>
                  <a:gd name="T50" fmla="*/ 30 w 72"/>
                  <a:gd name="T51" fmla="*/ 221 h 221"/>
                  <a:gd name="T52" fmla="*/ 42 w 72"/>
                  <a:gd name="T53" fmla="*/ 209 h 221"/>
                  <a:gd name="T54" fmla="*/ 60 w 72"/>
                  <a:gd name="T55" fmla="*/ 185 h 221"/>
                  <a:gd name="T56" fmla="*/ 60 w 72"/>
                  <a:gd name="T57" fmla="*/ 179 h 221"/>
                  <a:gd name="T58" fmla="*/ 72 w 72"/>
                  <a:gd name="T59" fmla="*/ 18 h 221"/>
                  <a:gd name="T60" fmla="*/ 66 w 72"/>
                  <a:gd name="T61" fmla="*/ 6 h 221"/>
                  <a:gd name="T62" fmla="*/ 54 w 72"/>
                  <a:gd name="T63" fmla="*/ 0 h 221"/>
                  <a:gd name="T64" fmla="*/ 48 w 72"/>
                  <a:gd name="T65" fmla="*/ 6 h 221"/>
                  <a:gd name="T66" fmla="*/ 42 w 72"/>
                  <a:gd name="T67" fmla="*/ 18 h 221"/>
                  <a:gd name="T68" fmla="*/ 48 w 72"/>
                  <a:gd name="T69" fmla="*/ 30 h 221"/>
                  <a:gd name="T70" fmla="*/ 54 w 72"/>
                  <a:gd name="T71" fmla="*/ 36 h 221"/>
                  <a:gd name="T72" fmla="*/ 66 w 72"/>
                  <a:gd name="T73" fmla="*/ 30 h 221"/>
                  <a:gd name="T74" fmla="*/ 72 w 72"/>
                  <a:gd name="T75" fmla="*/ 18 h 221"/>
                  <a:gd name="T76" fmla="*/ 72 w 72"/>
                  <a:gd name="T77" fmla="*/ 18 h 2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2" h="221">
                    <a:moveTo>
                      <a:pt x="60" y="179"/>
                    </a:moveTo>
                    <a:lnTo>
                      <a:pt x="42" y="197"/>
                    </a:lnTo>
                    <a:lnTo>
                      <a:pt x="30" y="203"/>
                    </a:lnTo>
                    <a:lnTo>
                      <a:pt x="24" y="197"/>
                    </a:lnTo>
                    <a:lnTo>
                      <a:pt x="30" y="191"/>
                    </a:lnTo>
                    <a:lnTo>
                      <a:pt x="30" y="179"/>
                    </a:lnTo>
                    <a:lnTo>
                      <a:pt x="60" y="72"/>
                    </a:lnTo>
                    <a:lnTo>
                      <a:pt x="48" y="72"/>
                    </a:lnTo>
                    <a:lnTo>
                      <a:pt x="36" y="78"/>
                    </a:lnTo>
                    <a:lnTo>
                      <a:pt x="18" y="78"/>
                    </a:lnTo>
                    <a:lnTo>
                      <a:pt x="6" y="78"/>
                    </a:lnTo>
                    <a:lnTo>
                      <a:pt x="6" y="84"/>
                    </a:lnTo>
                    <a:lnTo>
                      <a:pt x="24" y="84"/>
                    </a:lnTo>
                    <a:lnTo>
                      <a:pt x="30" y="96"/>
                    </a:lnTo>
                    <a:lnTo>
                      <a:pt x="30" y="102"/>
                    </a:lnTo>
                    <a:lnTo>
                      <a:pt x="24" y="113"/>
                    </a:lnTo>
                    <a:lnTo>
                      <a:pt x="18" y="143"/>
                    </a:lnTo>
                    <a:lnTo>
                      <a:pt x="6" y="179"/>
                    </a:lnTo>
                    <a:lnTo>
                      <a:pt x="0" y="191"/>
                    </a:lnTo>
                    <a:lnTo>
                      <a:pt x="0" y="197"/>
                    </a:lnTo>
                    <a:lnTo>
                      <a:pt x="0" y="209"/>
                    </a:lnTo>
                    <a:lnTo>
                      <a:pt x="6" y="221"/>
                    </a:lnTo>
                    <a:lnTo>
                      <a:pt x="18" y="221"/>
                    </a:lnTo>
                    <a:lnTo>
                      <a:pt x="30" y="221"/>
                    </a:lnTo>
                    <a:lnTo>
                      <a:pt x="42" y="209"/>
                    </a:lnTo>
                    <a:lnTo>
                      <a:pt x="60" y="185"/>
                    </a:lnTo>
                    <a:lnTo>
                      <a:pt x="60" y="179"/>
                    </a:lnTo>
                    <a:close/>
                    <a:moveTo>
                      <a:pt x="72" y="18"/>
                    </a:moveTo>
                    <a:lnTo>
                      <a:pt x="66" y="6"/>
                    </a:lnTo>
                    <a:lnTo>
                      <a:pt x="54" y="0"/>
                    </a:lnTo>
                    <a:lnTo>
                      <a:pt x="48" y="6"/>
                    </a:lnTo>
                    <a:lnTo>
                      <a:pt x="42" y="18"/>
                    </a:lnTo>
                    <a:lnTo>
                      <a:pt x="48" y="30"/>
                    </a:lnTo>
                    <a:lnTo>
                      <a:pt x="54" y="36"/>
                    </a:lnTo>
                    <a:lnTo>
                      <a:pt x="66" y="30"/>
                    </a:lnTo>
                    <a:lnTo>
                      <a:pt x="72" y="18"/>
                    </a:lnTo>
                    <a:close/>
                  </a:path>
                </a:pathLst>
              </a:custGeom>
              <a:solidFill>
                <a:srgbClr val="000000"/>
              </a:solidFill>
              <a:ln w="9525">
                <a:solidFill>
                  <a:schemeClr val="tx1"/>
                </a:solidFill>
                <a:round/>
                <a:headEnd/>
                <a:tailEnd/>
              </a:ln>
            </p:spPr>
            <p:txBody>
              <a:bodyPr/>
              <a:lstStyle/>
              <a:p>
                <a:endParaRPr lang="zh-CN" altLang="en-US"/>
              </a:p>
            </p:txBody>
          </p:sp>
        </p:grpSp>
        <p:sp>
          <p:nvSpPr>
            <p:cNvPr id="47119" name="Text Box 87">
              <a:extLst>
                <a:ext uri="{FF2B5EF4-FFF2-40B4-BE49-F238E27FC236}">
                  <a16:creationId xmlns:a16="http://schemas.microsoft.com/office/drawing/2014/main" id="{48131F8B-F871-48F0-BE3B-57C385C980F1}"/>
                </a:ext>
              </a:extLst>
            </p:cNvPr>
            <p:cNvSpPr txBox="1">
              <a:spLocks noChangeArrowheads="1"/>
            </p:cNvSpPr>
            <p:nvPr/>
          </p:nvSpPr>
          <p:spPr bwMode="auto">
            <a:xfrm>
              <a:off x="3352" y="2430"/>
              <a:ext cx="229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400">
                  <a:solidFill>
                    <a:schemeClr val="tx2"/>
                  </a:solidFill>
                  <a:latin typeface="Times New Roman" panose="02020603050405020304" pitchFamily="18" charset="0"/>
                </a:rPr>
                <a:t>Symbols for independent current source</a:t>
              </a:r>
              <a:endParaRPr lang="zh-CN" altLang="en-US" sz="1400">
                <a:solidFill>
                  <a:schemeClr val="tx2"/>
                </a:solidFill>
                <a:latin typeface="Times New Roman" panose="02020603050405020304" pitchFamily="18" charset="0"/>
              </a:endParaRPr>
            </a:p>
          </p:txBody>
        </p:sp>
      </p:grpSp>
      <p:graphicFrame>
        <p:nvGraphicFramePr>
          <p:cNvPr id="4" name="对象 3">
            <a:extLst>
              <a:ext uri="{FF2B5EF4-FFF2-40B4-BE49-F238E27FC236}">
                <a16:creationId xmlns:a16="http://schemas.microsoft.com/office/drawing/2014/main" id="{28D91B48-06B3-4AF3-970D-B2BFC7BE1A38}"/>
              </a:ext>
            </a:extLst>
          </p:cNvPr>
          <p:cNvGraphicFramePr>
            <a:graphicFrameLocks noChangeAspect="1"/>
          </p:cNvGraphicFramePr>
          <p:nvPr/>
        </p:nvGraphicFramePr>
        <p:xfrm>
          <a:off x="3578225" y="4549775"/>
          <a:ext cx="708025" cy="1379538"/>
        </p:xfrm>
        <a:graphic>
          <a:graphicData uri="http://schemas.openxmlformats.org/presentationml/2006/ole">
            <mc:AlternateContent xmlns:mc="http://schemas.openxmlformats.org/markup-compatibility/2006">
              <mc:Choice xmlns:v="urn:schemas-microsoft-com:vml" Requires="v">
                <p:oleObj name="Visio" r:id="rId3" imgW="591007" imgH="1150620" progId="Visio.Drawing.11">
                  <p:embed/>
                </p:oleObj>
              </mc:Choice>
              <mc:Fallback>
                <p:oleObj name="Visio" r:id="rId3" imgW="591007" imgH="1150620" progId="Visio.Drawing.11">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8225" y="4549775"/>
                        <a:ext cx="708025" cy="13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TextBox 4">
            <a:extLst>
              <a:ext uri="{FF2B5EF4-FFF2-40B4-BE49-F238E27FC236}">
                <a16:creationId xmlns:a16="http://schemas.microsoft.com/office/drawing/2014/main" id="{4451D032-9415-4647-9193-99044091D585}"/>
              </a:ext>
            </a:extLst>
          </p:cNvPr>
          <p:cNvSpPr txBox="1">
            <a:spLocks noChangeArrowheads="1"/>
          </p:cNvSpPr>
          <p:nvPr/>
        </p:nvSpPr>
        <p:spPr bwMode="auto">
          <a:xfrm>
            <a:off x="3852863" y="6027738"/>
            <a:ext cx="4143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r>
              <a:rPr lang="en-US" altLang="zh-CN" sz="1600" b="1">
                <a:latin typeface="Times New Roman" panose="02020603050405020304" pitchFamily="18" charset="0"/>
              </a:rPr>
              <a:t>(c)</a:t>
            </a:r>
            <a:endParaRPr lang="zh-CN" altLang="en-US" sz="1600" b="1">
              <a:latin typeface="Times New Roman" panose="02020603050405020304" pitchFamily="18" charset="0"/>
            </a:endParaRPr>
          </a:p>
        </p:txBody>
      </p:sp>
      <p:graphicFrame>
        <p:nvGraphicFramePr>
          <p:cNvPr id="6" name="对象 5">
            <a:extLst>
              <a:ext uri="{FF2B5EF4-FFF2-40B4-BE49-F238E27FC236}">
                <a16:creationId xmlns:a16="http://schemas.microsoft.com/office/drawing/2014/main" id="{80CC8F00-6306-4EA7-9D58-81E646E5036E}"/>
              </a:ext>
            </a:extLst>
          </p:cNvPr>
          <p:cNvGraphicFramePr>
            <a:graphicFrameLocks noChangeAspect="1"/>
          </p:cNvGraphicFramePr>
          <p:nvPr/>
        </p:nvGraphicFramePr>
        <p:xfrm>
          <a:off x="7202488" y="4552950"/>
          <a:ext cx="735012" cy="1430338"/>
        </p:xfrm>
        <a:graphic>
          <a:graphicData uri="http://schemas.openxmlformats.org/presentationml/2006/ole">
            <mc:AlternateContent xmlns:mc="http://schemas.openxmlformats.org/markup-compatibility/2006">
              <mc:Choice xmlns:v="urn:schemas-microsoft-com:vml" Requires="v">
                <p:oleObj name="Visio" r:id="rId5" imgW="591007" imgH="1150620" progId="Visio.Drawing.11">
                  <p:embed/>
                </p:oleObj>
              </mc:Choice>
              <mc:Fallback>
                <p:oleObj name="Visio" r:id="rId5" imgW="591007" imgH="1150620" progId="Visio.Drawing.11">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2488" y="4552950"/>
                        <a:ext cx="735012"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a:extLst>
              <a:ext uri="{FF2B5EF4-FFF2-40B4-BE49-F238E27FC236}">
                <a16:creationId xmlns:a16="http://schemas.microsoft.com/office/drawing/2014/main" id="{A3692575-0A46-451B-88BC-D99F4358E646}"/>
              </a:ext>
            </a:extLst>
          </p:cNvPr>
          <p:cNvSpPr txBox="1">
            <a:spLocks noChangeArrowheads="1"/>
          </p:cNvSpPr>
          <p:nvPr/>
        </p:nvSpPr>
        <p:spPr bwMode="auto">
          <a:xfrm>
            <a:off x="6059488" y="6011863"/>
            <a:ext cx="425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r>
              <a:rPr lang="en-US" altLang="zh-CN" sz="1600" b="1">
                <a:latin typeface="Times New Roman" panose="02020603050405020304" pitchFamily="18" charset="0"/>
              </a:rPr>
              <a:t>(a)</a:t>
            </a:r>
            <a:endParaRPr lang="zh-CN" altLang="en-US" sz="1600" b="1">
              <a:latin typeface="Times New Roman" panose="02020603050405020304" pitchFamily="18" charset="0"/>
            </a:endParaRPr>
          </a:p>
        </p:txBody>
      </p:sp>
      <p:sp>
        <p:nvSpPr>
          <p:cNvPr id="8" name="TextBox 7">
            <a:extLst>
              <a:ext uri="{FF2B5EF4-FFF2-40B4-BE49-F238E27FC236}">
                <a16:creationId xmlns:a16="http://schemas.microsoft.com/office/drawing/2014/main" id="{9D83159B-070B-4D2A-8CA1-2E387A674508}"/>
              </a:ext>
            </a:extLst>
          </p:cNvPr>
          <p:cNvSpPr txBox="1">
            <a:spLocks noChangeArrowheads="1"/>
          </p:cNvSpPr>
          <p:nvPr/>
        </p:nvSpPr>
        <p:spPr bwMode="auto">
          <a:xfrm>
            <a:off x="7497763" y="6008688"/>
            <a:ext cx="4365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r>
              <a:rPr lang="en-US" altLang="zh-CN" sz="1600" b="1">
                <a:latin typeface="Times New Roman" panose="02020603050405020304" pitchFamily="18" charset="0"/>
              </a:rPr>
              <a:t>(b)</a:t>
            </a:r>
            <a:endParaRPr lang="zh-CN" altLang="en-US" sz="1600" b="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52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61529"/>
                                        </p:tgtEl>
                                        <p:attrNameLst>
                                          <p:attrName>style.visibility</p:attrName>
                                        </p:attrNameLst>
                                      </p:cBhvr>
                                      <p:to>
                                        <p:strVal val="visible"/>
                                      </p:to>
                                    </p:se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autoUpdateAnimBg="0"/>
      <p:bldP spid="61445" grpId="0" animBg="1" autoUpdateAnimBg="0"/>
      <p:bldP spid="5" grpId="0"/>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32">
            <a:extLst>
              <a:ext uri="{FF2B5EF4-FFF2-40B4-BE49-F238E27FC236}">
                <a16:creationId xmlns:a16="http://schemas.microsoft.com/office/drawing/2014/main" id="{0121F80A-B011-43DC-ADEF-20B9BFF191B9}"/>
              </a:ext>
            </a:extLst>
          </p:cNvPr>
          <p:cNvSpPr txBox="1">
            <a:spLocks noChangeArrowheads="1"/>
          </p:cNvSpPr>
          <p:nvPr/>
        </p:nvSpPr>
        <p:spPr bwMode="auto">
          <a:xfrm>
            <a:off x="669925" y="323850"/>
            <a:ext cx="7745413" cy="1108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just">
              <a:spcBef>
                <a:spcPct val="0"/>
              </a:spcBef>
              <a:buFontTx/>
              <a:buNone/>
            </a:pPr>
            <a:r>
              <a:rPr lang="en-US" altLang="zh-CN" sz="2400" b="1">
                <a:solidFill>
                  <a:srgbClr val="FF0000"/>
                </a:solidFill>
              </a:rPr>
              <a:t>An ideal dependent (or controlled) source </a:t>
            </a:r>
            <a:r>
              <a:rPr lang="en-US" altLang="zh-CN" sz="2400"/>
              <a:t>is an active element in which the source quantity is controlled by another voltage or current.</a:t>
            </a:r>
          </a:p>
        </p:txBody>
      </p:sp>
      <p:sp>
        <p:nvSpPr>
          <p:cNvPr id="48131" name="Text Box 34">
            <a:extLst>
              <a:ext uri="{FF2B5EF4-FFF2-40B4-BE49-F238E27FC236}">
                <a16:creationId xmlns:a16="http://schemas.microsoft.com/office/drawing/2014/main" id="{1B16B7BC-B579-45AC-9E3D-FD89AB9878A7}"/>
              </a:ext>
            </a:extLst>
          </p:cNvPr>
          <p:cNvSpPr txBox="1">
            <a:spLocks noChangeArrowheads="1"/>
          </p:cNvSpPr>
          <p:nvPr/>
        </p:nvSpPr>
        <p:spPr bwMode="auto">
          <a:xfrm>
            <a:off x="669925" y="1579563"/>
            <a:ext cx="7386638"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Symbols for </a:t>
            </a:r>
            <a:r>
              <a:rPr lang="en-US" altLang="zh-CN" sz="2400">
                <a:solidFill>
                  <a:srgbClr val="FF0000"/>
                </a:solidFill>
              </a:rPr>
              <a:t>a) dependent voltage sources  b) dependent  current  sources</a:t>
            </a:r>
            <a:endParaRPr lang="zh-CN" altLang="en-US" sz="2400">
              <a:solidFill>
                <a:srgbClr val="FF0000"/>
              </a:solidFill>
            </a:endParaRPr>
          </a:p>
        </p:txBody>
      </p:sp>
      <p:grpSp>
        <p:nvGrpSpPr>
          <p:cNvPr id="48132" name="Group 35">
            <a:extLst>
              <a:ext uri="{FF2B5EF4-FFF2-40B4-BE49-F238E27FC236}">
                <a16:creationId xmlns:a16="http://schemas.microsoft.com/office/drawing/2014/main" id="{0B654A94-191E-463F-8DE3-B3A51331978F}"/>
              </a:ext>
            </a:extLst>
          </p:cNvPr>
          <p:cNvGrpSpPr>
            <a:grpSpLocks/>
          </p:cNvGrpSpPr>
          <p:nvPr/>
        </p:nvGrpSpPr>
        <p:grpSpPr bwMode="auto">
          <a:xfrm>
            <a:off x="669925" y="2473325"/>
            <a:ext cx="2587625" cy="1982788"/>
            <a:chOff x="1030" y="809"/>
            <a:chExt cx="3655" cy="2725"/>
          </a:xfrm>
        </p:grpSpPr>
        <p:sp>
          <p:nvSpPr>
            <p:cNvPr id="48139" name="Freeform 36">
              <a:extLst>
                <a:ext uri="{FF2B5EF4-FFF2-40B4-BE49-F238E27FC236}">
                  <a16:creationId xmlns:a16="http://schemas.microsoft.com/office/drawing/2014/main" id="{14C866AB-B0E6-48D4-A364-16F60A12EBA9}"/>
                </a:ext>
              </a:extLst>
            </p:cNvPr>
            <p:cNvSpPr>
              <a:spLocks/>
            </p:cNvSpPr>
            <p:nvPr/>
          </p:nvSpPr>
          <p:spPr bwMode="auto">
            <a:xfrm>
              <a:off x="1734" y="3297"/>
              <a:ext cx="72" cy="237"/>
            </a:xfrm>
            <a:custGeom>
              <a:avLst/>
              <a:gdLst>
                <a:gd name="T0" fmla="*/ 64 w 72"/>
                <a:gd name="T1" fmla="*/ 0 h 237"/>
                <a:gd name="T2" fmla="*/ 21 w 72"/>
                <a:gd name="T3" fmla="*/ 50 h 237"/>
                <a:gd name="T4" fmla="*/ 7 w 72"/>
                <a:gd name="T5" fmla="*/ 79 h 237"/>
                <a:gd name="T6" fmla="*/ 0 w 72"/>
                <a:gd name="T7" fmla="*/ 115 h 237"/>
                <a:gd name="T8" fmla="*/ 7 w 72"/>
                <a:gd name="T9" fmla="*/ 158 h 237"/>
                <a:gd name="T10" fmla="*/ 21 w 72"/>
                <a:gd name="T11" fmla="*/ 194 h 237"/>
                <a:gd name="T12" fmla="*/ 43 w 72"/>
                <a:gd name="T13" fmla="*/ 215 h 237"/>
                <a:gd name="T14" fmla="*/ 64 w 72"/>
                <a:gd name="T15" fmla="*/ 237 h 237"/>
                <a:gd name="T16" fmla="*/ 72 w 72"/>
                <a:gd name="T17" fmla="*/ 229 h 237"/>
                <a:gd name="T18" fmla="*/ 50 w 72"/>
                <a:gd name="T19" fmla="*/ 201 h 237"/>
                <a:gd name="T20" fmla="*/ 36 w 72"/>
                <a:gd name="T21" fmla="*/ 172 h 237"/>
                <a:gd name="T22" fmla="*/ 28 w 72"/>
                <a:gd name="T23" fmla="*/ 143 h 237"/>
                <a:gd name="T24" fmla="*/ 28 w 72"/>
                <a:gd name="T25" fmla="*/ 115 h 237"/>
                <a:gd name="T26" fmla="*/ 36 w 72"/>
                <a:gd name="T27" fmla="*/ 72 h 237"/>
                <a:gd name="T28" fmla="*/ 43 w 72"/>
                <a:gd name="T29" fmla="*/ 43 h 237"/>
                <a:gd name="T30" fmla="*/ 57 w 72"/>
                <a:gd name="T31" fmla="*/ 22 h 237"/>
                <a:gd name="T32" fmla="*/ 72 w 72"/>
                <a:gd name="T33" fmla="*/ 7 h 237"/>
                <a:gd name="T34" fmla="*/ 64 w 72"/>
                <a:gd name="T35" fmla="*/ 0 h 2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2" h="237">
                  <a:moveTo>
                    <a:pt x="64" y="0"/>
                  </a:moveTo>
                  <a:lnTo>
                    <a:pt x="21" y="50"/>
                  </a:lnTo>
                  <a:lnTo>
                    <a:pt x="7" y="79"/>
                  </a:lnTo>
                  <a:lnTo>
                    <a:pt x="0" y="115"/>
                  </a:lnTo>
                  <a:lnTo>
                    <a:pt x="7" y="158"/>
                  </a:lnTo>
                  <a:lnTo>
                    <a:pt x="21" y="194"/>
                  </a:lnTo>
                  <a:lnTo>
                    <a:pt x="43" y="215"/>
                  </a:lnTo>
                  <a:lnTo>
                    <a:pt x="64" y="237"/>
                  </a:lnTo>
                  <a:lnTo>
                    <a:pt x="72" y="229"/>
                  </a:lnTo>
                  <a:lnTo>
                    <a:pt x="50" y="201"/>
                  </a:lnTo>
                  <a:lnTo>
                    <a:pt x="36" y="172"/>
                  </a:lnTo>
                  <a:lnTo>
                    <a:pt x="28" y="143"/>
                  </a:lnTo>
                  <a:lnTo>
                    <a:pt x="28" y="115"/>
                  </a:lnTo>
                  <a:lnTo>
                    <a:pt x="36" y="72"/>
                  </a:lnTo>
                  <a:lnTo>
                    <a:pt x="43" y="43"/>
                  </a:lnTo>
                  <a:lnTo>
                    <a:pt x="57" y="22"/>
                  </a:lnTo>
                  <a:lnTo>
                    <a:pt x="72" y="7"/>
                  </a:lnTo>
                  <a:lnTo>
                    <a:pt x="64" y="0"/>
                  </a:lnTo>
                  <a:close/>
                </a:path>
              </a:pathLst>
            </a:custGeom>
            <a:solidFill>
              <a:srgbClr val="000000"/>
            </a:solidFill>
            <a:ln w="9525">
              <a:solidFill>
                <a:schemeClr val="tx1"/>
              </a:solidFill>
              <a:round/>
              <a:headEnd/>
              <a:tailEnd/>
            </a:ln>
          </p:spPr>
          <p:txBody>
            <a:bodyPr/>
            <a:lstStyle/>
            <a:p>
              <a:endParaRPr lang="zh-CN" altLang="en-US"/>
            </a:p>
          </p:txBody>
        </p:sp>
        <p:sp>
          <p:nvSpPr>
            <p:cNvPr id="48140" name="Freeform 37">
              <a:extLst>
                <a:ext uri="{FF2B5EF4-FFF2-40B4-BE49-F238E27FC236}">
                  <a16:creationId xmlns:a16="http://schemas.microsoft.com/office/drawing/2014/main" id="{8A740A61-E1B6-4CDA-BBC6-03C3B23CF4E3}"/>
                </a:ext>
              </a:extLst>
            </p:cNvPr>
            <p:cNvSpPr>
              <a:spLocks noEditPoints="1"/>
            </p:cNvSpPr>
            <p:nvPr/>
          </p:nvSpPr>
          <p:spPr bwMode="auto">
            <a:xfrm>
              <a:off x="1820" y="3354"/>
              <a:ext cx="100" cy="129"/>
            </a:xfrm>
            <a:custGeom>
              <a:avLst/>
              <a:gdLst>
                <a:gd name="T0" fmla="*/ 64 w 100"/>
                <a:gd name="T1" fmla="*/ 94 h 129"/>
                <a:gd name="T2" fmla="*/ 64 w 100"/>
                <a:gd name="T3" fmla="*/ 101 h 129"/>
                <a:gd name="T4" fmla="*/ 57 w 100"/>
                <a:gd name="T5" fmla="*/ 108 h 129"/>
                <a:gd name="T6" fmla="*/ 50 w 100"/>
                <a:gd name="T7" fmla="*/ 115 h 129"/>
                <a:gd name="T8" fmla="*/ 43 w 100"/>
                <a:gd name="T9" fmla="*/ 115 h 129"/>
                <a:gd name="T10" fmla="*/ 29 w 100"/>
                <a:gd name="T11" fmla="*/ 108 h 129"/>
                <a:gd name="T12" fmla="*/ 21 w 100"/>
                <a:gd name="T13" fmla="*/ 94 h 129"/>
                <a:gd name="T14" fmla="*/ 21 w 100"/>
                <a:gd name="T15" fmla="*/ 94 h 129"/>
                <a:gd name="T16" fmla="*/ 29 w 100"/>
                <a:gd name="T17" fmla="*/ 79 h 129"/>
                <a:gd name="T18" fmla="*/ 43 w 100"/>
                <a:gd name="T19" fmla="*/ 72 h 129"/>
                <a:gd name="T20" fmla="*/ 64 w 100"/>
                <a:gd name="T21" fmla="*/ 58 h 129"/>
                <a:gd name="T22" fmla="*/ 64 w 100"/>
                <a:gd name="T23" fmla="*/ 94 h 129"/>
                <a:gd name="T24" fmla="*/ 100 w 100"/>
                <a:gd name="T25" fmla="*/ 108 h 129"/>
                <a:gd name="T26" fmla="*/ 100 w 100"/>
                <a:gd name="T27" fmla="*/ 115 h 129"/>
                <a:gd name="T28" fmla="*/ 93 w 100"/>
                <a:gd name="T29" fmla="*/ 115 h 129"/>
                <a:gd name="T30" fmla="*/ 86 w 100"/>
                <a:gd name="T31" fmla="*/ 108 h 129"/>
                <a:gd name="T32" fmla="*/ 86 w 100"/>
                <a:gd name="T33" fmla="*/ 101 h 129"/>
                <a:gd name="T34" fmla="*/ 86 w 100"/>
                <a:gd name="T35" fmla="*/ 43 h 129"/>
                <a:gd name="T36" fmla="*/ 79 w 100"/>
                <a:gd name="T37" fmla="*/ 15 h 129"/>
                <a:gd name="T38" fmla="*/ 72 w 100"/>
                <a:gd name="T39" fmla="*/ 8 h 129"/>
                <a:gd name="T40" fmla="*/ 50 w 100"/>
                <a:gd name="T41" fmla="*/ 0 h 129"/>
                <a:gd name="T42" fmla="*/ 29 w 100"/>
                <a:gd name="T43" fmla="*/ 8 h 129"/>
                <a:gd name="T44" fmla="*/ 14 w 100"/>
                <a:gd name="T45" fmla="*/ 15 h 129"/>
                <a:gd name="T46" fmla="*/ 7 w 100"/>
                <a:gd name="T47" fmla="*/ 36 h 129"/>
                <a:gd name="T48" fmla="*/ 7 w 100"/>
                <a:gd name="T49" fmla="*/ 43 h 129"/>
                <a:gd name="T50" fmla="*/ 14 w 100"/>
                <a:gd name="T51" fmla="*/ 43 h 129"/>
                <a:gd name="T52" fmla="*/ 21 w 100"/>
                <a:gd name="T53" fmla="*/ 43 h 129"/>
                <a:gd name="T54" fmla="*/ 29 w 100"/>
                <a:gd name="T55" fmla="*/ 36 h 129"/>
                <a:gd name="T56" fmla="*/ 29 w 100"/>
                <a:gd name="T57" fmla="*/ 29 h 129"/>
                <a:gd name="T58" fmla="*/ 29 w 100"/>
                <a:gd name="T59" fmla="*/ 22 h 129"/>
                <a:gd name="T60" fmla="*/ 36 w 100"/>
                <a:gd name="T61" fmla="*/ 15 h 129"/>
                <a:gd name="T62" fmla="*/ 43 w 100"/>
                <a:gd name="T63" fmla="*/ 8 h 129"/>
                <a:gd name="T64" fmla="*/ 57 w 100"/>
                <a:gd name="T65" fmla="*/ 15 h 129"/>
                <a:gd name="T66" fmla="*/ 64 w 100"/>
                <a:gd name="T67" fmla="*/ 29 h 129"/>
                <a:gd name="T68" fmla="*/ 64 w 100"/>
                <a:gd name="T69" fmla="*/ 51 h 129"/>
                <a:gd name="T70" fmla="*/ 36 w 100"/>
                <a:gd name="T71" fmla="*/ 65 h 129"/>
                <a:gd name="T72" fmla="*/ 14 w 100"/>
                <a:gd name="T73" fmla="*/ 72 h 129"/>
                <a:gd name="T74" fmla="*/ 7 w 100"/>
                <a:gd name="T75" fmla="*/ 86 h 129"/>
                <a:gd name="T76" fmla="*/ 0 w 100"/>
                <a:gd name="T77" fmla="*/ 101 h 129"/>
                <a:gd name="T78" fmla="*/ 7 w 100"/>
                <a:gd name="T79" fmla="*/ 122 h 129"/>
                <a:gd name="T80" fmla="*/ 29 w 100"/>
                <a:gd name="T81" fmla="*/ 129 h 129"/>
                <a:gd name="T82" fmla="*/ 50 w 100"/>
                <a:gd name="T83" fmla="*/ 122 h 129"/>
                <a:gd name="T84" fmla="*/ 64 w 100"/>
                <a:gd name="T85" fmla="*/ 115 h 129"/>
                <a:gd name="T86" fmla="*/ 72 w 100"/>
                <a:gd name="T87" fmla="*/ 129 h 129"/>
                <a:gd name="T88" fmla="*/ 79 w 100"/>
                <a:gd name="T89" fmla="*/ 129 h 129"/>
                <a:gd name="T90" fmla="*/ 93 w 100"/>
                <a:gd name="T91" fmla="*/ 129 h 129"/>
                <a:gd name="T92" fmla="*/ 100 w 100"/>
                <a:gd name="T93" fmla="*/ 115 h 129"/>
                <a:gd name="T94" fmla="*/ 100 w 100"/>
                <a:gd name="T95" fmla="*/ 108 h 12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00" h="129">
                  <a:moveTo>
                    <a:pt x="64" y="94"/>
                  </a:moveTo>
                  <a:lnTo>
                    <a:pt x="64" y="101"/>
                  </a:lnTo>
                  <a:lnTo>
                    <a:pt x="57" y="108"/>
                  </a:lnTo>
                  <a:lnTo>
                    <a:pt x="50" y="115"/>
                  </a:lnTo>
                  <a:lnTo>
                    <a:pt x="43" y="115"/>
                  </a:lnTo>
                  <a:lnTo>
                    <a:pt x="29" y="108"/>
                  </a:lnTo>
                  <a:lnTo>
                    <a:pt x="21" y="94"/>
                  </a:lnTo>
                  <a:lnTo>
                    <a:pt x="29" y="79"/>
                  </a:lnTo>
                  <a:lnTo>
                    <a:pt x="43" y="72"/>
                  </a:lnTo>
                  <a:lnTo>
                    <a:pt x="64" y="58"/>
                  </a:lnTo>
                  <a:lnTo>
                    <a:pt x="64" y="94"/>
                  </a:lnTo>
                  <a:close/>
                  <a:moveTo>
                    <a:pt x="100" y="108"/>
                  </a:moveTo>
                  <a:lnTo>
                    <a:pt x="100" y="115"/>
                  </a:lnTo>
                  <a:lnTo>
                    <a:pt x="93" y="115"/>
                  </a:lnTo>
                  <a:lnTo>
                    <a:pt x="86" y="108"/>
                  </a:lnTo>
                  <a:lnTo>
                    <a:pt x="86" y="101"/>
                  </a:lnTo>
                  <a:lnTo>
                    <a:pt x="86" y="43"/>
                  </a:lnTo>
                  <a:lnTo>
                    <a:pt x="79" y="15"/>
                  </a:lnTo>
                  <a:lnTo>
                    <a:pt x="72" y="8"/>
                  </a:lnTo>
                  <a:lnTo>
                    <a:pt x="50" y="0"/>
                  </a:lnTo>
                  <a:lnTo>
                    <a:pt x="29" y="8"/>
                  </a:lnTo>
                  <a:lnTo>
                    <a:pt x="14" y="15"/>
                  </a:lnTo>
                  <a:lnTo>
                    <a:pt x="7" y="36"/>
                  </a:lnTo>
                  <a:lnTo>
                    <a:pt x="7" y="43"/>
                  </a:lnTo>
                  <a:lnTo>
                    <a:pt x="14" y="43"/>
                  </a:lnTo>
                  <a:lnTo>
                    <a:pt x="21" y="43"/>
                  </a:lnTo>
                  <a:lnTo>
                    <a:pt x="29" y="36"/>
                  </a:lnTo>
                  <a:lnTo>
                    <a:pt x="29" y="29"/>
                  </a:lnTo>
                  <a:lnTo>
                    <a:pt x="29" y="22"/>
                  </a:lnTo>
                  <a:lnTo>
                    <a:pt x="36" y="15"/>
                  </a:lnTo>
                  <a:lnTo>
                    <a:pt x="43" y="8"/>
                  </a:lnTo>
                  <a:lnTo>
                    <a:pt x="57" y="15"/>
                  </a:lnTo>
                  <a:lnTo>
                    <a:pt x="64" y="29"/>
                  </a:lnTo>
                  <a:lnTo>
                    <a:pt x="64" y="51"/>
                  </a:lnTo>
                  <a:lnTo>
                    <a:pt x="36" y="65"/>
                  </a:lnTo>
                  <a:lnTo>
                    <a:pt x="14" y="72"/>
                  </a:lnTo>
                  <a:lnTo>
                    <a:pt x="7" y="86"/>
                  </a:lnTo>
                  <a:lnTo>
                    <a:pt x="0" y="101"/>
                  </a:lnTo>
                  <a:lnTo>
                    <a:pt x="7" y="122"/>
                  </a:lnTo>
                  <a:lnTo>
                    <a:pt x="29" y="129"/>
                  </a:lnTo>
                  <a:lnTo>
                    <a:pt x="50" y="122"/>
                  </a:lnTo>
                  <a:lnTo>
                    <a:pt x="64" y="115"/>
                  </a:lnTo>
                  <a:lnTo>
                    <a:pt x="72" y="129"/>
                  </a:lnTo>
                  <a:lnTo>
                    <a:pt x="79" y="129"/>
                  </a:lnTo>
                  <a:lnTo>
                    <a:pt x="93" y="129"/>
                  </a:lnTo>
                  <a:lnTo>
                    <a:pt x="100" y="115"/>
                  </a:lnTo>
                  <a:lnTo>
                    <a:pt x="100" y="108"/>
                  </a:lnTo>
                  <a:close/>
                </a:path>
              </a:pathLst>
            </a:custGeom>
            <a:solidFill>
              <a:srgbClr val="000000"/>
            </a:solidFill>
            <a:ln w="9525">
              <a:solidFill>
                <a:schemeClr val="tx1"/>
              </a:solidFill>
              <a:round/>
              <a:headEnd/>
              <a:tailEnd/>
            </a:ln>
          </p:spPr>
          <p:txBody>
            <a:bodyPr/>
            <a:lstStyle/>
            <a:p>
              <a:endParaRPr lang="zh-CN" altLang="en-US"/>
            </a:p>
          </p:txBody>
        </p:sp>
        <p:sp>
          <p:nvSpPr>
            <p:cNvPr id="48141" name="Freeform 38">
              <a:extLst>
                <a:ext uri="{FF2B5EF4-FFF2-40B4-BE49-F238E27FC236}">
                  <a16:creationId xmlns:a16="http://schemas.microsoft.com/office/drawing/2014/main" id="{D60EF955-510E-4A88-AFEB-DDE22463D6D8}"/>
                </a:ext>
              </a:extLst>
            </p:cNvPr>
            <p:cNvSpPr>
              <a:spLocks/>
            </p:cNvSpPr>
            <p:nvPr/>
          </p:nvSpPr>
          <p:spPr bwMode="auto">
            <a:xfrm>
              <a:off x="1935" y="3297"/>
              <a:ext cx="64" cy="237"/>
            </a:xfrm>
            <a:custGeom>
              <a:avLst/>
              <a:gdLst>
                <a:gd name="T0" fmla="*/ 0 w 64"/>
                <a:gd name="T1" fmla="*/ 237 h 237"/>
                <a:gd name="T2" fmla="*/ 43 w 64"/>
                <a:gd name="T3" fmla="*/ 186 h 237"/>
                <a:gd name="T4" fmla="*/ 57 w 64"/>
                <a:gd name="T5" fmla="*/ 158 h 237"/>
                <a:gd name="T6" fmla="*/ 64 w 64"/>
                <a:gd name="T7" fmla="*/ 122 h 237"/>
                <a:gd name="T8" fmla="*/ 57 w 64"/>
                <a:gd name="T9" fmla="*/ 79 h 237"/>
                <a:gd name="T10" fmla="*/ 43 w 64"/>
                <a:gd name="T11" fmla="*/ 43 h 237"/>
                <a:gd name="T12" fmla="*/ 21 w 64"/>
                <a:gd name="T13" fmla="*/ 22 h 237"/>
                <a:gd name="T14" fmla="*/ 0 w 64"/>
                <a:gd name="T15" fmla="*/ 0 h 237"/>
                <a:gd name="T16" fmla="*/ 0 w 64"/>
                <a:gd name="T17" fmla="*/ 7 h 237"/>
                <a:gd name="T18" fmla="*/ 28 w 64"/>
                <a:gd name="T19" fmla="*/ 36 h 237"/>
                <a:gd name="T20" fmla="*/ 36 w 64"/>
                <a:gd name="T21" fmla="*/ 65 h 237"/>
                <a:gd name="T22" fmla="*/ 43 w 64"/>
                <a:gd name="T23" fmla="*/ 93 h 237"/>
                <a:gd name="T24" fmla="*/ 43 w 64"/>
                <a:gd name="T25" fmla="*/ 122 h 237"/>
                <a:gd name="T26" fmla="*/ 36 w 64"/>
                <a:gd name="T27" fmla="*/ 165 h 237"/>
                <a:gd name="T28" fmla="*/ 28 w 64"/>
                <a:gd name="T29" fmla="*/ 201 h 237"/>
                <a:gd name="T30" fmla="*/ 14 w 64"/>
                <a:gd name="T31" fmla="*/ 215 h 237"/>
                <a:gd name="T32" fmla="*/ 0 w 64"/>
                <a:gd name="T33" fmla="*/ 229 h 237"/>
                <a:gd name="T34" fmla="*/ 0 w 64"/>
                <a:gd name="T35" fmla="*/ 237 h 2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4" h="237">
                  <a:moveTo>
                    <a:pt x="0" y="237"/>
                  </a:moveTo>
                  <a:lnTo>
                    <a:pt x="43" y="186"/>
                  </a:lnTo>
                  <a:lnTo>
                    <a:pt x="57" y="158"/>
                  </a:lnTo>
                  <a:lnTo>
                    <a:pt x="64" y="122"/>
                  </a:lnTo>
                  <a:lnTo>
                    <a:pt x="57" y="79"/>
                  </a:lnTo>
                  <a:lnTo>
                    <a:pt x="43" y="43"/>
                  </a:lnTo>
                  <a:lnTo>
                    <a:pt x="21" y="22"/>
                  </a:lnTo>
                  <a:lnTo>
                    <a:pt x="0" y="0"/>
                  </a:lnTo>
                  <a:lnTo>
                    <a:pt x="0" y="7"/>
                  </a:lnTo>
                  <a:lnTo>
                    <a:pt x="28" y="36"/>
                  </a:lnTo>
                  <a:lnTo>
                    <a:pt x="36" y="65"/>
                  </a:lnTo>
                  <a:lnTo>
                    <a:pt x="43" y="93"/>
                  </a:lnTo>
                  <a:lnTo>
                    <a:pt x="43" y="122"/>
                  </a:lnTo>
                  <a:lnTo>
                    <a:pt x="36" y="165"/>
                  </a:lnTo>
                  <a:lnTo>
                    <a:pt x="28" y="201"/>
                  </a:lnTo>
                  <a:lnTo>
                    <a:pt x="14" y="215"/>
                  </a:lnTo>
                  <a:lnTo>
                    <a:pt x="0" y="229"/>
                  </a:lnTo>
                  <a:lnTo>
                    <a:pt x="0" y="237"/>
                  </a:lnTo>
                  <a:close/>
                </a:path>
              </a:pathLst>
            </a:custGeom>
            <a:solidFill>
              <a:srgbClr val="000000"/>
            </a:solidFill>
            <a:ln w="9525">
              <a:solidFill>
                <a:schemeClr val="tx1"/>
              </a:solidFill>
              <a:round/>
              <a:headEnd/>
              <a:tailEnd/>
            </a:ln>
          </p:spPr>
          <p:txBody>
            <a:bodyPr/>
            <a:lstStyle/>
            <a:p>
              <a:endParaRPr lang="zh-CN" altLang="en-US"/>
            </a:p>
          </p:txBody>
        </p:sp>
        <p:sp>
          <p:nvSpPr>
            <p:cNvPr id="48142" name="Freeform 39">
              <a:extLst>
                <a:ext uri="{FF2B5EF4-FFF2-40B4-BE49-F238E27FC236}">
                  <a16:creationId xmlns:a16="http://schemas.microsoft.com/office/drawing/2014/main" id="{2472502E-CF2B-4053-BE4D-82CDA5FE00DE}"/>
                </a:ext>
              </a:extLst>
            </p:cNvPr>
            <p:cNvSpPr>
              <a:spLocks/>
            </p:cNvSpPr>
            <p:nvPr/>
          </p:nvSpPr>
          <p:spPr bwMode="auto">
            <a:xfrm>
              <a:off x="3938" y="3297"/>
              <a:ext cx="65" cy="237"/>
            </a:xfrm>
            <a:custGeom>
              <a:avLst/>
              <a:gdLst>
                <a:gd name="T0" fmla="*/ 65 w 65"/>
                <a:gd name="T1" fmla="*/ 0 h 237"/>
                <a:gd name="T2" fmla="*/ 36 w 65"/>
                <a:gd name="T3" fmla="*/ 22 h 237"/>
                <a:gd name="T4" fmla="*/ 14 w 65"/>
                <a:gd name="T5" fmla="*/ 50 h 237"/>
                <a:gd name="T6" fmla="*/ 7 w 65"/>
                <a:gd name="T7" fmla="*/ 79 h 237"/>
                <a:gd name="T8" fmla="*/ 0 w 65"/>
                <a:gd name="T9" fmla="*/ 115 h 237"/>
                <a:gd name="T10" fmla="*/ 7 w 65"/>
                <a:gd name="T11" fmla="*/ 158 h 237"/>
                <a:gd name="T12" fmla="*/ 22 w 65"/>
                <a:gd name="T13" fmla="*/ 194 h 237"/>
                <a:gd name="T14" fmla="*/ 36 w 65"/>
                <a:gd name="T15" fmla="*/ 215 h 237"/>
                <a:gd name="T16" fmla="*/ 65 w 65"/>
                <a:gd name="T17" fmla="*/ 237 h 237"/>
                <a:gd name="T18" fmla="*/ 65 w 65"/>
                <a:gd name="T19" fmla="*/ 229 h 237"/>
                <a:gd name="T20" fmla="*/ 43 w 65"/>
                <a:gd name="T21" fmla="*/ 201 h 237"/>
                <a:gd name="T22" fmla="*/ 29 w 65"/>
                <a:gd name="T23" fmla="*/ 172 h 237"/>
                <a:gd name="T24" fmla="*/ 22 w 65"/>
                <a:gd name="T25" fmla="*/ 143 h 237"/>
                <a:gd name="T26" fmla="*/ 22 w 65"/>
                <a:gd name="T27" fmla="*/ 115 h 237"/>
                <a:gd name="T28" fmla="*/ 29 w 65"/>
                <a:gd name="T29" fmla="*/ 72 h 237"/>
                <a:gd name="T30" fmla="*/ 36 w 65"/>
                <a:gd name="T31" fmla="*/ 43 h 237"/>
                <a:gd name="T32" fmla="*/ 50 w 65"/>
                <a:gd name="T33" fmla="*/ 22 h 237"/>
                <a:gd name="T34" fmla="*/ 65 w 65"/>
                <a:gd name="T35" fmla="*/ 7 h 237"/>
                <a:gd name="T36" fmla="*/ 65 w 65"/>
                <a:gd name="T37" fmla="*/ 0 h 2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5" h="237">
                  <a:moveTo>
                    <a:pt x="65" y="0"/>
                  </a:moveTo>
                  <a:lnTo>
                    <a:pt x="36" y="22"/>
                  </a:lnTo>
                  <a:lnTo>
                    <a:pt x="14" y="50"/>
                  </a:lnTo>
                  <a:lnTo>
                    <a:pt x="7" y="79"/>
                  </a:lnTo>
                  <a:lnTo>
                    <a:pt x="0" y="115"/>
                  </a:lnTo>
                  <a:lnTo>
                    <a:pt x="7" y="158"/>
                  </a:lnTo>
                  <a:lnTo>
                    <a:pt x="22" y="194"/>
                  </a:lnTo>
                  <a:lnTo>
                    <a:pt x="36" y="215"/>
                  </a:lnTo>
                  <a:lnTo>
                    <a:pt x="65" y="237"/>
                  </a:lnTo>
                  <a:lnTo>
                    <a:pt x="65" y="229"/>
                  </a:lnTo>
                  <a:lnTo>
                    <a:pt x="43" y="201"/>
                  </a:lnTo>
                  <a:lnTo>
                    <a:pt x="29" y="172"/>
                  </a:lnTo>
                  <a:lnTo>
                    <a:pt x="22" y="143"/>
                  </a:lnTo>
                  <a:lnTo>
                    <a:pt x="22" y="115"/>
                  </a:lnTo>
                  <a:lnTo>
                    <a:pt x="29" y="72"/>
                  </a:lnTo>
                  <a:lnTo>
                    <a:pt x="36" y="43"/>
                  </a:lnTo>
                  <a:lnTo>
                    <a:pt x="50" y="22"/>
                  </a:lnTo>
                  <a:lnTo>
                    <a:pt x="65" y="7"/>
                  </a:lnTo>
                  <a:lnTo>
                    <a:pt x="65" y="0"/>
                  </a:lnTo>
                  <a:close/>
                </a:path>
              </a:pathLst>
            </a:custGeom>
            <a:solidFill>
              <a:srgbClr val="000000"/>
            </a:solidFill>
            <a:ln w="9525">
              <a:solidFill>
                <a:schemeClr val="tx1"/>
              </a:solidFill>
              <a:round/>
              <a:headEnd/>
              <a:tailEnd/>
            </a:ln>
          </p:spPr>
          <p:txBody>
            <a:bodyPr/>
            <a:lstStyle/>
            <a:p>
              <a:endParaRPr lang="zh-CN" altLang="en-US"/>
            </a:p>
          </p:txBody>
        </p:sp>
        <p:sp>
          <p:nvSpPr>
            <p:cNvPr id="48143" name="Freeform 40">
              <a:extLst>
                <a:ext uri="{FF2B5EF4-FFF2-40B4-BE49-F238E27FC236}">
                  <a16:creationId xmlns:a16="http://schemas.microsoft.com/office/drawing/2014/main" id="{53CC07F8-3D90-4AA4-A9AB-CB7001AF98F2}"/>
                </a:ext>
              </a:extLst>
            </p:cNvPr>
            <p:cNvSpPr>
              <a:spLocks noEditPoints="1"/>
            </p:cNvSpPr>
            <p:nvPr/>
          </p:nvSpPr>
          <p:spPr bwMode="auto">
            <a:xfrm>
              <a:off x="4010" y="3297"/>
              <a:ext cx="122" cy="186"/>
            </a:xfrm>
            <a:custGeom>
              <a:avLst/>
              <a:gdLst>
                <a:gd name="T0" fmla="*/ 43 w 122"/>
                <a:gd name="T1" fmla="*/ 100 h 186"/>
                <a:gd name="T2" fmla="*/ 43 w 122"/>
                <a:gd name="T3" fmla="*/ 86 h 186"/>
                <a:gd name="T4" fmla="*/ 50 w 122"/>
                <a:gd name="T5" fmla="*/ 79 h 186"/>
                <a:gd name="T6" fmla="*/ 65 w 122"/>
                <a:gd name="T7" fmla="*/ 79 h 186"/>
                <a:gd name="T8" fmla="*/ 79 w 122"/>
                <a:gd name="T9" fmla="*/ 86 h 186"/>
                <a:gd name="T10" fmla="*/ 93 w 122"/>
                <a:gd name="T11" fmla="*/ 93 h 186"/>
                <a:gd name="T12" fmla="*/ 100 w 122"/>
                <a:gd name="T13" fmla="*/ 129 h 186"/>
                <a:gd name="T14" fmla="*/ 93 w 122"/>
                <a:gd name="T15" fmla="*/ 165 h 186"/>
                <a:gd name="T16" fmla="*/ 86 w 122"/>
                <a:gd name="T17" fmla="*/ 172 h 186"/>
                <a:gd name="T18" fmla="*/ 65 w 122"/>
                <a:gd name="T19" fmla="*/ 179 h 186"/>
                <a:gd name="T20" fmla="*/ 50 w 122"/>
                <a:gd name="T21" fmla="*/ 179 h 186"/>
                <a:gd name="T22" fmla="*/ 43 w 122"/>
                <a:gd name="T23" fmla="*/ 165 h 186"/>
                <a:gd name="T24" fmla="*/ 43 w 122"/>
                <a:gd name="T25" fmla="*/ 100 h 186"/>
                <a:gd name="T26" fmla="*/ 14 w 122"/>
                <a:gd name="T27" fmla="*/ 172 h 186"/>
                <a:gd name="T28" fmla="*/ 21 w 122"/>
                <a:gd name="T29" fmla="*/ 179 h 186"/>
                <a:gd name="T30" fmla="*/ 29 w 122"/>
                <a:gd name="T31" fmla="*/ 179 h 186"/>
                <a:gd name="T32" fmla="*/ 57 w 122"/>
                <a:gd name="T33" fmla="*/ 186 h 186"/>
                <a:gd name="T34" fmla="*/ 86 w 122"/>
                <a:gd name="T35" fmla="*/ 179 h 186"/>
                <a:gd name="T36" fmla="*/ 108 w 122"/>
                <a:gd name="T37" fmla="*/ 165 h 186"/>
                <a:gd name="T38" fmla="*/ 122 w 122"/>
                <a:gd name="T39" fmla="*/ 143 h 186"/>
                <a:gd name="T40" fmla="*/ 122 w 122"/>
                <a:gd name="T41" fmla="*/ 122 h 186"/>
                <a:gd name="T42" fmla="*/ 108 w 122"/>
                <a:gd name="T43" fmla="*/ 79 h 186"/>
                <a:gd name="T44" fmla="*/ 93 w 122"/>
                <a:gd name="T45" fmla="*/ 65 h 186"/>
                <a:gd name="T46" fmla="*/ 72 w 122"/>
                <a:gd name="T47" fmla="*/ 57 h 186"/>
                <a:gd name="T48" fmla="*/ 65 w 122"/>
                <a:gd name="T49" fmla="*/ 65 h 186"/>
                <a:gd name="T50" fmla="*/ 50 w 122"/>
                <a:gd name="T51" fmla="*/ 72 h 186"/>
                <a:gd name="T52" fmla="*/ 43 w 122"/>
                <a:gd name="T53" fmla="*/ 79 h 186"/>
                <a:gd name="T54" fmla="*/ 43 w 122"/>
                <a:gd name="T55" fmla="*/ 79 h 186"/>
                <a:gd name="T56" fmla="*/ 43 w 122"/>
                <a:gd name="T57" fmla="*/ 79 h 186"/>
                <a:gd name="T58" fmla="*/ 43 w 122"/>
                <a:gd name="T59" fmla="*/ 0 h 186"/>
                <a:gd name="T60" fmla="*/ 36 w 122"/>
                <a:gd name="T61" fmla="*/ 0 h 186"/>
                <a:gd name="T62" fmla="*/ 21 w 122"/>
                <a:gd name="T63" fmla="*/ 7 h 186"/>
                <a:gd name="T64" fmla="*/ 0 w 122"/>
                <a:gd name="T65" fmla="*/ 7 h 186"/>
                <a:gd name="T66" fmla="*/ 0 w 122"/>
                <a:gd name="T67" fmla="*/ 14 h 186"/>
                <a:gd name="T68" fmla="*/ 7 w 122"/>
                <a:gd name="T69" fmla="*/ 14 h 186"/>
                <a:gd name="T70" fmla="*/ 7 w 122"/>
                <a:gd name="T71" fmla="*/ 14 h 186"/>
                <a:gd name="T72" fmla="*/ 14 w 122"/>
                <a:gd name="T73" fmla="*/ 22 h 186"/>
                <a:gd name="T74" fmla="*/ 14 w 122"/>
                <a:gd name="T75" fmla="*/ 29 h 186"/>
                <a:gd name="T76" fmla="*/ 14 w 122"/>
                <a:gd name="T77" fmla="*/ 172 h 18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22" h="186">
                  <a:moveTo>
                    <a:pt x="43" y="100"/>
                  </a:moveTo>
                  <a:lnTo>
                    <a:pt x="43" y="86"/>
                  </a:lnTo>
                  <a:lnTo>
                    <a:pt x="50" y="79"/>
                  </a:lnTo>
                  <a:lnTo>
                    <a:pt x="65" y="79"/>
                  </a:lnTo>
                  <a:lnTo>
                    <a:pt x="79" y="86"/>
                  </a:lnTo>
                  <a:lnTo>
                    <a:pt x="93" y="93"/>
                  </a:lnTo>
                  <a:lnTo>
                    <a:pt x="100" y="129"/>
                  </a:lnTo>
                  <a:lnTo>
                    <a:pt x="93" y="165"/>
                  </a:lnTo>
                  <a:lnTo>
                    <a:pt x="86" y="172"/>
                  </a:lnTo>
                  <a:lnTo>
                    <a:pt x="65" y="179"/>
                  </a:lnTo>
                  <a:lnTo>
                    <a:pt x="50" y="179"/>
                  </a:lnTo>
                  <a:lnTo>
                    <a:pt x="43" y="165"/>
                  </a:lnTo>
                  <a:lnTo>
                    <a:pt x="43" y="100"/>
                  </a:lnTo>
                  <a:close/>
                  <a:moveTo>
                    <a:pt x="14" y="172"/>
                  </a:moveTo>
                  <a:lnTo>
                    <a:pt x="21" y="179"/>
                  </a:lnTo>
                  <a:lnTo>
                    <a:pt x="29" y="179"/>
                  </a:lnTo>
                  <a:lnTo>
                    <a:pt x="57" y="186"/>
                  </a:lnTo>
                  <a:lnTo>
                    <a:pt x="86" y="179"/>
                  </a:lnTo>
                  <a:lnTo>
                    <a:pt x="108" y="165"/>
                  </a:lnTo>
                  <a:lnTo>
                    <a:pt x="122" y="143"/>
                  </a:lnTo>
                  <a:lnTo>
                    <a:pt x="122" y="122"/>
                  </a:lnTo>
                  <a:lnTo>
                    <a:pt x="108" y="79"/>
                  </a:lnTo>
                  <a:lnTo>
                    <a:pt x="93" y="65"/>
                  </a:lnTo>
                  <a:lnTo>
                    <a:pt x="72" y="57"/>
                  </a:lnTo>
                  <a:lnTo>
                    <a:pt x="65" y="65"/>
                  </a:lnTo>
                  <a:lnTo>
                    <a:pt x="50" y="72"/>
                  </a:lnTo>
                  <a:lnTo>
                    <a:pt x="43" y="79"/>
                  </a:lnTo>
                  <a:lnTo>
                    <a:pt x="43" y="0"/>
                  </a:lnTo>
                  <a:lnTo>
                    <a:pt x="36" y="0"/>
                  </a:lnTo>
                  <a:lnTo>
                    <a:pt x="21" y="7"/>
                  </a:lnTo>
                  <a:lnTo>
                    <a:pt x="0" y="7"/>
                  </a:lnTo>
                  <a:lnTo>
                    <a:pt x="0" y="14"/>
                  </a:lnTo>
                  <a:lnTo>
                    <a:pt x="7" y="14"/>
                  </a:lnTo>
                  <a:lnTo>
                    <a:pt x="14" y="22"/>
                  </a:lnTo>
                  <a:lnTo>
                    <a:pt x="14" y="29"/>
                  </a:lnTo>
                  <a:lnTo>
                    <a:pt x="14" y="172"/>
                  </a:lnTo>
                  <a:close/>
                </a:path>
              </a:pathLst>
            </a:custGeom>
            <a:solidFill>
              <a:srgbClr val="000000"/>
            </a:solidFill>
            <a:ln w="9525">
              <a:solidFill>
                <a:schemeClr val="tx1"/>
              </a:solidFill>
              <a:round/>
              <a:headEnd/>
              <a:tailEnd/>
            </a:ln>
          </p:spPr>
          <p:txBody>
            <a:bodyPr/>
            <a:lstStyle/>
            <a:p>
              <a:endParaRPr lang="zh-CN" altLang="en-US"/>
            </a:p>
          </p:txBody>
        </p:sp>
        <p:sp>
          <p:nvSpPr>
            <p:cNvPr id="48144" name="Freeform 41">
              <a:extLst>
                <a:ext uri="{FF2B5EF4-FFF2-40B4-BE49-F238E27FC236}">
                  <a16:creationId xmlns:a16="http://schemas.microsoft.com/office/drawing/2014/main" id="{E2157D0C-D33A-4B9D-A05C-5666AEF3E666}"/>
                </a:ext>
              </a:extLst>
            </p:cNvPr>
            <p:cNvSpPr>
              <a:spLocks/>
            </p:cNvSpPr>
            <p:nvPr/>
          </p:nvSpPr>
          <p:spPr bwMode="auto">
            <a:xfrm>
              <a:off x="4146" y="3297"/>
              <a:ext cx="65" cy="237"/>
            </a:xfrm>
            <a:custGeom>
              <a:avLst/>
              <a:gdLst>
                <a:gd name="T0" fmla="*/ 0 w 65"/>
                <a:gd name="T1" fmla="*/ 237 h 237"/>
                <a:gd name="T2" fmla="*/ 29 w 65"/>
                <a:gd name="T3" fmla="*/ 215 h 237"/>
                <a:gd name="T4" fmla="*/ 51 w 65"/>
                <a:gd name="T5" fmla="*/ 186 h 237"/>
                <a:gd name="T6" fmla="*/ 58 w 65"/>
                <a:gd name="T7" fmla="*/ 158 h 237"/>
                <a:gd name="T8" fmla="*/ 65 w 65"/>
                <a:gd name="T9" fmla="*/ 122 h 237"/>
                <a:gd name="T10" fmla="*/ 58 w 65"/>
                <a:gd name="T11" fmla="*/ 79 h 237"/>
                <a:gd name="T12" fmla="*/ 43 w 65"/>
                <a:gd name="T13" fmla="*/ 43 h 237"/>
                <a:gd name="T14" fmla="*/ 22 w 65"/>
                <a:gd name="T15" fmla="*/ 22 h 237"/>
                <a:gd name="T16" fmla="*/ 0 w 65"/>
                <a:gd name="T17" fmla="*/ 0 h 237"/>
                <a:gd name="T18" fmla="*/ 0 w 65"/>
                <a:gd name="T19" fmla="*/ 7 h 237"/>
                <a:gd name="T20" fmla="*/ 29 w 65"/>
                <a:gd name="T21" fmla="*/ 36 h 237"/>
                <a:gd name="T22" fmla="*/ 36 w 65"/>
                <a:gd name="T23" fmla="*/ 65 h 237"/>
                <a:gd name="T24" fmla="*/ 43 w 65"/>
                <a:gd name="T25" fmla="*/ 93 h 237"/>
                <a:gd name="T26" fmla="*/ 43 w 65"/>
                <a:gd name="T27" fmla="*/ 122 h 237"/>
                <a:gd name="T28" fmla="*/ 43 w 65"/>
                <a:gd name="T29" fmla="*/ 165 h 237"/>
                <a:gd name="T30" fmla="*/ 29 w 65"/>
                <a:gd name="T31" fmla="*/ 201 h 237"/>
                <a:gd name="T32" fmla="*/ 15 w 65"/>
                <a:gd name="T33" fmla="*/ 215 h 237"/>
                <a:gd name="T34" fmla="*/ 0 w 65"/>
                <a:gd name="T35" fmla="*/ 229 h 237"/>
                <a:gd name="T36" fmla="*/ 0 w 65"/>
                <a:gd name="T37" fmla="*/ 237 h 2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5" h="237">
                  <a:moveTo>
                    <a:pt x="0" y="237"/>
                  </a:moveTo>
                  <a:lnTo>
                    <a:pt x="29" y="215"/>
                  </a:lnTo>
                  <a:lnTo>
                    <a:pt x="51" y="186"/>
                  </a:lnTo>
                  <a:lnTo>
                    <a:pt x="58" y="158"/>
                  </a:lnTo>
                  <a:lnTo>
                    <a:pt x="65" y="122"/>
                  </a:lnTo>
                  <a:lnTo>
                    <a:pt x="58" y="79"/>
                  </a:lnTo>
                  <a:lnTo>
                    <a:pt x="43" y="43"/>
                  </a:lnTo>
                  <a:lnTo>
                    <a:pt x="22" y="22"/>
                  </a:lnTo>
                  <a:lnTo>
                    <a:pt x="0" y="0"/>
                  </a:lnTo>
                  <a:lnTo>
                    <a:pt x="0" y="7"/>
                  </a:lnTo>
                  <a:lnTo>
                    <a:pt x="29" y="36"/>
                  </a:lnTo>
                  <a:lnTo>
                    <a:pt x="36" y="65"/>
                  </a:lnTo>
                  <a:lnTo>
                    <a:pt x="43" y="93"/>
                  </a:lnTo>
                  <a:lnTo>
                    <a:pt x="43" y="122"/>
                  </a:lnTo>
                  <a:lnTo>
                    <a:pt x="43" y="165"/>
                  </a:lnTo>
                  <a:lnTo>
                    <a:pt x="29" y="201"/>
                  </a:lnTo>
                  <a:lnTo>
                    <a:pt x="15" y="215"/>
                  </a:lnTo>
                  <a:lnTo>
                    <a:pt x="0" y="229"/>
                  </a:lnTo>
                  <a:lnTo>
                    <a:pt x="0" y="237"/>
                  </a:lnTo>
                  <a:close/>
                </a:path>
              </a:pathLst>
            </a:custGeom>
            <a:solidFill>
              <a:srgbClr val="000000"/>
            </a:solidFill>
            <a:ln w="9525">
              <a:solidFill>
                <a:schemeClr val="tx1"/>
              </a:solidFill>
              <a:round/>
              <a:headEnd/>
              <a:tailEnd/>
            </a:ln>
          </p:spPr>
          <p:txBody>
            <a:bodyPr/>
            <a:lstStyle/>
            <a:p>
              <a:endParaRPr lang="zh-CN" altLang="en-US"/>
            </a:p>
          </p:txBody>
        </p:sp>
        <p:sp>
          <p:nvSpPr>
            <p:cNvPr id="48145" name="Freeform 42">
              <a:extLst>
                <a:ext uri="{FF2B5EF4-FFF2-40B4-BE49-F238E27FC236}">
                  <a16:creationId xmlns:a16="http://schemas.microsoft.com/office/drawing/2014/main" id="{DE1E75A5-47B1-4FA6-ADC2-DEFC0BC57F74}"/>
                </a:ext>
              </a:extLst>
            </p:cNvPr>
            <p:cNvSpPr>
              <a:spLocks/>
            </p:cNvSpPr>
            <p:nvPr/>
          </p:nvSpPr>
          <p:spPr bwMode="auto">
            <a:xfrm>
              <a:off x="1569" y="866"/>
              <a:ext cx="775" cy="1"/>
            </a:xfrm>
            <a:custGeom>
              <a:avLst/>
              <a:gdLst>
                <a:gd name="T0" fmla="*/ 775 w 775"/>
                <a:gd name="T1" fmla="*/ 0 h 1"/>
                <a:gd name="T2" fmla="*/ 0 w 775"/>
                <a:gd name="T3" fmla="*/ 0 h 1"/>
                <a:gd name="T4" fmla="*/ 775 w 775"/>
                <a:gd name="T5" fmla="*/ 0 h 1"/>
                <a:gd name="T6" fmla="*/ 775 w 775"/>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5" h="1">
                  <a:moveTo>
                    <a:pt x="775" y="0"/>
                  </a:moveTo>
                  <a:lnTo>
                    <a:pt x="0" y="0"/>
                  </a:lnTo>
                  <a:lnTo>
                    <a:pt x="775" y="0"/>
                  </a:lnTo>
                  <a:close/>
                </a:path>
              </a:pathLst>
            </a:custGeom>
            <a:solidFill>
              <a:srgbClr val="000000"/>
            </a:solidFill>
            <a:ln w="9525">
              <a:solidFill>
                <a:schemeClr val="tx1"/>
              </a:solidFill>
              <a:round/>
              <a:headEnd/>
              <a:tailEnd/>
            </a:ln>
          </p:spPr>
          <p:txBody>
            <a:bodyPr/>
            <a:lstStyle/>
            <a:p>
              <a:endParaRPr lang="zh-CN" altLang="en-US"/>
            </a:p>
          </p:txBody>
        </p:sp>
        <p:sp>
          <p:nvSpPr>
            <p:cNvPr id="48146" name="Freeform 43">
              <a:extLst>
                <a:ext uri="{FF2B5EF4-FFF2-40B4-BE49-F238E27FC236}">
                  <a16:creationId xmlns:a16="http://schemas.microsoft.com/office/drawing/2014/main" id="{1C7E7F93-4B4A-43EB-BF3F-5A2F192EFE25}"/>
                </a:ext>
              </a:extLst>
            </p:cNvPr>
            <p:cNvSpPr>
              <a:spLocks noEditPoints="1"/>
            </p:cNvSpPr>
            <p:nvPr/>
          </p:nvSpPr>
          <p:spPr bwMode="auto">
            <a:xfrm>
              <a:off x="1569" y="866"/>
              <a:ext cx="1" cy="2030"/>
            </a:xfrm>
            <a:custGeom>
              <a:avLst/>
              <a:gdLst>
                <a:gd name="T0" fmla="*/ 0 w 1"/>
                <a:gd name="T1" fmla="*/ 0 h 2030"/>
                <a:gd name="T2" fmla="*/ 0 w 1"/>
                <a:gd name="T3" fmla="*/ 2030 h 2030"/>
                <a:gd name="T4" fmla="*/ 0 w 1"/>
                <a:gd name="T5" fmla="*/ 0 h 2030"/>
                <a:gd name="T6" fmla="*/ 0 w 1"/>
                <a:gd name="T7" fmla="*/ 0 h 2030"/>
                <a:gd name="T8" fmla="*/ 0 w 1"/>
                <a:gd name="T9" fmla="*/ 0 h 2030"/>
                <a:gd name="T10" fmla="*/ 0 w 1"/>
                <a:gd name="T11" fmla="*/ 0 h 2030"/>
                <a:gd name="T12" fmla="*/ 0 w 1"/>
                <a:gd name="T13" fmla="*/ 0 h 203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2030">
                  <a:moveTo>
                    <a:pt x="0" y="0"/>
                  </a:moveTo>
                  <a:lnTo>
                    <a:pt x="0" y="203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47" name="Freeform 44">
              <a:extLst>
                <a:ext uri="{FF2B5EF4-FFF2-40B4-BE49-F238E27FC236}">
                  <a16:creationId xmlns:a16="http://schemas.microsoft.com/office/drawing/2014/main" id="{CBF62F72-41D0-4549-A16A-4DBE855F75EA}"/>
                </a:ext>
              </a:extLst>
            </p:cNvPr>
            <p:cNvSpPr>
              <a:spLocks noEditPoints="1"/>
            </p:cNvSpPr>
            <p:nvPr/>
          </p:nvSpPr>
          <p:spPr bwMode="auto">
            <a:xfrm>
              <a:off x="1569" y="2896"/>
              <a:ext cx="775" cy="1"/>
            </a:xfrm>
            <a:custGeom>
              <a:avLst/>
              <a:gdLst>
                <a:gd name="T0" fmla="*/ 0 w 775"/>
                <a:gd name="T1" fmla="*/ 0 h 1"/>
                <a:gd name="T2" fmla="*/ 775 w 775"/>
                <a:gd name="T3" fmla="*/ 0 h 1"/>
                <a:gd name="T4" fmla="*/ 0 w 775"/>
                <a:gd name="T5" fmla="*/ 0 h 1"/>
                <a:gd name="T6" fmla="*/ 0 w 775"/>
                <a:gd name="T7" fmla="*/ 0 h 1"/>
                <a:gd name="T8" fmla="*/ 0 w 775"/>
                <a:gd name="T9" fmla="*/ 0 h 1"/>
                <a:gd name="T10" fmla="*/ 0 w 775"/>
                <a:gd name="T11" fmla="*/ 0 h 1"/>
                <a:gd name="T12" fmla="*/ 0 w 775"/>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5" h="1">
                  <a:moveTo>
                    <a:pt x="0" y="0"/>
                  </a:moveTo>
                  <a:lnTo>
                    <a:pt x="775"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48" name="Freeform 45">
              <a:extLst>
                <a:ext uri="{FF2B5EF4-FFF2-40B4-BE49-F238E27FC236}">
                  <a16:creationId xmlns:a16="http://schemas.microsoft.com/office/drawing/2014/main" id="{C6030778-A6CE-40A8-A127-97FC1E8C10E6}"/>
                </a:ext>
              </a:extLst>
            </p:cNvPr>
            <p:cNvSpPr>
              <a:spLocks/>
            </p:cNvSpPr>
            <p:nvPr/>
          </p:nvSpPr>
          <p:spPr bwMode="auto">
            <a:xfrm>
              <a:off x="2344" y="809"/>
              <a:ext cx="122" cy="122"/>
            </a:xfrm>
            <a:custGeom>
              <a:avLst/>
              <a:gdLst>
                <a:gd name="T0" fmla="*/ 65 w 122"/>
                <a:gd name="T1" fmla="*/ 122 h 122"/>
                <a:gd name="T2" fmla="*/ 86 w 122"/>
                <a:gd name="T3" fmla="*/ 115 h 122"/>
                <a:gd name="T4" fmla="*/ 108 w 122"/>
                <a:gd name="T5" fmla="*/ 100 h 122"/>
                <a:gd name="T6" fmla="*/ 115 w 122"/>
                <a:gd name="T7" fmla="*/ 86 h 122"/>
                <a:gd name="T8" fmla="*/ 122 w 122"/>
                <a:gd name="T9" fmla="*/ 57 h 122"/>
                <a:gd name="T10" fmla="*/ 115 w 122"/>
                <a:gd name="T11" fmla="*/ 36 h 122"/>
                <a:gd name="T12" fmla="*/ 108 w 122"/>
                <a:gd name="T13" fmla="*/ 22 h 122"/>
                <a:gd name="T14" fmla="*/ 86 w 122"/>
                <a:gd name="T15" fmla="*/ 7 h 122"/>
                <a:gd name="T16" fmla="*/ 65 w 122"/>
                <a:gd name="T17" fmla="*/ 0 h 122"/>
                <a:gd name="T18" fmla="*/ 43 w 122"/>
                <a:gd name="T19" fmla="*/ 7 h 122"/>
                <a:gd name="T20" fmla="*/ 22 w 122"/>
                <a:gd name="T21" fmla="*/ 22 h 122"/>
                <a:gd name="T22" fmla="*/ 7 w 122"/>
                <a:gd name="T23" fmla="*/ 36 h 122"/>
                <a:gd name="T24" fmla="*/ 0 w 122"/>
                <a:gd name="T25" fmla="*/ 57 h 122"/>
                <a:gd name="T26" fmla="*/ 7 w 122"/>
                <a:gd name="T27" fmla="*/ 86 h 122"/>
                <a:gd name="T28" fmla="*/ 22 w 122"/>
                <a:gd name="T29" fmla="*/ 100 h 122"/>
                <a:gd name="T30" fmla="*/ 43 w 122"/>
                <a:gd name="T31" fmla="*/ 115 h 122"/>
                <a:gd name="T32" fmla="*/ 65 w 122"/>
                <a:gd name="T33" fmla="*/ 122 h 122"/>
                <a:gd name="T34" fmla="*/ 65 w 122"/>
                <a:gd name="T35" fmla="*/ 122 h 1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122">
                  <a:moveTo>
                    <a:pt x="65" y="122"/>
                  </a:moveTo>
                  <a:lnTo>
                    <a:pt x="86" y="115"/>
                  </a:lnTo>
                  <a:lnTo>
                    <a:pt x="108" y="100"/>
                  </a:lnTo>
                  <a:lnTo>
                    <a:pt x="115" y="86"/>
                  </a:lnTo>
                  <a:lnTo>
                    <a:pt x="122" y="57"/>
                  </a:lnTo>
                  <a:lnTo>
                    <a:pt x="115" y="36"/>
                  </a:lnTo>
                  <a:lnTo>
                    <a:pt x="108" y="22"/>
                  </a:lnTo>
                  <a:lnTo>
                    <a:pt x="86" y="7"/>
                  </a:lnTo>
                  <a:lnTo>
                    <a:pt x="65" y="0"/>
                  </a:lnTo>
                  <a:lnTo>
                    <a:pt x="43" y="7"/>
                  </a:lnTo>
                  <a:lnTo>
                    <a:pt x="22" y="22"/>
                  </a:lnTo>
                  <a:lnTo>
                    <a:pt x="7" y="36"/>
                  </a:lnTo>
                  <a:lnTo>
                    <a:pt x="0" y="57"/>
                  </a:lnTo>
                  <a:lnTo>
                    <a:pt x="7" y="86"/>
                  </a:lnTo>
                  <a:lnTo>
                    <a:pt x="22" y="100"/>
                  </a:lnTo>
                  <a:lnTo>
                    <a:pt x="43" y="115"/>
                  </a:lnTo>
                  <a:lnTo>
                    <a:pt x="65" y="122"/>
                  </a:lnTo>
                  <a:close/>
                </a:path>
              </a:pathLst>
            </a:custGeom>
            <a:solidFill>
              <a:srgbClr val="FFFFFF"/>
            </a:solidFill>
            <a:ln w="9525">
              <a:solidFill>
                <a:schemeClr val="tx1"/>
              </a:solidFill>
              <a:round/>
              <a:headEnd/>
              <a:tailEnd/>
            </a:ln>
          </p:spPr>
          <p:txBody>
            <a:bodyPr/>
            <a:lstStyle/>
            <a:p>
              <a:endParaRPr lang="zh-CN" altLang="en-US"/>
            </a:p>
          </p:txBody>
        </p:sp>
        <p:sp>
          <p:nvSpPr>
            <p:cNvPr id="48149" name="Freeform 46">
              <a:extLst>
                <a:ext uri="{FF2B5EF4-FFF2-40B4-BE49-F238E27FC236}">
                  <a16:creationId xmlns:a16="http://schemas.microsoft.com/office/drawing/2014/main" id="{FAC013B6-11E6-4B50-8F12-7B8090D64749}"/>
                </a:ext>
              </a:extLst>
            </p:cNvPr>
            <p:cNvSpPr>
              <a:spLocks/>
            </p:cNvSpPr>
            <p:nvPr/>
          </p:nvSpPr>
          <p:spPr bwMode="auto">
            <a:xfrm>
              <a:off x="2409" y="866"/>
              <a:ext cx="57" cy="65"/>
            </a:xfrm>
            <a:custGeom>
              <a:avLst/>
              <a:gdLst>
                <a:gd name="T0" fmla="*/ 0 w 57"/>
                <a:gd name="T1" fmla="*/ 65 h 65"/>
                <a:gd name="T2" fmla="*/ 21 w 57"/>
                <a:gd name="T3" fmla="*/ 58 h 65"/>
                <a:gd name="T4" fmla="*/ 43 w 57"/>
                <a:gd name="T5" fmla="*/ 43 h 65"/>
                <a:gd name="T6" fmla="*/ 50 w 57"/>
                <a:gd name="T7" fmla="*/ 29 h 65"/>
                <a:gd name="T8" fmla="*/ 57 w 57"/>
                <a:gd name="T9" fmla="*/ 0 h 65"/>
                <a:gd name="T10" fmla="*/ 57 w 57"/>
                <a:gd name="T11" fmla="*/ 0 h 65"/>
                <a:gd name="T12" fmla="*/ 50 w 57"/>
                <a:gd name="T13" fmla="*/ 29 h 65"/>
                <a:gd name="T14" fmla="*/ 43 w 57"/>
                <a:gd name="T15" fmla="*/ 43 h 65"/>
                <a:gd name="T16" fmla="*/ 21 w 57"/>
                <a:gd name="T17" fmla="*/ 58 h 65"/>
                <a:gd name="T18" fmla="*/ 0 w 57"/>
                <a:gd name="T19" fmla="*/ 65 h 65"/>
                <a:gd name="T20" fmla="*/ 0 w 57"/>
                <a:gd name="T21" fmla="*/ 65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 h="65">
                  <a:moveTo>
                    <a:pt x="0" y="65"/>
                  </a:moveTo>
                  <a:lnTo>
                    <a:pt x="21" y="58"/>
                  </a:lnTo>
                  <a:lnTo>
                    <a:pt x="43" y="43"/>
                  </a:lnTo>
                  <a:lnTo>
                    <a:pt x="50" y="29"/>
                  </a:lnTo>
                  <a:lnTo>
                    <a:pt x="57" y="0"/>
                  </a:lnTo>
                  <a:lnTo>
                    <a:pt x="50" y="29"/>
                  </a:lnTo>
                  <a:lnTo>
                    <a:pt x="43" y="43"/>
                  </a:lnTo>
                  <a:lnTo>
                    <a:pt x="21" y="58"/>
                  </a:lnTo>
                  <a:lnTo>
                    <a:pt x="0" y="65"/>
                  </a:lnTo>
                  <a:close/>
                </a:path>
              </a:pathLst>
            </a:custGeom>
            <a:solidFill>
              <a:srgbClr val="000000"/>
            </a:solidFill>
            <a:ln w="9525">
              <a:solidFill>
                <a:schemeClr val="tx1"/>
              </a:solidFill>
              <a:round/>
              <a:headEnd/>
              <a:tailEnd/>
            </a:ln>
          </p:spPr>
          <p:txBody>
            <a:bodyPr/>
            <a:lstStyle/>
            <a:p>
              <a:endParaRPr lang="zh-CN" altLang="en-US"/>
            </a:p>
          </p:txBody>
        </p:sp>
        <p:sp>
          <p:nvSpPr>
            <p:cNvPr id="48150" name="Freeform 47">
              <a:extLst>
                <a:ext uri="{FF2B5EF4-FFF2-40B4-BE49-F238E27FC236}">
                  <a16:creationId xmlns:a16="http://schemas.microsoft.com/office/drawing/2014/main" id="{93359DB5-874B-4CAE-BCEE-A396D9C832FE}"/>
                </a:ext>
              </a:extLst>
            </p:cNvPr>
            <p:cNvSpPr>
              <a:spLocks noEditPoints="1"/>
            </p:cNvSpPr>
            <p:nvPr/>
          </p:nvSpPr>
          <p:spPr bwMode="auto">
            <a:xfrm>
              <a:off x="2409" y="809"/>
              <a:ext cx="57" cy="57"/>
            </a:xfrm>
            <a:custGeom>
              <a:avLst/>
              <a:gdLst>
                <a:gd name="T0" fmla="*/ 57 w 57"/>
                <a:gd name="T1" fmla="*/ 57 h 57"/>
                <a:gd name="T2" fmla="*/ 50 w 57"/>
                <a:gd name="T3" fmla="*/ 36 h 57"/>
                <a:gd name="T4" fmla="*/ 43 w 57"/>
                <a:gd name="T5" fmla="*/ 22 h 57"/>
                <a:gd name="T6" fmla="*/ 21 w 57"/>
                <a:gd name="T7" fmla="*/ 7 h 57"/>
                <a:gd name="T8" fmla="*/ 0 w 57"/>
                <a:gd name="T9" fmla="*/ 0 h 57"/>
                <a:gd name="T10" fmla="*/ 0 w 57"/>
                <a:gd name="T11" fmla="*/ 0 h 57"/>
                <a:gd name="T12" fmla="*/ 21 w 57"/>
                <a:gd name="T13" fmla="*/ 7 h 57"/>
                <a:gd name="T14" fmla="*/ 43 w 57"/>
                <a:gd name="T15" fmla="*/ 22 h 57"/>
                <a:gd name="T16" fmla="*/ 50 w 57"/>
                <a:gd name="T17" fmla="*/ 36 h 57"/>
                <a:gd name="T18" fmla="*/ 57 w 57"/>
                <a:gd name="T19" fmla="*/ 57 h 57"/>
                <a:gd name="T20" fmla="*/ 57 w 57"/>
                <a:gd name="T21" fmla="*/ 57 h 57"/>
                <a:gd name="T22" fmla="*/ 57 w 57"/>
                <a:gd name="T23" fmla="*/ 57 h 57"/>
                <a:gd name="T24" fmla="*/ 57 w 57"/>
                <a:gd name="T25" fmla="*/ 57 h 57"/>
                <a:gd name="T26" fmla="*/ 57 w 57"/>
                <a:gd name="T27" fmla="*/ 57 h 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7" h="57">
                  <a:moveTo>
                    <a:pt x="57" y="57"/>
                  </a:moveTo>
                  <a:lnTo>
                    <a:pt x="50" y="36"/>
                  </a:lnTo>
                  <a:lnTo>
                    <a:pt x="43" y="22"/>
                  </a:lnTo>
                  <a:lnTo>
                    <a:pt x="21" y="7"/>
                  </a:lnTo>
                  <a:lnTo>
                    <a:pt x="0" y="0"/>
                  </a:lnTo>
                  <a:lnTo>
                    <a:pt x="21" y="7"/>
                  </a:lnTo>
                  <a:lnTo>
                    <a:pt x="43" y="22"/>
                  </a:lnTo>
                  <a:lnTo>
                    <a:pt x="50" y="36"/>
                  </a:lnTo>
                  <a:lnTo>
                    <a:pt x="57" y="57"/>
                  </a:lnTo>
                  <a:close/>
                  <a:moveTo>
                    <a:pt x="57" y="57"/>
                  </a:moveTo>
                  <a:lnTo>
                    <a:pt x="57" y="57"/>
                  </a:lnTo>
                  <a:close/>
                </a:path>
              </a:pathLst>
            </a:custGeom>
            <a:solidFill>
              <a:srgbClr val="000000"/>
            </a:solidFill>
            <a:ln w="9525">
              <a:solidFill>
                <a:schemeClr val="tx1"/>
              </a:solidFill>
              <a:round/>
              <a:headEnd/>
              <a:tailEnd/>
            </a:ln>
          </p:spPr>
          <p:txBody>
            <a:bodyPr/>
            <a:lstStyle/>
            <a:p>
              <a:endParaRPr lang="zh-CN" altLang="en-US"/>
            </a:p>
          </p:txBody>
        </p:sp>
        <p:sp>
          <p:nvSpPr>
            <p:cNvPr id="48151" name="Freeform 48">
              <a:extLst>
                <a:ext uri="{FF2B5EF4-FFF2-40B4-BE49-F238E27FC236}">
                  <a16:creationId xmlns:a16="http://schemas.microsoft.com/office/drawing/2014/main" id="{37169415-4C37-462C-BFC2-0846384B5623}"/>
                </a:ext>
              </a:extLst>
            </p:cNvPr>
            <p:cNvSpPr>
              <a:spLocks noEditPoints="1"/>
            </p:cNvSpPr>
            <p:nvPr/>
          </p:nvSpPr>
          <p:spPr bwMode="auto">
            <a:xfrm>
              <a:off x="2344" y="809"/>
              <a:ext cx="65" cy="57"/>
            </a:xfrm>
            <a:custGeom>
              <a:avLst/>
              <a:gdLst>
                <a:gd name="T0" fmla="*/ 65 w 65"/>
                <a:gd name="T1" fmla="*/ 0 h 57"/>
                <a:gd name="T2" fmla="*/ 43 w 65"/>
                <a:gd name="T3" fmla="*/ 7 h 57"/>
                <a:gd name="T4" fmla="*/ 22 w 65"/>
                <a:gd name="T5" fmla="*/ 22 h 57"/>
                <a:gd name="T6" fmla="*/ 14 w 65"/>
                <a:gd name="T7" fmla="*/ 36 h 57"/>
                <a:gd name="T8" fmla="*/ 7 w 65"/>
                <a:gd name="T9" fmla="*/ 57 h 57"/>
                <a:gd name="T10" fmla="*/ 0 w 65"/>
                <a:gd name="T11" fmla="*/ 57 h 57"/>
                <a:gd name="T12" fmla="*/ 7 w 65"/>
                <a:gd name="T13" fmla="*/ 36 h 57"/>
                <a:gd name="T14" fmla="*/ 22 w 65"/>
                <a:gd name="T15" fmla="*/ 22 h 57"/>
                <a:gd name="T16" fmla="*/ 43 w 65"/>
                <a:gd name="T17" fmla="*/ 7 h 57"/>
                <a:gd name="T18" fmla="*/ 65 w 65"/>
                <a:gd name="T19" fmla="*/ 0 h 57"/>
                <a:gd name="T20" fmla="*/ 65 w 65"/>
                <a:gd name="T21" fmla="*/ 0 h 57"/>
                <a:gd name="T22" fmla="*/ 65 w 65"/>
                <a:gd name="T23" fmla="*/ 0 h 57"/>
                <a:gd name="T24" fmla="*/ 65 w 65"/>
                <a:gd name="T25" fmla="*/ 0 h 57"/>
                <a:gd name="T26" fmla="*/ 65 w 65"/>
                <a:gd name="T27" fmla="*/ 0 h 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5" h="57">
                  <a:moveTo>
                    <a:pt x="65" y="0"/>
                  </a:moveTo>
                  <a:lnTo>
                    <a:pt x="43" y="7"/>
                  </a:lnTo>
                  <a:lnTo>
                    <a:pt x="22" y="22"/>
                  </a:lnTo>
                  <a:lnTo>
                    <a:pt x="14" y="36"/>
                  </a:lnTo>
                  <a:lnTo>
                    <a:pt x="7" y="57"/>
                  </a:lnTo>
                  <a:lnTo>
                    <a:pt x="0" y="57"/>
                  </a:lnTo>
                  <a:lnTo>
                    <a:pt x="7" y="36"/>
                  </a:lnTo>
                  <a:lnTo>
                    <a:pt x="22" y="22"/>
                  </a:lnTo>
                  <a:lnTo>
                    <a:pt x="43" y="7"/>
                  </a:lnTo>
                  <a:lnTo>
                    <a:pt x="65" y="0"/>
                  </a:lnTo>
                  <a:close/>
                  <a:moveTo>
                    <a:pt x="65" y="0"/>
                  </a:moveTo>
                  <a:lnTo>
                    <a:pt x="65" y="0"/>
                  </a:lnTo>
                  <a:close/>
                </a:path>
              </a:pathLst>
            </a:custGeom>
            <a:solidFill>
              <a:srgbClr val="000000"/>
            </a:solidFill>
            <a:ln w="9525">
              <a:solidFill>
                <a:schemeClr val="tx1"/>
              </a:solidFill>
              <a:round/>
              <a:headEnd/>
              <a:tailEnd/>
            </a:ln>
          </p:spPr>
          <p:txBody>
            <a:bodyPr/>
            <a:lstStyle/>
            <a:p>
              <a:endParaRPr lang="zh-CN" altLang="en-US"/>
            </a:p>
          </p:txBody>
        </p:sp>
        <p:sp>
          <p:nvSpPr>
            <p:cNvPr id="48152" name="Freeform 49">
              <a:extLst>
                <a:ext uri="{FF2B5EF4-FFF2-40B4-BE49-F238E27FC236}">
                  <a16:creationId xmlns:a16="http://schemas.microsoft.com/office/drawing/2014/main" id="{67A69640-3A7F-47AE-A562-9E3DD93988D7}"/>
                </a:ext>
              </a:extLst>
            </p:cNvPr>
            <p:cNvSpPr>
              <a:spLocks noEditPoints="1"/>
            </p:cNvSpPr>
            <p:nvPr/>
          </p:nvSpPr>
          <p:spPr bwMode="auto">
            <a:xfrm>
              <a:off x="2344" y="866"/>
              <a:ext cx="65" cy="65"/>
            </a:xfrm>
            <a:custGeom>
              <a:avLst/>
              <a:gdLst>
                <a:gd name="T0" fmla="*/ 0 w 65"/>
                <a:gd name="T1" fmla="*/ 0 h 65"/>
                <a:gd name="T2" fmla="*/ 7 w 65"/>
                <a:gd name="T3" fmla="*/ 29 h 65"/>
                <a:gd name="T4" fmla="*/ 22 w 65"/>
                <a:gd name="T5" fmla="*/ 43 h 65"/>
                <a:gd name="T6" fmla="*/ 43 w 65"/>
                <a:gd name="T7" fmla="*/ 58 h 65"/>
                <a:gd name="T8" fmla="*/ 65 w 65"/>
                <a:gd name="T9" fmla="*/ 65 h 65"/>
                <a:gd name="T10" fmla="*/ 65 w 65"/>
                <a:gd name="T11" fmla="*/ 65 h 65"/>
                <a:gd name="T12" fmla="*/ 43 w 65"/>
                <a:gd name="T13" fmla="*/ 58 h 65"/>
                <a:gd name="T14" fmla="*/ 22 w 65"/>
                <a:gd name="T15" fmla="*/ 43 h 65"/>
                <a:gd name="T16" fmla="*/ 14 w 65"/>
                <a:gd name="T17" fmla="*/ 29 h 65"/>
                <a:gd name="T18" fmla="*/ 7 w 65"/>
                <a:gd name="T19" fmla="*/ 0 h 65"/>
                <a:gd name="T20" fmla="*/ 0 w 65"/>
                <a:gd name="T21" fmla="*/ 0 h 65"/>
                <a:gd name="T22" fmla="*/ 0 w 65"/>
                <a:gd name="T23" fmla="*/ 0 h 65"/>
                <a:gd name="T24" fmla="*/ 0 w 65"/>
                <a:gd name="T25" fmla="*/ 0 h 65"/>
                <a:gd name="T26" fmla="*/ 0 w 65"/>
                <a:gd name="T27" fmla="*/ 0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5" h="65">
                  <a:moveTo>
                    <a:pt x="0" y="0"/>
                  </a:moveTo>
                  <a:lnTo>
                    <a:pt x="7" y="29"/>
                  </a:lnTo>
                  <a:lnTo>
                    <a:pt x="22" y="43"/>
                  </a:lnTo>
                  <a:lnTo>
                    <a:pt x="43" y="58"/>
                  </a:lnTo>
                  <a:lnTo>
                    <a:pt x="65" y="65"/>
                  </a:lnTo>
                  <a:lnTo>
                    <a:pt x="43" y="58"/>
                  </a:lnTo>
                  <a:lnTo>
                    <a:pt x="22" y="43"/>
                  </a:lnTo>
                  <a:lnTo>
                    <a:pt x="14" y="29"/>
                  </a:lnTo>
                  <a:lnTo>
                    <a:pt x="7"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53" name="Freeform 50">
              <a:extLst>
                <a:ext uri="{FF2B5EF4-FFF2-40B4-BE49-F238E27FC236}">
                  <a16:creationId xmlns:a16="http://schemas.microsoft.com/office/drawing/2014/main" id="{73ED5233-E55D-4D72-882F-11D0C68A62A8}"/>
                </a:ext>
              </a:extLst>
            </p:cNvPr>
            <p:cNvSpPr>
              <a:spLocks/>
            </p:cNvSpPr>
            <p:nvPr/>
          </p:nvSpPr>
          <p:spPr bwMode="auto">
            <a:xfrm>
              <a:off x="2409" y="931"/>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54" name="Freeform 51">
              <a:extLst>
                <a:ext uri="{FF2B5EF4-FFF2-40B4-BE49-F238E27FC236}">
                  <a16:creationId xmlns:a16="http://schemas.microsoft.com/office/drawing/2014/main" id="{13D52007-2035-4F95-9F06-0AD672F1AF87}"/>
                </a:ext>
              </a:extLst>
            </p:cNvPr>
            <p:cNvSpPr>
              <a:spLocks/>
            </p:cNvSpPr>
            <p:nvPr/>
          </p:nvSpPr>
          <p:spPr bwMode="auto">
            <a:xfrm>
              <a:off x="2344" y="2831"/>
              <a:ext cx="115" cy="129"/>
            </a:xfrm>
            <a:custGeom>
              <a:avLst/>
              <a:gdLst>
                <a:gd name="T0" fmla="*/ 57 w 115"/>
                <a:gd name="T1" fmla="*/ 129 h 129"/>
                <a:gd name="T2" fmla="*/ 79 w 115"/>
                <a:gd name="T3" fmla="*/ 122 h 129"/>
                <a:gd name="T4" fmla="*/ 101 w 115"/>
                <a:gd name="T5" fmla="*/ 108 h 129"/>
                <a:gd name="T6" fmla="*/ 108 w 115"/>
                <a:gd name="T7" fmla="*/ 93 h 129"/>
                <a:gd name="T8" fmla="*/ 115 w 115"/>
                <a:gd name="T9" fmla="*/ 65 h 129"/>
                <a:gd name="T10" fmla="*/ 108 w 115"/>
                <a:gd name="T11" fmla="*/ 43 h 129"/>
                <a:gd name="T12" fmla="*/ 101 w 115"/>
                <a:gd name="T13" fmla="*/ 22 h 129"/>
                <a:gd name="T14" fmla="*/ 79 w 115"/>
                <a:gd name="T15" fmla="*/ 7 h 129"/>
                <a:gd name="T16" fmla="*/ 57 w 115"/>
                <a:gd name="T17" fmla="*/ 0 h 129"/>
                <a:gd name="T18" fmla="*/ 36 w 115"/>
                <a:gd name="T19" fmla="*/ 7 h 129"/>
                <a:gd name="T20" fmla="*/ 14 w 115"/>
                <a:gd name="T21" fmla="*/ 22 h 129"/>
                <a:gd name="T22" fmla="*/ 7 w 115"/>
                <a:gd name="T23" fmla="*/ 43 h 129"/>
                <a:gd name="T24" fmla="*/ 0 w 115"/>
                <a:gd name="T25" fmla="*/ 65 h 129"/>
                <a:gd name="T26" fmla="*/ 7 w 115"/>
                <a:gd name="T27" fmla="*/ 93 h 129"/>
                <a:gd name="T28" fmla="*/ 14 w 115"/>
                <a:gd name="T29" fmla="*/ 108 h 129"/>
                <a:gd name="T30" fmla="*/ 36 w 115"/>
                <a:gd name="T31" fmla="*/ 122 h 129"/>
                <a:gd name="T32" fmla="*/ 57 w 115"/>
                <a:gd name="T33" fmla="*/ 129 h 129"/>
                <a:gd name="T34" fmla="*/ 57 w 115"/>
                <a:gd name="T35" fmla="*/ 129 h 1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5" h="129">
                  <a:moveTo>
                    <a:pt x="57" y="129"/>
                  </a:moveTo>
                  <a:lnTo>
                    <a:pt x="79" y="122"/>
                  </a:lnTo>
                  <a:lnTo>
                    <a:pt x="101" y="108"/>
                  </a:lnTo>
                  <a:lnTo>
                    <a:pt x="108" y="93"/>
                  </a:lnTo>
                  <a:lnTo>
                    <a:pt x="115" y="65"/>
                  </a:lnTo>
                  <a:lnTo>
                    <a:pt x="108" y="43"/>
                  </a:lnTo>
                  <a:lnTo>
                    <a:pt x="101" y="22"/>
                  </a:lnTo>
                  <a:lnTo>
                    <a:pt x="79" y="7"/>
                  </a:lnTo>
                  <a:lnTo>
                    <a:pt x="57" y="0"/>
                  </a:lnTo>
                  <a:lnTo>
                    <a:pt x="36" y="7"/>
                  </a:lnTo>
                  <a:lnTo>
                    <a:pt x="14" y="22"/>
                  </a:lnTo>
                  <a:lnTo>
                    <a:pt x="7" y="43"/>
                  </a:lnTo>
                  <a:lnTo>
                    <a:pt x="0" y="65"/>
                  </a:lnTo>
                  <a:lnTo>
                    <a:pt x="7" y="93"/>
                  </a:lnTo>
                  <a:lnTo>
                    <a:pt x="14" y="108"/>
                  </a:lnTo>
                  <a:lnTo>
                    <a:pt x="36" y="122"/>
                  </a:lnTo>
                  <a:lnTo>
                    <a:pt x="57" y="129"/>
                  </a:lnTo>
                  <a:close/>
                </a:path>
              </a:pathLst>
            </a:custGeom>
            <a:solidFill>
              <a:srgbClr val="FFFFFF"/>
            </a:solidFill>
            <a:ln w="9525">
              <a:solidFill>
                <a:schemeClr val="tx1"/>
              </a:solidFill>
              <a:round/>
              <a:headEnd/>
              <a:tailEnd/>
            </a:ln>
          </p:spPr>
          <p:txBody>
            <a:bodyPr/>
            <a:lstStyle/>
            <a:p>
              <a:endParaRPr lang="zh-CN" altLang="en-US"/>
            </a:p>
          </p:txBody>
        </p:sp>
        <p:sp>
          <p:nvSpPr>
            <p:cNvPr id="48155" name="Freeform 52">
              <a:extLst>
                <a:ext uri="{FF2B5EF4-FFF2-40B4-BE49-F238E27FC236}">
                  <a16:creationId xmlns:a16="http://schemas.microsoft.com/office/drawing/2014/main" id="{AB615DC8-640F-42F8-9A12-1A4252B2A928}"/>
                </a:ext>
              </a:extLst>
            </p:cNvPr>
            <p:cNvSpPr>
              <a:spLocks/>
            </p:cNvSpPr>
            <p:nvPr/>
          </p:nvSpPr>
          <p:spPr bwMode="auto">
            <a:xfrm>
              <a:off x="2401" y="2896"/>
              <a:ext cx="58" cy="64"/>
            </a:xfrm>
            <a:custGeom>
              <a:avLst/>
              <a:gdLst>
                <a:gd name="T0" fmla="*/ 0 w 58"/>
                <a:gd name="T1" fmla="*/ 64 h 64"/>
                <a:gd name="T2" fmla="*/ 22 w 58"/>
                <a:gd name="T3" fmla="*/ 57 h 64"/>
                <a:gd name="T4" fmla="*/ 44 w 58"/>
                <a:gd name="T5" fmla="*/ 43 h 64"/>
                <a:gd name="T6" fmla="*/ 51 w 58"/>
                <a:gd name="T7" fmla="*/ 28 h 64"/>
                <a:gd name="T8" fmla="*/ 58 w 58"/>
                <a:gd name="T9" fmla="*/ 0 h 64"/>
                <a:gd name="T10" fmla="*/ 58 w 58"/>
                <a:gd name="T11" fmla="*/ 0 h 64"/>
                <a:gd name="T12" fmla="*/ 51 w 58"/>
                <a:gd name="T13" fmla="*/ 28 h 64"/>
                <a:gd name="T14" fmla="*/ 44 w 58"/>
                <a:gd name="T15" fmla="*/ 43 h 64"/>
                <a:gd name="T16" fmla="*/ 22 w 58"/>
                <a:gd name="T17" fmla="*/ 57 h 64"/>
                <a:gd name="T18" fmla="*/ 0 w 58"/>
                <a:gd name="T19" fmla="*/ 64 h 64"/>
                <a:gd name="T20" fmla="*/ 0 w 58"/>
                <a:gd name="T21" fmla="*/ 64 h 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8" h="64">
                  <a:moveTo>
                    <a:pt x="0" y="64"/>
                  </a:moveTo>
                  <a:lnTo>
                    <a:pt x="22" y="57"/>
                  </a:lnTo>
                  <a:lnTo>
                    <a:pt x="44" y="43"/>
                  </a:lnTo>
                  <a:lnTo>
                    <a:pt x="51" y="28"/>
                  </a:lnTo>
                  <a:lnTo>
                    <a:pt x="58" y="0"/>
                  </a:lnTo>
                  <a:lnTo>
                    <a:pt x="51" y="28"/>
                  </a:lnTo>
                  <a:lnTo>
                    <a:pt x="44" y="43"/>
                  </a:lnTo>
                  <a:lnTo>
                    <a:pt x="22" y="57"/>
                  </a:lnTo>
                  <a:lnTo>
                    <a:pt x="0" y="64"/>
                  </a:lnTo>
                  <a:close/>
                </a:path>
              </a:pathLst>
            </a:custGeom>
            <a:solidFill>
              <a:srgbClr val="000000"/>
            </a:solidFill>
            <a:ln w="9525">
              <a:solidFill>
                <a:schemeClr val="tx1"/>
              </a:solidFill>
              <a:round/>
              <a:headEnd/>
              <a:tailEnd/>
            </a:ln>
          </p:spPr>
          <p:txBody>
            <a:bodyPr/>
            <a:lstStyle/>
            <a:p>
              <a:endParaRPr lang="zh-CN" altLang="en-US"/>
            </a:p>
          </p:txBody>
        </p:sp>
        <p:sp>
          <p:nvSpPr>
            <p:cNvPr id="48156" name="Freeform 53">
              <a:extLst>
                <a:ext uri="{FF2B5EF4-FFF2-40B4-BE49-F238E27FC236}">
                  <a16:creationId xmlns:a16="http://schemas.microsoft.com/office/drawing/2014/main" id="{9B869EF4-ABA0-4BC0-BE77-33D9AE20B3F2}"/>
                </a:ext>
              </a:extLst>
            </p:cNvPr>
            <p:cNvSpPr>
              <a:spLocks noEditPoints="1"/>
            </p:cNvSpPr>
            <p:nvPr/>
          </p:nvSpPr>
          <p:spPr bwMode="auto">
            <a:xfrm>
              <a:off x="2401" y="2831"/>
              <a:ext cx="58" cy="65"/>
            </a:xfrm>
            <a:custGeom>
              <a:avLst/>
              <a:gdLst>
                <a:gd name="T0" fmla="*/ 58 w 58"/>
                <a:gd name="T1" fmla="*/ 65 h 65"/>
                <a:gd name="T2" fmla="*/ 51 w 58"/>
                <a:gd name="T3" fmla="*/ 43 h 65"/>
                <a:gd name="T4" fmla="*/ 44 w 58"/>
                <a:gd name="T5" fmla="*/ 22 h 65"/>
                <a:gd name="T6" fmla="*/ 22 w 58"/>
                <a:gd name="T7" fmla="*/ 7 h 65"/>
                <a:gd name="T8" fmla="*/ 0 w 58"/>
                <a:gd name="T9" fmla="*/ 0 h 65"/>
                <a:gd name="T10" fmla="*/ 0 w 58"/>
                <a:gd name="T11" fmla="*/ 0 h 65"/>
                <a:gd name="T12" fmla="*/ 22 w 58"/>
                <a:gd name="T13" fmla="*/ 7 h 65"/>
                <a:gd name="T14" fmla="*/ 44 w 58"/>
                <a:gd name="T15" fmla="*/ 22 h 65"/>
                <a:gd name="T16" fmla="*/ 51 w 58"/>
                <a:gd name="T17" fmla="*/ 43 h 65"/>
                <a:gd name="T18" fmla="*/ 58 w 58"/>
                <a:gd name="T19" fmla="*/ 65 h 65"/>
                <a:gd name="T20" fmla="*/ 58 w 58"/>
                <a:gd name="T21" fmla="*/ 65 h 65"/>
                <a:gd name="T22" fmla="*/ 58 w 58"/>
                <a:gd name="T23" fmla="*/ 65 h 65"/>
                <a:gd name="T24" fmla="*/ 58 w 58"/>
                <a:gd name="T25" fmla="*/ 65 h 65"/>
                <a:gd name="T26" fmla="*/ 58 w 58"/>
                <a:gd name="T27" fmla="*/ 65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8" h="65">
                  <a:moveTo>
                    <a:pt x="58" y="65"/>
                  </a:moveTo>
                  <a:lnTo>
                    <a:pt x="51" y="43"/>
                  </a:lnTo>
                  <a:lnTo>
                    <a:pt x="44" y="22"/>
                  </a:lnTo>
                  <a:lnTo>
                    <a:pt x="22" y="7"/>
                  </a:lnTo>
                  <a:lnTo>
                    <a:pt x="0" y="0"/>
                  </a:lnTo>
                  <a:lnTo>
                    <a:pt x="22" y="7"/>
                  </a:lnTo>
                  <a:lnTo>
                    <a:pt x="44" y="22"/>
                  </a:lnTo>
                  <a:lnTo>
                    <a:pt x="51" y="43"/>
                  </a:lnTo>
                  <a:lnTo>
                    <a:pt x="58" y="65"/>
                  </a:lnTo>
                  <a:close/>
                  <a:moveTo>
                    <a:pt x="58" y="65"/>
                  </a:moveTo>
                  <a:lnTo>
                    <a:pt x="58" y="65"/>
                  </a:lnTo>
                  <a:close/>
                </a:path>
              </a:pathLst>
            </a:custGeom>
            <a:solidFill>
              <a:srgbClr val="000000"/>
            </a:solidFill>
            <a:ln w="9525">
              <a:solidFill>
                <a:schemeClr val="tx1"/>
              </a:solidFill>
              <a:round/>
              <a:headEnd/>
              <a:tailEnd/>
            </a:ln>
          </p:spPr>
          <p:txBody>
            <a:bodyPr/>
            <a:lstStyle/>
            <a:p>
              <a:endParaRPr lang="zh-CN" altLang="en-US"/>
            </a:p>
          </p:txBody>
        </p:sp>
        <p:sp>
          <p:nvSpPr>
            <p:cNvPr id="48157" name="Freeform 54">
              <a:extLst>
                <a:ext uri="{FF2B5EF4-FFF2-40B4-BE49-F238E27FC236}">
                  <a16:creationId xmlns:a16="http://schemas.microsoft.com/office/drawing/2014/main" id="{699DF6F3-ED51-4BBA-AD03-E9CFDC2BA4A3}"/>
                </a:ext>
              </a:extLst>
            </p:cNvPr>
            <p:cNvSpPr>
              <a:spLocks noEditPoints="1"/>
            </p:cNvSpPr>
            <p:nvPr/>
          </p:nvSpPr>
          <p:spPr bwMode="auto">
            <a:xfrm>
              <a:off x="2344" y="2831"/>
              <a:ext cx="57" cy="65"/>
            </a:xfrm>
            <a:custGeom>
              <a:avLst/>
              <a:gdLst>
                <a:gd name="T0" fmla="*/ 57 w 57"/>
                <a:gd name="T1" fmla="*/ 0 h 65"/>
                <a:gd name="T2" fmla="*/ 36 w 57"/>
                <a:gd name="T3" fmla="*/ 7 h 65"/>
                <a:gd name="T4" fmla="*/ 14 w 57"/>
                <a:gd name="T5" fmla="*/ 22 h 65"/>
                <a:gd name="T6" fmla="*/ 7 w 57"/>
                <a:gd name="T7" fmla="*/ 43 h 65"/>
                <a:gd name="T8" fmla="*/ 0 w 57"/>
                <a:gd name="T9" fmla="*/ 65 h 65"/>
                <a:gd name="T10" fmla="*/ 0 w 57"/>
                <a:gd name="T11" fmla="*/ 65 h 65"/>
                <a:gd name="T12" fmla="*/ 7 w 57"/>
                <a:gd name="T13" fmla="*/ 43 h 65"/>
                <a:gd name="T14" fmla="*/ 14 w 57"/>
                <a:gd name="T15" fmla="*/ 22 h 65"/>
                <a:gd name="T16" fmla="*/ 36 w 57"/>
                <a:gd name="T17" fmla="*/ 7 h 65"/>
                <a:gd name="T18" fmla="*/ 57 w 57"/>
                <a:gd name="T19" fmla="*/ 0 h 65"/>
                <a:gd name="T20" fmla="*/ 57 w 57"/>
                <a:gd name="T21" fmla="*/ 0 h 65"/>
                <a:gd name="T22" fmla="*/ 57 w 57"/>
                <a:gd name="T23" fmla="*/ 0 h 65"/>
                <a:gd name="T24" fmla="*/ 57 w 57"/>
                <a:gd name="T25" fmla="*/ 0 h 65"/>
                <a:gd name="T26" fmla="*/ 57 w 57"/>
                <a:gd name="T27" fmla="*/ 0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7" h="65">
                  <a:moveTo>
                    <a:pt x="57" y="0"/>
                  </a:moveTo>
                  <a:lnTo>
                    <a:pt x="36" y="7"/>
                  </a:lnTo>
                  <a:lnTo>
                    <a:pt x="14" y="22"/>
                  </a:lnTo>
                  <a:lnTo>
                    <a:pt x="7" y="43"/>
                  </a:lnTo>
                  <a:lnTo>
                    <a:pt x="0" y="65"/>
                  </a:lnTo>
                  <a:lnTo>
                    <a:pt x="7" y="43"/>
                  </a:lnTo>
                  <a:lnTo>
                    <a:pt x="14" y="22"/>
                  </a:lnTo>
                  <a:lnTo>
                    <a:pt x="36" y="7"/>
                  </a:lnTo>
                  <a:lnTo>
                    <a:pt x="57" y="0"/>
                  </a:lnTo>
                  <a:close/>
                  <a:moveTo>
                    <a:pt x="57" y="0"/>
                  </a:moveTo>
                  <a:lnTo>
                    <a:pt x="57" y="0"/>
                  </a:lnTo>
                  <a:close/>
                </a:path>
              </a:pathLst>
            </a:custGeom>
            <a:solidFill>
              <a:srgbClr val="000000"/>
            </a:solidFill>
            <a:ln w="9525">
              <a:solidFill>
                <a:schemeClr val="tx1"/>
              </a:solidFill>
              <a:round/>
              <a:headEnd/>
              <a:tailEnd/>
            </a:ln>
          </p:spPr>
          <p:txBody>
            <a:bodyPr/>
            <a:lstStyle/>
            <a:p>
              <a:endParaRPr lang="zh-CN" altLang="en-US"/>
            </a:p>
          </p:txBody>
        </p:sp>
        <p:sp>
          <p:nvSpPr>
            <p:cNvPr id="48158" name="Freeform 55">
              <a:extLst>
                <a:ext uri="{FF2B5EF4-FFF2-40B4-BE49-F238E27FC236}">
                  <a16:creationId xmlns:a16="http://schemas.microsoft.com/office/drawing/2014/main" id="{01DAA523-7813-450C-B845-2470A0045288}"/>
                </a:ext>
              </a:extLst>
            </p:cNvPr>
            <p:cNvSpPr>
              <a:spLocks noEditPoints="1"/>
            </p:cNvSpPr>
            <p:nvPr/>
          </p:nvSpPr>
          <p:spPr bwMode="auto">
            <a:xfrm>
              <a:off x="2344" y="2896"/>
              <a:ext cx="57" cy="64"/>
            </a:xfrm>
            <a:custGeom>
              <a:avLst/>
              <a:gdLst>
                <a:gd name="T0" fmla="*/ 0 w 57"/>
                <a:gd name="T1" fmla="*/ 0 h 64"/>
                <a:gd name="T2" fmla="*/ 7 w 57"/>
                <a:gd name="T3" fmla="*/ 28 h 64"/>
                <a:gd name="T4" fmla="*/ 14 w 57"/>
                <a:gd name="T5" fmla="*/ 43 h 64"/>
                <a:gd name="T6" fmla="*/ 36 w 57"/>
                <a:gd name="T7" fmla="*/ 57 h 64"/>
                <a:gd name="T8" fmla="*/ 57 w 57"/>
                <a:gd name="T9" fmla="*/ 64 h 64"/>
                <a:gd name="T10" fmla="*/ 57 w 57"/>
                <a:gd name="T11" fmla="*/ 64 h 64"/>
                <a:gd name="T12" fmla="*/ 36 w 57"/>
                <a:gd name="T13" fmla="*/ 57 h 64"/>
                <a:gd name="T14" fmla="*/ 14 w 57"/>
                <a:gd name="T15" fmla="*/ 43 h 64"/>
                <a:gd name="T16" fmla="*/ 7 w 57"/>
                <a:gd name="T17" fmla="*/ 28 h 64"/>
                <a:gd name="T18" fmla="*/ 0 w 57"/>
                <a:gd name="T19" fmla="*/ 0 h 64"/>
                <a:gd name="T20" fmla="*/ 0 w 57"/>
                <a:gd name="T21" fmla="*/ 0 h 64"/>
                <a:gd name="T22" fmla="*/ 0 w 57"/>
                <a:gd name="T23" fmla="*/ 0 h 64"/>
                <a:gd name="T24" fmla="*/ 0 w 57"/>
                <a:gd name="T25" fmla="*/ 0 h 64"/>
                <a:gd name="T26" fmla="*/ 0 w 57"/>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7" h="64">
                  <a:moveTo>
                    <a:pt x="0" y="0"/>
                  </a:moveTo>
                  <a:lnTo>
                    <a:pt x="7" y="28"/>
                  </a:lnTo>
                  <a:lnTo>
                    <a:pt x="14" y="43"/>
                  </a:lnTo>
                  <a:lnTo>
                    <a:pt x="36" y="57"/>
                  </a:lnTo>
                  <a:lnTo>
                    <a:pt x="57" y="64"/>
                  </a:lnTo>
                  <a:lnTo>
                    <a:pt x="36" y="57"/>
                  </a:lnTo>
                  <a:lnTo>
                    <a:pt x="14" y="43"/>
                  </a:lnTo>
                  <a:lnTo>
                    <a:pt x="7" y="2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59" name="Freeform 56">
              <a:extLst>
                <a:ext uri="{FF2B5EF4-FFF2-40B4-BE49-F238E27FC236}">
                  <a16:creationId xmlns:a16="http://schemas.microsoft.com/office/drawing/2014/main" id="{5787D978-F017-4C5A-A308-C3B3943AA6A8}"/>
                </a:ext>
              </a:extLst>
            </p:cNvPr>
            <p:cNvSpPr>
              <a:spLocks/>
            </p:cNvSpPr>
            <p:nvPr/>
          </p:nvSpPr>
          <p:spPr bwMode="auto">
            <a:xfrm>
              <a:off x="2401" y="2960"/>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60" name="Freeform 57">
              <a:extLst>
                <a:ext uri="{FF2B5EF4-FFF2-40B4-BE49-F238E27FC236}">
                  <a16:creationId xmlns:a16="http://schemas.microsoft.com/office/drawing/2014/main" id="{0973FA96-D788-4E1B-9398-D0C50A34779B}"/>
                </a:ext>
              </a:extLst>
            </p:cNvPr>
            <p:cNvSpPr>
              <a:spLocks/>
            </p:cNvSpPr>
            <p:nvPr/>
          </p:nvSpPr>
          <p:spPr bwMode="auto">
            <a:xfrm>
              <a:off x="1030" y="1820"/>
              <a:ext cx="101" cy="122"/>
            </a:xfrm>
            <a:custGeom>
              <a:avLst/>
              <a:gdLst>
                <a:gd name="T0" fmla="*/ 0 w 101"/>
                <a:gd name="T1" fmla="*/ 14 h 122"/>
                <a:gd name="T2" fmla="*/ 14 w 101"/>
                <a:gd name="T3" fmla="*/ 14 h 122"/>
                <a:gd name="T4" fmla="*/ 22 w 101"/>
                <a:gd name="T5" fmla="*/ 36 h 122"/>
                <a:gd name="T6" fmla="*/ 29 w 101"/>
                <a:gd name="T7" fmla="*/ 50 h 122"/>
                <a:gd name="T8" fmla="*/ 29 w 101"/>
                <a:gd name="T9" fmla="*/ 72 h 122"/>
                <a:gd name="T10" fmla="*/ 29 w 101"/>
                <a:gd name="T11" fmla="*/ 93 h 122"/>
                <a:gd name="T12" fmla="*/ 29 w 101"/>
                <a:gd name="T13" fmla="*/ 108 h 122"/>
                <a:gd name="T14" fmla="*/ 29 w 101"/>
                <a:gd name="T15" fmla="*/ 115 h 122"/>
                <a:gd name="T16" fmla="*/ 29 w 101"/>
                <a:gd name="T17" fmla="*/ 122 h 122"/>
                <a:gd name="T18" fmla="*/ 43 w 101"/>
                <a:gd name="T19" fmla="*/ 115 h 122"/>
                <a:gd name="T20" fmla="*/ 57 w 101"/>
                <a:gd name="T21" fmla="*/ 93 h 122"/>
                <a:gd name="T22" fmla="*/ 65 w 101"/>
                <a:gd name="T23" fmla="*/ 79 h 122"/>
                <a:gd name="T24" fmla="*/ 79 w 101"/>
                <a:gd name="T25" fmla="*/ 65 h 122"/>
                <a:gd name="T26" fmla="*/ 93 w 101"/>
                <a:gd name="T27" fmla="*/ 36 h 122"/>
                <a:gd name="T28" fmla="*/ 101 w 101"/>
                <a:gd name="T29" fmla="*/ 14 h 122"/>
                <a:gd name="T30" fmla="*/ 93 w 101"/>
                <a:gd name="T31" fmla="*/ 7 h 122"/>
                <a:gd name="T32" fmla="*/ 86 w 101"/>
                <a:gd name="T33" fmla="*/ 0 h 122"/>
                <a:gd name="T34" fmla="*/ 79 w 101"/>
                <a:gd name="T35" fmla="*/ 7 h 122"/>
                <a:gd name="T36" fmla="*/ 79 w 101"/>
                <a:gd name="T37" fmla="*/ 7 h 122"/>
                <a:gd name="T38" fmla="*/ 86 w 101"/>
                <a:gd name="T39" fmla="*/ 22 h 122"/>
                <a:gd name="T40" fmla="*/ 86 w 101"/>
                <a:gd name="T41" fmla="*/ 29 h 122"/>
                <a:gd name="T42" fmla="*/ 79 w 101"/>
                <a:gd name="T43" fmla="*/ 57 h 122"/>
                <a:gd name="T44" fmla="*/ 57 w 101"/>
                <a:gd name="T45" fmla="*/ 86 h 122"/>
                <a:gd name="T46" fmla="*/ 50 w 101"/>
                <a:gd name="T47" fmla="*/ 93 h 122"/>
                <a:gd name="T48" fmla="*/ 43 w 101"/>
                <a:gd name="T49" fmla="*/ 50 h 122"/>
                <a:gd name="T50" fmla="*/ 36 w 101"/>
                <a:gd name="T51" fmla="*/ 7 h 122"/>
                <a:gd name="T52" fmla="*/ 36 w 101"/>
                <a:gd name="T53" fmla="*/ 0 h 122"/>
                <a:gd name="T54" fmla="*/ 29 w 101"/>
                <a:gd name="T55" fmla="*/ 0 h 122"/>
                <a:gd name="T56" fmla="*/ 22 w 101"/>
                <a:gd name="T57" fmla="*/ 7 h 122"/>
                <a:gd name="T58" fmla="*/ 0 w 101"/>
                <a:gd name="T59" fmla="*/ 7 h 122"/>
                <a:gd name="T60" fmla="*/ 0 w 101"/>
                <a:gd name="T61" fmla="*/ 14 h 12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101" h="122">
                  <a:moveTo>
                    <a:pt x="0" y="14"/>
                  </a:moveTo>
                  <a:lnTo>
                    <a:pt x="14" y="14"/>
                  </a:lnTo>
                  <a:lnTo>
                    <a:pt x="22" y="36"/>
                  </a:lnTo>
                  <a:lnTo>
                    <a:pt x="29" y="50"/>
                  </a:lnTo>
                  <a:lnTo>
                    <a:pt x="29" y="72"/>
                  </a:lnTo>
                  <a:lnTo>
                    <a:pt x="29" y="93"/>
                  </a:lnTo>
                  <a:lnTo>
                    <a:pt x="29" y="108"/>
                  </a:lnTo>
                  <a:lnTo>
                    <a:pt x="29" y="115"/>
                  </a:lnTo>
                  <a:lnTo>
                    <a:pt x="29" y="122"/>
                  </a:lnTo>
                  <a:lnTo>
                    <a:pt x="43" y="115"/>
                  </a:lnTo>
                  <a:lnTo>
                    <a:pt x="57" y="93"/>
                  </a:lnTo>
                  <a:lnTo>
                    <a:pt x="65" y="79"/>
                  </a:lnTo>
                  <a:lnTo>
                    <a:pt x="79" y="65"/>
                  </a:lnTo>
                  <a:lnTo>
                    <a:pt x="93" y="36"/>
                  </a:lnTo>
                  <a:lnTo>
                    <a:pt x="101" y="14"/>
                  </a:lnTo>
                  <a:lnTo>
                    <a:pt x="93" y="7"/>
                  </a:lnTo>
                  <a:lnTo>
                    <a:pt x="86" y="0"/>
                  </a:lnTo>
                  <a:lnTo>
                    <a:pt x="79" y="7"/>
                  </a:lnTo>
                  <a:lnTo>
                    <a:pt x="86" y="22"/>
                  </a:lnTo>
                  <a:lnTo>
                    <a:pt x="86" y="29"/>
                  </a:lnTo>
                  <a:lnTo>
                    <a:pt x="79" y="57"/>
                  </a:lnTo>
                  <a:lnTo>
                    <a:pt x="57" y="86"/>
                  </a:lnTo>
                  <a:lnTo>
                    <a:pt x="50" y="93"/>
                  </a:lnTo>
                  <a:lnTo>
                    <a:pt x="43" y="50"/>
                  </a:lnTo>
                  <a:lnTo>
                    <a:pt x="36" y="7"/>
                  </a:lnTo>
                  <a:lnTo>
                    <a:pt x="36" y="0"/>
                  </a:lnTo>
                  <a:lnTo>
                    <a:pt x="29" y="0"/>
                  </a:lnTo>
                  <a:lnTo>
                    <a:pt x="22" y="7"/>
                  </a:lnTo>
                  <a:lnTo>
                    <a:pt x="0" y="7"/>
                  </a:lnTo>
                  <a:lnTo>
                    <a:pt x="0" y="14"/>
                  </a:lnTo>
                  <a:close/>
                </a:path>
              </a:pathLst>
            </a:custGeom>
            <a:solidFill>
              <a:srgbClr val="000000"/>
            </a:solidFill>
            <a:ln w="9525">
              <a:solidFill>
                <a:schemeClr val="tx1"/>
              </a:solidFill>
              <a:round/>
              <a:headEnd/>
              <a:tailEnd/>
            </a:ln>
          </p:spPr>
          <p:txBody>
            <a:bodyPr/>
            <a:lstStyle/>
            <a:p>
              <a:endParaRPr lang="zh-CN" altLang="en-US"/>
            </a:p>
          </p:txBody>
        </p:sp>
        <p:sp>
          <p:nvSpPr>
            <p:cNvPr id="48161" name="Freeform 58">
              <a:extLst>
                <a:ext uri="{FF2B5EF4-FFF2-40B4-BE49-F238E27FC236}">
                  <a16:creationId xmlns:a16="http://schemas.microsoft.com/office/drawing/2014/main" id="{98D9F4D8-A7C1-4207-BC63-F563CCDBF1A0}"/>
                </a:ext>
              </a:extLst>
            </p:cNvPr>
            <p:cNvSpPr>
              <a:spLocks/>
            </p:cNvSpPr>
            <p:nvPr/>
          </p:nvSpPr>
          <p:spPr bwMode="auto">
            <a:xfrm>
              <a:off x="1281" y="1569"/>
              <a:ext cx="575" cy="617"/>
            </a:xfrm>
            <a:custGeom>
              <a:avLst/>
              <a:gdLst>
                <a:gd name="T0" fmla="*/ 575 w 575"/>
                <a:gd name="T1" fmla="*/ 308 h 617"/>
                <a:gd name="T2" fmla="*/ 288 w 575"/>
                <a:gd name="T3" fmla="*/ 0 h 617"/>
                <a:gd name="T4" fmla="*/ 0 w 575"/>
                <a:gd name="T5" fmla="*/ 308 h 617"/>
                <a:gd name="T6" fmla="*/ 288 w 575"/>
                <a:gd name="T7" fmla="*/ 617 h 617"/>
                <a:gd name="T8" fmla="*/ 575 w 575"/>
                <a:gd name="T9" fmla="*/ 308 h 617"/>
                <a:gd name="T10" fmla="*/ 575 w 575"/>
                <a:gd name="T11" fmla="*/ 308 h 6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5" h="617">
                  <a:moveTo>
                    <a:pt x="575" y="308"/>
                  </a:moveTo>
                  <a:lnTo>
                    <a:pt x="288" y="0"/>
                  </a:lnTo>
                  <a:lnTo>
                    <a:pt x="0" y="308"/>
                  </a:lnTo>
                  <a:lnTo>
                    <a:pt x="288" y="617"/>
                  </a:lnTo>
                  <a:lnTo>
                    <a:pt x="575" y="308"/>
                  </a:lnTo>
                  <a:close/>
                </a:path>
              </a:pathLst>
            </a:custGeom>
            <a:solidFill>
              <a:srgbClr val="FFCC66"/>
            </a:solidFill>
            <a:ln w="9525">
              <a:solidFill>
                <a:schemeClr val="tx1"/>
              </a:solidFill>
              <a:round/>
              <a:headEnd/>
              <a:tailEnd/>
            </a:ln>
          </p:spPr>
          <p:txBody>
            <a:bodyPr/>
            <a:lstStyle/>
            <a:p>
              <a:endParaRPr lang="zh-CN" altLang="en-US"/>
            </a:p>
          </p:txBody>
        </p:sp>
        <p:sp>
          <p:nvSpPr>
            <p:cNvPr id="48162" name="Freeform 59">
              <a:extLst>
                <a:ext uri="{FF2B5EF4-FFF2-40B4-BE49-F238E27FC236}">
                  <a16:creationId xmlns:a16="http://schemas.microsoft.com/office/drawing/2014/main" id="{ACE4C3AD-C730-42B6-AF37-19401BD54078}"/>
                </a:ext>
              </a:extLst>
            </p:cNvPr>
            <p:cNvSpPr>
              <a:spLocks/>
            </p:cNvSpPr>
            <p:nvPr/>
          </p:nvSpPr>
          <p:spPr bwMode="auto">
            <a:xfrm>
              <a:off x="1569" y="1569"/>
              <a:ext cx="287" cy="308"/>
            </a:xfrm>
            <a:custGeom>
              <a:avLst/>
              <a:gdLst>
                <a:gd name="T0" fmla="*/ 287 w 287"/>
                <a:gd name="T1" fmla="*/ 308 h 308"/>
                <a:gd name="T2" fmla="*/ 0 w 287"/>
                <a:gd name="T3" fmla="*/ 0 h 308"/>
                <a:gd name="T4" fmla="*/ 287 w 287"/>
                <a:gd name="T5" fmla="*/ 308 h 308"/>
                <a:gd name="T6" fmla="*/ 287 w 287"/>
                <a:gd name="T7" fmla="*/ 308 h 3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7" h="308">
                  <a:moveTo>
                    <a:pt x="287" y="308"/>
                  </a:moveTo>
                  <a:lnTo>
                    <a:pt x="0" y="0"/>
                  </a:lnTo>
                  <a:lnTo>
                    <a:pt x="287" y="308"/>
                  </a:lnTo>
                  <a:close/>
                </a:path>
              </a:pathLst>
            </a:custGeom>
            <a:solidFill>
              <a:srgbClr val="000000"/>
            </a:solidFill>
            <a:ln w="9525">
              <a:solidFill>
                <a:schemeClr val="tx1"/>
              </a:solidFill>
              <a:round/>
              <a:headEnd/>
              <a:tailEnd/>
            </a:ln>
          </p:spPr>
          <p:txBody>
            <a:bodyPr/>
            <a:lstStyle/>
            <a:p>
              <a:endParaRPr lang="zh-CN" altLang="en-US"/>
            </a:p>
          </p:txBody>
        </p:sp>
        <p:sp>
          <p:nvSpPr>
            <p:cNvPr id="48163" name="Freeform 60">
              <a:extLst>
                <a:ext uri="{FF2B5EF4-FFF2-40B4-BE49-F238E27FC236}">
                  <a16:creationId xmlns:a16="http://schemas.microsoft.com/office/drawing/2014/main" id="{47F203DE-96AB-4B87-A3A9-E10342BB5D1F}"/>
                </a:ext>
              </a:extLst>
            </p:cNvPr>
            <p:cNvSpPr>
              <a:spLocks noEditPoints="1"/>
            </p:cNvSpPr>
            <p:nvPr/>
          </p:nvSpPr>
          <p:spPr bwMode="auto">
            <a:xfrm>
              <a:off x="1281" y="1569"/>
              <a:ext cx="288" cy="308"/>
            </a:xfrm>
            <a:custGeom>
              <a:avLst/>
              <a:gdLst>
                <a:gd name="T0" fmla="*/ 288 w 288"/>
                <a:gd name="T1" fmla="*/ 0 h 308"/>
                <a:gd name="T2" fmla="*/ 0 w 288"/>
                <a:gd name="T3" fmla="*/ 308 h 308"/>
                <a:gd name="T4" fmla="*/ 288 w 288"/>
                <a:gd name="T5" fmla="*/ 0 h 308"/>
                <a:gd name="T6" fmla="*/ 288 w 288"/>
                <a:gd name="T7" fmla="*/ 0 h 308"/>
                <a:gd name="T8" fmla="*/ 288 w 288"/>
                <a:gd name="T9" fmla="*/ 0 h 308"/>
                <a:gd name="T10" fmla="*/ 288 w 288"/>
                <a:gd name="T11" fmla="*/ 0 h 308"/>
                <a:gd name="T12" fmla="*/ 288 w 288"/>
                <a:gd name="T13" fmla="*/ 0 h 3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8" h="308">
                  <a:moveTo>
                    <a:pt x="288" y="0"/>
                  </a:moveTo>
                  <a:lnTo>
                    <a:pt x="0" y="308"/>
                  </a:lnTo>
                  <a:lnTo>
                    <a:pt x="288" y="0"/>
                  </a:lnTo>
                  <a:close/>
                  <a:moveTo>
                    <a:pt x="288" y="0"/>
                  </a:moveTo>
                  <a:lnTo>
                    <a:pt x="288" y="0"/>
                  </a:lnTo>
                  <a:close/>
                </a:path>
              </a:pathLst>
            </a:custGeom>
            <a:solidFill>
              <a:srgbClr val="000000"/>
            </a:solidFill>
            <a:ln w="9525">
              <a:solidFill>
                <a:schemeClr val="tx1"/>
              </a:solidFill>
              <a:round/>
              <a:headEnd/>
              <a:tailEnd/>
            </a:ln>
          </p:spPr>
          <p:txBody>
            <a:bodyPr/>
            <a:lstStyle/>
            <a:p>
              <a:endParaRPr lang="zh-CN" altLang="en-US"/>
            </a:p>
          </p:txBody>
        </p:sp>
        <p:sp>
          <p:nvSpPr>
            <p:cNvPr id="48164" name="Freeform 61">
              <a:extLst>
                <a:ext uri="{FF2B5EF4-FFF2-40B4-BE49-F238E27FC236}">
                  <a16:creationId xmlns:a16="http://schemas.microsoft.com/office/drawing/2014/main" id="{D662A46B-0C04-4A6E-A07A-2A95B878D97D}"/>
                </a:ext>
              </a:extLst>
            </p:cNvPr>
            <p:cNvSpPr>
              <a:spLocks noEditPoints="1"/>
            </p:cNvSpPr>
            <p:nvPr/>
          </p:nvSpPr>
          <p:spPr bwMode="auto">
            <a:xfrm>
              <a:off x="1281" y="1877"/>
              <a:ext cx="288" cy="309"/>
            </a:xfrm>
            <a:custGeom>
              <a:avLst/>
              <a:gdLst>
                <a:gd name="T0" fmla="*/ 0 w 288"/>
                <a:gd name="T1" fmla="*/ 0 h 309"/>
                <a:gd name="T2" fmla="*/ 288 w 288"/>
                <a:gd name="T3" fmla="*/ 309 h 309"/>
                <a:gd name="T4" fmla="*/ 0 w 288"/>
                <a:gd name="T5" fmla="*/ 0 h 309"/>
                <a:gd name="T6" fmla="*/ 0 w 288"/>
                <a:gd name="T7" fmla="*/ 0 h 309"/>
                <a:gd name="T8" fmla="*/ 0 w 288"/>
                <a:gd name="T9" fmla="*/ 0 h 309"/>
                <a:gd name="T10" fmla="*/ 0 w 288"/>
                <a:gd name="T11" fmla="*/ 0 h 309"/>
                <a:gd name="T12" fmla="*/ 0 w 288"/>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8" h="309">
                  <a:moveTo>
                    <a:pt x="0" y="0"/>
                  </a:moveTo>
                  <a:lnTo>
                    <a:pt x="288" y="309"/>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65" name="Freeform 62">
              <a:extLst>
                <a:ext uri="{FF2B5EF4-FFF2-40B4-BE49-F238E27FC236}">
                  <a16:creationId xmlns:a16="http://schemas.microsoft.com/office/drawing/2014/main" id="{DD5865A1-DDD9-4CFF-AEE8-99ED6ACEAAD9}"/>
                </a:ext>
              </a:extLst>
            </p:cNvPr>
            <p:cNvSpPr>
              <a:spLocks noEditPoints="1"/>
            </p:cNvSpPr>
            <p:nvPr/>
          </p:nvSpPr>
          <p:spPr bwMode="auto">
            <a:xfrm>
              <a:off x="1569" y="1877"/>
              <a:ext cx="287" cy="309"/>
            </a:xfrm>
            <a:custGeom>
              <a:avLst/>
              <a:gdLst>
                <a:gd name="T0" fmla="*/ 0 w 287"/>
                <a:gd name="T1" fmla="*/ 309 h 309"/>
                <a:gd name="T2" fmla="*/ 287 w 287"/>
                <a:gd name="T3" fmla="*/ 0 h 309"/>
                <a:gd name="T4" fmla="*/ 0 w 287"/>
                <a:gd name="T5" fmla="*/ 309 h 309"/>
                <a:gd name="T6" fmla="*/ 0 w 287"/>
                <a:gd name="T7" fmla="*/ 309 h 309"/>
                <a:gd name="T8" fmla="*/ 0 w 287"/>
                <a:gd name="T9" fmla="*/ 309 h 309"/>
                <a:gd name="T10" fmla="*/ 0 w 287"/>
                <a:gd name="T11" fmla="*/ 309 h 309"/>
                <a:gd name="T12" fmla="*/ 0 w 287"/>
                <a:gd name="T13" fmla="*/ 309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7" h="309">
                  <a:moveTo>
                    <a:pt x="0" y="309"/>
                  </a:moveTo>
                  <a:lnTo>
                    <a:pt x="287" y="0"/>
                  </a:lnTo>
                  <a:lnTo>
                    <a:pt x="0" y="309"/>
                  </a:lnTo>
                  <a:close/>
                  <a:moveTo>
                    <a:pt x="0" y="309"/>
                  </a:moveTo>
                  <a:lnTo>
                    <a:pt x="0" y="309"/>
                  </a:lnTo>
                  <a:close/>
                </a:path>
              </a:pathLst>
            </a:custGeom>
            <a:solidFill>
              <a:srgbClr val="000000"/>
            </a:solidFill>
            <a:ln w="9525">
              <a:solidFill>
                <a:schemeClr val="tx1"/>
              </a:solidFill>
              <a:round/>
              <a:headEnd/>
              <a:tailEnd/>
            </a:ln>
          </p:spPr>
          <p:txBody>
            <a:bodyPr/>
            <a:lstStyle/>
            <a:p>
              <a:endParaRPr lang="zh-CN" altLang="en-US"/>
            </a:p>
          </p:txBody>
        </p:sp>
        <p:sp>
          <p:nvSpPr>
            <p:cNvPr id="48166" name="Freeform 63">
              <a:extLst>
                <a:ext uri="{FF2B5EF4-FFF2-40B4-BE49-F238E27FC236}">
                  <a16:creationId xmlns:a16="http://schemas.microsoft.com/office/drawing/2014/main" id="{6948428A-F89A-4BE8-9D3C-80866FC7869E}"/>
                </a:ext>
              </a:extLst>
            </p:cNvPr>
            <p:cNvSpPr>
              <a:spLocks/>
            </p:cNvSpPr>
            <p:nvPr/>
          </p:nvSpPr>
          <p:spPr bwMode="auto">
            <a:xfrm>
              <a:off x="1856" y="1877"/>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67" name="Freeform 64">
              <a:extLst>
                <a:ext uri="{FF2B5EF4-FFF2-40B4-BE49-F238E27FC236}">
                  <a16:creationId xmlns:a16="http://schemas.microsoft.com/office/drawing/2014/main" id="{1DEACE55-4638-4CF9-8179-ACF640AD21AF}"/>
                </a:ext>
              </a:extLst>
            </p:cNvPr>
            <p:cNvSpPr>
              <a:spLocks/>
            </p:cNvSpPr>
            <p:nvPr/>
          </p:nvSpPr>
          <p:spPr bwMode="auto">
            <a:xfrm>
              <a:off x="1504" y="1698"/>
              <a:ext cx="129" cy="136"/>
            </a:xfrm>
            <a:custGeom>
              <a:avLst/>
              <a:gdLst>
                <a:gd name="T0" fmla="*/ 57 w 129"/>
                <a:gd name="T1" fmla="*/ 57 h 136"/>
                <a:gd name="T2" fmla="*/ 0 w 129"/>
                <a:gd name="T3" fmla="*/ 57 h 136"/>
                <a:gd name="T4" fmla="*/ 0 w 129"/>
                <a:gd name="T5" fmla="*/ 79 h 136"/>
                <a:gd name="T6" fmla="*/ 57 w 129"/>
                <a:gd name="T7" fmla="*/ 79 h 136"/>
                <a:gd name="T8" fmla="*/ 57 w 129"/>
                <a:gd name="T9" fmla="*/ 136 h 136"/>
                <a:gd name="T10" fmla="*/ 72 w 129"/>
                <a:gd name="T11" fmla="*/ 136 h 136"/>
                <a:gd name="T12" fmla="*/ 72 w 129"/>
                <a:gd name="T13" fmla="*/ 79 h 136"/>
                <a:gd name="T14" fmla="*/ 129 w 129"/>
                <a:gd name="T15" fmla="*/ 79 h 136"/>
                <a:gd name="T16" fmla="*/ 129 w 129"/>
                <a:gd name="T17" fmla="*/ 57 h 136"/>
                <a:gd name="T18" fmla="*/ 72 w 129"/>
                <a:gd name="T19" fmla="*/ 57 h 136"/>
                <a:gd name="T20" fmla="*/ 72 w 129"/>
                <a:gd name="T21" fmla="*/ 0 h 136"/>
                <a:gd name="T22" fmla="*/ 57 w 129"/>
                <a:gd name="T23" fmla="*/ 0 h 136"/>
                <a:gd name="T24" fmla="*/ 57 w 129"/>
                <a:gd name="T25" fmla="*/ 57 h 1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29" h="136">
                  <a:moveTo>
                    <a:pt x="57" y="57"/>
                  </a:moveTo>
                  <a:lnTo>
                    <a:pt x="0" y="57"/>
                  </a:lnTo>
                  <a:lnTo>
                    <a:pt x="0" y="79"/>
                  </a:lnTo>
                  <a:lnTo>
                    <a:pt x="57" y="79"/>
                  </a:lnTo>
                  <a:lnTo>
                    <a:pt x="57" y="136"/>
                  </a:lnTo>
                  <a:lnTo>
                    <a:pt x="72" y="136"/>
                  </a:lnTo>
                  <a:lnTo>
                    <a:pt x="72" y="79"/>
                  </a:lnTo>
                  <a:lnTo>
                    <a:pt x="129" y="79"/>
                  </a:lnTo>
                  <a:lnTo>
                    <a:pt x="129" y="57"/>
                  </a:lnTo>
                  <a:lnTo>
                    <a:pt x="72" y="57"/>
                  </a:lnTo>
                  <a:lnTo>
                    <a:pt x="72" y="0"/>
                  </a:lnTo>
                  <a:lnTo>
                    <a:pt x="57" y="0"/>
                  </a:lnTo>
                  <a:lnTo>
                    <a:pt x="57" y="57"/>
                  </a:lnTo>
                  <a:close/>
                </a:path>
              </a:pathLst>
            </a:custGeom>
            <a:solidFill>
              <a:srgbClr val="FF0000"/>
            </a:solidFill>
            <a:ln w="9525">
              <a:solidFill>
                <a:srgbClr val="FF0000"/>
              </a:solidFill>
              <a:round/>
              <a:headEnd/>
              <a:tailEnd/>
            </a:ln>
          </p:spPr>
          <p:txBody>
            <a:bodyPr/>
            <a:lstStyle/>
            <a:p>
              <a:endParaRPr lang="zh-CN" altLang="en-US"/>
            </a:p>
          </p:txBody>
        </p:sp>
        <p:sp>
          <p:nvSpPr>
            <p:cNvPr id="48168" name="Rectangle 65">
              <a:extLst>
                <a:ext uri="{FF2B5EF4-FFF2-40B4-BE49-F238E27FC236}">
                  <a16:creationId xmlns:a16="http://schemas.microsoft.com/office/drawing/2014/main" id="{D4B72F2B-7B7A-4E0F-A535-565EACECCF5F}"/>
                </a:ext>
              </a:extLst>
            </p:cNvPr>
            <p:cNvSpPr>
              <a:spLocks noChangeArrowheads="1"/>
            </p:cNvSpPr>
            <p:nvPr/>
          </p:nvSpPr>
          <p:spPr bwMode="auto">
            <a:xfrm>
              <a:off x="1504" y="1999"/>
              <a:ext cx="129" cy="15"/>
            </a:xfrm>
            <a:prstGeom prst="rect">
              <a:avLst/>
            </a:prstGeom>
            <a:solidFill>
              <a:srgbClr val="FF0000"/>
            </a:solidFill>
            <a:ln w="9525">
              <a:solidFill>
                <a:srgbClr val="FF0000"/>
              </a:solidFill>
              <a:miter lim="800000"/>
              <a:headEnd/>
              <a:tailEnd/>
            </a:ln>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a:spcBef>
                  <a:spcPct val="50000"/>
                </a:spcBef>
                <a:buFontTx/>
                <a:buNone/>
              </a:pPr>
              <a:endParaRPr lang="zh-CN" altLang="en-US" sz="1600">
                <a:latin typeface="Times New Roman" panose="02020603050405020304" pitchFamily="18" charset="0"/>
              </a:endParaRPr>
            </a:p>
          </p:txBody>
        </p:sp>
        <p:sp>
          <p:nvSpPr>
            <p:cNvPr id="48169" name="Freeform 66">
              <a:extLst>
                <a:ext uri="{FF2B5EF4-FFF2-40B4-BE49-F238E27FC236}">
                  <a16:creationId xmlns:a16="http://schemas.microsoft.com/office/drawing/2014/main" id="{DE6C4514-AFAD-447E-8810-0BA3D15FD955}"/>
                </a:ext>
              </a:extLst>
            </p:cNvPr>
            <p:cNvSpPr>
              <a:spLocks/>
            </p:cNvSpPr>
            <p:nvPr/>
          </p:nvSpPr>
          <p:spPr bwMode="auto">
            <a:xfrm>
              <a:off x="3787" y="866"/>
              <a:ext cx="776" cy="1"/>
            </a:xfrm>
            <a:custGeom>
              <a:avLst/>
              <a:gdLst>
                <a:gd name="T0" fmla="*/ 776 w 776"/>
                <a:gd name="T1" fmla="*/ 0 h 1"/>
                <a:gd name="T2" fmla="*/ 0 w 776"/>
                <a:gd name="T3" fmla="*/ 0 h 1"/>
                <a:gd name="T4" fmla="*/ 776 w 776"/>
                <a:gd name="T5" fmla="*/ 0 h 1"/>
                <a:gd name="T6" fmla="*/ 776 w 776"/>
                <a:gd name="T7" fmla="*/ 0 h 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76" h="1">
                  <a:moveTo>
                    <a:pt x="776" y="0"/>
                  </a:moveTo>
                  <a:lnTo>
                    <a:pt x="0" y="0"/>
                  </a:lnTo>
                  <a:lnTo>
                    <a:pt x="776" y="0"/>
                  </a:lnTo>
                  <a:close/>
                </a:path>
              </a:pathLst>
            </a:custGeom>
            <a:solidFill>
              <a:srgbClr val="000000"/>
            </a:solidFill>
            <a:ln w="9525">
              <a:solidFill>
                <a:schemeClr val="tx1"/>
              </a:solidFill>
              <a:round/>
              <a:headEnd/>
              <a:tailEnd/>
            </a:ln>
          </p:spPr>
          <p:txBody>
            <a:bodyPr/>
            <a:lstStyle/>
            <a:p>
              <a:endParaRPr lang="zh-CN" altLang="en-US"/>
            </a:p>
          </p:txBody>
        </p:sp>
        <p:sp>
          <p:nvSpPr>
            <p:cNvPr id="48170" name="Freeform 67">
              <a:extLst>
                <a:ext uri="{FF2B5EF4-FFF2-40B4-BE49-F238E27FC236}">
                  <a16:creationId xmlns:a16="http://schemas.microsoft.com/office/drawing/2014/main" id="{B052D3B5-D43B-4FC1-9DFA-0AF929309ABE}"/>
                </a:ext>
              </a:extLst>
            </p:cNvPr>
            <p:cNvSpPr>
              <a:spLocks noEditPoints="1"/>
            </p:cNvSpPr>
            <p:nvPr/>
          </p:nvSpPr>
          <p:spPr bwMode="auto">
            <a:xfrm>
              <a:off x="3787" y="866"/>
              <a:ext cx="1" cy="2030"/>
            </a:xfrm>
            <a:custGeom>
              <a:avLst/>
              <a:gdLst>
                <a:gd name="T0" fmla="*/ 0 w 1"/>
                <a:gd name="T1" fmla="*/ 0 h 2030"/>
                <a:gd name="T2" fmla="*/ 0 w 1"/>
                <a:gd name="T3" fmla="*/ 2030 h 2030"/>
                <a:gd name="T4" fmla="*/ 0 w 1"/>
                <a:gd name="T5" fmla="*/ 0 h 2030"/>
                <a:gd name="T6" fmla="*/ 0 w 1"/>
                <a:gd name="T7" fmla="*/ 0 h 2030"/>
                <a:gd name="T8" fmla="*/ 0 w 1"/>
                <a:gd name="T9" fmla="*/ 0 h 2030"/>
                <a:gd name="T10" fmla="*/ 0 w 1"/>
                <a:gd name="T11" fmla="*/ 0 h 2030"/>
                <a:gd name="T12" fmla="*/ 0 w 1"/>
                <a:gd name="T13" fmla="*/ 0 h 203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 h="2030">
                  <a:moveTo>
                    <a:pt x="0" y="0"/>
                  </a:moveTo>
                  <a:lnTo>
                    <a:pt x="0" y="203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71" name="Freeform 68">
              <a:extLst>
                <a:ext uri="{FF2B5EF4-FFF2-40B4-BE49-F238E27FC236}">
                  <a16:creationId xmlns:a16="http://schemas.microsoft.com/office/drawing/2014/main" id="{8784163B-3425-4838-9126-7645B452EED6}"/>
                </a:ext>
              </a:extLst>
            </p:cNvPr>
            <p:cNvSpPr>
              <a:spLocks noEditPoints="1"/>
            </p:cNvSpPr>
            <p:nvPr/>
          </p:nvSpPr>
          <p:spPr bwMode="auto">
            <a:xfrm>
              <a:off x="3787" y="2896"/>
              <a:ext cx="776" cy="1"/>
            </a:xfrm>
            <a:custGeom>
              <a:avLst/>
              <a:gdLst>
                <a:gd name="T0" fmla="*/ 0 w 776"/>
                <a:gd name="T1" fmla="*/ 0 h 1"/>
                <a:gd name="T2" fmla="*/ 776 w 776"/>
                <a:gd name="T3" fmla="*/ 0 h 1"/>
                <a:gd name="T4" fmla="*/ 0 w 776"/>
                <a:gd name="T5" fmla="*/ 0 h 1"/>
                <a:gd name="T6" fmla="*/ 0 w 776"/>
                <a:gd name="T7" fmla="*/ 0 h 1"/>
                <a:gd name="T8" fmla="*/ 0 w 776"/>
                <a:gd name="T9" fmla="*/ 0 h 1"/>
                <a:gd name="T10" fmla="*/ 0 w 776"/>
                <a:gd name="T11" fmla="*/ 0 h 1"/>
                <a:gd name="T12" fmla="*/ 0 w 776"/>
                <a:gd name="T13" fmla="*/ 0 h 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76" h="1">
                  <a:moveTo>
                    <a:pt x="0" y="0"/>
                  </a:moveTo>
                  <a:lnTo>
                    <a:pt x="776" y="0"/>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72" name="Freeform 69">
              <a:extLst>
                <a:ext uri="{FF2B5EF4-FFF2-40B4-BE49-F238E27FC236}">
                  <a16:creationId xmlns:a16="http://schemas.microsoft.com/office/drawing/2014/main" id="{2A3E2736-2F1E-4506-AE6E-43B1C0752371}"/>
                </a:ext>
              </a:extLst>
            </p:cNvPr>
            <p:cNvSpPr>
              <a:spLocks/>
            </p:cNvSpPr>
            <p:nvPr/>
          </p:nvSpPr>
          <p:spPr bwMode="auto">
            <a:xfrm>
              <a:off x="4563" y="809"/>
              <a:ext cx="122" cy="122"/>
            </a:xfrm>
            <a:custGeom>
              <a:avLst/>
              <a:gdLst>
                <a:gd name="T0" fmla="*/ 57 w 122"/>
                <a:gd name="T1" fmla="*/ 122 h 122"/>
                <a:gd name="T2" fmla="*/ 86 w 122"/>
                <a:gd name="T3" fmla="*/ 115 h 122"/>
                <a:gd name="T4" fmla="*/ 100 w 122"/>
                <a:gd name="T5" fmla="*/ 100 h 122"/>
                <a:gd name="T6" fmla="*/ 115 w 122"/>
                <a:gd name="T7" fmla="*/ 86 h 122"/>
                <a:gd name="T8" fmla="*/ 122 w 122"/>
                <a:gd name="T9" fmla="*/ 57 h 122"/>
                <a:gd name="T10" fmla="*/ 115 w 122"/>
                <a:gd name="T11" fmla="*/ 36 h 122"/>
                <a:gd name="T12" fmla="*/ 100 w 122"/>
                <a:gd name="T13" fmla="*/ 22 h 122"/>
                <a:gd name="T14" fmla="*/ 86 w 122"/>
                <a:gd name="T15" fmla="*/ 7 h 122"/>
                <a:gd name="T16" fmla="*/ 57 w 122"/>
                <a:gd name="T17" fmla="*/ 0 h 122"/>
                <a:gd name="T18" fmla="*/ 36 w 122"/>
                <a:gd name="T19" fmla="*/ 7 h 122"/>
                <a:gd name="T20" fmla="*/ 21 w 122"/>
                <a:gd name="T21" fmla="*/ 22 h 122"/>
                <a:gd name="T22" fmla="*/ 7 w 122"/>
                <a:gd name="T23" fmla="*/ 36 h 122"/>
                <a:gd name="T24" fmla="*/ 0 w 122"/>
                <a:gd name="T25" fmla="*/ 57 h 122"/>
                <a:gd name="T26" fmla="*/ 7 w 122"/>
                <a:gd name="T27" fmla="*/ 86 h 122"/>
                <a:gd name="T28" fmla="*/ 21 w 122"/>
                <a:gd name="T29" fmla="*/ 100 h 122"/>
                <a:gd name="T30" fmla="*/ 36 w 122"/>
                <a:gd name="T31" fmla="*/ 115 h 122"/>
                <a:gd name="T32" fmla="*/ 57 w 122"/>
                <a:gd name="T33" fmla="*/ 122 h 122"/>
                <a:gd name="T34" fmla="*/ 57 w 122"/>
                <a:gd name="T35" fmla="*/ 122 h 1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122">
                  <a:moveTo>
                    <a:pt x="57" y="122"/>
                  </a:moveTo>
                  <a:lnTo>
                    <a:pt x="86" y="115"/>
                  </a:lnTo>
                  <a:lnTo>
                    <a:pt x="100" y="100"/>
                  </a:lnTo>
                  <a:lnTo>
                    <a:pt x="115" y="86"/>
                  </a:lnTo>
                  <a:lnTo>
                    <a:pt x="122" y="57"/>
                  </a:lnTo>
                  <a:lnTo>
                    <a:pt x="115" y="36"/>
                  </a:lnTo>
                  <a:lnTo>
                    <a:pt x="100" y="22"/>
                  </a:lnTo>
                  <a:lnTo>
                    <a:pt x="86" y="7"/>
                  </a:lnTo>
                  <a:lnTo>
                    <a:pt x="57" y="0"/>
                  </a:lnTo>
                  <a:lnTo>
                    <a:pt x="36" y="7"/>
                  </a:lnTo>
                  <a:lnTo>
                    <a:pt x="21" y="22"/>
                  </a:lnTo>
                  <a:lnTo>
                    <a:pt x="7" y="36"/>
                  </a:lnTo>
                  <a:lnTo>
                    <a:pt x="0" y="57"/>
                  </a:lnTo>
                  <a:lnTo>
                    <a:pt x="7" y="86"/>
                  </a:lnTo>
                  <a:lnTo>
                    <a:pt x="21" y="100"/>
                  </a:lnTo>
                  <a:lnTo>
                    <a:pt x="36" y="115"/>
                  </a:lnTo>
                  <a:lnTo>
                    <a:pt x="57" y="122"/>
                  </a:lnTo>
                  <a:close/>
                </a:path>
              </a:pathLst>
            </a:custGeom>
            <a:solidFill>
              <a:srgbClr val="FFFFFF"/>
            </a:solidFill>
            <a:ln w="9525">
              <a:solidFill>
                <a:schemeClr val="tx1"/>
              </a:solidFill>
              <a:round/>
              <a:headEnd/>
              <a:tailEnd/>
            </a:ln>
          </p:spPr>
          <p:txBody>
            <a:bodyPr/>
            <a:lstStyle/>
            <a:p>
              <a:endParaRPr lang="zh-CN" altLang="en-US"/>
            </a:p>
          </p:txBody>
        </p:sp>
        <p:sp>
          <p:nvSpPr>
            <p:cNvPr id="48173" name="Freeform 70">
              <a:extLst>
                <a:ext uri="{FF2B5EF4-FFF2-40B4-BE49-F238E27FC236}">
                  <a16:creationId xmlns:a16="http://schemas.microsoft.com/office/drawing/2014/main" id="{172616E4-563B-40B6-929B-ADF262B2105E}"/>
                </a:ext>
              </a:extLst>
            </p:cNvPr>
            <p:cNvSpPr>
              <a:spLocks/>
            </p:cNvSpPr>
            <p:nvPr/>
          </p:nvSpPr>
          <p:spPr bwMode="auto">
            <a:xfrm>
              <a:off x="4620" y="866"/>
              <a:ext cx="65" cy="65"/>
            </a:xfrm>
            <a:custGeom>
              <a:avLst/>
              <a:gdLst>
                <a:gd name="T0" fmla="*/ 0 w 65"/>
                <a:gd name="T1" fmla="*/ 65 h 65"/>
                <a:gd name="T2" fmla="*/ 29 w 65"/>
                <a:gd name="T3" fmla="*/ 58 h 65"/>
                <a:gd name="T4" fmla="*/ 43 w 65"/>
                <a:gd name="T5" fmla="*/ 43 h 65"/>
                <a:gd name="T6" fmla="*/ 58 w 65"/>
                <a:gd name="T7" fmla="*/ 29 h 65"/>
                <a:gd name="T8" fmla="*/ 65 w 65"/>
                <a:gd name="T9" fmla="*/ 0 h 65"/>
                <a:gd name="T10" fmla="*/ 65 w 65"/>
                <a:gd name="T11" fmla="*/ 0 h 65"/>
                <a:gd name="T12" fmla="*/ 58 w 65"/>
                <a:gd name="T13" fmla="*/ 29 h 65"/>
                <a:gd name="T14" fmla="*/ 43 w 65"/>
                <a:gd name="T15" fmla="*/ 43 h 65"/>
                <a:gd name="T16" fmla="*/ 29 w 65"/>
                <a:gd name="T17" fmla="*/ 58 h 65"/>
                <a:gd name="T18" fmla="*/ 0 w 65"/>
                <a:gd name="T19" fmla="*/ 65 h 65"/>
                <a:gd name="T20" fmla="*/ 0 w 65"/>
                <a:gd name="T21" fmla="*/ 65 h 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5" h="65">
                  <a:moveTo>
                    <a:pt x="0" y="65"/>
                  </a:moveTo>
                  <a:lnTo>
                    <a:pt x="29" y="58"/>
                  </a:lnTo>
                  <a:lnTo>
                    <a:pt x="43" y="43"/>
                  </a:lnTo>
                  <a:lnTo>
                    <a:pt x="58" y="29"/>
                  </a:lnTo>
                  <a:lnTo>
                    <a:pt x="65" y="0"/>
                  </a:lnTo>
                  <a:lnTo>
                    <a:pt x="58" y="29"/>
                  </a:lnTo>
                  <a:lnTo>
                    <a:pt x="43" y="43"/>
                  </a:lnTo>
                  <a:lnTo>
                    <a:pt x="29" y="58"/>
                  </a:lnTo>
                  <a:lnTo>
                    <a:pt x="0" y="65"/>
                  </a:lnTo>
                  <a:close/>
                </a:path>
              </a:pathLst>
            </a:custGeom>
            <a:solidFill>
              <a:srgbClr val="000000"/>
            </a:solidFill>
            <a:ln w="9525">
              <a:solidFill>
                <a:schemeClr val="tx1"/>
              </a:solidFill>
              <a:round/>
              <a:headEnd/>
              <a:tailEnd/>
            </a:ln>
          </p:spPr>
          <p:txBody>
            <a:bodyPr/>
            <a:lstStyle/>
            <a:p>
              <a:endParaRPr lang="zh-CN" altLang="en-US"/>
            </a:p>
          </p:txBody>
        </p:sp>
        <p:sp>
          <p:nvSpPr>
            <p:cNvPr id="48174" name="Freeform 71">
              <a:extLst>
                <a:ext uri="{FF2B5EF4-FFF2-40B4-BE49-F238E27FC236}">
                  <a16:creationId xmlns:a16="http://schemas.microsoft.com/office/drawing/2014/main" id="{556D55D1-DBED-4033-95EB-CE8CE0C5D59B}"/>
                </a:ext>
              </a:extLst>
            </p:cNvPr>
            <p:cNvSpPr>
              <a:spLocks noEditPoints="1"/>
            </p:cNvSpPr>
            <p:nvPr/>
          </p:nvSpPr>
          <p:spPr bwMode="auto">
            <a:xfrm>
              <a:off x="4620" y="809"/>
              <a:ext cx="65" cy="57"/>
            </a:xfrm>
            <a:custGeom>
              <a:avLst/>
              <a:gdLst>
                <a:gd name="T0" fmla="*/ 65 w 65"/>
                <a:gd name="T1" fmla="*/ 57 h 57"/>
                <a:gd name="T2" fmla="*/ 58 w 65"/>
                <a:gd name="T3" fmla="*/ 36 h 57"/>
                <a:gd name="T4" fmla="*/ 43 w 65"/>
                <a:gd name="T5" fmla="*/ 22 h 57"/>
                <a:gd name="T6" fmla="*/ 29 w 65"/>
                <a:gd name="T7" fmla="*/ 7 h 57"/>
                <a:gd name="T8" fmla="*/ 0 w 65"/>
                <a:gd name="T9" fmla="*/ 0 h 57"/>
                <a:gd name="T10" fmla="*/ 0 w 65"/>
                <a:gd name="T11" fmla="*/ 0 h 57"/>
                <a:gd name="T12" fmla="*/ 29 w 65"/>
                <a:gd name="T13" fmla="*/ 7 h 57"/>
                <a:gd name="T14" fmla="*/ 43 w 65"/>
                <a:gd name="T15" fmla="*/ 22 h 57"/>
                <a:gd name="T16" fmla="*/ 58 w 65"/>
                <a:gd name="T17" fmla="*/ 36 h 57"/>
                <a:gd name="T18" fmla="*/ 65 w 65"/>
                <a:gd name="T19" fmla="*/ 57 h 57"/>
                <a:gd name="T20" fmla="*/ 65 w 65"/>
                <a:gd name="T21" fmla="*/ 57 h 57"/>
                <a:gd name="T22" fmla="*/ 65 w 65"/>
                <a:gd name="T23" fmla="*/ 57 h 57"/>
                <a:gd name="T24" fmla="*/ 65 w 65"/>
                <a:gd name="T25" fmla="*/ 57 h 57"/>
                <a:gd name="T26" fmla="*/ 65 w 65"/>
                <a:gd name="T27" fmla="*/ 57 h 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5" h="57">
                  <a:moveTo>
                    <a:pt x="65" y="57"/>
                  </a:moveTo>
                  <a:lnTo>
                    <a:pt x="58" y="36"/>
                  </a:lnTo>
                  <a:lnTo>
                    <a:pt x="43" y="22"/>
                  </a:lnTo>
                  <a:lnTo>
                    <a:pt x="29" y="7"/>
                  </a:lnTo>
                  <a:lnTo>
                    <a:pt x="0" y="0"/>
                  </a:lnTo>
                  <a:lnTo>
                    <a:pt x="29" y="7"/>
                  </a:lnTo>
                  <a:lnTo>
                    <a:pt x="43" y="22"/>
                  </a:lnTo>
                  <a:lnTo>
                    <a:pt x="58" y="36"/>
                  </a:lnTo>
                  <a:lnTo>
                    <a:pt x="65" y="57"/>
                  </a:lnTo>
                  <a:close/>
                  <a:moveTo>
                    <a:pt x="65" y="57"/>
                  </a:moveTo>
                  <a:lnTo>
                    <a:pt x="65" y="57"/>
                  </a:lnTo>
                  <a:close/>
                </a:path>
              </a:pathLst>
            </a:custGeom>
            <a:solidFill>
              <a:srgbClr val="000000"/>
            </a:solidFill>
            <a:ln w="9525">
              <a:solidFill>
                <a:schemeClr val="tx1"/>
              </a:solidFill>
              <a:round/>
              <a:headEnd/>
              <a:tailEnd/>
            </a:ln>
          </p:spPr>
          <p:txBody>
            <a:bodyPr/>
            <a:lstStyle/>
            <a:p>
              <a:endParaRPr lang="zh-CN" altLang="en-US"/>
            </a:p>
          </p:txBody>
        </p:sp>
        <p:sp>
          <p:nvSpPr>
            <p:cNvPr id="48175" name="Freeform 72">
              <a:extLst>
                <a:ext uri="{FF2B5EF4-FFF2-40B4-BE49-F238E27FC236}">
                  <a16:creationId xmlns:a16="http://schemas.microsoft.com/office/drawing/2014/main" id="{08359CA5-89EA-4FBF-A951-276A24AE49D9}"/>
                </a:ext>
              </a:extLst>
            </p:cNvPr>
            <p:cNvSpPr>
              <a:spLocks noEditPoints="1"/>
            </p:cNvSpPr>
            <p:nvPr/>
          </p:nvSpPr>
          <p:spPr bwMode="auto">
            <a:xfrm>
              <a:off x="4563" y="809"/>
              <a:ext cx="57" cy="57"/>
            </a:xfrm>
            <a:custGeom>
              <a:avLst/>
              <a:gdLst>
                <a:gd name="T0" fmla="*/ 57 w 57"/>
                <a:gd name="T1" fmla="*/ 0 h 57"/>
                <a:gd name="T2" fmla="*/ 36 w 57"/>
                <a:gd name="T3" fmla="*/ 7 h 57"/>
                <a:gd name="T4" fmla="*/ 21 w 57"/>
                <a:gd name="T5" fmla="*/ 22 h 57"/>
                <a:gd name="T6" fmla="*/ 7 w 57"/>
                <a:gd name="T7" fmla="*/ 36 h 57"/>
                <a:gd name="T8" fmla="*/ 0 w 57"/>
                <a:gd name="T9" fmla="*/ 57 h 57"/>
                <a:gd name="T10" fmla="*/ 0 w 57"/>
                <a:gd name="T11" fmla="*/ 57 h 57"/>
                <a:gd name="T12" fmla="*/ 7 w 57"/>
                <a:gd name="T13" fmla="*/ 36 h 57"/>
                <a:gd name="T14" fmla="*/ 21 w 57"/>
                <a:gd name="T15" fmla="*/ 22 h 57"/>
                <a:gd name="T16" fmla="*/ 36 w 57"/>
                <a:gd name="T17" fmla="*/ 7 h 57"/>
                <a:gd name="T18" fmla="*/ 57 w 57"/>
                <a:gd name="T19" fmla="*/ 0 h 57"/>
                <a:gd name="T20" fmla="*/ 57 w 57"/>
                <a:gd name="T21" fmla="*/ 0 h 57"/>
                <a:gd name="T22" fmla="*/ 57 w 57"/>
                <a:gd name="T23" fmla="*/ 0 h 57"/>
                <a:gd name="T24" fmla="*/ 57 w 57"/>
                <a:gd name="T25" fmla="*/ 0 h 57"/>
                <a:gd name="T26" fmla="*/ 57 w 57"/>
                <a:gd name="T27" fmla="*/ 0 h 5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7" h="57">
                  <a:moveTo>
                    <a:pt x="57" y="0"/>
                  </a:moveTo>
                  <a:lnTo>
                    <a:pt x="36" y="7"/>
                  </a:lnTo>
                  <a:lnTo>
                    <a:pt x="21" y="22"/>
                  </a:lnTo>
                  <a:lnTo>
                    <a:pt x="7" y="36"/>
                  </a:lnTo>
                  <a:lnTo>
                    <a:pt x="0" y="57"/>
                  </a:lnTo>
                  <a:lnTo>
                    <a:pt x="7" y="36"/>
                  </a:lnTo>
                  <a:lnTo>
                    <a:pt x="21" y="22"/>
                  </a:lnTo>
                  <a:lnTo>
                    <a:pt x="36" y="7"/>
                  </a:lnTo>
                  <a:lnTo>
                    <a:pt x="57" y="0"/>
                  </a:lnTo>
                  <a:close/>
                  <a:moveTo>
                    <a:pt x="57" y="0"/>
                  </a:moveTo>
                  <a:lnTo>
                    <a:pt x="57" y="0"/>
                  </a:lnTo>
                  <a:close/>
                </a:path>
              </a:pathLst>
            </a:custGeom>
            <a:solidFill>
              <a:srgbClr val="000000"/>
            </a:solidFill>
            <a:ln w="9525">
              <a:solidFill>
                <a:schemeClr val="tx1"/>
              </a:solidFill>
              <a:round/>
              <a:headEnd/>
              <a:tailEnd/>
            </a:ln>
          </p:spPr>
          <p:txBody>
            <a:bodyPr/>
            <a:lstStyle/>
            <a:p>
              <a:endParaRPr lang="zh-CN" altLang="en-US"/>
            </a:p>
          </p:txBody>
        </p:sp>
        <p:sp>
          <p:nvSpPr>
            <p:cNvPr id="48176" name="Freeform 73">
              <a:extLst>
                <a:ext uri="{FF2B5EF4-FFF2-40B4-BE49-F238E27FC236}">
                  <a16:creationId xmlns:a16="http://schemas.microsoft.com/office/drawing/2014/main" id="{98019E6D-BE6B-42DE-88ED-CAFDE51CBFC5}"/>
                </a:ext>
              </a:extLst>
            </p:cNvPr>
            <p:cNvSpPr>
              <a:spLocks noEditPoints="1"/>
            </p:cNvSpPr>
            <p:nvPr/>
          </p:nvSpPr>
          <p:spPr bwMode="auto">
            <a:xfrm>
              <a:off x="4563" y="866"/>
              <a:ext cx="57" cy="65"/>
            </a:xfrm>
            <a:custGeom>
              <a:avLst/>
              <a:gdLst>
                <a:gd name="T0" fmla="*/ 0 w 57"/>
                <a:gd name="T1" fmla="*/ 0 h 65"/>
                <a:gd name="T2" fmla="*/ 7 w 57"/>
                <a:gd name="T3" fmla="*/ 29 h 65"/>
                <a:gd name="T4" fmla="*/ 21 w 57"/>
                <a:gd name="T5" fmla="*/ 43 h 65"/>
                <a:gd name="T6" fmla="*/ 36 w 57"/>
                <a:gd name="T7" fmla="*/ 58 h 65"/>
                <a:gd name="T8" fmla="*/ 57 w 57"/>
                <a:gd name="T9" fmla="*/ 65 h 65"/>
                <a:gd name="T10" fmla="*/ 57 w 57"/>
                <a:gd name="T11" fmla="*/ 65 h 65"/>
                <a:gd name="T12" fmla="*/ 36 w 57"/>
                <a:gd name="T13" fmla="*/ 58 h 65"/>
                <a:gd name="T14" fmla="*/ 21 w 57"/>
                <a:gd name="T15" fmla="*/ 43 h 65"/>
                <a:gd name="T16" fmla="*/ 7 w 57"/>
                <a:gd name="T17" fmla="*/ 29 h 65"/>
                <a:gd name="T18" fmla="*/ 0 w 57"/>
                <a:gd name="T19" fmla="*/ 0 h 65"/>
                <a:gd name="T20" fmla="*/ 0 w 57"/>
                <a:gd name="T21" fmla="*/ 0 h 65"/>
                <a:gd name="T22" fmla="*/ 0 w 57"/>
                <a:gd name="T23" fmla="*/ 0 h 65"/>
                <a:gd name="T24" fmla="*/ 0 w 57"/>
                <a:gd name="T25" fmla="*/ 0 h 65"/>
                <a:gd name="T26" fmla="*/ 0 w 57"/>
                <a:gd name="T27" fmla="*/ 0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7" h="65">
                  <a:moveTo>
                    <a:pt x="0" y="0"/>
                  </a:moveTo>
                  <a:lnTo>
                    <a:pt x="7" y="29"/>
                  </a:lnTo>
                  <a:lnTo>
                    <a:pt x="21" y="43"/>
                  </a:lnTo>
                  <a:lnTo>
                    <a:pt x="36" y="58"/>
                  </a:lnTo>
                  <a:lnTo>
                    <a:pt x="57" y="65"/>
                  </a:lnTo>
                  <a:lnTo>
                    <a:pt x="36" y="58"/>
                  </a:lnTo>
                  <a:lnTo>
                    <a:pt x="21" y="43"/>
                  </a:lnTo>
                  <a:lnTo>
                    <a:pt x="7" y="29"/>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77" name="Freeform 74">
              <a:extLst>
                <a:ext uri="{FF2B5EF4-FFF2-40B4-BE49-F238E27FC236}">
                  <a16:creationId xmlns:a16="http://schemas.microsoft.com/office/drawing/2014/main" id="{0135791A-1242-43A3-9C2C-2F0D5DB4CF7C}"/>
                </a:ext>
              </a:extLst>
            </p:cNvPr>
            <p:cNvSpPr>
              <a:spLocks/>
            </p:cNvSpPr>
            <p:nvPr/>
          </p:nvSpPr>
          <p:spPr bwMode="auto">
            <a:xfrm>
              <a:off x="4620" y="931"/>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78" name="Freeform 75">
              <a:extLst>
                <a:ext uri="{FF2B5EF4-FFF2-40B4-BE49-F238E27FC236}">
                  <a16:creationId xmlns:a16="http://schemas.microsoft.com/office/drawing/2014/main" id="{5674CC02-5FF4-417C-B0A3-4F75DC2FFCC0}"/>
                </a:ext>
              </a:extLst>
            </p:cNvPr>
            <p:cNvSpPr>
              <a:spLocks/>
            </p:cNvSpPr>
            <p:nvPr/>
          </p:nvSpPr>
          <p:spPr bwMode="auto">
            <a:xfrm>
              <a:off x="4556" y="2831"/>
              <a:ext cx="122" cy="129"/>
            </a:xfrm>
            <a:custGeom>
              <a:avLst/>
              <a:gdLst>
                <a:gd name="T0" fmla="*/ 64 w 122"/>
                <a:gd name="T1" fmla="*/ 129 h 129"/>
                <a:gd name="T2" fmla="*/ 86 w 122"/>
                <a:gd name="T3" fmla="*/ 122 h 129"/>
                <a:gd name="T4" fmla="*/ 107 w 122"/>
                <a:gd name="T5" fmla="*/ 108 h 129"/>
                <a:gd name="T6" fmla="*/ 115 w 122"/>
                <a:gd name="T7" fmla="*/ 93 h 129"/>
                <a:gd name="T8" fmla="*/ 122 w 122"/>
                <a:gd name="T9" fmla="*/ 65 h 129"/>
                <a:gd name="T10" fmla="*/ 115 w 122"/>
                <a:gd name="T11" fmla="*/ 43 h 129"/>
                <a:gd name="T12" fmla="*/ 107 w 122"/>
                <a:gd name="T13" fmla="*/ 22 h 129"/>
                <a:gd name="T14" fmla="*/ 86 w 122"/>
                <a:gd name="T15" fmla="*/ 7 h 129"/>
                <a:gd name="T16" fmla="*/ 64 w 122"/>
                <a:gd name="T17" fmla="*/ 0 h 129"/>
                <a:gd name="T18" fmla="*/ 43 w 122"/>
                <a:gd name="T19" fmla="*/ 7 h 129"/>
                <a:gd name="T20" fmla="*/ 21 w 122"/>
                <a:gd name="T21" fmla="*/ 22 h 129"/>
                <a:gd name="T22" fmla="*/ 7 w 122"/>
                <a:gd name="T23" fmla="*/ 43 h 129"/>
                <a:gd name="T24" fmla="*/ 0 w 122"/>
                <a:gd name="T25" fmla="*/ 65 h 129"/>
                <a:gd name="T26" fmla="*/ 7 w 122"/>
                <a:gd name="T27" fmla="*/ 93 h 129"/>
                <a:gd name="T28" fmla="*/ 21 w 122"/>
                <a:gd name="T29" fmla="*/ 108 h 129"/>
                <a:gd name="T30" fmla="*/ 43 w 122"/>
                <a:gd name="T31" fmla="*/ 122 h 129"/>
                <a:gd name="T32" fmla="*/ 64 w 122"/>
                <a:gd name="T33" fmla="*/ 129 h 129"/>
                <a:gd name="T34" fmla="*/ 64 w 122"/>
                <a:gd name="T35" fmla="*/ 129 h 1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22" h="129">
                  <a:moveTo>
                    <a:pt x="64" y="129"/>
                  </a:moveTo>
                  <a:lnTo>
                    <a:pt x="86" y="122"/>
                  </a:lnTo>
                  <a:lnTo>
                    <a:pt x="107" y="108"/>
                  </a:lnTo>
                  <a:lnTo>
                    <a:pt x="115" y="93"/>
                  </a:lnTo>
                  <a:lnTo>
                    <a:pt x="122" y="65"/>
                  </a:lnTo>
                  <a:lnTo>
                    <a:pt x="115" y="43"/>
                  </a:lnTo>
                  <a:lnTo>
                    <a:pt x="107" y="22"/>
                  </a:lnTo>
                  <a:lnTo>
                    <a:pt x="86" y="7"/>
                  </a:lnTo>
                  <a:lnTo>
                    <a:pt x="64" y="0"/>
                  </a:lnTo>
                  <a:lnTo>
                    <a:pt x="43" y="7"/>
                  </a:lnTo>
                  <a:lnTo>
                    <a:pt x="21" y="22"/>
                  </a:lnTo>
                  <a:lnTo>
                    <a:pt x="7" y="43"/>
                  </a:lnTo>
                  <a:lnTo>
                    <a:pt x="0" y="65"/>
                  </a:lnTo>
                  <a:lnTo>
                    <a:pt x="7" y="93"/>
                  </a:lnTo>
                  <a:lnTo>
                    <a:pt x="21" y="108"/>
                  </a:lnTo>
                  <a:lnTo>
                    <a:pt x="43" y="122"/>
                  </a:lnTo>
                  <a:lnTo>
                    <a:pt x="64" y="129"/>
                  </a:lnTo>
                  <a:close/>
                </a:path>
              </a:pathLst>
            </a:custGeom>
            <a:solidFill>
              <a:srgbClr val="FFFFFF"/>
            </a:solidFill>
            <a:ln w="9525">
              <a:solidFill>
                <a:schemeClr val="tx1"/>
              </a:solidFill>
              <a:round/>
              <a:headEnd/>
              <a:tailEnd/>
            </a:ln>
          </p:spPr>
          <p:txBody>
            <a:bodyPr/>
            <a:lstStyle/>
            <a:p>
              <a:endParaRPr lang="zh-CN" altLang="en-US"/>
            </a:p>
          </p:txBody>
        </p:sp>
        <p:sp>
          <p:nvSpPr>
            <p:cNvPr id="48179" name="Freeform 76">
              <a:extLst>
                <a:ext uri="{FF2B5EF4-FFF2-40B4-BE49-F238E27FC236}">
                  <a16:creationId xmlns:a16="http://schemas.microsoft.com/office/drawing/2014/main" id="{69946965-8CE8-49F1-BA4D-DA18A2D973DF}"/>
                </a:ext>
              </a:extLst>
            </p:cNvPr>
            <p:cNvSpPr>
              <a:spLocks/>
            </p:cNvSpPr>
            <p:nvPr/>
          </p:nvSpPr>
          <p:spPr bwMode="auto">
            <a:xfrm>
              <a:off x="4620" y="2896"/>
              <a:ext cx="58" cy="64"/>
            </a:xfrm>
            <a:custGeom>
              <a:avLst/>
              <a:gdLst>
                <a:gd name="T0" fmla="*/ 0 w 58"/>
                <a:gd name="T1" fmla="*/ 64 h 64"/>
                <a:gd name="T2" fmla="*/ 22 w 58"/>
                <a:gd name="T3" fmla="*/ 57 h 64"/>
                <a:gd name="T4" fmla="*/ 43 w 58"/>
                <a:gd name="T5" fmla="*/ 43 h 64"/>
                <a:gd name="T6" fmla="*/ 51 w 58"/>
                <a:gd name="T7" fmla="*/ 28 h 64"/>
                <a:gd name="T8" fmla="*/ 58 w 58"/>
                <a:gd name="T9" fmla="*/ 0 h 64"/>
                <a:gd name="T10" fmla="*/ 58 w 58"/>
                <a:gd name="T11" fmla="*/ 0 h 64"/>
                <a:gd name="T12" fmla="*/ 51 w 58"/>
                <a:gd name="T13" fmla="*/ 28 h 64"/>
                <a:gd name="T14" fmla="*/ 43 w 58"/>
                <a:gd name="T15" fmla="*/ 43 h 64"/>
                <a:gd name="T16" fmla="*/ 22 w 58"/>
                <a:gd name="T17" fmla="*/ 57 h 64"/>
                <a:gd name="T18" fmla="*/ 0 w 58"/>
                <a:gd name="T19" fmla="*/ 64 h 64"/>
                <a:gd name="T20" fmla="*/ 0 w 58"/>
                <a:gd name="T21" fmla="*/ 64 h 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8" h="64">
                  <a:moveTo>
                    <a:pt x="0" y="64"/>
                  </a:moveTo>
                  <a:lnTo>
                    <a:pt x="22" y="57"/>
                  </a:lnTo>
                  <a:lnTo>
                    <a:pt x="43" y="43"/>
                  </a:lnTo>
                  <a:lnTo>
                    <a:pt x="51" y="28"/>
                  </a:lnTo>
                  <a:lnTo>
                    <a:pt x="58" y="0"/>
                  </a:lnTo>
                  <a:lnTo>
                    <a:pt x="51" y="28"/>
                  </a:lnTo>
                  <a:lnTo>
                    <a:pt x="43" y="43"/>
                  </a:lnTo>
                  <a:lnTo>
                    <a:pt x="22" y="57"/>
                  </a:lnTo>
                  <a:lnTo>
                    <a:pt x="0" y="64"/>
                  </a:lnTo>
                  <a:close/>
                </a:path>
              </a:pathLst>
            </a:custGeom>
            <a:solidFill>
              <a:srgbClr val="000000"/>
            </a:solidFill>
            <a:ln w="9525">
              <a:solidFill>
                <a:schemeClr val="tx1"/>
              </a:solidFill>
              <a:round/>
              <a:headEnd/>
              <a:tailEnd/>
            </a:ln>
          </p:spPr>
          <p:txBody>
            <a:bodyPr/>
            <a:lstStyle/>
            <a:p>
              <a:endParaRPr lang="zh-CN" altLang="en-US"/>
            </a:p>
          </p:txBody>
        </p:sp>
        <p:sp>
          <p:nvSpPr>
            <p:cNvPr id="48180" name="Freeform 77">
              <a:extLst>
                <a:ext uri="{FF2B5EF4-FFF2-40B4-BE49-F238E27FC236}">
                  <a16:creationId xmlns:a16="http://schemas.microsoft.com/office/drawing/2014/main" id="{082ECC27-5081-4EDC-AD21-EC6C1E18D2E8}"/>
                </a:ext>
              </a:extLst>
            </p:cNvPr>
            <p:cNvSpPr>
              <a:spLocks noEditPoints="1"/>
            </p:cNvSpPr>
            <p:nvPr/>
          </p:nvSpPr>
          <p:spPr bwMode="auto">
            <a:xfrm>
              <a:off x="4620" y="2831"/>
              <a:ext cx="58" cy="65"/>
            </a:xfrm>
            <a:custGeom>
              <a:avLst/>
              <a:gdLst>
                <a:gd name="T0" fmla="*/ 58 w 58"/>
                <a:gd name="T1" fmla="*/ 65 h 65"/>
                <a:gd name="T2" fmla="*/ 51 w 58"/>
                <a:gd name="T3" fmla="*/ 43 h 65"/>
                <a:gd name="T4" fmla="*/ 43 w 58"/>
                <a:gd name="T5" fmla="*/ 22 h 65"/>
                <a:gd name="T6" fmla="*/ 22 w 58"/>
                <a:gd name="T7" fmla="*/ 7 h 65"/>
                <a:gd name="T8" fmla="*/ 0 w 58"/>
                <a:gd name="T9" fmla="*/ 0 h 65"/>
                <a:gd name="T10" fmla="*/ 0 w 58"/>
                <a:gd name="T11" fmla="*/ 0 h 65"/>
                <a:gd name="T12" fmla="*/ 22 w 58"/>
                <a:gd name="T13" fmla="*/ 7 h 65"/>
                <a:gd name="T14" fmla="*/ 43 w 58"/>
                <a:gd name="T15" fmla="*/ 22 h 65"/>
                <a:gd name="T16" fmla="*/ 51 w 58"/>
                <a:gd name="T17" fmla="*/ 43 h 65"/>
                <a:gd name="T18" fmla="*/ 58 w 58"/>
                <a:gd name="T19" fmla="*/ 65 h 65"/>
                <a:gd name="T20" fmla="*/ 58 w 58"/>
                <a:gd name="T21" fmla="*/ 65 h 65"/>
                <a:gd name="T22" fmla="*/ 58 w 58"/>
                <a:gd name="T23" fmla="*/ 65 h 65"/>
                <a:gd name="T24" fmla="*/ 58 w 58"/>
                <a:gd name="T25" fmla="*/ 65 h 65"/>
                <a:gd name="T26" fmla="*/ 58 w 58"/>
                <a:gd name="T27" fmla="*/ 65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58" h="65">
                  <a:moveTo>
                    <a:pt x="58" y="65"/>
                  </a:moveTo>
                  <a:lnTo>
                    <a:pt x="51" y="43"/>
                  </a:lnTo>
                  <a:lnTo>
                    <a:pt x="43" y="22"/>
                  </a:lnTo>
                  <a:lnTo>
                    <a:pt x="22" y="7"/>
                  </a:lnTo>
                  <a:lnTo>
                    <a:pt x="0" y="0"/>
                  </a:lnTo>
                  <a:lnTo>
                    <a:pt x="22" y="7"/>
                  </a:lnTo>
                  <a:lnTo>
                    <a:pt x="43" y="22"/>
                  </a:lnTo>
                  <a:lnTo>
                    <a:pt x="51" y="43"/>
                  </a:lnTo>
                  <a:lnTo>
                    <a:pt x="58" y="65"/>
                  </a:lnTo>
                  <a:close/>
                  <a:moveTo>
                    <a:pt x="58" y="65"/>
                  </a:moveTo>
                  <a:lnTo>
                    <a:pt x="58" y="65"/>
                  </a:lnTo>
                  <a:close/>
                </a:path>
              </a:pathLst>
            </a:custGeom>
            <a:solidFill>
              <a:srgbClr val="000000"/>
            </a:solidFill>
            <a:ln w="9525">
              <a:solidFill>
                <a:schemeClr val="tx1"/>
              </a:solidFill>
              <a:round/>
              <a:headEnd/>
              <a:tailEnd/>
            </a:ln>
          </p:spPr>
          <p:txBody>
            <a:bodyPr/>
            <a:lstStyle/>
            <a:p>
              <a:endParaRPr lang="zh-CN" altLang="en-US"/>
            </a:p>
          </p:txBody>
        </p:sp>
        <p:sp>
          <p:nvSpPr>
            <p:cNvPr id="48181" name="Freeform 78">
              <a:extLst>
                <a:ext uri="{FF2B5EF4-FFF2-40B4-BE49-F238E27FC236}">
                  <a16:creationId xmlns:a16="http://schemas.microsoft.com/office/drawing/2014/main" id="{731B0421-6D50-488A-94B6-9FCA1D8D556C}"/>
                </a:ext>
              </a:extLst>
            </p:cNvPr>
            <p:cNvSpPr>
              <a:spLocks noEditPoints="1"/>
            </p:cNvSpPr>
            <p:nvPr/>
          </p:nvSpPr>
          <p:spPr bwMode="auto">
            <a:xfrm>
              <a:off x="4556" y="2831"/>
              <a:ext cx="64" cy="65"/>
            </a:xfrm>
            <a:custGeom>
              <a:avLst/>
              <a:gdLst>
                <a:gd name="T0" fmla="*/ 64 w 64"/>
                <a:gd name="T1" fmla="*/ 0 h 65"/>
                <a:gd name="T2" fmla="*/ 43 w 64"/>
                <a:gd name="T3" fmla="*/ 7 h 65"/>
                <a:gd name="T4" fmla="*/ 21 w 64"/>
                <a:gd name="T5" fmla="*/ 22 h 65"/>
                <a:gd name="T6" fmla="*/ 7 w 64"/>
                <a:gd name="T7" fmla="*/ 43 h 65"/>
                <a:gd name="T8" fmla="*/ 0 w 64"/>
                <a:gd name="T9" fmla="*/ 65 h 65"/>
                <a:gd name="T10" fmla="*/ 0 w 64"/>
                <a:gd name="T11" fmla="*/ 65 h 65"/>
                <a:gd name="T12" fmla="*/ 7 w 64"/>
                <a:gd name="T13" fmla="*/ 43 h 65"/>
                <a:gd name="T14" fmla="*/ 21 w 64"/>
                <a:gd name="T15" fmla="*/ 22 h 65"/>
                <a:gd name="T16" fmla="*/ 43 w 64"/>
                <a:gd name="T17" fmla="*/ 7 h 65"/>
                <a:gd name="T18" fmla="*/ 64 w 64"/>
                <a:gd name="T19" fmla="*/ 0 h 65"/>
                <a:gd name="T20" fmla="*/ 64 w 64"/>
                <a:gd name="T21" fmla="*/ 0 h 65"/>
                <a:gd name="T22" fmla="*/ 64 w 64"/>
                <a:gd name="T23" fmla="*/ 0 h 65"/>
                <a:gd name="T24" fmla="*/ 64 w 64"/>
                <a:gd name="T25" fmla="*/ 0 h 65"/>
                <a:gd name="T26" fmla="*/ 64 w 64"/>
                <a:gd name="T27" fmla="*/ 0 h 6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5">
                  <a:moveTo>
                    <a:pt x="64" y="0"/>
                  </a:moveTo>
                  <a:lnTo>
                    <a:pt x="43" y="7"/>
                  </a:lnTo>
                  <a:lnTo>
                    <a:pt x="21" y="22"/>
                  </a:lnTo>
                  <a:lnTo>
                    <a:pt x="7" y="43"/>
                  </a:lnTo>
                  <a:lnTo>
                    <a:pt x="0" y="65"/>
                  </a:lnTo>
                  <a:lnTo>
                    <a:pt x="7" y="43"/>
                  </a:lnTo>
                  <a:lnTo>
                    <a:pt x="21" y="22"/>
                  </a:lnTo>
                  <a:lnTo>
                    <a:pt x="43" y="7"/>
                  </a:lnTo>
                  <a:lnTo>
                    <a:pt x="64" y="0"/>
                  </a:lnTo>
                  <a:close/>
                  <a:moveTo>
                    <a:pt x="64" y="0"/>
                  </a:moveTo>
                  <a:lnTo>
                    <a:pt x="64" y="0"/>
                  </a:lnTo>
                  <a:close/>
                </a:path>
              </a:pathLst>
            </a:custGeom>
            <a:solidFill>
              <a:srgbClr val="000000"/>
            </a:solidFill>
            <a:ln w="9525">
              <a:solidFill>
                <a:schemeClr val="tx1"/>
              </a:solidFill>
              <a:round/>
              <a:headEnd/>
              <a:tailEnd/>
            </a:ln>
          </p:spPr>
          <p:txBody>
            <a:bodyPr/>
            <a:lstStyle/>
            <a:p>
              <a:endParaRPr lang="zh-CN" altLang="en-US"/>
            </a:p>
          </p:txBody>
        </p:sp>
        <p:sp>
          <p:nvSpPr>
            <p:cNvPr id="48182" name="Freeform 79">
              <a:extLst>
                <a:ext uri="{FF2B5EF4-FFF2-40B4-BE49-F238E27FC236}">
                  <a16:creationId xmlns:a16="http://schemas.microsoft.com/office/drawing/2014/main" id="{2EFAD901-AD86-4412-8E4B-D4E44C93A1A3}"/>
                </a:ext>
              </a:extLst>
            </p:cNvPr>
            <p:cNvSpPr>
              <a:spLocks noEditPoints="1"/>
            </p:cNvSpPr>
            <p:nvPr/>
          </p:nvSpPr>
          <p:spPr bwMode="auto">
            <a:xfrm>
              <a:off x="4556" y="2896"/>
              <a:ext cx="64" cy="64"/>
            </a:xfrm>
            <a:custGeom>
              <a:avLst/>
              <a:gdLst>
                <a:gd name="T0" fmla="*/ 0 w 64"/>
                <a:gd name="T1" fmla="*/ 0 h 64"/>
                <a:gd name="T2" fmla="*/ 7 w 64"/>
                <a:gd name="T3" fmla="*/ 28 h 64"/>
                <a:gd name="T4" fmla="*/ 21 w 64"/>
                <a:gd name="T5" fmla="*/ 43 h 64"/>
                <a:gd name="T6" fmla="*/ 43 w 64"/>
                <a:gd name="T7" fmla="*/ 57 h 64"/>
                <a:gd name="T8" fmla="*/ 64 w 64"/>
                <a:gd name="T9" fmla="*/ 64 h 64"/>
                <a:gd name="T10" fmla="*/ 64 w 64"/>
                <a:gd name="T11" fmla="*/ 64 h 64"/>
                <a:gd name="T12" fmla="*/ 43 w 64"/>
                <a:gd name="T13" fmla="*/ 57 h 64"/>
                <a:gd name="T14" fmla="*/ 21 w 64"/>
                <a:gd name="T15" fmla="*/ 43 h 64"/>
                <a:gd name="T16" fmla="*/ 7 w 64"/>
                <a:gd name="T17" fmla="*/ 28 h 64"/>
                <a:gd name="T18" fmla="*/ 0 w 64"/>
                <a:gd name="T19" fmla="*/ 0 h 64"/>
                <a:gd name="T20" fmla="*/ 0 w 64"/>
                <a:gd name="T21" fmla="*/ 0 h 64"/>
                <a:gd name="T22" fmla="*/ 0 w 64"/>
                <a:gd name="T23" fmla="*/ 0 h 64"/>
                <a:gd name="T24" fmla="*/ 0 w 64"/>
                <a:gd name="T25" fmla="*/ 0 h 64"/>
                <a:gd name="T26" fmla="*/ 0 w 64"/>
                <a:gd name="T27" fmla="*/ 0 h 6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 h="64">
                  <a:moveTo>
                    <a:pt x="0" y="0"/>
                  </a:moveTo>
                  <a:lnTo>
                    <a:pt x="7" y="28"/>
                  </a:lnTo>
                  <a:lnTo>
                    <a:pt x="21" y="43"/>
                  </a:lnTo>
                  <a:lnTo>
                    <a:pt x="43" y="57"/>
                  </a:lnTo>
                  <a:lnTo>
                    <a:pt x="64" y="64"/>
                  </a:lnTo>
                  <a:lnTo>
                    <a:pt x="43" y="57"/>
                  </a:lnTo>
                  <a:lnTo>
                    <a:pt x="21" y="43"/>
                  </a:lnTo>
                  <a:lnTo>
                    <a:pt x="7" y="28"/>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83" name="Freeform 80">
              <a:extLst>
                <a:ext uri="{FF2B5EF4-FFF2-40B4-BE49-F238E27FC236}">
                  <a16:creationId xmlns:a16="http://schemas.microsoft.com/office/drawing/2014/main" id="{D90C80E5-C5A5-4DA8-96C0-177A4199EA85}"/>
                </a:ext>
              </a:extLst>
            </p:cNvPr>
            <p:cNvSpPr>
              <a:spLocks/>
            </p:cNvSpPr>
            <p:nvPr/>
          </p:nvSpPr>
          <p:spPr bwMode="auto">
            <a:xfrm>
              <a:off x="4620" y="2960"/>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84" name="Freeform 81">
              <a:extLst>
                <a:ext uri="{FF2B5EF4-FFF2-40B4-BE49-F238E27FC236}">
                  <a16:creationId xmlns:a16="http://schemas.microsoft.com/office/drawing/2014/main" id="{E0067130-A6AC-4B6C-B0B7-C21CC1B3FB60}"/>
                </a:ext>
              </a:extLst>
            </p:cNvPr>
            <p:cNvSpPr>
              <a:spLocks noEditPoints="1"/>
            </p:cNvSpPr>
            <p:nvPr/>
          </p:nvSpPr>
          <p:spPr bwMode="auto">
            <a:xfrm>
              <a:off x="3299" y="1784"/>
              <a:ext cx="58" cy="187"/>
            </a:xfrm>
            <a:custGeom>
              <a:avLst/>
              <a:gdLst>
                <a:gd name="T0" fmla="*/ 43 w 58"/>
                <a:gd name="T1" fmla="*/ 151 h 187"/>
                <a:gd name="T2" fmla="*/ 36 w 58"/>
                <a:gd name="T3" fmla="*/ 165 h 187"/>
                <a:gd name="T4" fmla="*/ 22 w 58"/>
                <a:gd name="T5" fmla="*/ 172 h 187"/>
                <a:gd name="T6" fmla="*/ 22 w 58"/>
                <a:gd name="T7" fmla="*/ 172 h 187"/>
                <a:gd name="T8" fmla="*/ 22 w 58"/>
                <a:gd name="T9" fmla="*/ 165 h 187"/>
                <a:gd name="T10" fmla="*/ 22 w 58"/>
                <a:gd name="T11" fmla="*/ 158 h 187"/>
                <a:gd name="T12" fmla="*/ 22 w 58"/>
                <a:gd name="T13" fmla="*/ 151 h 187"/>
                <a:gd name="T14" fmla="*/ 50 w 58"/>
                <a:gd name="T15" fmla="*/ 58 h 187"/>
                <a:gd name="T16" fmla="*/ 43 w 58"/>
                <a:gd name="T17" fmla="*/ 58 h 187"/>
                <a:gd name="T18" fmla="*/ 29 w 58"/>
                <a:gd name="T19" fmla="*/ 65 h 187"/>
                <a:gd name="T20" fmla="*/ 7 w 58"/>
                <a:gd name="T21" fmla="*/ 65 h 187"/>
                <a:gd name="T22" fmla="*/ 7 w 58"/>
                <a:gd name="T23" fmla="*/ 72 h 187"/>
                <a:gd name="T24" fmla="*/ 22 w 58"/>
                <a:gd name="T25" fmla="*/ 72 h 187"/>
                <a:gd name="T26" fmla="*/ 22 w 58"/>
                <a:gd name="T27" fmla="*/ 79 h 187"/>
                <a:gd name="T28" fmla="*/ 22 w 58"/>
                <a:gd name="T29" fmla="*/ 93 h 187"/>
                <a:gd name="T30" fmla="*/ 14 w 58"/>
                <a:gd name="T31" fmla="*/ 122 h 187"/>
                <a:gd name="T32" fmla="*/ 7 w 58"/>
                <a:gd name="T33" fmla="*/ 144 h 187"/>
                <a:gd name="T34" fmla="*/ 0 w 58"/>
                <a:gd name="T35" fmla="*/ 165 h 187"/>
                <a:gd name="T36" fmla="*/ 0 w 58"/>
                <a:gd name="T37" fmla="*/ 179 h 187"/>
                <a:gd name="T38" fmla="*/ 14 w 58"/>
                <a:gd name="T39" fmla="*/ 187 h 187"/>
                <a:gd name="T40" fmla="*/ 36 w 58"/>
                <a:gd name="T41" fmla="*/ 179 h 187"/>
                <a:gd name="T42" fmla="*/ 50 w 58"/>
                <a:gd name="T43" fmla="*/ 151 h 187"/>
                <a:gd name="T44" fmla="*/ 43 w 58"/>
                <a:gd name="T45" fmla="*/ 151 h 187"/>
                <a:gd name="T46" fmla="*/ 58 w 58"/>
                <a:gd name="T47" fmla="*/ 14 h 187"/>
                <a:gd name="T48" fmla="*/ 50 w 58"/>
                <a:gd name="T49" fmla="*/ 7 h 187"/>
                <a:gd name="T50" fmla="*/ 43 w 58"/>
                <a:gd name="T51" fmla="*/ 0 h 187"/>
                <a:gd name="T52" fmla="*/ 36 w 58"/>
                <a:gd name="T53" fmla="*/ 7 h 187"/>
                <a:gd name="T54" fmla="*/ 29 w 58"/>
                <a:gd name="T55" fmla="*/ 14 h 187"/>
                <a:gd name="T56" fmla="*/ 36 w 58"/>
                <a:gd name="T57" fmla="*/ 29 h 187"/>
                <a:gd name="T58" fmla="*/ 43 w 58"/>
                <a:gd name="T59" fmla="*/ 29 h 187"/>
                <a:gd name="T60" fmla="*/ 50 w 58"/>
                <a:gd name="T61" fmla="*/ 22 h 187"/>
                <a:gd name="T62" fmla="*/ 58 w 58"/>
                <a:gd name="T63" fmla="*/ 14 h 187"/>
                <a:gd name="T64" fmla="*/ 58 w 58"/>
                <a:gd name="T65" fmla="*/ 14 h 1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8" h="187">
                  <a:moveTo>
                    <a:pt x="43" y="151"/>
                  </a:moveTo>
                  <a:lnTo>
                    <a:pt x="36" y="165"/>
                  </a:lnTo>
                  <a:lnTo>
                    <a:pt x="22" y="172"/>
                  </a:lnTo>
                  <a:lnTo>
                    <a:pt x="22" y="165"/>
                  </a:lnTo>
                  <a:lnTo>
                    <a:pt x="22" y="158"/>
                  </a:lnTo>
                  <a:lnTo>
                    <a:pt x="22" y="151"/>
                  </a:lnTo>
                  <a:lnTo>
                    <a:pt x="50" y="58"/>
                  </a:lnTo>
                  <a:lnTo>
                    <a:pt x="43" y="58"/>
                  </a:lnTo>
                  <a:lnTo>
                    <a:pt x="29" y="65"/>
                  </a:lnTo>
                  <a:lnTo>
                    <a:pt x="7" y="65"/>
                  </a:lnTo>
                  <a:lnTo>
                    <a:pt x="7" y="72"/>
                  </a:lnTo>
                  <a:lnTo>
                    <a:pt x="22" y="72"/>
                  </a:lnTo>
                  <a:lnTo>
                    <a:pt x="22" y="79"/>
                  </a:lnTo>
                  <a:lnTo>
                    <a:pt x="22" y="93"/>
                  </a:lnTo>
                  <a:lnTo>
                    <a:pt x="14" y="122"/>
                  </a:lnTo>
                  <a:lnTo>
                    <a:pt x="7" y="144"/>
                  </a:lnTo>
                  <a:lnTo>
                    <a:pt x="0" y="165"/>
                  </a:lnTo>
                  <a:lnTo>
                    <a:pt x="0" y="179"/>
                  </a:lnTo>
                  <a:lnTo>
                    <a:pt x="14" y="187"/>
                  </a:lnTo>
                  <a:lnTo>
                    <a:pt x="36" y="179"/>
                  </a:lnTo>
                  <a:lnTo>
                    <a:pt x="50" y="151"/>
                  </a:lnTo>
                  <a:lnTo>
                    <a:pt x="43" y="151"/>
                  </a:lnTo>
                  <a:close/>
                  <a:moveTo>
                    <a:pt x="58" y="14"/>
                  </a:moveTo>
                  <a:lnTo>
                    <a:pt x="50" y="7"/>
                  </a:lnTo>
                  <a:lnTo>
                    <a:pt x="43" y="0"/>
                  </a:lnTo>
                  <a:lnTo>
                    <a:pt x="36" y="7"/>
                  </a:lnTo>
                  <a:lnTo>
                    <a:pt x="29" y="14"/>
                  </a:lnTo>
                  <a:lnTo>
                    <a:pt x="36" y="29"/>
                  </a:lnTo>
                  <a:lnTo>
                    <a:pt x="43" y="29"/>
                  </a:lnTo>
                  <a:lnTo>
                    <a:pt x="50" y="22"/>
                  </a:lnTo>
                  <a:lnTo>
                    <a:pt x="58" y="14"/>
                  </a:lnTo>
                  <a:close/>
                </a:path>
              </a:pathLst>
            </a:custGeom>
            <a:solidFill>
              <a:srgbClr val="000000"/>
            </a:solidFill>
            <a:ln w="9525">
              <a:solidFill>
                <a:schemeClr val="tx1"/>
              </a:solidFill>
              <a:round/>
              <a:headEnd/>
              <a:tailEnd/>
            </a:ln>
          </p:spPr>
          <p:txBody>
            <a:bodyPr/>
            <a:lstStyle/>
            <a:p>
              <a:endParaRPr lang="zh-CN" altLang="en-US"/>
            </a:p>
          </p:txBody>
        </p:sp>
        <p:sp>
          <p:nvSpPr>
            <p:cNvPr id="48185" name="Freeform 82">
              <a:extLst>
                <a:ext uri="{FF2B5EF4-FFF2-40B4-BE49-F238E27FC236}">
                  <a16:creationId xmlns:a16="http://schemas.microsoft.com/office/drawing/2014/main" id="{D4467EB8-B57B-4BBA-BCB0-62875A4E8D7B}"/>
                </a:ext>
              </a:extLst>
            </p:cNvPr>
            <p:cNvSpPr>
              <a:spLocks/>
            </p:cNvSpPr>
            <p:nvPr/>
          </p:nvSpPr>
          <p:spPr bwMode="auto">
            <a:xfrm>
              <a:off x="3493" y="1569"/>
              <a:ext cx="574" cy="617"/>
            </a:xfrm>
            <a:custGeom>
              <a:avLst/>
              <a:gdLst>
                <a:gd name="T0" fmla="*/ 574 w 574"/>
                <a:gd name="T1" fmla="*/ 308 h 617"/>
                <a:gd name="T2" fmla="*/ 287 w 574"/>
                <a:gd name="T3" fmla="*/ 0 h 617"/>
                <a:gd name="T4" fmla="*/ 0 w 574"/>
                <a:gd name="T5" fmla="*/ 308 h 617"/>
                <a:gd name="T6" fmla="*/ 287 w 574"/>
                <a:gd name="T7" fmla="*/ 617 h 617"/>
                <a:gd name="T8" fmla="*/ 574 w 574"/>
                <a:gd name="T9" fmla="*/ 308 h 617"/>
                <a:gd name="T10" fmla="*/ 574 w 574"/>
                <a:gd name="T11" fmla="*/ 308 h 61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4" h="617">
                  <a:moveTo>
                    <a:pt x="574" y="308"/>
                  </a:moveTo>
                  <a:lnTo>
                    <a:pt x="287" y="0"/>
                  </a:lnTo>
                  <a:lnTo>
                    <a:pt x="0" y="308"/>
                  </a:lnTo>
                  <a:lnTo>
                    <a:pt x="287" y="617"/>
                  </a:lnTo>
                  <a:lnTo>
                    <a:pt x="574" y="308"/>
                  </a:lnTo>
                  <a:close/>
                </a:path>
              </a:pathLst>
            </a:custGeom>
            <a:solidFill>
              <a:srgbClr val="FFCC66"/>
            </a:solidFill>
            <a:ln w="9525">
              <a:solidFill>
                <a:schemeClr val="tx1"/>
              </a:solidFill>
              <a:round/>
              <a:headEnd/>
              <a:tailEnd/>
            </a:ln>
          </p:spPr>
          <p:txBody>
            <a:bodyPr/>
            <a:lstStyle/>
            <a:p>
              <a:endParaRPr lang="zh-CN" altLang="en-US"/>
            </a:p>
          </p:txBody>
        </p:sp>
        <p:sp>
          <p:nvSpPr>
            <p:cNvPr id="48186" name="Freeform 83">
              <a:extLst>
                <a:ext uri="{FF2B5EF4-FFF2-40B4-BE49-F238E27FC236}">
                  <a16:creationId xmlns:a16="http://schemas.microsoft.com/office/drawing/2014/main" id="{135D4E5E-6F5B-4F4F-895B-189BBFDA319B}"/>
                </a:ext>
              </a:extLst>
            </p:cNvPr>
            <p:cNvSpPr>
              <a:spLocks/>
            </p:cNvSpPr>
            <p:nvPr/>
          </p:nvSpPr>
          <p:spPr bwMode="auto">
            <a:xfrm>
              <a:off x="3780" y="1569"/>
              <a:ext cx="287" cy="308"/>
            </a:xfrm>
            <a:custGeom>
              <a:avLst/>
              <a:gdLst>
                <a:gd name="T0" fmla="*/ 287 w 287"/>
                <a:gd name="T1" fmla="*/ 308 h 308"/>
                <a:gd name="T2" fmla="*/ 0 w 287"/>
                <a:gd name="T3" fmla="*/ 0 h 308"/>
                <a:gd name="T4" fmla="*/ 287 w 287"/>
                <a:gd name="T5" fmla="*/ 308 h 308"/>
                <a:gd name="T6" fmla="*/ 287 w 287"/>
                <a:gd name="T7" fmla="*/ 308 h 3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7" h="308">
                  <a:moveTo>
                    <a:pt x="287" y="308"/>
                  </a:moveTo>
                  <a:lnTo>
                    <a:pt x="0" y="0"/>
                  </a:lnTo>
                  <a:lnTo>
                    <a:pt x="287" y="308"/>
                  </a:lnTo>
                  <a:close/>
                </a:path>
              </a:pathLst>
            </a:custGeom>
            <a:solidFill>
              <a:srgbClr val="000000"/>
            </a:solidFill>
            <a:ln w="9525">
              <a:solidFill>
                <a:schemeClr val="tx1"/>
              </a:solidFill>
              <a:round/>
              <a:headEnd/>
              <a:tailEnd/>
            </a:ln>
          </p:spPr>
          <p:txBody>
            <a:bodyPr/>
            <a:lstStyle/>
            <a:p>
              <a:endParaRPr lang="zh-CN" altLang="en-US"/>
            </a:p>
          </p:txBody>
        </p:sp>
        <p:sp>
          <p:nvSpPr>
            <p:cNvPr id="48187" name="Freeform 84">
              <a:extLst>
                <a:ext uri="{FF2B5EF4-FFF2-40B4-BE49-F238E27FC236}">
                  <a16:creationId xmlns:a16="http://schemas.microsoft.com/office/drawing/2014/main" id="{86FBF6F4-3D9A-4A10-9879-97ECD2886956}"/>
                </a:ext>
              </a:extLst>
            </p:cNvPr>
            <p:cNvSpPr>
              <a:spLocks noEditPoints="1"/>
            </p:cNvSpPr>
            <p:nvPr/>
          </p:nvSpPr>
          <p:spPr bwMode="auto">
            <a:xfrm>
              <a:off x="3493" y="1569"/>
              <a:ext cx="287" cy="308"/>
            </a:xfrm>
            <a:custGeom>
              <a:avLst/>
              <a:gdLst>
                <a:gd name="T0" fmla="*/ 287 w 287"/>
                <a:gd name="T1" fmla="*/ 0 h 308"/>
                <a:gd name="T2" fmla="*/ 0 w 287"/>
                <a:gd name="T3" fmla="*/ 308 h 308"/>
                <a:gd name="T4" fmla="*/ 287 w 287"/>
                <a:gd name="T5" fmla="*/ 0 h 308"/>
                <a:gd name="T6" fmla="*/ 287 w 287"/>
                <a:gd name="T7" fmla="*/ 0 h 308"/>
                <a:gd name="T8" fmla="*/ 287 w 287"/>
                <a:gd name="T9" fmla="*/ 0 h 308"/>
                <a:gd name="T10" fmla="*/ 287 w 287"/>
                <a:gd name="T11" fmla="*/ 0 h 308"/>
                <a:gd name="T12" fmla="*/ 287 w 287"/>
                <a:gd name="T13" fmla="*/ 0 h 30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7" h="308">
                  <a:moveTo>
                    <a:pt x="287" y="0"/>
                  </a:moveTo>
                  <a:lnTo>
                    <a:pt x="0" y="308"/>
                  </a:lnTo>
                  <a:lnTo>
                    <a:pt x="287" y="0"/>
                  </a:lnTo>
                  <a:close/>
                  <a:moveTo>
                    <a:pt x="287" y="0"/>
                  </a:moveTo>
                  <a:lnTo>
                    <a:pt x="287" y="0"/>
                  </a:lnTo>
                  <a:close/>
                </a:path>
              </a:pathLst>
            </a:custGeom>
            <a:solidFill>
              <a:srgbClr val="000000"/>
            </a:solidFill>
            <a:ln w="9525">
              <a:solidFill>
                <a:schemeClr val="tx1"/>
              </a:solidFill>
              <a:round/>
              <a:headEnd/>
              <a:tailEnd/>
            </a:ln>
          </p:spPr>
          <p:txBody>
            <a:bodyPr/>
            <a:lstStyle/>
            <a:p>
              <a:endParaRPr lang="zh-CN" altLang="en-US"/>
            </a:p>
          </p:txBody>
        </p:sp>
        <p:sp>
          <p:nvSpPr>
            <p:cNvPr id="48188" name="Freeform 85">
              <a:extLst>
                <a:ext uri="{FF2B5EF4-FFF2-40B4-BE49-F238E27FC236}">
                  <a16:creationId xmlns:a16="http://schemas.microsoft.com/office/drawing/2014/main" id="{FD74A3B9-1095-4AA6-B9A4-98F14904C492}"/>
                </a:ext>
              </a:extLst>
            </p:cNvPr>
            <p:cNvSpPr>
              <a:spLocks noEditPoints="1"/>
            </p:cNvSpPr>
            <p:nvPr/>
          </p:nvSpPr>
          <p:spPr bwMode="auto">
            <a:xfrm>
              <a:off x="3493" y="1877"/>
              <a:ext cx="287" cy="309"/>
            </a:xfrm>
            <a:custGeom>
              <a:avLst/>
              <a:gdLst>
                <a:gd name="T0" fmla="*/ 0 w 287"/>
                <a:gd name="T1" fmla="*/ 0 h 309"/>
                <a:gd name="T2" fmla="*/ 287 w 287"/>
                <a:gd name="T3" fmla="*/ 309 h 309"/>
                <a:gd name="T4" fmla="*/ 0 w 287"/>
                <a:gd name="T5" fmla="*/ 0 h 309"/>
                <a:gd name="T6" fmla="*/ 0 w 287"/>
                <a:gd name="T7" fmla="*/ 0 h 309"/>
                <a:gd name="T8" fmla="*/ 0 w 287"/>
                <a:gd name="T9" fmla="*/ 0 h 309"/>
                <a:gd name="T10" fmla="*/ 0 w 287"/>
                <a:gd name="T11" fmla="*/ 0 h 309"/>
                <a:gd name="T12" fmla="*/ 0 w 287"/>
                <a:gd name="T13" fmla="*/ 0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7" h="309">
                  <a:moveTo>
                    <a:pt x="0" y="0"/>
                  </a:moveTo>
                  <a:lnTo>
                    <a:pt x="287" y="309"/>
                  </a:lnTo>
                  <a:lnTo>
                    <a:pt x="0" y="0"/>
                  </a:lnTo>
                  <a:close/>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89" name="Freeform 86">
              <a:extLst>
                <a:ext uri="{FF2B5EF4-FFF2-40B4-BE49-F238E27FC236}">
                  <a16:creationId xmlns:a16="http://schemas.microsoft.com/office/drawing/2014/main" id="{D6EE23D4-B6FD-4571-8888-F7A19499E693}"/>
                </a:ext>
              </a:extLst>
            </p:cNvPr>
            <p:cNvSpPr>
              <a:spLocks noEditPoints="1"/>
            </p:cNvSpPr>
            <p:nvPr/>
          </p:nvSpPr>
          <p:spPr bwMode="auto">
            <a:xfrm>
              <a:off x="3780" y="1877"/>
              <a:ext cx="287" cy="309"/>
            </a:xfrm>
            <a:custGeom>
              <a:avLst/>
              <a:gdLst>
                <a:gd name="T0" fmla="*/ 0 w 287"/>
                <a:gd name="T1" fmla="*/ 309 h 309"/>
                <a:gd name="T2" fmla="*/ 287 w 287"/>
                <a:gd name="T3" fmla="*/ 0 h 309"/>
                <a:gd name="T4" fmla="*/ 0 w 287"/>
                <a:gd name="T5" fmla="*/ 309 h 309"/>
                <a:gd name="T6" fmla="*/ 0 w 287"/>
                <a:gd name="T7" fmla="*/ 309 h 309"/>
                <a:gd name="T8" fmla="*/ 0 w 287"/>
                <a:gd name="T9" fmla="*/ 309 h 309"/>
                <a:gd name="T10" fmla="*/ 0 w 287"/>
                <a:gd name="T11" fmla="*/ 309 h 309"/>
                <a:gd name="T12" fmla="*/ 0 w 287"/>
                <a:gd name="T13" fmla="*/ 309 h 30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7" h="309">
                  <a:moveTo>
                    <a:pt x="0" y="309"/>
                  </a:moveTo>
                  <a:lnTo>
                    <a:pt x="287" y="0"/>
                  </a:lnTo>
                  <a:lnTo>
                    <a:pt x="0" y="309"/>
                  </a:lnTo>
                  <a:close/>
                  <a:moveTo>
                    <a:pt x="0" y="309"/>
                  </a:moveTo>
                  <a:lnTo>
                    <a:pt x="0" y="309"/>
                  </a:lnTo>
                  <a:close/>
                </a:path>
              </a:pathLst>
            </a:custGeom>
            <a:solidFill>
              <a:srgbClr val="000000"/>
            </a:solidFill>
            <a:ln w="9525">
              <a:solidFill>
                <a:schemeClr val="tx1"/>
              </a:solidFill>
              <a:round/>
              <a:headEnd/>
              <a:tailEnd/>
            </a:ln>
          </p:spPr>
          <p:txBody>
            <a:bodyPr/>
            <a:lstStyle/>
            <a:p>
              <a:endParaRPr lang="zh-CN" altLang="en-US"/>
            </a:p>
          </p:txBody>
        </p:sp>
        <p:sp>
          <p:nvSpPr>
            <p:cNvPr id="48190" name="Freeform 87">
              <a:extLst>
                <a:ext uri="{FF2B5EF4-FFF2-40B4-BE49-F238E27FC236}">
                  <a16:creationId xmlns:a16="http://schemas.microsoft.com/office/drawing/2014/main" id="{84B13A10-77BB-4018-AC26-CFEBAA3583DA}"/>
                </a:ext>
              </a:extLst>
            </p:cNvPr>
            <p:cNvSpPr>
              <a:spLocks/>
            </p:cNvSpPr>
            <p:nvPr/>
          </p:nvSpPr>
          <p:spPr bwMode="auto">
            <a:xfrm>
              <a:off x="4067" y="1877"/>
              <a:ext cx="1" cy="1"/>
            </a:xfrm>
            <a:custGeom>
              <a:avLst/>
              <a:gdLst>
                <a:gd name="T0" fmla="*/ 0 w 1"/>
                <a:gd name="T1" fmla="*/ 0 h 1"/>
                <a:gd name="T2" fmla="*/ 0 w 1"/>
                <a:gd name="T3" fmla="*/ 0 h 1"/>
                <a:gd name="T4" fmla="*/ 0 w 1"/>
                <a:gd name="T5" fmla="*/ 0 h 1"/>
                <a:gd name="T6" fmla="*/ 0 60000 65536"/>
                <a:gd name="T7" fmla="*/ 0 60000 65536"/>
                <a:gd name="T8" fmla="*/ 0 60000 65536"/>
              </a:gdLst>
              <a:ahLst/>
              <a:cxnLst>
                <a:cxn ang="T6">
                  <a:pos x="T0" y="T1"/>
                </a:cxn>
                <a:cxn ang="T7">
                  <a:pos x="T2" y="T3"/>
                </a:cxn>
                <a:cxn ang="T8">
                  <a:pos x="T4" y="T5"/>
                </a:cxn>
              </a:cxnLst>
              <a:rect l="0" t="0" r="r" b="b"/>
              <a:pathLst>
                <a:path w="1" h="1">
                  <a:moveTo>
                    <a:pt x="0" y="0"/>
                  </a:moveTo>
                  <a:lnTo>
                    <a:pt x="0" y="0"/>
                  </a:lnTo>
                  <a:close/>
                </a:path>
              </a:pathLst>
            </a:custGeom>
            <a:solidFill>
              <a:srgbClr val="000000"/>
            </a:solidFill>
            <a:ln w="9525">
              <a:solidFill>
                <a:schemeClr val="tx1"/>
              </a:solidFill>
              <a:round/>
              <a:headEnd/>
              <a:tailEnd/>
            </a:ln>
          </p:spPr>
          <p:txBody>
            <a:bodyPr/>
            <a:lstStyle/>
            <a:p>
              <a:endParaRPr lang="zh-CN" altLang="en-US"/>
            </a:p>
          </p:txBody>
        </p:sp>
        <p:sp>
          <p:nvSpPr>
            <p:cNvPr id="48191" name="Freeform 88">
              <a:extLst>
                <a:ext uri="{FF2B5EF4-FFF2-40B4-BE49-F238E27FC236}">
                  <a16:creationId xmlns:a16="http://schemas.microsoft.com/office/drawing/2014/main" id="{C15B324B-853C-45C1-B258-CCC23ED2D8B0}"/>
                </a:ext>
              </a:extLst>
            </p:cNvPr>
            <p:cNvSpPr>
              <a:spLocks/>
            </p:cNvSpPr>
            <p:nvPr/>
          </p:nvSpPr>
          <p:spPr bwMode="auto">
            <a:xfrm>
              <a:off x="3787" y="1870"/>
              <a:ext cx="1" cy="179"/>
            </a:xfrm>
            <a:custGeom>
              <a:avLst/>
              <a:gdLst>
                <a:gd name="T0" fmla="*/ 0 w 1"/>
                <a:gd name="T1" fmla="*/ 179 h 179"/>
                <a:gd name="T2" fmla="*/ 0 w 1"/>
                <a:gd name="T3" fmla="*/ 0 h 179"/>
                <a:gd name="T4" fmla="*/ 0 w 1"/>
                <a:gd name="T5" fmla="*/ 179 h 179"/>
                <a:gd name="T6" fmla="*/ 0 w 1"/>
                <a:gd name="T7" fmla="*/ 179 h 1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 h="179">
                  <a:moveTo>
                    <a:pt x="0" y="179"/>
                  </a:moveTo>
                  <a:lnTo>
                    <a:pt x="0" y="0"/>
                  </a:lnTo>
                  <a:lnTo>
                    <a:pt x="0" y="179"/>
                  </a:lnTo>
                  <a:close/>
                </a:path>
              </a:pathLst>
            </a:custGeom>
            <a:solidFill>
              <a:srgbClr val="000000"/>
            </a:solidFill>
            <a:ln w="9525">
              <a:solidFill>
                <a:srgbClr val="FF0000"/>
              </a:solidFill>
              <a:round/>
              <a:headEnd/>
              <a:tailEnd/>
            </a:ln>
          </p:spPr>
          <p:txBody>
            <a:bodyPr/>
            <a:lstStyle/>
            <a:p>
              <a:endParaRPr lang="zh-CN" altLang="en-US"/>
            </a:p>
          </p:txBody>
        </p:sp>
        <p:sp>
          <p:nvSpPr>
            <p:cNvPr id="48192" name="Freeform 89">
              <a:extLst>
                <a:ext uri="{FF2B5EF4-FFF2-40B4-BE49-F238E27FC236}">
                  <a16:creationId xmlns:a16="http://schemas.microsoft.com/office/drawing/2014/main" id="{C8A784EE-F806-492C-9ED4-14A251818336}"/>
                </a:ext>
              </a:extLst>
            </p:cNvPr>
            <p:cNvSpPr>
              <a:spLocks/>
            </p:cNvSpPr>
            <p:nvPr/>
          </p:nvSpPr>
          <p:spPr bwMode="auto">
            <a:xfrm>
              <a:off x="3730" y="1698"/>
              <a:ext cx="108" cy="208"/>
            </a:xfrm>
            <a:custGeom>
              <a:avLst/>
              <a:gdLst>
                <a:gd name="T0" fmla="*/ 108 w 108"/>
                <a:gd name="T1" fmla="*/ 208 h 208"/>
                <a:gd name="T2" fmla="*/ 57 w 108"/>
                <a:gd name="T3" fmla="*/ 0 h 208"/>
                <a:gd name="T4" fmla="*/ 0 w 108"/>
                <a:gd name="T5" fmla="*/ 208 h 208"/>
                <a:gd name="T6" fmla="*/ 108 w 108"/>
                <a:gd name="T7" fmla="*/ 208 h 208"/>
                <a:gd name="T8" fmla="*/ 108 w 108"/>
                <a:gd name="T9" fmla="*/ 208 h 20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208">
                  <a:moveTo>
                    <a:pt x="108" y="208"/>
                  </a:moveTo>
                  <a:lnTo>
                    <a:pt x="57" y="0"/>
                  </a:lnTo>
                  <a:lnTo>
                    <a:pt x="0" y="208"/>
                  </a:lnTo>
                  <a:lnTo>
                    <a:pt x="108" y="208"/>
                  </a:lnTo>
                  <a:close/>
                </a:path>
              </a:pathLst>
            </a:custGeom>
            <a:solidFill>
              <a:srgbClr val="FF0000"/>
            </a:solidFill>
            <a:ln w="9525">
              <a:solidFill>
                <a:srgbClr val="FF0000"/>
              </a:solidFill>
              <a:round/>
              <a:headEnd/>
              <a:tailEnd/>
            </a:ln>
          </p:spPr>
          <p:txBody>
            <a:bodyPr/>
            <a:lstStyle/>
            <a:p>
              <a:endParaRPr lang="zh-CN" altLang="en-US"/>
            </a:p>
          </p:txBody>
        </p:sp>
      </p:grpSp>
      <p:sp>
        <p:nvSpPr>
          <p:cNvPr id="16474" name="Text Box 90">
            <a:extLst>
              <a:ext uri="{FF2B5EF4-FFF2-40B4-BE49-F238E27FC236}">
                <a16:creationId xmlns:a16="http://schemas.microsoft.com/office/drawing/2014/main" id="{6A751A5C-322A-48D0-ADE9-D99E2FC605EA}"/>
              </a:ext>
            </a:extLst>
          </p:cNvPr>
          <p:cNvSpPr txBox="1">
            <a:spLocks noChangeArrowheads="1"/>
          </p:cNvSpPr>
          <p:nvPr/>
        </p:nvSpPr>
        <p:spPr bwMode="auto">
          <a:xfrm>
            <a:off x="3997325" y="2514600"/>
            <a:ext cx="416242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2400"/>
              <a:t>There are a total of </a:t>
            </a:r>
            <a:r>
              <a:rPr lang="en-US" altLang="zh-CN" sz="2400" b="1"/>
              <a:t>four</a:t>
            </a:r>
            <a:r>
              <a:rPr lang="en-US" altLang="zh-CN" sz="2400"/>
              <a:t> variations, namely: </a:t>
            </a:r>
            <a:endParaRPr lang="zh-CN" altLang="en-US" sz="2400"/>
          </a:p>
        </p:txBody>
      </p:sp>
      <p:sp>
        <p:nvSpPr>
          <p:cNvPr id="16475" name="Text Box 91">
            <a:extLst>
              <a:ext uri="{FF2B5EF4-FFF2-40B4-BE49-F238E27FC236}">
                <a16:creationId xmlns:a16="http://schemas.microsoft.com/office/drawing/2014/main" id="{F879C5BE-8BC3-42BD-B37A-AB50961B9D40}"/>
              </a:ext>
            </a:extLst>
          </p:cNvPr>
          <p:cNvSpPr txBox="1">
            <a:spLocks noChangeArrowheads="1"/>
          </p:cNvSpPr>
          <p:nvPr/>
        </p:nvSpPr>
        <p:spPr bwMode="auto">
          <a:xfrm>
            <a:off x="4143375" y="3362325"/>
            <a:ext cx="4821238" cy="347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zh-CN" altLang="en-US" sz="2000"/>
              <a:t>1.  </a:t>
            </a:r>
            <a:r>
              <a:rPr lang="en-US" altLang="zh-CN" sz="2000"/>
              <a:t>A voltage –controlled voltage source (</a:t>
            </a:r>
            <a:r>
              <a:rPr lang="en-US" altLang="zh-CN" sz="2000">
                <a:solidFill>
                  <a:srgbClr val="FF0000"/>
                </a:solidFill>
              </a:rPr>
              <a:t>VCVS</a:t>
            </a:r>
            <a:r>
              <a:rPr lang="en-US" altLang="zh-CN" sz="2000"/>
              <a:t>)</a:t>
            </a:r>
          </a:p>
          <a:p>
            <a:pPr>
              <a:spcBef>
                <a:spcPct val="50000"/>
              </a:spcBef>
              <a:buFontTx/>
              <a:buNone/>
            </a:pPr>
            <a:r>
              <a:rPr lang="en-US" altLang="zh-CN" sz="2000"/>
              <a:t>2.  A current –controlled voltage source (</a:t>
            </a:r>
            <a:r>
              <a:rPr lang="en-US" altLang="zh-CN" sz="2000">
                <a:solidFill>
                  <a:srgbClr val="FF0000"/>
                </a:solidFill>
              </a:rPr>
              <a:t>CCVS</a:t>
            </a:r>
            <a:r>
              <a:rPr lang="en-US" altLang="zh-CN" sz="2000"/>
              <a:t>)</a:t>
            </a:r>
          </a:p>
          <a:p>
            <a:pPr>
              <a:spcBef>
                <a:spcPct val="50000"/>
              </a:spcBef>
              <a:buFontTx/>
              <a:buNone/>
            </a:pPr>
            <a:r>
              <a:rPr lang="en-US" altLang="zh-CN" sz="2000"/>
              <a:t>3.  A voltage –controlled current source (</a:t>
            </a:r>
            <a:r>
              <a:rPr lang="en-US" altLang="zh-CN" sz="2000">
                <a:solidFill>
                  <a:srgbClr val="FF0000"/>
                </a:solidFill>
              </a:rPr>
              <a:t>VCCS</a:t>
            </a:r>
            <a:r>
              <a:rPr lang="en-US" altLang="zh-CN" sz="2000"/>
              <a:t>)</a:t>
            </a:r>
          </a:p>
          <a:p>
            <a:pPr>
              <a:spcBef>
                <a:spcPct val="50000"/>
              </a:spcBef>
              <a:buFontTx/>
              <a:buNone/>
            </a:pPr>
            <a:r>
              <a:rPr lang="en-US" altLang="zh-CN" sz="2000"/>
              <a:t>4.  A current –controlled current source (</a:t>
            </a:r>
            <a:r>
              <a:rPr lang="en-US" altLang="zh-CN" sz="2000">
                <a:solidFill>
                  <a:srgbClr val="FF0000"/>
                </a:solidFill>
              </a:rPr>
              <a:t>CCCS</a:t>
            </a:r>
            <a:r>
              <a:rPr lang="en-US" altLang="zh-CN" sz="2000"/>
              <a:t>)</a:t>
            </a:r>
          </a:p>
          <a:p>
            <a:pPr>
              <a:spcBef>
                <a:spcPct val="50000"/>
              </a:spcBef>
              <a:buFontTx/>
              <a:buNone/>
            </a:pPr>
            <a:endParaRPr lang="zh-CN" altLang="en-US" sz="2000">
              <a:latin typeface="Times New Roman" panose="02020603050405020304" pitchFamily="18" charset="0"/>
            </a:endParaRPr>
          </a:p>
        </p:txBody>
      </p:sp>
      <p:sp>
        <p:nvSpPr>
          <p:cNvPr id="48135" name="页脚占位符 1">
            <a:extLst>
              <a:ext uri="{FF2B5EF4-FFF2-40B4-BE49-F238E27FC236}">
                <a16:creationId xmlns:a16="http://schemas.microsoft.com/office/drawing/2014/main" id="{43B00862-143F-49F3-96FF-B2DD22BA0601}"/>
              </a:ext>
            </a:extLst>
          </p:cNvPr>
          <p:cNvSpPr>
            <a:spLocks noGrp="1"/>
          </p:cNvSpPr>
          <p:nvPr>
            <p:ph type="ftr" sz="quarter" idx="11"/>
          </p:nvPr>
        </p:nvSpPr>
        <p:spPr>
          <a:xfrm>
            <a:off x="2317750" y="6383338"/>
            <a:ext cx="2895600" cy="457200"/>
          </a:xfrm>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r>
              <a:rPr lang="en-US" altLang="zh-CN" sz="1200">
                <a:solidFill>
                  <a:srgbClr val="898989"/>
                </a:solidFill>
                <a:latin typeface="Times New Roman" panose="02020603050405020304" pitchFamily="18" charset="0"/>
              </a:rPr>
              <a:t>TJU</a:t>
            </a:r>
            <a:endParaRPr lang="zh-CN" altLang="en-US" sz="1200">
              <a:solidFill>
                <a:srgbClr val="898989"/>
              </a:solidFill>
              <a:latin typeface="Times New Roman" panose="02020603050405020304" pitchFamily="18" charset="0"/>
            </a:endParaRPr>
          </a:p>
        </p:txBody>
      </p:sp>
      <p:sp>
        <p:nvSpPr>
          <p:cNvPr id="48136" name="灯片编号占位符 2">
            <a:extLst>
              <a:ext uri="{FF2B5EF4-FFF2-40B4-BE49-F238E27FC236}">
                <a16:creationId xmlns:a16="http://schemas.microsoft.com/office/drawing/2014/main" id="{ECFF0BEC-7961-4771-9377-33064363FF65}"/>
              </a:ext>
            </a:extLst>
          </p:cNvPr>
          <p:cNvSpPr>
            <a:spLocks noGrp="1"/>
          </p:cNvSpPr>
          <p:nvPr>
            <p:ph type="sldNum" sz="quarter" idx="12"/>
          </p:nvPr>
        </p:nvSpPr>
        <p:spPr>
          <a:xfrm>
            <a:off x="6831013" y="6257925"/>
            <a:ext cx="2133600" cy="457200"/>
          </a:xfrm>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50000"/>
              </a:spcBef>
              <a:buFontTx/>
              <a:buNone/>
            </a:pPr>
            <a:fld id="{F21F0299-2B6D-40C1-9111-B0B285362088}" type="slidenum">
              <a:rPr lang="zh-CN" altLang="en-US" sz="1200">
                <a:solidFill>
                  <a:srgbClr val="898989"/>
                </a:solidFill>
                <a:latin typeface="Times New Roman" panose="02020603050405020304" pitchFamily="18" charset="0"/>
              </a:rPr>
              <a:pPr>
                <a:spcBef>
                  <a:spcPct val="50000"/>
                </a:spcBef>
                <a:buFontTx/>
                <a:buNone/>
              </a:pPr>
              <a:t>44</a:t>
            </a:fld>
            <a:endParaRPr lang="zh-CN" altLang="en-US" sz="1200">
              <a:solidFill>
                <a:srgbClr val="898989"/>
              </a:solidFill>
              <a:latin typeface="Times New Roman" panose="02020603050405020304" pitchFamily="18" charset="0"/>
            </a:endParaRPr>
          </a:p>
        </p:txBody>
      </p:sp>
      <p:graphicFrame>
        <p:nvGraphicFramePr>
          <p:cNvPr id="48137" name="对象 3">
            <a:extLst>
              <a:ext uri="{FF2B5EF4-FFF2-40B4-BE49-F238E27FC236}">
                <a16:creationId xmlns:a16="http://schemas.microsoft.com/office/drawing/2014/main" id="{A38D9701-4A1D-4977-B508-0B3504AAD966}"/>
              </a:ext>
            </a:extLst>
          </p:cNvPr>
          <p:cNvGraphicFramePr>
            <a:graphicFrameLocks noChangeAspect="1"/>
          </p:cNvGraphicFramePr>
          <p:nvPr/>
        </p:nvGraphicFramePr>
        <p:xfrm>
          <a:off x="922338" y="4635500"/>
          <a:ext cx="731837" cy="1620838"/>
        </p:xfrm>
        <a:graphic>
          <a:graphicData uri="http://schemas.openxmlformats.org/presentationml/2006/ole">
            <mc:AlternateContent xmlns:mc="http://schemas.openxmlformats.org/markup-compatibility/2006">
              <mc:Choice xmlns:v="urn:schemas-microsoft-com:vml" Requires="v">
                <p:oleObj name="Visio" r:id="rId3" imgW="519074" imgH="1150620" progId="Visio.Drawing.11">
                  <p:embed/>
                </p:oleObj>
              </mc:Choice>
              <mc:Fallback>
                <p:oleObj name="Visio" r:id="rId3" imgW="519074" imgH="1150620" progId="Visio.Drawing.11">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338" y="4635500"/>
                        <a:ext cx="731837"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8" name="对象 4">
            <a:extLst>
              <a:ext uri="{FF2B5EF4-FFF2-40B4-BE49-F238E27FC236}">
                <a16:creationId xmlns:a16="http://schemas.microsoft.com/office/drawing/2014/main" id="{506E1D57-C202-4E9A-BDFA-CF0B46F4B4D9}"/>
              </a:ext>
            </a:extLst>
          </p:cNvPr>
          <p:cNvGraphicFramePr>
            <a:graphicFrameLocks noChangeAspect="1"/>
          </p:cNvGraphicFramePr>
          <p:nvPr/>
        </p:nvGraphicFramePr>
        <p:xfrm>
          <a:off x="2543175" y="4679950"/>
          <a:ext cx="690563" cy="1531938"/>
        </p:xfrm>
        <a:graphic>
          <a:graphicData uri="http://schemas.openxmlformats.org/presentationml/2006/ole">
            <mc:AlternateContent xmlns:mc="http://schemas.openxmlformats.org/markup-compatibility/2006">
              <mc:Choice xmlns:v="urn:schemas-microsoft-com:vml" Requires="v">
                <p:oleObj name="Visio" r:id="rId5" imgW="519074" imgH="1150620" progId="Visio.Drawing.11">
                  <p:embed/>
                </p:oleObj>
              </mc:Choice>
              <mc:Fallback>
                <p:oleObj name="Visio" r:id="rId5" imgW="519074" imgH="1150620" progId="Visio.Drawing.11">
                  <p:embed/>
                  <p:pic>
                    <p:nvPicPr>
                      <p:cNvPr id="0" name="对象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3175" y="4679950"/>
                        <a:ext cx="69056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474"/>
                                        </p:tgtEl>
                                        <p:attrNameLst>
                                          <p:attrName>style.visibility</p:attrName>
                                        </p:attrNameLst>
                                      </p:cBhvr>
                                      <p:to>
                                        <p:strVal val="visible"/>
                                      </p:to>
                                    </p:set>
                                    <p:anim calcmode="lin" valueType="num">
                                      <p:cBhvr additive="base">
                                        <p:cTn id="7" dur="500" fill="hold"/>
                                        <p:tgtEl>
                                          <p:spTgt spid="16474"/>
                                        </p:tgtEl>
                                        <p:attrNameLst>
                                          <p:attrName>ppt_x</p:attrName>
                                        </p:attrNameLst>
                                      </p:cBhvr>
                                      <p:tavLst>
                                        <p:tav tm="0">
                                          <p:val>
                                            <p:strVal val="0-#ppt_w/2"/>
                                          </p:val>
                                        </p:tav>
                                        <p:tav tm="100000">
                                          <p:val>
                                            <p:strVal val="#ppt_x"/>
                                          </p:val>
                                        </p:tav>
                                      </p:tavLst>
                                    </p:anim>
                                    <p:anim calcmode="lin" valueType="num">
                                      <p:cBhvr additive="base">
                                        <p:cTn id="8" dur="500" fill="hold"/>
                                        <p:tgtEl>
                                          <p:spTgt spid="1647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475"/>
                                        </p:tgtEl>
                                        <p:attrNameLst>
                                          <p:attrName>style.visibility</p:attrName>
                                        </p:attrNameLst>
                                      </p:cBhvr>
                                      <p:to>
                                        <p:strVal val="visible"/>
                                      </p:to>
                                    </p:set>
                                    <p:anim calcmode="lin" valueType="num">
                                      <p:cBhvr additive="base">
                                        <p:cTn id="13" dur="500" fill="hold"/>
                                        <p:tgtEl>
                                          <p:spTgt spid="16475"/>
                                        </p:tgtEl>
                                        <p:attrNameLst>
                                          <p:attrName>ppt_x</p:attrName>
                                        </p:attrNameLst>
                                      </p:cBhvr>
                                      <p:tavLst>
                                        <p:tav tm="0">
                                          <p:val>
                                            <p:strVal val="0-#ppt_w/2"/>
                                          </p:val>
                                        </p:tav>
                                        <p:tav tm="100000">
                                          <p:val>
                                            <p:strVal val="#ppt_x"/>
                                          </p:val>
                                        </p:tav>
                                      </p:tavLst>
                                    </p:anim>
                                    <p:anim calcmode="lin" valueType="num">
                                      <p:cBhvr additive="base">
                                        <p:cTn id="14" dur="500" fill="hold"/>
                                        <p:tgtEl>
                                          <p:spTgt spid="164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74" grpId="0" autoUpdateAnimBg="0"/>
      <p:bldP spid="16475"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4">
            <a:extLst>
              <a:ext uri="{FF2B5EF4-FFF2-40B4-BE49-F238E27FC236}">
                <a16:creationId xmlns:a16="http://schemas.microsoft.com/office/drawing/2014/main" id="{8CE4CDC0-3BB1-424E-9052-8BA9AADADAD1}"/>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4292FB9A-BABD-4F90-AAB4-ACA680E3371D}" type="slidenum">
              <a:rPr lang="zh-CN" altLang="en-US" sz="1400">
                <a:latin typeface="Times New Roman" panose="02020603050405020304" pitchFamily="18" charset="0"/>
              </a:rPr>
              <a:pPr eaLnBrk="1" hangingPunct="1">
                <a:spcBef>
                  <a:spcPct val="0"/>
                </a:spcBef>
                <a:buFontTx/>
                <a:buNone/>
              </a:pPr>
              <a:t>45</a:t>
            </a:fld>
            <a:endParaRPr lang="en-US" altLang="zh-CN" sz="1400">
              <a:latin typeface="Times New Roman" panose="02020603050405020304" pitchFamily="18" charset="0"/>
            </a:endParaRPr>
          </a:p>
        </p:txBody>
      </p:sp>
      <p:graphicFrame>
        <p:nvGraphicFramePr>
          <p:cNvPr id="49155" name="Object 4">
            <a:extLst>
              <a:ext uri="{FF2B5EF4-FFF2-40B4-BE49-F238E27FC236}">
                <a16:creationId xmlns:a16="http://schemas.microsoft.com/office/drawing/2014/main" id="{20F8059C-2129-4E2E-BE7E-268EF51F82F6}"/>
              </a:ext>
            </a:extLst>
          </p:cNvPr>
          <p:cNvGraphicFramePr>
            <a:graphicFrameLocks noGrp="1" noChangeAspect="1"/>
          </p:cNvGraphicFramePr>
          <p:nvPr>
            <p:ph/>
          </p:nvPr>
        </p:nvGraphicFramePr>
        <p:xfrm>
          <a:off x="457200" y="877888"/>
          <a:ext cx="8077200" cy="4502150"/>
        </p:xfrm>
        <a:graphic>
          <a:graphicData uri="http://schemas.openxmlformats.org/presentationml/2006/ole">
            <mc:AlternateContent xmlns:mc="http://schemas.openxmlformats.org/markup-compatibility/2006">
              <mc:Choice xmlns:v="urn:schemas-microsoft-com:vml" Requires="v">
                <p:oleObj name="Visio" r:id="rId2" imgW="4250219" imgH="2369207" progId="Visio.Drawing.11">
                  <p:embed/>
                </p:oleObj>
              </mc:Choice>
              <mc:Fallback>
                <p:oleObj name="Visio" r:id="rId2" imgW="4250219" imgH="2369207" progId="Visio.Drawing.11">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877888"/>
                        <a:ext cx="8077200" cy="450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灯片编号占位符 6">
            <a:extLst>
              <a:ext uri="{FF2B5EF4-FFF2-40B4-BE49-F238E27FC236}">
                <a16:creationId xmlns:a16="http://schemas.microsoft.com/office/drawing/2014/main" id="{9FD1D369-4F02-4DC9-AD43-D5B493864039}"/>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7C900989-34ED-41E8-8A6B-C10D399C682D}" type="slidenum">
              <a:rPr lang="zh-CN" altLang="en-US" sz="1400">
                <a:latin typeface="Times New Roman" panose="02020603050405020304" pitchFamily="18" charset="0"/>
              </a:rPr>
              <a:pPr eaLnBrk="1" hangingPunct="1">
                <a:spcBef>
                  <a:spcPct val="0"/>
                </a:spcBef>
                <a:buFontTx/>
                <a:buNone/>
              </a:pPr>
              <a:t>46</a:t>
            </a:fld>
            <a:endParaRPr lang="en-US" altLang="zh-CN" sz="1400">
              <a:latin typeface="Times New Roman" panose="02020603050405020304" pitchFamily="18" charset="0"/>
            </a:endParaRPr>
          </a:p>
        </p:txBody>
      </p:sp>
      <p:sp>
        <p:nvSpPr>
          <p:cNvPr id="181251" name="Rectangle 3">
            <a:extLst>
              <a:ext uri="{FF2B5EF4-FFF2-40B4-BE49-F238E27FC236}">
                <a16:creationId xmlns:a16="http://schemas.microsoft.com/office/drawing/2014/main" id="{62CE4003-72FC-4FE0-90A3-6FABD638C531}"/>
              </a:ext>
            </a:extLst>
          </p:cNvPr>
          <p:cNvSpPr>
            <a:spLocks noGrp="1" noChangeArrowheads="1"/>
          </p:cNvSpPr>
          <p:nvPr>
            <p:ph type="body" orient="vert" sz="half" idx="2"/>
          </p:nvPr>
        </p:nvSpPr>
        <p:spPr>
          <a:xfrm>
            <a:off x="304800" y="228600"/>
            <a:ext cx="8229600" cy="3200400"/>
          </a:xfrm>
        </p:spPr>
        <p:txBody>
          <a:bodyPr vert="horz"/>
          <a:lstStyle/>
          <a:p>
            <a:pPr>
              <a:lnSpc>
                <a:spcPct val="120000"/>
              </a:lnSpc>
              <a:buClr>
                <a:srgbClr val="FF0000"/>
              </a:buClr>
              <a:buFont typeface="Wingdings" panose="05000000000000000000" pitchFamily="2" charset="2"/>
              <a:buChar char="l"/>
            </a:pPr>
            <a:r>
              <a:rPr lang="en-US" altLang="zh-CN" sz="2600" dirty="0">
                <a:latin typeface="Times New Roman" panose="02020603050405020304" pitchFamily="18" charset="0"/>
                <a:ea typeface="宋体" panose="02010600030101010101" pitchFamily="2" charset="-122"/>
              </a:rPr>
              <a:t>   </a:t>
            </a:r>
            <a:r>
              <a:rPr lang="en-US" altLang="zh-CN" sz="2400" dirty="0">
                <a:ea typeface="宋体" panose="02010600030101010101" pitchFamily="2" charset="-122"/>
              </a:rPr>
              <a:t>When </a:t>
            </a:r>
            <a:r>
              <a:rPr lang="en-US" altLang="zh-CN" sz="2400" dirty="0">
                <a:solidFill>
                  <a:srgbClr val="A50021"/>
                </a:solidFill>
                <a:ea typeface="宋体" panose="02010600030101010101" pitchFamily="2" charset="-122"/>
              </a:rPr>
              <a:t>dependent sources</a:t>
            </a:r>
            <a:r>
              <a:rPr lang="en-US" altLang="zh-CN" sz="2400" dirty="0">
                <a:ea typeface="宋体" panose="02010600030101010101" pitchFamily="2" charset="-122"/>
              </a:rPr>
              <a:t> are given, their  controlling current i</a:t>
            </a:r>
            <a:r>
              <a:rPr lang="en-US" altLang="zh-CN" sz="2400" baseline="-25000" dirty="0">
                <a:ea typeface="宋体" panose="02010600030101010101" pitchFamily="2" charset="-122"/>
              </a:rPr>
              <a:t>x</a:t>
            </a:r>
            <a:r>
              <a:rPr lang="en-US" altLang="zh-CN" sz="2400" dirty="0">
                <a:ea typeface="宋体" panose="02010600030101010101" pitchFamily="2" charset="-122"/>
              </a:rPr>
              <a:t> and the controlling voltage </a:t>
            </a:r>
            <a:r>
              <a:rPr lang="en-US" altLang="zh-CN" sz="2400" dirty="0" err="1">
                <a:ea typeface="宋体" panose="02010600030101010101" pitchFamily="2" charset="-122"/>
              </a:rPr>
              <a:t>v</a:t>
            </a:r>
            <a:r>
              <a:rPr lang="en-US" altLang="zh-CN" sz="2400" baseline="-25000" dirty="0" err="1">
                <a:ea typeface="宋体" panose="02010600030101010101" pitchFamily="2" charset="-122"/>
              </a:rPr>
              <a:t>x</a:t>
            </a:r>
            <a:r>
              <a:rPr lang="en-US" altLang="zh-CN" sz="2400" dirty="0">
                <a:ea typeface="宋体" panose="02010600030101010101" pitchFamily="2" charset="-122"/>
              </a:rPr>
              <a:t> must be defined in the circuit.</a:t>
            </a:r>
          </a:p>
          <a:p>
            <a:pPr>
              <a:buFontTx/>
              <a:buNone/>
            </a:pPr>
            <a:r>
              <a:rPr lang="en-US" altLang="zh-CN" sz="2800" b="1" u="sng" dirty="0">
                <a:solidFill>
                  <a:srgbClr val="CC0000"/>
                </a:solidFill>
                <a:ea typeface="宋体" panose="02010600030101010101" pitchFamily="2" charset="-122"/>
              </a:rPr>
              <a:t>Example 3</a:t>
            </a:r>
          </a:p>
          <a:p>
            <a:pPr>
              <a:lnSpc>
                <a:spcPct val="120000"/>
              </a:lnSpc>
              <a:buFontTx/>
              <a:buNone/>
            </a:pPr>
            <a:r>
              <a:rPr lang="en-US" altLang="zh-CN" sz="2800" dirty="0">
                <a:ea typeface="宋体" panose="02010600030101010101" pitchFamily="2" charset="-122"/>
              </a:rPr>
              <a:t>  </a:t>
            </a:r>
            <a:r>
              <a:rPr lang="en-US" altLang="zh-CN" sz="2400" dirty="0">
                <a:ea typeface="宋体" panose="02010600030101010101" pitchFamily="2" charset="-122"/>
              </a:rPr>
              <a:t>Obtain the voltage </a:t>
            </a:r>
            <a:r>
              <a:rPr lang="en-US" altLang="zh-CN" sz="2400" i="1" dirty="0">
                <a:ea typeface="宋体" panose="02010600030101010101" pitchFamily="2" charset="-122"/>
              </a:rPr>
              <a:t>v</a:t>
            </a:r>
            <a:r>
              <a:rPr lang="en-US" altLang="zh-CN" sz="2400" dirty="0">
                <a:ea typeface="宋体" panose="02010600030101010101" pitchFamily="2" charset="-122"/>
              </a:rPr>
              <a:t> in the branch shown in Figure 1.15 for </a:t>
            </a:r>
            <a:r>
              <a:rPr lang="en-US" altLang="zh-CN" i="1" dirty="0">
                <a:latin typeface="Times New Roman" panose="02020603050405020304" pitchFamily="18" charset="0"/>
                <a:ea typeface="宋体" panose="02010600030101010101" pitchFamily="2" charset="-122"/>
              </a:rPr>
              <a:t>i</a:t>
            </a:r>
            <a:r>
              <a:rPr lang="en-US" altLang="zh-CN" sz="1400" i="1" dirty="0">
                <a:ea typeface="宋体" panose="02010600030101010101" pitchFamily="2" charset="-122"/>
              </a:rPr>
              <a:t>2</a:t>
            </a:r>
            <a:r>
              <a:rPr lang="en-US" altLang="zh-CN" sz="2400" dirty="0">
                <a:ea typeface="宋体" panose="02010600030101010101" pitchFamily="2" charset="-122"/>
              </a:rPr>
              <a:t>  = 1A.</a:t>
            </a:r>
          </a:p>
          <a:p>
            <a:endParaRPr lang="zh-CN" altLang="en-US" sz="2800" dirty="0">
              <a:ea typeface="宋体" panose="02010600030101010101" pitchFamily="2" charset="-122"/>
            </a:endParaRPr>
          </a:p>
          <a:p>
            <a:pPr>
              <a:lnSpc>
                <a:spcPct val="120000"/>
              </a:lnSpc>
              <a:buClr>
                <a:srgbClr val="FF0000"/>
              </a:buClr>
              <a:buFont typeface="Wingdings" panose="05000000000000000000" pitchFamily="2" charset="2"/>
              <a:buNone/>
            </a:pPr>
            <a:endParaRPr lang="zh-CN" altLang="en-US" sz="2400" dirty="0">
              <a:ea typeface="宋体" panose="02010600030101010101" pitchFamily="2" charset="-122"/>
            </a:endParaRPr>
          </a:p>
        </p:txBody>
      </p:sp>
      <p:pic>
        <p:nvPicPr>
          <p:cNvPr id="181256" name="Picture 8" descr="fig211p">
            <a:extLst>
              <a:ext uri="{FF2B5EF4-FFF2-40B4-BE49-F238E27FC236}">
                <a16:creationId xmlns:a16="http://schemas.microsoft.com/office/drawing/2014/main" id="{9300356C-24A9-4133-AA54-0F9CEC9FA9E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828800" y="3200400"/>
            <a:ext cx="3602038" cy="3429000"/>
          </a:xfrm>
          <a:noFill/>
        </p:spPr>
      </p:pic>
      <p:sp>
        <p:nvSpPr>
          <p:cNvPr id="181259" name="Rectangle 11">
            <a:extLst>
              <a:ext uri="{FF2B5EF4-FFF2-40B4-BE49-F238E27FC236}">
                <a16:creationId xmlns:a16="http://schemas.microsoft.com/office/drawing/2014/main" id="{B1ABDB0B-11F5-40DA-B823-84D136FC4677}"/>
              </a:ext>
            </a:extLst>
          </p:cNvPr>
          <p:cNvSpPr>
            <a:spLocks noChangeArrowheads="1"/>
          </p:cNvSpPr>
          <p:nvPr/>
        </p:nvSpPr>
        <p:spPr bwMode="auto">
          <a:xfrm>
            <a:off x="5257800" y="53340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eaLnBrk="1" hangingPunct="1">
              <a:spcBef>
                <a:spcPct val="0"/>
              </a:spcBef>
              <a:buFontTx/>
              <a:buNone/>
            </a:pPr>
            <a:r>
              <a:rPr lang="en-US" altLang="zh-CN" sz="2000" b="1">
                <a:solidFill>
                  <a:srgbClr val="A50021"/>
                </a:solidFill>
                <a:latin typeface="Times New Roman" panose="02020603050405020304" pitchFamily="18" charset="0"/>
                <a:cs typeface="Times New Roman" panose="02020603050405020304" pitchFamily="18" charset="0"/>
              </a:rPr>
              <a:t>Figure 1.15</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181251">
                                            <p:txEl>
                                              <p:pRg st="0" end="0"/>
                                            </p:txEl>
                                          </p:spTgt>
                                        </p:tgtEl>
                                        <p:attrNameLst>
                                          <p:attrName>style.visibility</p:attrName>
                                        </p:attrNameLst>
                                      </p:cBhvr>
                                      <p:to>
                                        <p:strVal val="visible"/>
                                      </p:to>
                                    </p:set>
                                    <p:animEffect transition="in" filter="fade">
                                      <p:cBhvr>
                                        <p:cTn id="7" dur="500"/>
                                        <p:tgtEl>
                                          <p:spTgt spid="181251">
                                            <p:txEl>
                                              <p:pRg st="0" end="0"/>
                                            </p:txEl>
                                          </p:spTgt>
                                        </p:tgtEl>
                                      </p:cBhvr>
                                    </p:animEffect>
                                    <p:anim calcmode="lin" valueType="num">
                                      <p:cBhvr>
                                        <p:cTn id="8" dur="500" fill="hold"/>
                                        <p:tgtEl>
                                          <p:spTgt spid="181251">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18125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181251">
                                            <p:txEl>
                                              <p:pRg st="1" end="1"/>
                                            </p:txEl>
                                          </p:spTgt>
                                        </p:tgtEl>
                                        <p:attrNameLst>
                                          <p:attrName>style.visibility</p:attrName>
                                        </p:attrNameLst>
                                      </p:cBhvr>
                                      <p:to>
                                        <p:strVal val="visible"/>
                                      </p:to>
                                    </p:set>
                                    <p:animEffect transition="in" filter="fade">
                                      <p:cBhvr>
                                        <p:cTn id="14" dur="500"/>
                                        <p:tgtEl>
                                          <p:spTgt spid="181251">
                                            <p:txEl>
                                              <p:pRg st="1" end="1"/>
                                            </p:txEl>
                                          </p:spTgt>
                                        </p:tgtEl>
                                      </p:cBhvr>
                                    </p:animEffect>
                                    <p:anim calcmode="lin" valueType="num">
                                      <p:cBhvr>
                                        <p:cTn id="15" dur="500" fill="hold"/>
                                        <p:tgtEl>
                                          <p:spTgt spid="181251">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181251">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181251">
                                            <p:txEl>
                                              <p:pRg st="2" end="2"/>
                                            </p:txEl>
                                          </p:spTgt>
                                        </p:tgtEl>
                                        <p:attrNameLst>
                                          <p:attrName>style.visibility</p:attrName>
                                        </p:attrNameLst>
                                      </p:cBhvr>
                                      <p:to>
                                        <p:strVal val="visible"/>
                                      </p:to>
                                    </p:set>
                                    <p:animEffect transition="in" filter="fade">
                                      <p:cBhvr>
                                        <p:cTn id="21" dur="500"/>
                                        <p:tgtEl>
                                          <p:spTgt spid="181251">
                                            <p:txEl>
                                              <p:pRg st="2" end="2"/>
                                            </p:txEl>
                                          </p:spTgt>
                                        </p:tgtEl>
                                      </p:cBhvr>
                                    </p:animEffect>
                                    <p:anim calcmode="lin" valueType="num">
                                      <p:cBhvr>
                                        <p:cTn id="22" dur="500" fill="hold"/>
                                        <p:tgtEl>
                                          <p:spTgt spid="181251">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181251">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8" presetClass="emph" presetSubtype="0" fill="hold" nodeType="clickEffect">
                                  <p:stCondLst>
                                    <p:cond delay="0"/>
                                  </p:stCondLst>
                                  <p:childTnLst>
                                    <p:animRot by="21600000">
                                      <p:cBhvr>
                                        <p:cTn id="27" dur="2000" fill="hold"/>
                                        <p:tgtEl>
                                          <p:spTgt spid="181256"/>
                                        </p:tgtEl>
                                        <p:attrNameLst>
                                          <p:attrName>r</p:attrName>
                                        </p:attrNameLst>
                                      </p:cBhvr>
                                    </p:animRo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nodeType="clickEffect">
                                  <p:stCondLst>
                                    <p:cond delay="0"/>
                                  </p:stCondLst>
                                  <p:childTnLst>
                                    <p:set>
                                      <p:cBhvr>
                                        <p:cTn id="31" dur="1" fill="hold">
                                          <p:stCondLst>
                                            <p:cond delay="0"/>
                                          </p:stCondLst>
                                        </p:cTn>
                                        <p:tgtEl>
                                          <p:spTgt spid="181259">
                                            <p:txEl>
                                              <p:pRg st="0" end="0"/>
                                            </p:txEl>
                                          </p:spTgt>
                                        </p:tgtEl>
                                        <p:attrNameLst>
                                          <p:attrName>style.visibility</p:attrName>
                                        </p:attrNameLst>
                                      </p:cBhvr>
                                      <p:to>
                                        <p:strVal val="visible"/>
                                      </p:to>
                                    </p:set>
                                    <p:animEffect transition="in" filter="slide(fromBottom)">
                                      <p:cBhvr>
                                        <p:cTn id="32" dur="500"/>
                                        <p:tgtEl>
                                          <p:spTgt spid="1812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1" grpId="0" build="p"/>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灯片编号占位符 5">
            <a:extLst>
              <a:ext uri="{FF2B5EF4-FFF2-40B4-BE49-F238E27FC236}">
                <a16:creationId xmlns:a16="http://schemas.microsoft.com/office/drawing/2014/main" id="{4D1DC218-C63A-40F3-AE83-EF6673278689}"/>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C3E0C75A-FBFA-44B9-A009-AD00B99AF98E}" type="slidenum">
              <a:rPr lang="zh-CN" altLang="en-US" sz="1400">
                <a:latin typeface="Times New Roman" panose="02020603050405020304" pitchFamily="18" charset="0"/>
              </a:rPr>
              <a:pPr eaLnBrk="1" hangingPunct="1">
                <a:spcBef>
                  <a:spcPct val="0"/>
                </a:spcBef>
                <a:buFontTx/>
                <a:buNone/>
              </a:pPr>
              <a:t>47</a:t>
            </a:fld>
            <a:endParaRPr lang="en-US" altLang="zh-CN" sz="1400">
              <a:latin typeface="Times New Roman" panose="02020603050405020304" pitchFamily="18" charset="0"/>
            </a:endParaRPr>
          </a:p>
        </p:txBody>
      </p:sp>
      <p:sp>
        <p:nvSpPr>
          <p:cNvPr id="51203" name="Rectangle 3">
            <a:extLst>
              <a:ext uri="{FF2B5EF4-FFF2-40B4-BE49-F238E27FC236}">
                <a16:creationId xmlns:a16="http://schemas.microsoft.com/office/drawing/2014/main" id="{6EA9637E-BE7F-459A-95B2-598BF4926004}"/>
              </a:ext>
            </a:extLst>
          </p:cNvPr>
          <p:cNvSpPr>
            <a:spLocks noChangeArrowheads="1"/>
          </p:cNvSpPr>
          <p:nvPr/>
        </p:nvSpPr>
        <p:spPr bwMode="auto">
          <a:xfrm>
            <a:off x="0"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1204" name="Rectangle 4">
            <a:extLst>
              <a:ext uri="{FF2B5EF4-FFF2-40B4-BE49-F238E27FC236}">
                <a16:creationId xmlns:a16="http://schemas.microsoft.com/office/drawing/2014/main" id="{1FA4F3FE-E9D3-49DE-9BB0-8CF1B259227D}"/>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1205" name="Rectangle 5">
            <a:extLst>
              <a:ext uri="{FF2B5EF4-FFF2-40B4-BE49-F238E27FC236}">
                <a16:creationId xmlns:a16="http://schemas.microsoft.com/office/drawing/2014/main" id="{D1200285-2F0A-4864-AA5B-3048658B76CA}"/>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1206" name="Rectangle 6">
            <a:extLst>
              <a:ext uri="{FF2B5EF4-FFF2-40B4-BE49-F238E27FC236}">
                <a16:creationId xmlns:a16="http://schemas.microsoft.com/office/drawing/2014/main" id="{DA694DF8-E391-4A7D-848F-7E5614D5644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1207" name="Rectangle 7">
            <a:extLst>
              <a:ext uri="{FF2B5EF4-FFF2-40B4-BE49-F238E27FC236}">
                <a16:creationId xmlns:a16="http://schemas.microsoft.com/office/drawing/2014/main" id="{2321C4DB-B9A9-4824-8D7C-F8F78CF5872C}"/>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1208" name="Rectangle 8">
            <a:extLst>
              <a:ext uri="{FF2B5EF4-FFF2-40B4-BE49-F238E27FC236}">
                <a16:creationId xmlns:a16="http://schemas.microsoft.com/office/drawing/2014/main" id="{1AB5E47D-8F98-4307-9AA7-C1211157DB77}"/>
              </a:ext>
            </a:extLst>
          </p:cNvPr>
          <p:cNvSpPr>
            <a:spLocks noChangeArrowheads="1"/>
          </p:cNvSpPr>
          <p:nvPr/>
        </p:nvSpPr>
        <p:spPr bwMode="auto">
          <a:xfrm>
            <a:off x="1219200" y="2979738"/>
            <a:ext cx="746760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eaLnBrk="1" hangingPunct="1">
              <a:spcBef>
                <a:spcPct val="0"/>
              </a:spcBef>
              <a:buFontTx/>
              <a:buNone/>
            </a:pPr>
            <a:endParaRPr lang="zh-CN" altLang="en-US" sz="1400" b="1">
              <a:solidFill>
                <a:srgbClr val="0066CC"/>
              </a:solidFill>
              <a:latin typeface="Times New Roman" panose="02020603050405020304" pitchFamily="18" charset="0"/>
            </a:endParaRPr>
          </a:p>
        </p:txBody>
      </p:sp>
      <p:sp>
        <p:nvSpPr>
          <p:cNvPr id="61449" name="Rectangle 9">
            <a:extLst>
              <a:ext uri="{FF2B5EF4-FFF2-40B4-BE49-F238E27FC236}">
                <a16:creationId xmlns:a16="http://schemas.microsoft.com/office/drawing/2014/main" id="{1E9FF776-28BD-452E-BAA7-233BAE8F81FE}"/>
              </a:ext>
            </a:extLst>
          </p:cNvPr>
          <p:cNvSpPr>
            <a:spLocks noChangeArrowheads="1"/>
          </p:cNvSpPr>
          <p:nvPr/>
        </p:nvSpPr>
        <p:spPr bwMode="auto">
          <a:xfrm>
            <a:off x="457200" y="685800"/>
            <a:ext cx="8001000" cy="476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tabLst>
                <a:tab pos="304800" algn="l"/>
              </a:tabLst>
              <a:defRPr sz="3200">
                <a:solidFill>
                  <a:schemeClr val="tx1"/>
                </a:solidFill>
                <a:latin typeface="Comic Sans MS" panose="030F0702030302020204" pitchFamily="66" charset="0"/>
              </a:defRPr>
            </a:lvl1pPr>
            <a:lvl2pPr marL="742950" indent="-285750" eaLnBrk="0" hangingPunct="0">
              <a:spcBef>
                <a:spcPct val="20000"/>
              </a:spcBef>
              <a:buChar char="–"/>
              <a:tabLst>
                <a:tab pos="304800" algn="l"/>
              </a:tabLst>
              <a:defRPr sz="2800">
                <a:solidFill>
                  <a:schemeClr val="tx1"/>
                </a:solidFill>
                <a:latin typeface="Comic Sans MS" panose="030F0702030302020204" pitchFamily="66" charset="0"/>
              </a:defRPr>
            </a:lvl2pPr>
            <a:lvl3pPr marL="1143000" indent="-228600" eaLnBrk="0" hangingPunct="0">
              <a:spcBef>
                <a:spcPct val="20000"/>
              </a:spcBef>
              <a:buChar char="•"/>
              <a:tabLst>
                <a:tab pos="304800" algn="l"/>
              </a:tabLst>
              <a:defRPr sz="2400">
                <a:solidFill>
                  <a:schemeClr val="tx1"/>
                </a:solidFill>
                <a:latin typeface="Comic Sans MS" panose="030F0702030302020204" pitchFamily="66" charset="0"/>
              </a:defRPr>
            </a:lvl3pPr>
            <a:lvl4pPr marL="1600200" indent="-228600" eaLnBrk="0" hangingPunct="0">
              <a:spcBef>
                <a:spcPct val="20000"/>
              </a:spcBef>
              <a:buChar char="–"/>
              <a:tabLst>
                <a:tab pos="304800" algn="l"/>
              </a:tabLst>
              <a:defRPr sz="2000">
                <a:solidFill>
                  <a:schemeClr val="tx1"/>
                </a:solidFill>
                <a:latin typeface="Comic Sans MS" panose="030F0702030302020204" pitchFamily="66" charset="0"/>
              </a:defRPr>
            </a:lvl4pPr>
            <a:lvl5pPr marL="2057400" indent="-228600" eaLnBrk="0" hangingPunct="0">
              <a:spcBef>
                <a:spcPct val="20000"/>
              </a:spcBef>
              <a:buChar char="»"/>
              <a:tabLst>
                <a:tab pos="304800" algn="l"/>
              </a:tabLst>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tabLst>
                <a:tab pos="304800" algn="l"/>
              </a:tabLst>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tabLst>
                <a:tab pos="304800" algn="l"/>
              </a:tabLst>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tabLst>
                <a:tab pos="304800" algn="l"/>
              </a:tabLst>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tabLst>
                <a:tab pos="304800" algn="l"/>
              </a:tabLst>
              <a:defRPr sz="2000">
                <a:solidFill>
                  <a:schemeClr val="tx1"/>
                </a:solidFill>
                <a:latin typeface="Comic Sans MS" panose="030F0702030302020204" pitchFamily="66" charset="0"/>
              </a:defRPr>
            </a:lvl9pPr>
          </a:lstStyle>
          <a:p>
            <a:pPr eaLnBrk="1" hangingPunct="1">
              <a:lnSpc>
                <a:spcPct val="120000"/>
              </a:lnSpc>
              <a:spcBef>
                <a:spcPct val="0"/>
              </a:spcBef>
              <a:buFontTx/>
              <a:buNone/>
            </a:pPr>
            <a:r>
              <a:rPr lang="en-US" altLang="zh-CN" b="1" u="sng">
                <a:solidFill>
                  <a:srgbClr val="A50021"/>
                </a:solidFill>
                <a:latin typeface="Times New Roman" panose="02020603050405020304" pitchFamily="18" charset="0"/>
              </a:rPr>
              <a:t>Solution</a:t>
            </a:r>
          </a:p>
          <a:p>
            <a:pPr eaLnBrk="1" hangingPunct="1">
              <a:lnSpc>
                <a:spcPct val="120000"/>
              </a:lnSpc>
              <a:spcBef>
                <a:spcPct val="0"/>
              </a:spcBef>
              <a:buFontTx/>
              <a:buNone/>
            </a:pPr>
            <a:endParaRPr lang="en-US" altLang="zh-CN">
              <a:latin typeface="Times New Roman" panose="02020603050405020304" pitchFamily="18" charset="0"/>
            </a:endParaRPr>
          </a:p>
          <a:p>
            <a:pPr eaLnBrk="1" hangingPunct="1">
              <a:lnSpc>
                <a:spcPct val="120000"/>
              </a:lnSpc>
              <a:spcBef>
                <a:spcPct val="0"/>
              </a:spcBef>
              <a:buFontTx/>
              <a:buNone/>
            </a:pPr>
            <a:r>
              <a:rPr lang="en-US" altLang="zh-CN">
                <a:solidFill>
                  <a:srgbClr val="000099"/>
                </a:solidFill>
                <a:latin typeface="Times New Roman" panose="02020603050405020304" pitchFamily="18" charset="0"/>
              </a:rPr>
              <a:t>Voltage </a:t>
            </a:r>
            <a:r>
              <a:rPr lang="en-US" altLang="zh-CN" i="1">
                <a:solidFill>
                  <a:srgbClr val="000099"/>
                </a:solidFill>
                <a:latin typeface="Times New Roman" panose="02020603050405020304" pitchFamily="18" charset="0"/>
              </a:rPr>
              <a:t>v</a:t>
            </a:r>
            <a:r>
              <a:rPr lang="en-US" altLang="zh-CN">
                <a:solidFill>
                  <a:srgbClr val="000099"/>
                </a:solidFill>
                <a:latin typeface="Times New Roman" panose="02020603050405020304" pitchFamily="18" charset="0"/>
              </a:rPr>
              <a:t> is the sum of the current-independent 10-V source and the current-dependent voltage source </a:t>
            </a:r>
            <a:r>
              <a:rPr lang="en-US" altLang="zh-CN" i="1">
                <a:solidFill>
                  <a:srgbClr val="000099"/>
                </a:solidFill>
                <a:latin typeface="Times New Roman" panose="02020603050405020304" pitchFamily="18" charset="0"/>
              </a:rPr>
              <a:t>v</a:t>
            </a:r>
            <a:r>
              <a:rPr lang="en-US" altLang="zh-CN" i="1" baseline="-25000">
                <a:solidFill>
                  <a:srgbClr val="000099"/>
                </a:solidFill>
                <a:latin typeface="Times New Roman" panose="02020603050405020304" pitchFamily="18" charset="0"/>
              </a:rPr>
              <a:t>x</a:t>
            </a:r>
            <a:r>
              <a:rPr lang="en-US" altLang="zh-CN">
                <a:solidFill>
                  <a:srgbClr val="000099"/>
                </a:solidFill>
                <a:latin typeface="Times New Roman" panose="02020603050405020304" pitchFamily="18" charset="0"/>
              </a:rPr>
              <a:t>. </a:t>
            </a:r>
          </a:p>
          <a:p>
            <a:pPr eaLnBrk="1" hangingPunct="1">
              <a:lnSpc>
                <a:spcPct val="120000"/>
              </a:lnSpc>
              <a:spcBef>
                <a:spcPct val="0"/>
              </a:spcBef>
              <a:buFontTx/>
              <a:buNone/>
            </a:pPr>
            <a:r>
              <a:rPr lang="en-US" altLang="zh-CN">
                <a:solidFill>
                  <a:srgbClr val="000099"/>
                </a:solidFill>
                <a:latin typeface="Times New Roman" panose="02020603050405020304" pitchFamily="18" charset="0"/>
              </a:rPr>
              <a:t>Note that the factor 15 multiplying the control current carries the units Ω.</a:t>
            </a:r>
          </a:p>
          <a:p>
            <a:pPr eaLnBrk="1" hangingPunct="1">
              <a:lnSpc>
                <a:spcPct val="120000"/>
              </a:lnSpc>
              <a:spcBef>
                <a:spcPct val="0"/>
              </a:spcBef>
              <a:buFontTx/>
              <a:buNone/>
            </a:pPr>
            <a:r>
              <a:rPr lang="en-US" altLang="zh-CN">
                <a:solidFill>
                  <a:srgbClr val="000099"/>
                </a:solidFill>
                <a:latin typeface="Times New Roman" panose="02020603050405020304" pitchFamily="18" charset="0"/>
              </a:rPr>
              <a:t>Therefore, </a:t>
            </a:r>
            <a:r>
              <a:rPr lang="en-US" altLang="zh-CN" i="1">
                <a:solidFill>
                  <a:srgbClr val="000099"/>
                </a:solidFill>
                <a:latin typeface="Times New Roman" panose="02020603050405020304" pitchFamily="18" charset="0"/>
              </a:rPr>
              <a:t>v</a:t>
            </a:r>
            <a:r>
              <a:rPr lang="en-US" altLang="zh-CN">
                <a:solidFill>
                  <a:srgbClr val="000099"/>
                </a:solidFill>
                <a:latin typeface="Times New Roman" panose="02020603050405020304" pitchFamily="18" charset="0"/>
              </a:rPr>
              <a:t> = 10 + </a:t>
            </a:r>
            <a:r>
              <a:rPr lang="en-US" altLang="zh-CN" i="1">
                <a:solidFill>
                  <a:srgbClr val="000099"/>
                </a:solidFill>
                <a:latin typeface="Times New Roman" panose="02020603050405020304" pitchFamily="18" charset="0"/>
              </a:rPr>
              <a:t>v</a:t>
            </a:r>
            <a:r>
              <a:rPr lang="en-US" altLang="zh-CN" i="1" baseline="-25000">
                <a:solidFill>
                  <a:srgbClr val="000099"/>
                </a:solidFill>
                <a:latin typeface="Times New Roman" panose="02020603050405020304" pitchFamily="18" charset="0"/>
              </a:rPr>
              <a:t>x</a:t>
            </a:r>
            <a:r>
              <a:rPr lang="en-US" altLang="zh-CN">
                <a:solidFill>
                  <a:srgbClr val="000099"/>
                </a:solidFill>
                <a:latin typeface="Times New Roman" panose="02020603050405020304" pitchFamily="18" charset="0"/>
              </a:rPr>
              <a:t> = 10 + 15(1) = 25 V</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61449">
                                            <p:txEl>
                                              <p:pRg st="0" end="0"/>
                                            </p:txEl>
                                          </p:spTgt>
                                        </p:tgtEl>
                                        <p:attrNameLst>
                                          <p:attrName>style.visibility</p:attrName>
                                        </p:attrNameLst>
                                      </p:cBhvr>
                                      <p:to>
                                        <p:strVal val="visible"/>
                                      </p:to>
                                    </p:set>
                                    <p:animEffect transition="in" filter="slide(fromBottom)">
                                      <p:cBhvr>
                                        <p:cTn id="7" dur="500"/>
                                        <p:tgtEl>
                                          <p:spTgt spid="6144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61449">
                                            <p:txEl>
                                              <p:pRg st="2" end="2"/>
                                            </p:txEl>
                                          </p:spTgt>
                                        </p:tgtEl>
                                        <p:attrNameLst>
                                          <p:attrName>style.visibility</p:attrName>
                                        </p:attrNameLst>
                                      </p:cBhvr>
                                      <p:to>
                                        <p:strVal val="visible"/>
                                      </p:to>
                                    </p:set>
                                    <p:animEffect transition="in" filter="slide(fromBottom)">
                                      <p:cBhvr>
                                        <p:cTn id="12" dur="500"/>
                                        <p:tgtEl>
                                          <p:spTgt spid="6144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61449">
                                            <p:txEl>
                                              <p:pRg st="3" end="3"/>
                                            </p:txEl>
                                          </p:spTgt>
                                        </p:tgtEl>
                                        <p:attrNameLst>
                                          <p:attrName>style.visibility</p:attrName>
                                        </p:attrNameLst>
                                      </p:cBhvr>
                                      <p:to>
                                        <p:strVal val="visible"/>
                                      </p:to>
                                    </p:set>
                                    <p:animEffect transition="in" filter="slide(fromBottom)">
                                      <p:cBhvr>
                                        <p:cTn id="17" dur="500"/>
                                        <p:tgtEl>
                                          <p:spTgt spid="61449">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61449">
                                            <p:txEl>
                                              <p:pRg st="4" end="4"/>
                                            </p:txEl>
                                          </p:spTgt>
                                        </p:tgtEl>
                                        <p:attrNameLst>
                                          <p:attrName>style.visibility</p:attrName>
                                        </p:attrNameLst>
                                      </p:cBhvr>
                                      <p:to>
                                        <p:strVal val="visible"/>
                                      </p:to>
                                    </p:set>
                                    <p:animEffect transition="in" filter="slide(fromBottom)">
                                      <p:cBhvr>
                                        <p:cTn id="22" dur="500"/>
                                        <p:tgtEl>
                                          <p:spTgt spid="6144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灯片编号占位符 3">
            <a:extLst>
              <a:ext uri="{FF2B5EF4-FFF2-40B4-BE49-F238E27FC236}">
                <a16:creationId xmlns:a16="http://schemas.microsoft.com/office/drawing/2014/main" id="{6702AD4D-2C7A-4F0A-A700-9B3350E6CB9E}"/>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D5215C13-0909-47D9-B2D0-6274D1C822DB}" type="slidenum">
              <a:rPr lang="zh-CN" altLang="en-US" sz="1400">
                <a:latin typeface="Times New Roman" panose="02020603050405020304" pitchFamily="18" charset="0"/>
              </a:rPr>
              <a:pPr eaLnBrk="1" hangingPunct="1">
                <a:spcBef>
                  <a:spcPct val="0"/>
                </a:spcBef>
                <a:buFontTx/>
                <a:buNone/>
              </a:pPr>
              <a:t>48</a:t>
            </a:fld>
            <a:endParaRPr lang="en-US" altLang="zh-CN" sz="1400">
              <a:latin typeface="Times New Roman" panose="02020603050405020304" pitchFamily="18" charset="0"/>
            </a:endParaRPr>
          </a:p>
        </p:txBody>
      </p:sp>
      <p:sp>
        <p:nvSpPr>
          <p:cNvPr id="185348" name="Text Box 4">
            <a:extLst>
              <a:ext uri="{FF2B5EF4-FFF2-40B4-BE49-F238E27FC236}">
                <a16:creationId xmlns:a16="http://schemas.microsoft.com/office/drawing/2014/main" id="{71CC5720-A66C-44AC-B8BB-AC0E608008FC}"/>
              </a:ext>
            </a:extLst>
          </p:cNvPr>
          <p:cNvSpPr txBox="1">
            <a:spLocks noChangeArrowheads="1"/>
          </p:cNvSpPr>
          <p:nvPr/>
        </p:nvSpPr>
        <p:spPr bwMode="auto">
          <a:xfrm>
            <a:off x="533400" y="990600"/>
            <a:ext cx="2881313" cy="519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b="1" dirty="0">
                <a:solidFill>
                  <a:srgbClr val="CC0000"/>
                </a:solidFill>
                <a:latin typeface="Comic Sans MS" panose="030F0702030302020204" pitchFamily="66" charset="0"/>
              </a:rPr>
              <a:t>Example 4</a:t>
            </a:r>
          </a:p>
        </p:txBody>
      </p:sp>
      <p:sp>
        <p:nvSpPr>
          <p:cNvPr id="185350" name="Rectangle 6">
            <a:extLst>
              <a:ext uri="{FF2B5EF4-FFF2-40B4-BE49-F238E27FC236}">
                <a16:creationId xmlns:a16="http://schemas.microsoft.com/office/drawing/2014/main" id="{D7482330-0DBC-4E2F-9EFA-ECF7C5BFA1B3}"/>
              </a:ext>
            </a:extLst>
          </p:cNvPr>
          <p:cNvSpPr>
            <a:spLocks noChangeArrowheads="1"/>
          </p:cNvSpPr>
          <p:nvPr/>
        </p:nvSpPr>
        <p:spPr bwMode="auto">
          <a:xfrm>
            <a:off x="381000" y="1752600"/>
            <a:ext cx="8534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buFontTx/>
              <a:buNone/>
            </a:pPr>
            <a:r>
              <a:rPr lang="zh-CN" altLang="en-US"/>
              <a:t>   </a:t>
            </a:r>
            <a:r>
              <a:rPr lang="en-US" altLang="zh-CN"/>
              <a:t>In the circuit of Fig. 1.16, if v</a:t>
            </a:r>
            <a:r>
              <a:rPr lang="en-US" altLang="zh-CN" baseline="-25000"/>
              <a:t>2</a:t>
            </a:r>
            <a:r>
              <a:rPr lang="en-US" altLang="zh-CN"/>
              <a:t> is known to be 3 V, find v</a:t>
            </a:r>
            <a:r>
              <a:rPr lang="en-US" altLang="zh-CN" baseline="-25000"/>
              <a:t>L</a:t>
            </a:r>
            <a:r>
              <a:rPr lang="en-US" altLang="zh-CN"/>
              <a:t>.</a:t>
            </a:r>
          </a:p>
        </p:txBody>
      </p:sp>
      <p:grpSp>
        <p:nvGrpSpPr>
          <p:cNvPr id="185382" name="Group 38">
            <a:extLst>
              <a:ext uri="{FF2B5EF4-FFF2-40B4-BE49-F238E27FC236}">
                <a16:creationId xmlns:a16="http://schemas.microsoft.com/office/drawing/2014/main" id="{7A8515C1-8CFD-4A3E-A913-CC3F2EFAD6E6}"/>
              </a:ext>
            </a:extLst>
          </p:cNvPr>
          <p:cNvGrpSpPr>
            <a:grpSpLocks/>
          </p:cNvGrpSpPr>
          <p:nvPr/>
        </p:nvGrpSpPr>
        <p:grpSpPr bwMode="auto">
          <a:xfrm>
            <a:off x="1524000" y="3276600"/>
            <a:ext cx="7256463" cy="3300413"/>
            <a:chOff x="960" y="2064"/>
            <a:chExt cx="4571" cy="2079"/>
          </a:xfrm>
        </p:grpSpPr>
        <p:sp>
          <p:nvSpPr>
            <p:cNvPr id="52231" name="Text Box 16">
              <a:extLst>
                <a:ext uri="{FF2B5EF4-FFF2-40B4-BE49-F238E27FC236}">
                  <a16:creationId xmlns:a16="http://schemas.microsoft.com/office/drawing/2014/main" id="{5357068A-946D-4ED3-B71F-B2AFE875CE3A}"/>
                </a:ext>
              </a:extLst>
            </p:cNvPr>
            <p:cNvSpPr txBox="1">
              <a:spLocks noChangeArrowheads="1"/>
            </p:cNvSpPr>
            <p:nvPr/>
          </p:nvSpPr>
          <p:spPr bwMode="auto">
            <a:xfrm>
              <a:off x="4896" y="2688"/>
              <a:ext cx="635"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FF0000"/>
                  </a:solidFill>
                  <a:latin typeface="Times New Roman" panose="02020603050405020304" pitchFamily="18" charset="0"/>
                </a:rPr>
                <a:t>v</a:t>
              </a:r>
              <a:r>
                <a:rPr lang="en-US" altLang="zh-CN" baseline="-25000">
                  <a:solidFill>
                    <a:srgbClr val="FF0000"/>
                  </a:solidFill>
                  <a:latin typeface="Times New Roman" panose="02020603050405020304" pitchFamily="18" charset="0"/>
                </a:rPr>
                <a:t>L</a:t>
              </a:r>
            </a:p>
          </p:txBody>
        </p:sp>
        <p:grpSp>
          <p:nvGrpSpPr>
            <p:cNvPr id="52232" name="Group 37">
              <a:extLst>
                <a:ext uri="{FF2B5EF4-FFF2-40B4-BE49-F238E27FC236}">
                  <a16:creationId xmlns:a16="http://schemas.microsoft.com/office/drawing/2014/main" id="{B3DBF0F1-341D-4EAE-83FF-79A97328191A}"/>
                </a:ext>
              </a:extLst>
            </p:cNvPr>
            <p:cNvGrpSpPr>
              <a:grpSpLocks/>
            </p:cNvGrpSpPr>
            <p:nvPr/>
          </p:nvGrpSpPr>
          <p:grpSpPr bwMode="auto">
            <a:xfrm>
              <a:off x="960" y="2064"/>
              <a:ext cx="4400" cy="2079"/>
              <a:chOff x="839" y="1752"/>
              <a:chExt cx="4400" cy="2079"/>
            </a:xfrm>
          </p:grpSpPr>
          <p:sp>
            <p:nvSpPr>
              <p:cNvPr id="52233" name="Text Box 32">
                <a:extLst>
                  <a:ext uri="{FF2B5EF4-FFF2-40B4-BE49-F238E27FC236}">
                    <a16:creationId xmlns:a16="http://schemas.microsoft.com/office/drawing/2014/main" id="{B803F9C4-4BD8-47A3-93BD-143E7C798B89}"/>
                  </a:ext>
                </a:extLst>
              </p:cNvPr>
              <p:cNvSpPr txBox="1">
                <a:spLocks noChangeArrowheads="1"/>
              </p:cNvSpPr>
              <p:nvPr/>
            </p:nvSpPr>
            <p:spPr bwMode="auto">
              <a:xfrm>
                <a:off x="2426" y="2886"/>
                <a:ext cx="454" cy="383"/>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0000FF"/>
                    </a:solidFill>
                    <a:latin typeface="Times New Roman" panose="02020603050405020304" pitchFamily="18" charset="0"/>
                  </a:rPr>
                  <a:t>-</a:t>
                </a:r>
              </a:p>
            </p:txBody>
          </p:sp>
          <p:sp>
            <p:nvSpPr>
              <p:cNvPr id="185349" name="Text Box 5">
                <a:extLst>
                  <a:ext uri="{FF2B5EF4-FFF2-40B4-BE49-F238E27FC236}">
                    <a16:creationId xmlns:a16="http://schemas.microsoft.com/office/drawing/2014/main" id="{B322ACF4-5AA6-46F2-AE8B-EA1B245E40AE}"/>
                  </a:ext>
                </a:extLst>
              </p:cNvPr>
              <p:cNvSpPr txBox="1">
                <a:spLocks noChangeArrowheads="1"/>
              </p:cNvSpPr>
              <p:nvPr/>
            </p:nvSpPr>
            <p:spPr bwMode="auto">
              <a:xfrm>
                <a:off x="2160" y="3504"/>
                <a:ext cx="1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a:solidFill>
                      <a:srgbClr val="FB3823"/>
                    </a:solidFill>
                    <a:effectLst>
                      <a:outerShdw blurRad="38100" dist="38100" dir="2700000" algn="tl">
                        <a:srgbClr val="C0C0C0"/>
                      </a:outerShdw>
                    </a:effectLst>
                  </a:rPr>
                  <a:t>Figure</a:t>
                </a:r>
                <a:r>
                  <a:rPr lang="en-US" altLang="zh-CN"/>
                  <a:t> </a:t>
                </a:r>
                <a:r>
                  <a:rPr lang="en-US" altLang="zh-CN" sz="2800">
                    <a:solidFill>
                      <a:srgbClr val="FB3823"/>
                    </a:solidFill>
                    <a:effectLst>
                      <a:outerShdw blurRad="38100" dist="38100" dir="2700000" algn="tl">
                        <a:srgbClr val="C0C0C0"/>
                      </a:outerShdw>
                    </a:effectLst>
                  </a:rPr>
                  <a:t>1.16</a:t>
                </a:r>
              </a:p>
            </p:txBody>
          </p:sp>
          <p:sp>
            <p:nvSpPr>
              <p:cNvPr id="52235" name="Oval 7">
                <a:extLst>
                  <a:ext uri="{FF2B5EF4-FFF2-40B4-BE49-F238E27FC236}">
                    <a16:creationId xmlns:a16="http://schemas.microsoft.com/office/drawing/2014/main" id="{8539EEB8-5957-4A5A-B0AE-66C1A5B19160}"/>
                  </a:ext>
                </a:extLst>
              </p:cNvPr>
              <p:cNvSpPr>
                <a:spLocks noChangeArrowheads="1"/>
              </p:cNvSpPr>
              <p:nvPr/>
            </p:nvSpPr>
            <p:spPr bwMode="auto">
              <a:xfrm>
                <a:off x="839" y="2432"/>
                <a:ext cx="363" cy="363"/>
              </a:xfrm>
              <a:prstGeom prst="ellipse">
                <a:avLst/>
              </a:prstGeom>
              <a:solidFill>
                <a:schemeClr val="accent1"/>
              </a:solidFill>
              <a:ln w="28575">
                <a:solidFill>
                  <a:srgbClr val="08080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2236" name="Line 8">
                <a:extLst>
                  <a:ext uri="{FF2B5EF4-FFF2-40B4-BE49-F238E27FC236}">
                    <a16:creationId xmlns:a16="http://schemas.microsoft.com/office/drawing/2014/main" id="{EEBDD1C8-2E04-4A29-B9E6-6C35A5462EE1}"/>
                  </a:ext>
                </a:extLst>
              </p:cNvPr>
              <p:cNvSpPr>
                <a:spLocks noChangeShapeType="1"/>
              </p:cNvSpPr>
              <p:nvPr/>
            </p:nvSpPr>
            <p:spPr bwMode="auto">
              <a:xfrm>
                <a:off x="975" y="2477"/>
                <a:ext cx="91" cy="0"/>
              </a:xfrm>
              <a:prstGeom prst="line">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7" name="Line 9">
                <a:extLst>
                  <a:ext uri="{FF2B5EF4-FFF2-40B4-BE49-F238E27FC236}">
                    <a16:creationId xmlns:a16="http://schemas.microsoft.com/office/drawing/2014/main" id="{304E5845-CF53-4020-BC31-A372C4DB8530}"/>
                  </a:ext>
                </a:extLst>
              </p:cNvPr>
              <p:cNvSpPr>
                <a:spLocks noChangeShapeType="1"/>
              </p:cNvSpPr>
              <p:nvPr/>
            </p:nvSpPr>
            <p:spPr bwMode="auto">
              <a:xfrm>
                <a:off x="1021" y="2432"/>
                <a:ext cx="0" cy="91"/>
              </a:xfrm>
              <a:prstGeom prst="line">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8" name="Line 10">
                <a:extLst>
                  <a:ext uri="{FF2B5EF4-FFF2-40B4-BE49-F238E27FC236}">
                    <a16:creationId xmlns:a16="http://schemas.microsoft.com/office/drawing/2014/main" id="{312B02FB-9D66-4CD4-9DBA-E902613F3EFB}"/>
                  </a:ext>
                </a:extLst>
              </p:cNvPr>
              <p:cNvSpPr>
                <a:spLocks noChangeShapeType="1"/>
              </p:cNvSpPr>
              <p:nvPr/>
            </p:nvSpPr>
            <p:spPr bwMode="auto">
              <a:xfrm>
                <a:off x="975" y="2749"/>
                <a:ext cx="91" cy="0"/>
              </a:xfrm>
              <a:prstGeom prst="line">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39" name="AutoShape 11">
                <a:extLst>
                  <a:ext uri="{FF2B5EF4-FFF2-40B4-BE49-F238E27FC236}">
                    <a16:creationId xmlns:a16="http://schemas.microsoft.com/office/drawing/2014/main" id="{8F5A9E76-8D34-464E-A55C-7EEFA904E854}"/>
                  </a:ext>
                </a:extLst>
              </p:cNvPr>
              <p:cNvSpPr>
                <a:spLocks noChangeArrowheads="1"/>
              </p:cNvSpPr>
              <p:nvPr/>
            </p:nvSpPr>
            <p:spPr bwMode="auto">
              <a:xfrm>
                <a:off x="3016" y="2341"/>
                <a:ext cx="454" cy="499"/>
              </a:xfrm>
              <a:prstGeom prst="diamond">
                <a:avLst/>
              </a:prstGeom>
              <a:solidFill>
                <a:schemeClr val="accent1"/>
              </a:solidFill>
              <a:ln w="28575">
                <a:solidFill>
                  <a:srgbClr val="0808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2240" name="Line 12">
                <a:extLst>
                  <a:ext uri="{FF2B5EF4-FFF2-40B4-BE49-F238E27FC236}">
                    <a16:creationId xmlns:a16="http://schemas.microsoft.com/office/drawing/2014/main" id="{06DAA438-E898-448D-96F5-B1F2015665FB}"/>
                  </a:ext>
                </a:extLst>
              </p:cNvPr>
              <p:cNvSpPr>
                <a:spLocks noChangeShapeType="1"/>
              </p:cNvSpPr>
              <p:nvPr/>
            </p:nvSpPr>
            <p:spPr bwMode="auto">
              <a:xfrm>
                <a:off x="3197" y="2477"/>
                <a:ext cx="91" cy="0"/>
              </a:xfrm>
              <a:prstGeom prst="line">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1" name="Line 13">
                <a:extLst>
                  <a:ext uri="{FF2B5EF4-FFF2-40B4-BE49-F238E27FC236}">
                    <a16:creationId xmlns:a16="http://schemas.microsoft.com/office/drawing/2014/main" id="{B960B0C2-E273-47DA-9734-BD4F24C39327}"/>
                  </a:ext>
                </a:extLst>
              </p:cNvPr>
              <p:cNvSpPr>
                <a:spLocks noChangeShapeType="1"/>
              </p:cNvSpPr>
              <p:nvPr/>
            </p:nvSpPr>
            <p:spPr bwMode="auto">
              <a:xfrm>
                <a:off x="3243" y="2432"/>
                <a:ext cx="0" cy="91"/>
              </a:xfrm>
              <a:prstGeom prst="line">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2" name="Line 14">
                <a:extLst>
                  <a:ext uri="{FF2B5EF4-FFF2-40B4-BE49-F238E27FC236}">
                    <a16:creationId xmlns:a16="http://schemas.microsoft.com/office/drawing/2014/main" id="{3ABF41D2-57F6-4630-8C46-C75599C2C600}"/>
                  </a:ext>
                </a:extLst>
              </p:cNvPr>
              <p:cNvSpPr>
                <a:spLocks noChangeShapeType="1"/>
              </p:cNvSpPr>
              <p:nvPr/>
            </p:nvSpPr>
            <p:spPr bwMode="auto">
              <a:xfrm>
                <a:off x="3197" y="2749"/>
                <a:ext cx="91" cy="0"/>
              </a:xfrm>
              <a:prstGeom prst="line">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3" name="Rectangle 15">
                <a:extLst>
                  <a:ext uri="{FF2B5EF4-FFF2-40B4-BE49-F238E27FC236}">
                    <a16:creationId xmlns:a16="http://schemas.microsoft.com/office/drawing/2014/main" id="{C4D7310F-1D09-49E8-86C3-92E594521409}"/>
                  </a:ext>
                </a:extLst>
              </p:cNvPr>
              <p:cNvSpPr>
                <a:spLocks noChangeArrowheads="1"/>
              </p:cNvSpPr>
              <p:nvPr/>
            </p:nvSpPr>
            <p:spPr bwMode="auto">
              <a:xfrm>
                <a:off x="1927" y="2341"/>
                <a:ext cx="363" cy="363"/>
              </a:xfrm>
              <a:prstGeom prst="rect">
                <a:avLst/>
              </a:prstGeom>
              <a:solidFill>
                <a:schemeClr val="accent1"/>
              </a:solidFill>
              <a:ln w="28575">
                <a:solidFill>
                  <a:srgbClr val="0808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2244" name="Rectangle 17">
                <a:extLst>
                  <a:ext uri="{FF2B5EF4-FFF2-40B4-BE49-F238E27FC236}">
                    <a16:creationId xmlns:a16="http://schemas.microsoft.com/office/drawing/2014/main" id="{1FC551C2-4B95-4D3D-A62F-E61BC49ECD6F}"/>
                  </a:ext>
                </a:extLst>
              </p:cNvPr>
              <p:cNvSpPr>
                <a:spLocks noChangeArrowheads="1"/>
              </p:cNvSpPr>
              <p:nvPr/>
            </p:nvSpPr>
            <p:spPr bwMode="auto">
              <a:xfrm>
                <a:off x="1429" y="1752"/>
                <a:ext cx="363" cy="363"/>
              </a:xfrm>
              <a:prstGeom prst="rect">
                <a:avLst/>
              </a:prstGeom>
              <a:solidFill>
                <a:schemeClr val="accent1"/>
              </a:solidFill>
              <a:ln w="28575">
                <a:solidFill>
                  <a:srgbClr val="0808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2245" name="Rectangle 18">
                <a:extLst>
                  <a:ext uri="{FF2B5EF4-FFF2-40B4-BE49-F238E27FC236}">
                    <a16:creationId xmlns:a16="http://schemas.microsoft.com/office/drawing/2014/main" id="{428D1745-8051-429E-B3B5-C3996C3D801F}"/>
                  </a:ext>
                </a:extLst>
              </p:cNvPr>
              <p:cNvSpPr>
                <a:spLocks noChangeArrowheads="1"/>
              </p:cNvSpPr>
              <p:nvPr/>
            </p:nvSpPr>
            <p:spPr bwMode="auto">
              <a:xfrm>
                <a:off x="4241" y="2387"/>
                <a:ext cx="363" cy="363"/>
              </a:xfrm>
              <a:prstGeom prst="rect">
                <a:avLst/>
              </a:prstGeom>
              <a:solidFill>
                <a:schemeClr val="accent1"/>
              </a:solidFill>
              <a:ln w="28575">
                <a:solidFill>
                  <a:srgbClr val="0808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cxnSp>
            <p:nvCxnSpPr>
              <p:cNvPr id="52246" name="AutoShape 19">
                <a:extLst>
                  <a:ext uri="{FF2B5EF4-FFF2-40B4-BE49-F238E27FC236}">
                    <a16:creationId xmlns:a16="http://schemas.microsoft.com/office/drawing/2014/main" id="{BFA77545-77AE-4348-B547-B3E07D084ADF}"/>
                  </a:ext>
                </a:extLst>
              </p:cNvPr>
              <p:cNvCxnSpPr>
                <a:cxnSpLocks noChangeShapeType="1"/>
                <a:stCxn id="52235" idx="0"/>
                <a:endCxn id="52244" idx="1"/>
              </p:cNvCxnSpPr>
              <p:nvPr/>
            </p:nvCxnSpPr>
            <p:spPr bwMode="auto">
              <a:xfrm rot="-5400000">
                <a:off x="976" y="1979"/>
                <a:ext cx="489" cy="399"/>
              </a:xfrm>
              <a:prstGeom prst="bentConnector2">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47" name="AutoShape 20">
                <a:extLst>
                  <a:ext uri="{FF2B5EF4-FFF2-40B4-BE49-F238E27FC236}">
                    <a16:creationId xmlns:a16="http://schemas.microsoft.com/office/drawing/2014/main" id="{9227D541-7D02-48AB-87E3-E5104BA0F892}"/>
                  </a:ext>
                </a:extLst>
              </p:cNvPr>
              <p:cNvCxnSpPr>
                <a:cxnSpLocks noChangeShapeType="1"/>
                <a:stCxn id="52244" idx="3"/>
                <a:endCxn id="52243" idx="0"/>
              </p:cNvCxnSpPr>
              <p:nvPr/>
            </p:nvCxnSpPr>
            <p:spPr bwMode="auto">
              <a:xfrm>
                <a:off x="1801" y="1934"/>
                <a:ext cx="308" cy="398"/>
              </a:xfrm>
              <a:prstGeom prst="bentConnector2">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48" name="Text Box 21">
                <a:extLst>
                  <a:ext uri="{FF2B5EF4-FFF2-40B4-BE49-F238E27FC236}">
                    <a16:creationId xmlns:a16="http://schemas.microsoft.com/office/drawing/2014/main" id="{3FB675E9-CA3B-4B52-AF58-815E708542F1}"/>
                  </a:ext>
                </a:extLst>
              </p:cNvPr>
              <p:cNvSpPr txBox="1">
                <a:spLocks noChangeArrowheads="1"/>
              </p:cNvSpPr>
              <p:nvPr/>
            </p:nvSpPr>
            <p:spPr bwMode="auto">
              <a:xfrm>
                <a:off x="2336" y="2339"/>
                <a:ext cx="635" cy="383"/>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0000FF"/>
                    </a:solidFill>
                    <a:latin typeface="Times New Roman" panose="02020603050405020304" pitchFamily="18" charset="0"/>
                  </a:rPr>
                  <a:t>v</a:t>
                </a:r>
                <a:r>
                  <a:rPr lang="en-US" altLang="zh-CN" baseline="-25000">
                    <a:solidFill>
                      <a:srgbClr val="0000FF"/>
                    </a:solidFill>
                    <a:latin typeface="Times New Roman" panose="02020603050405020304" pitchFamily="18" charset="0"/>
                  </a:rPr>
                  <a:t>2</a:t>
                </a:r>
              </a:p>
            </p:txBody>
          </p:sp>
          <p:sp>
            <p:nvSpPr>
              <p:cNvPr id="52249" name="Text Box 22">
                <a:extLst>
                  <a:ext uri="{FF2B5EF4-FFF2-40B4-BE49-F238E27FC236}">
                    <a16:creationId xmlns:a16="http://schemas.microsoft.com/office/drawing/2014/main" id="{CEF23F84-D1F6-4C46-A8FA-21DAA34FC2ED}"/>
                  </a:ext>
                </a:extLst>
              </p:cNvPr>
              <p:cNvSpPr txBox="1">
                <a:spLocks noChangeArrowheads="1"/>
              </p:cNvSpPr>
              <p:nvPr/>
            </p:nvSpPr>
            <p:spPr bwMode="auto">
              <a:xfrm>
                <a:off x="3515" y="2477"/>
                <a:ext cx="635" cy="383"/>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0000FF"/>
                    </a:solidFill>
                    <a:latin typeface="Times New Roman" panose="02020603050405020304" pitchFamily="18" charset="0"/>
                  </a:rPr>
                  <a:t>5v</a:t>
                </a:r>
                <a:r>
                  <a:rPr lang="en-US" altLang="zh-CN" baseline="-25000">
                    <a:solidFill>
                      <a:srgbClr val="0000FF"/>
                    </a:solidFill>
                    <a:latin typeface="Times New Roman" panose="02020603050405020304" pitchFamily="18" charset="0"/>
                  </a:rPr>
                  <a:t>2</a:t>
                </a:r>
              </a:p>
            </p:txBody>
          </p:sp>
          <p:sp>
            <p:nvSpPr>
              <p:cNvPr id="52250" name="Text Box 23">
                <a:extLst>
                  <a:ext uri="{FF2B5EF4-FFF2-40B4-BE49-F238E27FC236}">
                    <a16:creationId xmlns:a16="http://schemas.microsoft.com/office/drawing/2014/main" id="{86707C25-F452-434C-9E06-6D10BF1FC479}"/>
                  </a:ext>
                </a:extLst>
              </p:cNvPr>
              <p:cNvSpPr txBox="1">
                <a:spLocks noChangeArrowheads="1"/>
              </p:cNvSpPr>
              <p:nvPr/>
            </p:nvSpPr>
            <p:spPr bwMode="auto">
              <a:xfrm>
                <a:off x="2381" y="1752"/>
                <a:ext cx="454" cy="383"/>
              </a:xfrm>
              <a:prstGeom prst="rect">
                <a:avLst/>
              </a:prstGeom>
              <a:noFill/>
              <a:ln w="2857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0000FF"/>
                    </a:solidFill>
                    <a:latin typeface="Times New Roman" panose="02020603050405020304" pitchFamily="18" charset="0"/>
                  </a:rPr>
                  <a:t>+</a:t>
                </a:r>
              </a:p>
            </p:txBody>
          </p:sp>
          <p:sp>
            <p:nvSpPr>
              <p:cNvPr id="52251" name="AutoShape 24">
                <a:extLst>
                  <a:ext uri="{FF2B5EF4-FFF2-40B4-BE49-F238E27FC236}">
                    <a16:creationId xmlns:a16="http://schemas.microsoft.com/office/drawing/2014/main" id="{A93A5494-2B4F-4E2A-AFB5-52D402E69D97}"/>
                  </a:ext>
                </a:extLst>
              </p:cNvPr>
              <p:cNvSpPr>
                <a:spLocks noChangeArrowheads="1"/>
              </p:cNvSpPr>
              <p:nvPr/>
            </p:nvSpPr>
            <p:spPr bwMode="auto">
              <a:xfrm>
                <a:off x="2064" y="3158"/>
                <a:ext cx="90" cy="90"/>
              </a:xfrm>
              <a:prstGeom prst="octagon">
                <a:avLst>
                  <a:gd name="adj" fmla="val 29287"/>
                </a:avLst>
              </a:prstGeom>
              <a:solidFill>
                <a:schemeClr val="accent1"/>
              </a:solidFill>
              <a:ln w="28575">
                <a:solidFill>
                  <a:srgbClr val="0808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2252" name="AutoShape 25">
                <a:extLst>
                  <a:ext uri="{FF2B5EF4-FFF2-40B4-BE49-F238E27FC236}">
                    <a16:creationId xmlns:a16="http://schemas.microsoft.com/office/drawing/2014/main" id="{74CA1801-5D70-4547-8EA7-52B30A7BD34D}"/>
                  </a:ext>
                </a:extLst>
              </p:cNvPr>
              <p:cNvSpPr>
                <a:spLocks noChangeArrowheads="1"/>
              </p:cNvSpPr>
              <p:nvPr/>
            </p:nvSpPr>
            <p:spPr bwMode="auto">
              <a:xfrm>
                <a:off x="3198" y="3158"/>
                <a:ext cx="90" cy="90"/>
              </a:xfrm>
              <a:prstGeom prst="octagon">
                <a:avLst>
                  <a:gd name="adj" fmla="val 29287"/>
                </a:avLst>
              </a:prstGeom>
              <a:solidFill>
                <a:schemeClr val="accent1"/>
              </a:solidFill>
              <a:ln w="28575">
                <a:solidFill>
                  <a:srgbClr val="08080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cxnSp>
            <p:nvCxnSpPr>
              <p:cNvPr id="52253" name="AutoShape 26">
                <a:extLst>
                  <a:ext uri="{FF2B5EF4-FFF2-40B4-BE49-F238E27FC236}">
                    <a16:creationId xmlns:a16="http://schemas.microsoft.com/office/drawing/2014/main" id="{1C111BB0-784C-4A5A-85BC-1546B13C9F62}"/>
                  </a:ext>
                </a:extLst>
              </p:cNvPr>
              <p:cNvCxnSpPr>
                <a:cxnSpLocks noChangeShapeType="1"/>
                <a:stCxn id="52235" idx="4"/>
                <a:endCxn id="52251" idx="2"/>
              </p:cNvCxnSpPr>
              <p:nvPr/>
            </p:nvCxnSpPr>
            <p:spPr bwMode="auto">
              <a:xfrm rot="16200000" flipH="1">
                <a:off x="1338" y="2487"/>
                <a:ext cx="399" cy="1034"/>
              </a:xfrm>
              <a:prstGeom prst="bentConnector2">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54" name="AutoShape 27">
                <a:extLst>
                  <a:ext uri="{FF2B5EF4-FFF2-40B4-BE49-F238E27FC236}">
                    <a16:creationId xmlns:a16="http://schemas.microsoft.com/office/drawing/2014/main" id="{4456C372-0D82-46DA-88C9-3558A6CFEBEF}"/>
                  </a:ext>
                </a:extLst>
              </p:cNvPr>
              <p:cNvCxnSpPr>
                <a:cxnSpLocks noChangeShapeType="1"/>
                <a:stCxn id="52243" idx="2"/>
                <a:endCxn id="52251" idx="2"/>
              </p:cNvCxnSpPr>
              <p:nvPr/>
            </p:nvCxnSpPr>
            <p:spPr bwMode="auto">
              <a:xfrm>
                <a:off x="2109" y="2713"/>
                <a:ext cx="0" cy="436"/>
              </a:xfrm>
              <a:prstGeom prst="straightConnector1">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55" name="AutoShape 28">
                <a:extLst>
                  <a:ext uri="{FF2B5EF4-FFF2-40B4-BE49-F238E27FC236}">
                    <a16:creationId xmlns:a16="http://schemas.microsoft.com/office/drawing/2014/main" id="{73ED9D86-DBD9-49F2-A358-CEF79AFFCC67}"/>
                  </a:ext>
                </a:extLst>
              </p:cNvPr>
              <p:cNvCxnSpPr>
                <a:cxnSpLocks noChangeShapeType="1"/>
                <a:stCxn id="52251" idx="2"/>
                <a:endCxn id="52252" idx="2"/>
              </p:cNvCxnSpPr>
              <p:nvPr/>
            </p:nvCxnSpPr>
            <p:spPr bwMode="auto">
              <a:xfrm>
                <a:off x="2163" y="3203"/>
                <a:ext cx="1026" cy="0"/>
              </a:xfrm>
              <a:prstGeom prst="straightConnector1">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56" name="AutoShape 29">
                <a:extLst>
                  <a:ext uri="{FF2B5EF4-FFF2-40B4-BE49-F238E27FC236}">
                    <a16:creationId xmlns:a16="http://schemas.microsoft.com/office/drawing/2014/main" id="{14230577-ED04-41C2-8907-A7AB858AA5B2}"/>
                  </a:ext>
                </a:extLst>
              </p:cNvPr>
              <p:cNvCxnSpPr>
                <a:cxnSpLocks noChangeShapeType="1"/>
                <a:stCxn id="52239" idx="2"/>
                <a:endCxn id="52252" idx="2"/>
              </p:cNvCxnSpPr>
              <p:nvPr/>
            </p:nvCxnSpPr>
            <p:spPr bwMode="auto">
              <a:xfrm>
                <a:off x="3243" y="2849"/>
                <a:ext cx="0" cy="300"/>
              </a:xfrm>
              <a:prstGeom prst="straightConnector1">
                <a:avLst/>
              </a:prstGeom>
              <a:noFill/>
              <a:ln w="28575">
                <a:solidFill>
                  <a:srgbClr val="080808"/>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57" name="AutoShape 30">
                <a:extLst>
                  <a:ext uri="{FF2B5EF4-FFF2-40B4-BE49-F238E27FC236}">
                    <a16:creationId xmlns:a16="http://schemas.microsoft.com/office/drawing/2014/main" id="{1EC84EF4-95AA-43C3-BDD4-E292FB130CC3}"/>
                  </a:ext>
                </a:extLst>
              </p:cNvPr>
              <p:cNvCxnSpPr>
                <a:cxnSpLocks noChangeShapeType="1"/>
                <a:stCxn id="52239" idx="0"/>
                <a:endCxn id="52245" idx="0"/>
              </p:cNvCxnSpPr>
              <p:nvPr/>
            </p:nvCxnSpPr>
            <p:spPr bwMode="auto">
              <a:xfrm rot="5400000" flipV="1">
                <a:off x="3810" y="1765"/>
                <a:ext cx="46" cy="1180"/>
              </a:xfrm>
              <a:prstGeom prst="bentConnector3">
                <a:avLst>
                  <a:gd name="adj1" fmla="val -293477"/>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258" name="AutoShape 31">
                <a:extLst>
                  <a:ext uri="{FF2B5EF4-FFF2-40B4-BE49-F238E27FC236}">
                    <a16:creationId xmlns:a16="http://schemas.microsoft.com/office/drawing/2014/main" id="{1D38C625-A1FC-4A55-9811-2C1C53F32A10}"/>
                  </a:ext>
                </a:extLst>
              </p:cNvPr>
              <p:cNvCxnSpPr>
                <a:cxnSpLocks noChangeShapeType="1"/>
                <a:stCxn id="52252" idx="2"/>
                <a:endCxn id="52245" idx="2"/>
              </p:cNvCxnSpPr>
              <p:nvPr/>
            </p:nvCxnSpPr>
            <p:spPr bwMode="auto">
              <a:xfrm flipV="1">
                <a:off x="3297" y="2759"/>
                <a:ext cx="1126" cy="444"/>
              </a:xfrm>
              <a:prstGeom prst="bentConnector2">
                <a:avLst/>
              </a:prstGeom>
              <a:noFill/>
              <a:ln w="28575">
                <a:solidFill>
                  <a:srgbClr val="080808"/>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2259" name="Text Box 33">
                <a:extLst>
                  <a:ext uri="{FF2B5EF4-FFF2-40B4-BE49-F238E27FC236}">
                    <a16:creationId xmlns:a16="http://schemas.microsoft.com/office/drawing/2014/main" id="{E815F2BA-A2C2-4BFE-AE46-A2690DD2B520}"/>
                  </a:ext>
                </a:extLst>
              </p:cNvPr>
              <p:cNvSpPr txBox="1">
                <a:spLocks noChangeArrowheads="1"/>
              </p:cNvSpPr>
              <p:nvPr/>
            </p:nvSpPr>
            <p:spPr bwMode="auto">
              <a:xfrm>
                <a:off x="4785" y="2931"/>
                <a:ext cx="45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FF0000"/>
                    </a:solidFill>
                    <a:latin typeface="Times New Roman" panose="02020603050405020304" pitchFamily="18" charset="0"/>
                  </a:rPr>
                  <a:t>-</a:t>
                </a:r>
              </a:p>
            </p:txBody>
          </p:sp>
          <p:sp>
            <p:nvSpPr>
              <p:cNvPr id="52260" name="Text Box 34">
                <a:extLst>
                  <a:ext uri="{FF2B5EF4-FFF2-40B4-BE49-F238E27FC236}">
                    <a16:creationId xmlns:a16="http://schemas.microsoft.com/office/drawing/2014/main" id="{8B0023E3-81A7-4B7B-A4F7-EA2479D2A421}"/>
                  </a:ext>
                </a:extLst>
              </p:cNvPr>
              <p:cNvSpPr txBox="1">
                <a:spLocks noChangeArrowheads="1"/>
              </p:cNvSpPr>
              <p:nvPr/>
            </p:nvSpPr>
            <p:spPr bwMode="auto">
              <a:xfrm>
                <a:off x="4694" y="1888"/>
                <a:ext cx="45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FF0000"/>
                    </a:solidFill>
                    <a:latin typeface="Times New Roman" panose="02020603050405020304" pitchFamily="18" charset="0"/>
                  </a:rPr>
                  <a:t>+</a:t>
                </a:r>
              </a:p>
            </p:txBody>
          </p:sp>
        </p:grpSp>
      </p:grpSp>
      <p:sp>
        <p:nvSpPr>
          <p:cNvPr id="52230" name="Text Box 36">
            <a:extLst>
              <a:ext uri="{FF2B5EF4-FFF2-40B4-BE49-F238E27FC236}">
                <a16:creationId xmlns:a16="http://schemas.microsoft.com/office/drawing/2014/main" id="{6634691C-BFBE-4438-BE16-B42B73858223}"/>
              </a:ext>
            </a:extLst>
          </p:cNvPr>
          <p:cNvSpPr txBox="1">
            <a:spLocks noChangeArrowheads="1"/>
          </p:cNvSpPr>
          <p:nvPr/>
        </p:nvSpPr>
        <p:spPr bwMode="auto">
          <a:xfrm>
            <a:off x="3132138" y="620713"/>
            <a:ext cx="6084887"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sz="800">
                <a:solidFill>
                  <a:srgbClr val="FB3823"/>
                </a:solidFill>
                <a:latin typeface="Times New Roman" panose="02020603050405020304"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5348"/>
                                        </p:tgtEl>
                                        <p:attrNameLst>
                                          <p:attrName>style.visibility</p:attrName>
                                        </p:attrNameLst>
                                      </p:cBhvr>
                                      <p:to>
                                        <p:strVal val="visible"/>
                                      </p:to>
                                    </p:set>
                                    <p:animEffect transition="in" filter="slide(fromBottom)">
                                      <p:cBhvr>
                                        <p:cTn id="7" dur="500"/>
                                        <p:tgtEl>
                                          <p:spTgt spid="185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85350"/>
                                        </p:tgtEl>
                                        <p:attrNameLst>
                                          <p:attrName>style.visibility</p:attrName>
                                        </p:attrNameLst>
                                      </p:cBhvr>
                                      <p:to>
                                        <p:strVal val="visible"/>
                                      </p:to>
                                    </p:set>
                                    <p:animEffect transition="in" filter="slide(fromBottom)">
                                      <p:cBhvr>
                                        <p:cTn id="12" dur="500"/>
                                        <p:tgtEl>
                                          <p:spTgt spid="1853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85382"/>
                                        </p:tgtEl>
                                        <p:attrNameLst>
                                          <p:attrName>style.visibility</p:attrName>
                                        </p:attrNameLst>
                                      </p:cBhvr>
                                      <p:to>
                                        <p:strVal val="visible"/>
                                      </p:to>
                                    </p:set>
                                    <p:animEffect transition="in" filter="diamond(in)">
                                      <p:cBhvr>
                                        <p:cTn id="17" dur="2000"/>
                                        <p:tgtEl>
                                          <p:spTgt spid="185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8" grpId="0" animBg="1"/>
      <p:bldP spid="18535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1A7541E-75C1-4F83-8E08-FF7C206ADF98}"/>
              </a:ext>
            </a:extLst>
          </p:cNvPr>
          <p:cNvSpPr>
            <a:spLocks noGrp="1"/>
          </p:cNvSpPr>
          <p:nvPr>
            <p:ph type="sldNum" sz="quarter" idx="12"/>
          </p:nvPr>
        </p:nvSpPr>
        <p:spPr/>
        <p:txBody>
          <a:bodyPr/>
          <a:lstStyle/>
          <a:p>
            <a:fld id="{C283541E-DC47-47D6-9777-C1D9B877410C}" type="slidenum">
              <a:rPr lang="en-US" altLang="zh-CN" smtClean="0"/>
              <a:pPr/>
              <a:t>49</a:t>
            </a:fld>
            <a:endParaRPr lang="en-US" altLang="zh-CN"/>
          </a:p>
        </p:txBody>
      </p:sp>
      <p:sp>
        <p:nvSpPr>
          <p:cNvPr id="3" name="矩形 2">
            <a:extLst>
              <a:ext uri="{FF2B5EF4-FFF2-40B4-BE49-F238E27FC236}">
                <a16:creationId xmlns:a16="http://schemas.microsoft.com/office/drawing/2014/main" id="{CC6C80F2-9722-4BD3-A8A7-7DC9EEC37284}"/>
              </a:ext>
            </a:extLst>
          </p:cNvPr>
          <p:cNvSpPr/>
          <p:nvPr/>
        </p:nvSpPr>
        <p:spPr>
          <a:xfrm>
            <a:off x="396525" y="314962"/>
            <a:ext cx="1963999" cy="523220"/>
          </a:xfrm>
          <a:prstGeom prst="rect">
            <a:avLst/>
          </a:prstGeom>
        </p:spPr>
        <p:txBody>
          <a:bodyPr wrap="none">
            <a:spAutoFit/>
          </a:bodyPr>
          <a:lstStyle/>
          <a:p>
            <a:pPr>
              <a:spcBef>
                <a:spcPct val="50000"/>
              </a:spcBef>
              <a:defRPr/>
            </a:pPr>
            <a:r>
              <a:rPr lang="en-US" altLang="zh-CN" sz="2800" b="1" dirty="0">
                <a:solidFill>
                  <a:srgbClr val="CC0000"/>
                </a:solidFill>
                <a:latin typeface="Comic Sans MS" panose="030F0702030302020204" pitchFamily="66" charset="0"/>
              </a:rPr>
              <a:t>Example 5</a:t>
            </a:r>
          </a:p>
        </p:txBody>
      </p:sp>
      <p:pic>
        <p:nvPicPr>
          <p:cNvPr id="5" name="图片 4">
            <a:extLst>
              <a:ext uri="{FF2B5EF4-FFF2-40B4-BE49-F238E27FC236}">
                <a16:creationId xmlns:a16="http://schemas.microsoft.com/office/drawing/2014/main" id="{BF991DB3-09E6-46EB-8C7B-A4666B4468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162" y="1870940"/>
            <a:ext cx="3436556" cy="2219442"/>
          </a:xfrm>
          <a:prstGeom prst="rect">
            <a:avLst/>
          </a:prstGeom>
        </p:spPr>
      </p:pic>
      <p:sp>
        <p:nvSpPr>
          <p:cNvPr id="8" name="文本框 7">
            <a:extLst>
              <a:ext uri="{FF2B5EF4-FFF2-40B4-BE49-F238E27FC236}">
                <a16:creationId xmlns:a16="http://schemas.microsoft.com/office/drawing/2014/main" id="{7C7F2FD8-80AD-4E89-B267-36D2F76773F2}"/>
              </a:ext>
            </a:extLst>
          </p:cNvPr>
          <p:cNvSpPr txBox="1"/>
          <p:nvPr/>
        </p:nvSpPr>
        <p:spPr>
          <a:xfrm>
            <a:off x="648927" y="978310"/>
            <a:ext cx="7792689" cy="830997"/>
          </a:xfrm>
          <a:prstGeom prst="rect">
            <a:avLst/>
          </a:prstGeom>
          <a:noFill/>
        </p:spPr>
        <p:txBody>
          <a:bodyPr wrap="square" rtlCol="0">
            <a:spAutoFit/>
          </a:bodyPr>
          <a:lstStyle/>
          <a:p>
            <a:r>
              <a:rPr lang="en-US" altLang="zh-CN" sz="2400" dirty="0">
                <a:latin typeface="Comic Sans MS" panose="030F0702030302020204" pitchFamily="66" charset="0"/>
              </a:rPr>
              <a:t>Find Vo and the power absorbed by each element in the circuit.</a:t>
            </a:r>
            <a:endParaRPr lang="zh-CN" altLang="en-US" sz="2400" dirty="0">
              <a:latin typeface="Comic Sans MS" panose="030F0702030302020204" pitchFamily="66" charset="0"/>
            </a:endParaRPr>
          </a:p>
        </p:txBody>
      </p:sp>
    </p:spTree>
    <p:extLst>
      <p:ext uri="{BB962C8B-B14F-4D97-AF65-F5344CB8AC3E}">
        <p14:creationId xmlns:p14="http://schemas.microsoft.com/office/powerpoint/2010/main" val="17254220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灯片编号占位符 3">
            <a:extLst>
              <a:ext uri="{FF2B5EF4-FFF2-40B4-BE49-F238E27FC236}">
                <a16:creationId xmlns:a16="http://schemas.microsoft.com/office/drawing/2014/main" id="{21B991E4-652E-4084-9FC7-EB6C7EC94D51}"/>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68BB3DA4-F8B4-4EBC-8425-6F956E4A96D1}" type="slidenum">
              <a:rPr lang="zh-CN" altLang="en-US" sz="1400">
                <a:latin typeface="Times New Roman" panose="02020603050405020304" pitchFamily="18" charset="0"/>
              </a:rPr>
              <a:pPr eaLnBrk="1" hangingPunct="1">
                <a:spcBef>
                  <a:spcPct val="0"/>
                </a:spcBef>
                <a:buFontTx/>
                <a:buNone/>
              </a:pPr>
              <a:t>50</a:t>
            </a:fld>
            <a:endParaRPr lang="en-US" altLang="zh-CN" sz="1400">
              <a:latin typeface="Times New Roman" panose="02020603050405020304" pitchFamily="18" charset="0"/>
            </a:endParaRPr>
          </a:p>
        </p:txBody>
      </p:sp>
      <p:sp>
        <p:nvSpPr>
          <p:cNvPr id="186372" name="Text Box 4">
            <a:extLst>
              <a:ext uri="{FF2B5EF4-FFF2-40B4-BE49-F238E27FC236}">
                <a16:creationId xmlns:a16="http://schemas.microsoft.com/office/drawing/2014/main" id="{451E7AEF-7A4E-48B5-9EB4-498279131880}"/>
              </a:ext>
            </a:extLst>
          </p:cNvPr>
          <p:cNvSpPr txBox="1">
            <a:spLocks noChangeArrowheads="1"/>
          </p:cNvSpPr>
          <p:nvPr/>
        </p:nvSpPr>
        <p:spPr bwMode="auto">
          <a:xfrm>
            <a:off x="457200" y="2057400"/>
            <a:ext cx="2232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a:solidFill>
                  <a:srgbClr val="FB3823"/>
                </a:solidFill>
                <a:effectLst>
                  <a:outerShdw blurRad="38100" dist="38100" dir="2700000" algn="tl">
                    <a:srgbClr val="C0C0C0"/>
                  </a:outerShdw>
                </a:effectLst>
              </a:rPr>
              <a:t>Figure</a:t>
            </a:r>
            <a:r>
              <a:rPr lang="en-US" altLang="zh-CN"/>
              <a:t> </a:t>
            </a:r>
            <a:r>
              <a:rPr lang="en-US" altLang="zh-CN" sz="2800">
                <a:solidFill>
                  <a:srgbClr val="FB3823"/>
                </a:solidFill>
                <a:effectLst>
                  <a:outerShdw blurRad="38100" dist="38100" dir="2700000" algn="tl">
                    <a:srgbClr val="C0C0C0"/>
                  </a:outerShdw>
                </a:effectLst>
              </a:rPr>
              <a:t>1.17</a:t>
            </a:r>
          </a:p>
        </p:txBody>
      </p:sp>
      <p:sp>
        <p:nvSpPr>
          <p:cNvPr id="186373" name="Rectangle 5">
            <a:extLst>
              <a:ext uri="{FF2B5EF4-FFF2-40B4-BE49-F238E27FC236}">
                <a16:creationId xmlns:a16="http://schemas.microsoft.com/office/drawing/2014/main" id="{9FD56B85-69AE-4062-A2A9-32EADC37E9E3}"/>
              </a:ext>
            </a:extLst>
          </p:cNvPr>
          <p:cNvSpPr>
            <a:spLocks noChangeArrowheads="1"/>
          </p:cNvSpPr>
          <p:nvPr/>
        </p:nvSpPr>
        <p:spPr bwMode="auto">
          <a:xfrm>
            <a:off x="381000" y="990600"/>
            <a:ext cx="87630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buFontTx/>
              <a:buNone/>
            </a:pPr>
            <a:r>
              <a:rPr lang="zh-CN" altLang="en-US"/>
              <a:t>  </a:t>
            </a:r>
            <a:r>
              <a:rPr lang="en-US" altLang="zh-CN" sz="2800">
                <a:solidFill>
                  <a:srgbClr val="A50021"/>
                </a:solidFill>
              </a:rPr>
              <a:t>1.4 </a:t>
            </a:r>
            <a:r>
              <a:rPr lang="en-US" altLang="zh-CN" sz="2800"/>
              <a:t>Find the power absorbed by each element in the circuit in Fig. 1.17.</a:t>
            </a:r>
          </a:p>
        </p:txBody>
      </p:sp>
      <p:sp>
        <p:nvSpPr>
          <p:cNvPr id="186391" name="Text Box 23">
            <a:extLst>
              <a:ext uri="{FF2B5EF4-FFF2-40B4-BE49-F238E27FC236}">
                <a16:creationId xmlns:a16="http://schemas.microsoft.com/office/drawing/2014/main" id="{50960F49-B704-40DE-910E-950BDF3602D1}"/>
              </a:ext>
            </a:extLst>
          </p:cNvPr>
          <p:cNvSpPr txBox="1">
            <a:spLocks noChangeArrowheads="1"/>
          </p:cNvSpPr>
          <p:nvPr/>
        </p:nvSpPr>
        <p:spPr bwMode="auto">
          <a:xfrm>
            <a:off x="304800" y="762000"/>
            <a:ext cx="85344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sz="800">
                <a:solidFill>
                  <a:srgbClr val="FB3823"/>
                </a:solidFill>
                <a:latin typeface="Times New Roman" panose="02020603050405020304" pitchFamily="18" charset="0"/>
              </a:rPr>
              <a:t>  ----------------------------------------------------------------------------------------------------------------------------------------------------------------------------------------------------------------------------------------------------</a:t>
            </a:r>
          </a:p>
        </p:txBody>
      </p:sp>
      <p:sp>
        <p:nvSpPr>
          <p:cNvPr id="186392" name="Text Box 24">
            <a:extLst>
              <a:ext uri="{FF2B5EF4-FFF2-40B4-BE49-F238E27FC236}">
                <a16:creationId xmlns:a16="http://schemas.microsoft.com/office/drawing/2014/main" id="{236EFEFE-6D9C-49A7-B0BA-708A5679A500}"/>
              </a:ext>
            </a:extLst>
          </p:cNvPr>
          <p:cNvSpPr txBox="1">
            <a:spLocks noChangeArrowheads="1"/>
          </p:cNvSpPr>
          <p:nvPr/>
        </p:nvSpPr>
        <p:spPr bwMode="auto">
          <a:xfrm>
            <a:off x="0" y="0"/>
            <a:ext cx="2881313" cy="5794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ltLang="zh-CN" sz="3200" b="1" dirty="0">
                <a:solidFill>
                  <a:srgbClr val="A50021"/>
                </a:solidFill>
                <a:effectLst>
                  <a:outerShdw blurRad="38100" dist="38100" dir="2700000" algn="tl">
                    <a:srgbClr val="C0C0C0"/>
                  </a:outerShdw>
                </a:effectLst>
              </a:rPr>
              <a:t>Practice</a:t>
            </a:r>
            <a:r>
              <a:rPr lang="en-US" altLang="zh-CN" sz="2800" b="1" dirty="0">
                <a:solidFill>
                  <a:srgbClr val="A50021"/>
                </a:solidFill>
                <a:effectLst>
                  <a:outerShdw blurRad="38100" dist="38100" dir="2700000" algn="tl">
                    <a:srgbClr val="C0C0C0"/>
                  </a:outerShdw>
                </a:effectLst>
              </a:rPr>
              <a:t> </a:t>
            </a:r>
          </a:p>
        </p:txBody>
      </p:sp>
      <p:sp>
        <p:nvSpPr>
          <p:cNvPr id="53255" name="Rectangle 56">
            <a:extLst>
              <a:ext uri="{FF2B5EF4-FFF2-40B4-BE49-F238E27FC236}">
                <a16:creationId xmlns:a16="http://schemas.microsoft.com/office/drawing/2014/main" id="{6C798BCD-BF76-461F-80D4-59FDB69A195C}"/>
              </a:ext>
            </a:extLst>
          </p:cNvPr>
          <p:cNvSpPr>
            <a:spLocks noChangeArrowheads="1"/>
          </p:cNvSpPr>
          <p:nvPr/>
        </p:nvSpPr>
        <p:spPr bwMode="auto">
          <a:xfrm>
            <a:off x="215900" y="6021388"/>
            <a:ext cx="91440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buFontTx/>
              <a:buNone/>
            </a:pPr>
            <a:endParaRPr lang="zh-CN" altLang="en-US"/>
          </a:p>
        </p:txBody>
      </p:sp>
      <p:sp>
        <p:nvSpPr>
          <p:cNvPr id="186425" name="Text Box 57">
            <a:extLst>
              <a:ext uri="{FF2B5EF4-FFF2-40B4-BE49-F238E27FC236}">
                <a16:creationId xmlns:a16="http://schemas.microsoft.com/office/drawing/2014/main" id="{37C2DE68-9040-4BDD-8149-5D424FB5C02F}"/>
              </a:ext>
            </a:extLst>
          </p:cNvPr>
          <p:cNvSpPr txBox="1">
            <a:spLocks noChangeArrowheads="1"/>
          </p:cNvSpPr>
          <p:nvPr/>
        </p:nvSpPr>
        <p:spPr bwMode="auto">
          <a:xfrm>
            <a:off x="228600" y="5410200"/>
            <a:ext cx="8683625" cy="86518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sz="800">
                <a:solidFill>
                  <a:srgbClr val="FB3823"/>
                </a:solidFill>
                <a:latin typeface="Times New Roman" panose="02020603050405020304" pitchFamily="18" charset="0"/>
              </a:rPr>
              <a:t>-------------------------------------------------------------------------------------------------------------------------------------------------------------------------------------------------------------------------------------------------------------</a:t>
            </a:r>
          </a:p>
          <a:p>
            <a:pPr eaLnBrk="1" hangingPunct="1">
              <a:spcBef>
                <a:spcPct val="50000"/>
              </a:spcBef>
              <a:buFontTx/>
              <a:buNone/>
            </a:pPr>
            <a:r>
              <a:rPr lang="en-US" altLang="zh-CN" sz="2800">
                <a:solidFill>
                  <a:srgbClr val="0000FF"/>
                </a:solidFill>
                <a:latin typeface="Times New Roman" panose="02020603050405020304" pitchFamily="18" charset="0"/>
              </a:rPr>
              <a:t>Ans: </a:t>
            </a:r>
            <a:r>
              <a:rPr lang="en-US" altLang="zh-CN" sz="2800">
                <a:solidFill>
                  <a:srgbClr val="0000FF"/>
                </a:solidFill>
                <a:latin typeface="Times New Roman" panose="02020603050405020304" pitchFamily="18" charset="0"/>
                <a:sym typeface="Wingdings" panose="05000000000000000000" pitchFamily="2" charset="2"/>
              </a:rPr>
              <a:t>(left to right) -56W; 16W; -60W;160W; -60W.</a:t>
            </a:r>
            <a:endParaRPr lang="en-US" altLang="zh-CN" sz="2800">
              <a:solidFill>
                <a:srgbClr val="0000FF"/>
              </a:solidFill>
              <a:latin typeface="Times New Roman" panose="02020603050405020304" pitchFamily="18" charset="0"/>
            </a:endParaRPr>
          </a:p>
        </p:txBody>
      </p:sp>
      <p:grpSp>
        <p:nvGrpSpPr>
          <p:cNvPr id="186478" name="Group 110">
            <a:extLst>
              <a:ext uri="{FF2B5EF4-FFF2-40B4-BE49-F238E27FC236}">
                <a16:creationId xmlns:a16="http://schemas.microsoft.com/office/drawing/2014/main" id="{93729B72-64D5-42EF-8EBB-3C01C28EEDA1}"/>
              </a:ext>
            </a:extLst>
          </p:cNvPr>
          <p:cNvGrpSpPr>
            <a:grpSpLocks/>
          </p:cNvGrpSpPr>
          <p:nvPr/>
        </p:nvGrpSpPr>
        <p:grpSpPr bwMode="auto">
          <a:xfrm>
            <a:off x="304800" y="2286000"/>
            <a:ext cx="8456613" cy="2995613"/>
            <a:chOff x="144" y="1104"/>
            <a:chExt cx="5327" cy="1887"/>
          </a:xfrm>
        </p:grpSpPr>
        <p:sp>
          <p:nvSpPr>
            <p:cNvPr id="53258" name="Text Box 50">
              <a:extLst>
                <a:ext uri="{FF2B5EF4-FFF2-40B4-BE49-F238E27FC236}">
                  <a16:creationId xmlns:a16="http://schemas.microsoft.com/office/drawing/2014/main" id="{EE3A9AFD-179E-4C0E-AB25-20EB75F0C74D}"/>
                </a:ext>
              </a:extLst>
            </p:cNvPr>
            <p:cNvSpPr txBox="1">
              <a:spLocks noChangeArrowheads="1"/>
            </p:cNvSpPr>
            <p:nvPr/>
          </p:nvSpPr>
          <p:spPr bwMode="auto">
            <a:xfrm>
              <a:off x="2304" y="1104"/>
              <a:ext cx="11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FF0000"/>
                  </a:solidFill>
                  <a:latin typeface="Times New Roman" panose="02020603050405020304" pitchFamily="18" charset="0"/>
                </a:rPr>
                <a:t>-</a:t>
              </a:r>
              <a:r>
                <a:rPr lang="en-US" altLang="zh-CN">
                  <a:latin typeface="Times New Roman" panose="02020603050405020304" pitchFamily="18" charset="0"/>
                </a:rPr>
                <a:t> -V</a:t>
              </a:r>
              <a:r>
                <a:rPr lang="en-US" altLang="zh-CN" baseline="-25000">
                  <a:latin typeface="Times New Roman" panose="02020603050405020304" pitchFamily="18" charset="0"/>
                </a:rPr>
                <a:t>x </a:t>
              </a:r>
              <a:r>
                <a:rPr lang="en-US" altLang="zh-CN" sz="2400">
                  <a:solidFill>
                    <a:srgbClr val="FF0000"/>
                  </a:solidFill>
                  <a:latin typeface="Times New Roman" panose="02020603050405020304" pitchFamily="18" charset="0"/>
                </a:rPr>
                <a:t>+</a:t>
              </a:r>
              <a:r>
                <a:rPr lang="en-US" altLang="zh-CN" sz="2400" baseline="-25000">
                  <a:latin typeface="Times New Roman" panose="02020603050405020304" pitchFamily="18" charset="0"/>
                </a:rPr>
                <a:t> </a:t>
              </a:r>
            </a:p>
          </p:txBody>
        </p:sp>
        <p:sp>
          <p:nvSpPr>
            <p:cNvPr id="53259" name="Text Box 36">
              <a:extLst>
                <a:ext uri="{FF2B5EF4-FFF2-40B4-BE49-F238E27FC236}">
                  <a16:creationId xmlns:a16="http://schemas.microsoft.com/office/drawing/2014/main" id="{605FCBA4-3857-400C-A669-2B0C7A15848A}"/>
                </a:ext>
              </a:extLst>
            </p:cNvPr>
            <p:cNvSpPr txBox="1">
              <a:spLocks noChangeArrowheads="1"/>
            </p:cNvSpPr>
            <p:nvPr/>
          </p:nvSpPr>
          <p:spPr bwMode="auto">
            <a:xfrm>
              <a:off x="144" y="2257"/>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7A</a:t>
              </a:r>
              <a:endParaRPr lang="en-US" altLang="zh-CN" baseline="-25000">
                <a:latin typeface="Times New Roman" panose="02020603050405020304" pitchFamily="18" charset="0"/>
              </a:endParaRPr>
            </a:p>
          </p:txBody>
        </p:sp>
        <p:sp>
          <p:nvSpPr>
            <p:cNvPr id="53260" name="Text Box 45">
              <a:extLst>
                <a:ext uri="{FF2B5EF4-FFF2-40B4-BE49-F238E27FC236}">
                  <a16:creationId xmlns:a16="http://schemas.microsoft.com/office/drawing/2014/main" id="{A0EC26BE-5CAE-4B6C-9A85-0E20341C227E}"/>
                </a:ext>
              </a:extLst>
            </p:cNvPr>
            <p:cNvSpPr txBox="1">
              <a:spLocks noChangeArrowheads="1"/>
            </p:cNvSpPr>
            <p:nvPr/>
          </p:nvSpPr>
          <p:spPr bwMode="auto">
            <a:xfrm>
              <a:off x="1824" y="1200"/>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5A</a:t>
              </a:r>
              <a:endParaRPr lang="en-US" altLang="zh-CN" baseline="-25000">
                <a:latin typeface="Times New Roman" panose="02020603050405020304" pitchFamily="18" charset="0"/>
              </a:endParaRPr>
            </a:p>
          </p:txBody>
        </p:sp>
        <p:sp>
          <p:nvSpPr>
            <p:cNvPr id="53261" name="Text Box 47">
              <a:extLst>
                <a:ext uri="{FF2B5EF4-FFF2-40B4-BE49-F238E27FC236}">
                  <a16:creationId xmlns:a16="http://schemas.microsoft.com/office/drawing/2014/main" id="{FA72D0A7-8345-4ECE-B527-1E821D670F77}"/>
                </a:ext>
              </a:extLst>
            </p:cNvPr>
            <p:cNvSpPr txBox="1">
              <a:spLocks noChangeArrowheads="1"/>
            </p:cNvSpPr>
            <p:nvPr/>
          </p:nvSpPr>
          <p:spPr bwMode="auto">
            <a:xfrm>
              <a:off x="4884" y="2295"/>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20V</a:t>
              </a:r>
              <a:endParaRPr lang="en-US" altLang="zh-CN" baseline="-25000">
                <a:latin typeface="Times New Roman" panose="02020603050405020304" pitchFamily="18" charset="0"/>
              </a:endParaRPr>
            </a:p>
          </p:txBody>
        </p:sp>
        <p:sp>
          <p:nvSpPr>
            <p:cNvPr id="53262" name="Oval 6">
              <a:extLst>
                <a:ext uri="{FF2B5EF4-FFF2-40B4-BE49-F238E27FC236}">
                  <a16:creationId xmlns:a16="http://schemas.microsoft.com/office/drawing/2014/main" id="{571E84B1-9303-4E67-9C27-0F1490CBE19B}"/>
                </a:ext>
              </a:extLst>
            </p:cNvPr>
            <p:cNvSpPr>
              <a:spLocks noChangeArrowheads="1"/>
            </p:cNvSpPr>
            <p:nvPr/>
          </p:nvSpPr>
          <p:spPr bwMode="auto">
            <a:xfrm>
              <a:off x="628" y="2050"/>
              <a:ext cx="336" cy="31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63" name="Rectangle 7">
              <a:extLst>
                <a:ext uri="{FF2B5EF4-FFF2-40B4-BE49-F238E27FC236}">
                  <a16:creationId xmlns:a16="http://schemas.microsoft.com/office/drawing/2014/main" id="{D0DB14ED-40FA-4343-9C38-2B83FB34D7FE}"/>
                </a:ext>
              </a:extLst>
            </p:cNvPr>
            <p:cNvSpPr>
              <a:spLocks noChangeArrowheads="1"/>
            </p:cNvSpPr>
            <p:nvPr/>
          </p:nvSpPr>
          <p:spPr bwMode="auto">
            <a:xfrm>
              <a:off x="1634" y="2129"/>
              <a:ext cx="336" cy="31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64" name="Rectangle 8">
              <a:extLst>
                <a:ext uri="{FF2B5EF4-FFF2-40B4-BE49-F238E27FC236}">
                  <a16:creationId xmlns:a16="http://schemas.microsoft.com/office/drawing/2014/main" id="{2BB5733F-63E4-443B-BB6A-65E3C4F8DF30}"/>
                </a:ext>
              </a:extLst>
            </p:cNvPr>
            <p:cNvSpPr>
              <a:spLocks noChangeArrowheads="1"/>
            </p:cNvSpPr>
            <p:nvPr/>
          </p:nvSpPr>
          <p:spPr bwMode="auto">
            <a:xfrm>
              <a:off x="1174" y="1462"/>
              <a:ext cx="335" cy="31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cxnSp>
          <p:nvCxnSpPr>
            <p:cNvPr id="53265" name="AutoShape 9">
              <a:extLst>
                <a:ext uri="{FF2B5EF4-FFF2-40B4-BE49-F238E27FC236}">
                  <a16:creationId xmlns:a16="http://schemas.microsoft.com/office/drawing/2014/main" id="{92A61579-AE03-45B6-BAFE-9EF2CD0B12E9}"/>
                </a:ext>
              </a:extLst>
            </p:cNvPr>
            <p:cNvCxnSpPr>
              <a:cxnSpLocks noChangeShapeType="1"/>
              <a:stCxn id="53262" idx="0"/>
              <a:endCxn id="53264" idx="1"/>
            </p:cNvCxnSpPr>
            <p:nvPr/>
          </p:nvCxnSpPr>
          <p:spPr bwMode="auto">
            <a:xfrm rot="-5400000">
              <a:off x="769" y="1646"/>
              <a:ext cx="431" cy="378"/>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66" name="Text Box 10">
              <a:extLst>
                <a:ext uri="{FF2B5EF4-FFF2-40B4-BE49-F238E27FC236}">
                  <a16:creationId xmlns:a16="http://schemas.microsoft.com/office/drawing/2014/main" id="{D9DE74B2-936D-4585-BA69-5DE89FDF71EA}"/>
                </a:ext>
              </a:extLst>
            </p:cNvPr>
            <p:cNvSpPr txBox="1">
              <a:spLocks noChangeArrowheads="1"/>
            </p:cNvSpPr>
            <p:nvPr/>
          </p:nvSpPr>
          <p:spPr bwMode="auto">
            <a:xfrm>
              <a:off x="2013" y="2090"/>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8V</a:t>
              </a:r>
              <a:endParaRPr lang="en-US" altLang="zh-CN" baseline="-25000">
                <a:latin typeface="Times New Roman" panose="02020603050405020304" pitchFamily="18" charset="0"/>
              </a:endParaRPr>
            </a:p>
          </p:txBody>
        </p:sp>
        <p:sp>
          <p:nvSpPr>
            <p:cNvPr id="53267" name="Text Box 11">
              <a:extLst>
                <a:ext uri="{FF2B5EF4-FFF2-40B4-BE49-F238E27FC236}">
                  <a16:creationId xmlns:a16="http://schemas.microsoft.com/office/drawing/2014/main" id="{785261E5-26FD-49D0-B2BD-B183210B6A35}"/>
                </a:ext>
              </a:extLst>
            </p:cNvPr>
            <p:cNvSpPr txBox="1">
              <a:spLocks noChangeArrowheads="1"/>
            </p:cNvSpPr>
            <p:nvPr/>
          </p:nvSpPr>
          <p:spPr bwMode="auto">
            <a:xfrm>
              <a:off x="3888" y="1680"/>
              <a:ext cx="96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0.25v</a:t>
              </a:r>
              <a:r>
                <a:rPr lang="en-US" altLang="zh-CN" baseline="-25000">
                  <a:latin typeface="Times New Roman" panose="02020603050405020304" pitchFamily="18" charset="0"/>
                </a:rPr>
                <a:t>x</a:t>
              </a:r>
            </a:p>
          </p:txBody>
        </p:sp>
        <p:sp>
          <p:nvSpPr>
            <p:cNvPr id="53268" name="Text Box 12">
              <a:extLst>
                <a:ext uri="{FF2B5EF4-FFF2-40B4-BE49-F238E27FC236}">
                  <a16:creationId xmlns:a16="http://schemas.microsoft.com/office/drawing/2014/main" id="{600870C4-5D77-40F8-9FB4-F6329CD0AE89}"/>
                </a:ext>
              </a:extLst>
            </p:cNvPr>
            <p:cNvSpPr txBox="1">
              <a:spLocks noChangeArrowheads="1"/>
            </p:cNvSpPr>
            <p:nvPr/>
          </p:nvSpPr>
          <p:spPr bwMode="auto">
            <a:xfrm>
              <a:off x="2013" y="1697"/>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FF0000"/>
                  </a:solidFill>
                  <a:latin typeface="Times New Roman" panose="02020603050405020304" pitchFamily="18" charset="0"/>
                </a:rPr>
                <a:t>+</a:t>
              </a:r>
            </a:p>
          </p:txBody>
        </p:sp>
        <p:sp>
          <p:nvSpPr>
            <p:cNvPr id="53269" name="AutoShape 13">
              <a:extLst>
                <a:ext uri="{FF2B5EF4-FFF2-40B4-BE49-F238E27FC236}">
                  <a16:creationId xmlns:a16="http://schemas.microsoft.com/office/drawing/2014/main" id="{C723A721-2234-4808-8BF0-B45BBCC8E2C8}"/>
                </a:ext>
              </a:extLst>
            </p:cNvPr>
            <p:cNvSpPr>
              <a:spLocks noChangeArrowheads="1"/>
            </p:cNvSpPr>
            <p:nvPr/>
          </p:nvSpPr>
          <p:spPr bwMode="auto">
            <a:xfrm>
              <a:off x="1761" y="2874"/>
              <a:ext cx="83" cy="78"/>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70" name="AutoShape 14">
              <a:extLst>
                <a:ext uri="{FF2B5EF4-FFF2-40B4-BE49-F238E27FC236}">
                  <a16:creationId xmlns:a16="http://schemas.microsoft.com/office/drawing/2014/main" id="{9364272B-F404-4F12-9808-7667B39293F3}"/>
                </a:ext>
              </a:extLst>
            </p:cNvPr>
            <p:cNvSpPr>
              <a:spLocks noChangeArrowheads="1"/>
            </p:cNvSpPr>
            <p:nvPr/>
          </p:nvSpPr>
          <p:spPr bwMode="auto">
            <a:xfrm>
              <a:off x="3649" y="2913"/>
              <a:ext cx="83" cy="78"/>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cxnSp>
          <p:nvCxnSpPr>
            <p:cNvPr id="53271" name="AutoShape 15">
              <a:extLst>
                <a:ext uri="{FF2B5EF4-FFF2-40B4-BE49-F238E27FC236}">
                  <a16:creationId xmlns:a16="http://schemas.microsoft.com/office/drawing/2014/main" id="{9D0544FC-B1EA-40FE-BE2E-DCFB6FA84B86}"/>
                </a:ext>
              </a:extLst>
            </p:cNvPr>
            <p:cNvCxnSpPr>
              <a:cxnSpLocks noChangeShapeType="1"/>
              <a:stCxn id="53262" idx="4"/>
              <a:endCxn id="53269" idx="2"/>
            </p:cNvCxnSpPr>
            <p:nvPr/>
          </p:nvCxnSpPr>
          <p:spPr bwMode="auto">
            <a:xfrm rot="16200000" flipH="1">
              <a:off x="1004" y="2156"/>
              <a:ext cx="549" cy="965"/>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72" name="AutoShape 16">
              <a:extLst>
                <a:ext uri="{FF2B5EF4-FFF2-40B4-BE49-F238E27FC236}">
                  <a16:creationId xmlns:a16="http://schemas.microsoft.com/office/drawing/2014/main" id="{5D85B9E7-D758-4BB5-9D0F-F001E460B2B5}"/>
                </a:ext>
              </a:extLst>
            </p:cNvPr>
            <p:cNvCxnSpPr>
              <a:cxnSpLocks noChangeShapeType="1"/>
              <a:stCxn id="53263" idx="2"/>
              <a:endCxn id="53269" idx="2"/>
            </p:cNvCxnSpPr>
            <p:nvPr/>
          </p:nvCxnSpPr>
          <p:spPr bwMode="auto">
            <a:xfrm>
              <a:off x="1803" y="2443"/>
              <a:ext cx="0" cy="43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73" name="AutoShape 17">
              <a:extLst>
                <a:ext uri="{FF2B5EF4-FFF2-40B4-BE49-F238E27FC236}">
                  <a16:creationId xmlns:a16="http://schemas.microsoft.com/office/drawing/2014/main" id="{CFCD8313-6EC3-4EC7-B660-1A81E963ABBB}"/>
                </a:ext>
              </a:extLst>
            </p:cNvPr>
            <p:cNvCxnSpPr>
              <a:cxnSpLocks noChangeShapeType="1"/>
              <a:stCxn id="53269" idx="2"/>
              <a:endCxn id="53270" idx="2"/>
            </p:cNvCxnSpPr>
            <p:nvPr/>
          </p:nvCxnSpPr>
          <p:spPr bwMode="auto">
            <a:xfrm>
              <a:off x="1844" y="2913"/>
              <a:ext cx="1805" cy="3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74" name="AutoShape 18">
              <a:extLst>
                <a:ext uri="{FF2B5EF4-FFF2-40B4-BE49-F238E27FC236}">
                  <a16:creationId xmlns:a16="http://schemas.microsoft.com/office/drawing/2014/main" id="{963F07C3-F7A8-4635-AD1E-87F430463DDA}"/>
                </a:ext>
              </a:extLst>
            </p:cNvPr>
            <p:cNvCxnSpPr>
              <a:cxnSpLocks noChangeShapeType="1"/>
              <a:stCxn id="53291" idx="2"/>
              <a:endCxn id="53270" idx="2"/>
            </p:cNvCxnSpPr>
            <p:nvPr/>
          </p:nvCxnSpPr>
          <p:spPr bwMode="auto">
            <a:xfrm>
              <a:off x="3690" y="2482"/>
              <a:ext cx="0" cy="43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75" name="AutoShape 19">
              <a:extLst>
                <a:ext uri="{FF2B5EF4-FFF2-40B4-BE49-F238E27FC236}">
                  <a16:creationId xmlns:a16="http://schemas.microsoft.com/office/drawing/2014/main" id="{4FE0241C-EA62-40EF-9F05-27ED6D30DB7D}"/>
                </a:ext>
              </a:extLst>
            </p:cNvPr>
            <p:cNvCxnSpPr>
              <a:cxnSpLocks noChangeShapeType="1"/>
              <a:stCxn id="53270" idx="2"/>
              <a:endCxn id="53290" idx="2"/>
            </p:cNvCxnSpPr>
            <p:nvPr/>
          </p:nvCxnSpPr>
          <p:spPr bwMode="auto">
            <a:xfrm flipV="1">
              <a:off x="3732" y="2443"/>
              <a:ext cx="1007" cy="509"/>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76" name="Text Box 20">
              <a:extLst>
                <a:ext uri="{FF2B5EF4-FFF2-40B4-BE49-F238E27FC236}">
                  <a16:creationId xmlns:a16="http://schemas.microsoft.com/office/drawing/2014/main" id="{F00343DD-3E11-4687-BCC4-852066AA85AC}"/>
                </a:ext>
              </a:extLst>
            </p:cNvPr>
            <p:cNvSpPr txBox="1">
              <a:spLocks noChangeArrowheads="1"/>
            </p:cNvSpPr>
            <p:nvPr/>
          </p:nvSpPr>
          <p:spPr bwMode="auto">
            <a:xfrm>
              <a:off x="2054" y="2443"/>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FF0000"/>
                  </a:solidFill>
                  <a:latin typeface="Times New Roman" panose="02020603050405020304" pitchFamily="18" charset="0"/>
                </a:rPr>
                <a:t>-</a:t>
              </a:r>
            </a:p>
          </p:txBody>
        </p:sp>
        <p:sp>
          <p:nvSpPr>
            <p:cNvPr id="53277" name="Text Box 21">
              <a:extLst>
                <a:ext uri="{FF2B5EF4-FFF2-40B4-BE49-F238E27FC236}">
                  <a16:creationId xmlns:a16="http://schemas.microsoft.com/office/drawing/2014/main" id="{65F76712-CEBE-4D3A-B0EE-6F8C035564C4}"/>
                </a:ext>
              </a:extLst>
            </p:cNvPr>
            <p:cNvSpPr txBox="1">
              <a:spLocks noChangeArrowheads="1"/>
            </p:cNvSpPr>
            <p:nvPr/>
          </p:nvSpPr>
          <p:spPr bwMode="auto">
            <a:xfrm>
              <a:off x="4927" y="2560"/>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080808"/>
                  </a:solidFill>
                  <a:latin typeface="Times New Roman" panose="02020603050405020304" pitchFamily="18" charset="0"/>
                </a:rPr>
                <a:t>-</a:t>
              </a:r>
            </a:p>
          </p:txBody>
        </p:sp>
        <p:sp>
          <p:nvSpPr>
            <p:cNvPr id="53278" name="Text Box 22">
              <a:extLst>
                <a:ext uri="{FF2B5EF4-FFF2-40B4-BE49-F238E27FC236}">
                  <a16:creationId xmlns:a16="http://schemas.microsoft.com/office/drawing/2014/main" id="{A2214883-67DE-44F7-8CC4-E73D27DB7A10}"/>
                </a:ext>
              </a:extLst>
            </p:cNvPr>
            <p:cNvSpPr txBox="1">
              <a:spLocks noChangeArrowheads="1"/>
            </p:cNvSpPr>
            <p:nvPr/>
          </p:nvSpPr>
          <p:spPr bwMode="auto">
            <a:xfrm>
              <a:off x="4927" y="1619"/>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080808"/>
                  </a:solidFill>
                  <a:latin typeface="Times New Roman" panose="02020603050405020304" pitchFamily="18" charset="0"/>
                </a:rPr>
                <a:t>+</a:t>
              </a:r>
            </a:p>
          </p:txBody>
        </p:sp>
        <p:sp>
          <p:nvSpPr>
            <p:cNvPr id="53279" name="Rectangle 25">
              <a:extLst>
                <a:ext uri="{FF2B5EF4-FFF2-40B4-BE49-F238E27FC236}">
                  <a16:creationId xmlns:a16="http://schemas.microsoft.com/office/drawing/2014/main" id="{360B9892-1FA2-44F4-8E67-0536D76F602B}"/>
                </a:ext>
              </a:extLst>
            </p:cNvPr>
            <p:cNvSpPr>
              <a:spLocks noChangeArrowheads="1"/>
            </p:cNvSpPr>
            <p:nvPr/>
          </p:nvSpPr>
          <p:spPr bwMode="auto">
            <a:xfrm>
              <a:off x="2516" y="1462"/>
              <a:ext cx="336" cy="31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80" name="AutoShape 26">
              <a:extLst>
                <a:ext uri="{FF2B5EF4-FFF2-40B4-BE49-F238E27FC236}">
                  <a16:creationId xmlns:a16="http://schemas.microsoft.com/office/drawing/2014/main" id="{2DA562A1-F55F-42B2-AB8C-FBD88629B8B2}"/>
                </a:ext>
              </a:extLst>
            </p:cNvPr>
            <p:cNvSpPr>
              <a:spLocks noChangeArrowheads="1"/>
            </p:cNvSpPr>
            <p:nvPr/>
          </p:nvSpPr>
          <p:spPr bwMode="auto">
            <a:xfrm>
              <a:off x="1761" y="1580"/>
              <a:ext cx="83" cy="78"/>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81" name="AutoShape 27">
              <a:extLst>
                <a:ext uri="{FF2B5EF4-FFF2-40B4-BE49-F238E27FC236}">
                  <a16:creationId xmlns:a16="http://schemas.microsoft.com/office/drawing/2014/main" id="{96D86C48-E666-4CA9-A981-C971A32D4CDB}"/>
                </a:ext>
              </a:extLst>
            </p:cNvPr>
            <p:cNvSpPr>
              <a:spLocks noChangeArrowheads="1"/>
            </p:cNvSpPr>
            <p:nvPr/>
          </p:nvSpPr>
          <p:spPr bwMode="auto">
            <a:xfrm>
              <a:off x="3649" y="1580"/>
              <a:ext cx="83" cy="77"/>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cxnSp>
          <p:nvCxnSpPr>
            <p:cNvPr id="53282" name="AutoShape 28">
              <a:extLst>
                <a:ext uri="{FF2B5EF4-FFF2-40B4-BE49-F238E27FC236}">
                  <a16:creationId xmlns:a16="http://schemas.microsoft.com/office/drawing/2014/main" id="{A0BAF9EE-5AAA-44B7-80E8-84C30B81843C}"/>
                </a:ext>
              </a:extLst>
            </p:cNvPr>
            <p:cNvCxnSpPr>
              <a:cxnSpLocks noChangeShapeType="1"/>
              <a:stCxn id="53264" idx="3"/>
              <a:endCxn id="53280" idx="2"/>
            </p:cNvCxnSpPr>
            <p:nvPr/>
          </p:nvCxnSpPr>
          <p:spPr bwMode="auto">
            <a:xfrm>
              <a:off x="1509" y="1619"/>
              <a:ext cx="252"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83" name="AutoShape 29">
              <a:extLst>
                <a:ext uri="{FF2B5EF4-FFF2-40B4-BE49-F238E27FC236}">
                  <a16:creationId xmlns:a16="http://schemas.microsoft.com/office/drawing/2014/main" id="{A4004A6D-02CD-44AB-A82E-E03B428D7FF8}"/>
                </a:ext>
              </a:extLst>
            </p:cNvPr>
            <p:cNvCxnSpPr>
              <a:cxnSpLocks noChangeShapeType="1"/>
              <a:stCxn id="53280" idx="2"/>
              <a:endCxn id="53263" idx="0"/>
            </p:cNvCxnSpPr>
            <p:nvPr/>
          </p:nvCxnSpPr>
          <p:spPr bwMode="auto">
            <a:xfrm>
              <a:off x="1803" y="1658"/>
              <a:ext cx="0" cy="47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84" name="AutoShape 30">
              <a:extLst>
                <a:ext uri="{FF2B5EF4-FFF2-40B4-BE49-F238E27FC236}">
                  <a16:creationId xmlns:a16="http://schemas.microsoft.com/office/drawing/2014/main" id="{F9F4B34E-CB36-49E6-A8CB-871F498AFC44}"/>
                </a:ext>
              </a:extLst>
            </p:cNvPr>
            <p:cNvCxnSpPr>
              <a:cxnSpLocks noChangeShapeType="1"/>
            </p:cNvCxnSpPr>
            <p:nvPr/>
          </p:nvCxnSpPr>
          <p:spPr bwMode="auto">
            <a:xfrm>
              <a:off x="1824" y="1632"/>
              <a:ext cx="672"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85" name="AutoShape 31">
              <a:extLst>
                <a:ext uri="{FF2B5EF4-FFF2-40B4-BE49-F238E27FC236}">
                  <a16:creationId xmlns:a16="http://schemas.microsoft.com/office/drawing/2014/main" id="{B220D3C6-8FB1-4970-AB62-B5EA3FAD8270}"/>
                </a:ext>
              </a:extLst>
            </p:cNvPr>
            <p:cNvCxnSpPr>
              <a:cxnSpLocks noChangeShapeType="1"/>
              <a:stCxn id="53279" idx="3"/>
              <a:endCxn id="53281" idx="2"/>
            </p:cNvCxnSpPr>
            <p:nvPr/>
          </p:nvCxnSpPr>
          <p:spPr bwMode="auto">
            <a:xfrm flipV="1">
              <a:off x="2852" y="1619"/>
              <a:ext cx="797" cy="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86" name="AutoShape 32">
              <a:extLst>
                <a:ext uri="{FF2B5EF4-FFF2-40B4-BE49-F238E27FC236}">
                  <a16:creationId xmlns:a16="http://schemas.microsoft.com/office/drawing/2014/main" id="{0F491FC0-12D4-4E45-A953-B76253BF2776}"/>
                </a:ext>
              </a:extLst>
            </p:cNvPr>
            <p:cNvCxnSpPr>
              <a:cxnSpLocks noChangeShapeType="1"/>
              <a:stCxn id="53281" idx="2"/>
              <a:endCxn id="53291" idx="0"/>
            </p:cNvCxnSpPr>
            <p:nvPr/>
          </p:nvCxnSpPr>
          <p:spPr bwMode="auto">
            <a:xfrm>
              <a:off x="3690" y="1657"/>
              <a:ext cx="0" cy="5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287" name="AutoShape 33">
              <a:extLst>
                <a:ext uri="{FF2B5EF4-FFF2-40B4-BE49-F238E27FC236}">
                  <a16:creationId xmlns:a16="http://schemas.microsoft.com/office/drawing/2014/main" id="{BF62EAA6-578A-4B8E-B019-534007218E39}"/>
                </a:ext>
              </a:extLst>
            </p:cNvPr>
            <p:cNvCxnSpPr>
              <a:cxnSpLocks noChangeShapeType="1"/>
              <a:stCxn id="53281" idx="2"/>
              <a:endCxn id="53290" idx="0"/>
            </p:cNvCxnSpPr>
            <p:nvPr/>
          </p:nvCxnSpPr>
          <p:spPr bwMode="auto">
            <a:xfrm>
              <a:off x="3732" y="1619"/>
              <a:ext cx="1007" cy="392"/>
            </a:xfrm>
            <a:prstGeom prst="bentConnector2">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3288" name="Text Box 34">
              <a:extLst>
                <a:ext uri="{FF2B5EF4-FFF2-40B4-BE49-F238E27FC236}">
                  <a16:creationId xmlns:a16="http://schemas.microsoft.com/office/drawing/2014/main" id="{819463FE-C8C3-41ED-833B-47EF0E38B89E}"/>
                </a:ext>
              </a:extLst>
            </p:cNvPr>
            <p:cNvSpPr txBox="1">
              <a:spLocks noChangeArrowheads="1"/>
            </p:cNvSpPr>
            <p:nvPr/>
          </p:nvSpPr>
          <p:spPr bwMode="auto">
            <a:xfrm>
              <a:off x="2496" y="1824"/>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12V</a:t>
              </a:r>
              <a:endParaRPr lang="en-US" altLang="zh-CN" baseline="-25000">
                <a:latin typeface="Times New Roman" panose="02020603050405020304" pitchFamily="18" charset="0"/>
              </a:endParaRPr>
            </a:p>
          </p:txBody>
        </p:sp>
        <p:sp>
          <p:nvSpPr>
            <p:cNvPr id="53289" name="Text Box 35">
              <a:extLst>
                <a:ext uri="{FF2B5EF4-FFF2-40B4-BE49-F238E27FC236}">
                  <a16:creationId xmlns:a16="http://schemas.microsoft.com/office/drawing/2014/main" id="{EBD7CEA5-0280-445B-B397-9B6BA1E90D57}"/>
                </a:ext>
              </a:extLst>
            </p:cNvPr>
            <p:cNvSpPr txBox="1">
              <a:spLocks noChangeArrowheads="1"/>
            </p:cNvSpPr>
            <p:nvPr/>
          </p:nvSpPr>
          <p:spPr bwMode="auto">
            <a:xfrm>
              <a:off x="912" y="2112"/>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8V</a:t>
              </a:r>
              <a:endParaRPr lang="en-US" altLang="zh-CN" baseline="-25000">
                <a:latin typeface="Times New Roman" panose="02020603050405020304" pitchFamily="18" charset="0"/>
              </a:endParaRPr>
            </a:p>
          </p:txBody>
        </p:sp>
        <p:sp>
          <p:nvSpPr>
            <p:cNvPr id="53290" name="AutoShape 37">
              <a:extLst>
                <a:ext uri="{FF2B5EF4-FFF2-40B4-BE49-F238E27FC236}">
                  <a16:creationId xmlns:a16="http://schemas.microsoft.com/office/drawing/2014/main" id="{163B9154-A5E7-4702-9C17-597621696136}"/>
                </a:ext>
              </a:extLst>
            </p:cNvPr>
            <p:cNvSpPr>
              <a:spLocks noChangeArrowheads="1"/>
            </p:cNvSpPr>
            <p:nvPr/>
          </p:nvSpPr>
          <p:spPr bwMode="auto">
            <a:xfrm>
              <a:off x="4529" y="2011"/>
              <a:ext cx="420" cy="432"/>
            </a:xfrm>
            <a:prstGeom prst="diamond">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91" name="Rectangle 38">
              <a:extLst>
                <a:ext uri="{FF2B5EF4-FFF2-40B4-BE49-F238E27FC236}">
                  <a16:creationId xmlns:a16="http://schemas.microsoft.com/office/drawing/2014/main" id="{8ADA3647-ACAD-4713-AED1-B06B6AC65DCC}"/>
                </a:ext>
              </a:extLst>
            </p:cNvPr>
            <p:cNvSpPr>
              <a:spLocks noChangeArrowheads="1"/>
            </p:cNvSpPr>
            <p:nvPr/>
          </p:nvSpPr>
          <p:spPr bwMode="auto">
            <a:xfrm>
              <a:off x="3522" y="2168"/>
              <a:ext cx="336" cy="31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endParaRPr lang="zh-CN" altLang="en-US" sz="1600">
                <a:latin typeface="Times New Roman" panose="02020603050405020304" pitchFamily="18" charset="0"/>
              </a:endParaRPr>
            </a:p>
          </p:txBody>
        </p:sp>
        <p:sp>
          <p:nvSpPr>
            <p:cNvPr id="53292" name="Line 39">
              <a:extLst>
                <a:ext uri="{FF2B5EF4-FFF2-40B4-BE49-F238E27FC236}">
                  <a16:creationId xmlns:a16="http://schemas.microsoft.com/office/drawing/2014/main" id="{3A8A7236-4DD8-4438-884E-41C04565AF2A}"/>
                </a:ext>
              </a:extLst>
            </p:cNvPr>
            <p:cNvSpPr>
              <a:spLocks noChangeShapeType="1"/>
            </p:cNvSpPr>
            <p:nvPr/>
          </p:nvSpPr>
          <p:spPr bwMode="auto">
            <a:xfrm>
              <a:off x="4739" y="2129"/>
              <a:ext cx="0" cy="2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3" name="Line 40">
              <a:extLst>
                <a:ext uri="{FF2B5EF4-FFF2-40B4-BE49-F238E27FC236}">
                  <a16:creationId xmlns:a16="http://schemas.microsoft.com/office/drawing/2014/main" id="{19A2D635-133F-4283-A5C7-DC58FE7417B8}"/>
                </a:ext>
              </a:extLst>
            </p:cNvPr>
            <p:cNvSpPr>
              <a:spLocks noChangeShapeType="1"/>
            </p:cNvSpPr>
            <p:nvPr/>
          </p:nvSpPr>
          <p:spPr bwMode="auto">
            <a:xfrm flipV="1">
              <a:off x="795" y="2129"/>
              <a:ext cx="0" cy="1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4" name="Line 41">
              <a:extLst>
                <a:ext uri="{FF2B5EF4-FFF2-40B4-BE49-F238E27FC236}">
                  <a16:creationId xmlns:a16="http://schemas.microsoft.com/office/drawing/2014/main" id="{78310338-6426-453E-9EAD-B83241632E21}"/>
                </a:ext>
              </a:extLst>
            </p:cNvPr>
            <p:cNvSpPr>
              <a:spLocks noChangeShapeType="1"/>
            </p:cNvSpPr>
            <p:nvPr/>
          </p:nvSpPr>
          <p:spPr bwMode="auto">
            <a:xfrm>
              <a:off x="1920" y="1536"/>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5" name="Line 42">
              <a:extLst>
                <a:ext uri="{FF2B5EF4-FFF2-40B4-BE49-F238E27FC236}">
                  <a16:creationId xmlns:a16="http://schemas.microsoft.com/office/drawing/2014/main" id="{608C7E1C-333F-4665-9470-CB594D91B1ED}"/>
                </a:ext>
              </a:extLst>
            </p:cNvPr>
            <p:cNvSpPr>
              <a:spLocks noChangeShapeType="1"/>
            </p:cNvSpPr>
            <p:nvPr/>
          </p:nvSpPr>
          <p:spPr bwMode="auto">
            <a:xfrm>
              <a:off x="3816" y="2560"/>
              <a:ext cx="0" cy="2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6" name="Text Box 43">
              <a:extLst>
                <a:ext uri="{FF2B5EF4-FFF2-40B4-BE49-F238E27FC236}">
                  <a16:creationId xmlns:a16="http://schemas.microsoft.com/office/drawing/2014/main" id="{24CAF787-29D8-43D3-A457-2193029225CE}"/>
                </a:ext>
              </a:extLst>
            </p:cNvPr>
            <p:cNvSpPr txBox="1">
              <a:spLocks noChangeArrowheads="1"/>
            </p:cNvSpPr>
            <p:nvPr/>
          </p:nvSpPr>
          <p:spPr bwMode="auto">
            <a:xfrm>
              <a:off x="1215" y="2519"/>
              <a:ext cx="5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2A</a:t>
              </a:r>
              <a:endParaRPr lang="en-US" altLang="zh-CN" baseline="-25000">
                <a:latin typeface="Times New Roman" panose="02020603050405020304" pitchFamily="18" charset="0"/>
              </a:endParaRPr>
            </a:p>
          </p:txBody>
        </p:sp>
        <p:sp>
          <p:nvSpPr>
            <p:cNvPr id="53297" name="Line 44">
              <a:extLst>
                <a:ext uri="{FF2B5EF4-FFF2-40B4-BE49-F238E27FC236}">
                  <a16:creationId xmlns:a16="http://schemas.microsoft.com/office/drawing/2014/main" id="{291AB1BB-FCE6-42C0-A294-0E01EBFC9384}"/>
                </a:ext>
              </a:extLst>
            </p:cNvPr>
            <p:cNvSpPr>
              <a:spLocks noChangeShapeType="1"/>
            </p:cNvSpPr>
            <p:nvPr/>
          </p:nvSpPr>
          <p:spPr bwMode="auto">
            <a:xfrm>
              <a:off x="1677" y="2521"/>
              <a:ext cx="0" cy="2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98" name="Text Box 46">
              <a:extLst>
                <a:ext uri="{FF2B5EF4-FFF2-40B4-BE49-F238E27FC236}">
                  <a16:creationId xmlns:a16="http://schemas.microsoft.com/office/drawing/2014/main" id="{2F388EDE-93B6-49C7-8369-AA5BCE355A47}"/>
                </a:ext>
              </a:extLst>
            </p:cNvPr>
            <p:cNvSpPr txBox="1">
              <a:spLocks noChangeArrowheads="1"/>
            </p:cNvSpPr>
            <p:nvPr/>
          </p:nvSpPr>
          <p:spPr bwMode="auto">
            <a:xfrm>
              <a:off x="3899" y="2560"/>
              <a:ext cx="5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8A</a:t>
              </a:r>
              <a:endParaRPr lang="en-US" altLang="zh-CN" baseline="-25000">
                <a:latin typeface="Times New Roman" panose="02020603050405020304" pitchFamily="18" charset="0"/>
              </a:endParaRPr>
            </a:p>
          </p:txBody>
        </p:sp>
        <p:sp>
          <p:nvSpPr>
            <p:cNvPr id="53299" name="Text Box 48">
              <a:extLst>
                <a:ext uri="{FF2B5EF4-FFF2-40B4-BE49-F238E27FC236}">
                  <a16:creationId xmlns:a16="http://schemas.microsoft.com/office/drawing/2014/main" id="{7A79C4F6-D4CE-4C83-8A3F-AACE849641E2}"/>
                </a:ext>
              </a:extLst>
            </p:cNvPr>
            <p:cNvSpPr txBox="1">
              <a:spLocks noChangeArrowheads="1"/>
            </p:cNvSpPr>
            <p:nvPr/>
          </p:nvSpPr>
          <p:spPr bwMode="auto">
            <a:xfrm>
              <a:off x="2304" y="1824"/>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DA1EB6"/>
                  </a:solidFill>
                  <a:latin typeface="Times New Roman" panose="02020603050405020304" pitchFamily="18" charset="0"/>
                </a:rPr>
                <a:t>-</a:t>
              </a:r>
            </a:p>
          </p:txBody>
        </p:sp>
        <p:sp>
          <p:nvSpPr>
            <p:cNvPr id="53300" name="Text Box 49">
              <a:extLst>
                <a:ext uri="{FF2B5EF4-FFF2-40B4-BE49-F238E27FC236}">
                  <a16:creationId xmlns:a16="http://schemas.microsoft.com/office/drawing/2014/main" id="{9F11A4C7-1094-49C4-B9C9-A26D8339403A}"/>
                </a:ext>
              </a:extLst>
            </p:cNvPr>
            <p:cNvSpPr txBox="1">
              <a:spLocks noChangeArrowheads="1"/>
            </p:cNvSpPr>
            <p:nvPr/>
          </p:nvSpPr>
          <p:spPr bwMode="auto">
            <a:xfrm>
              <a:off x="2976" y="1824"/>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DA1EB6"/>
                  </a:solidFill>
                  <a:latin typeface="Times New Roman" panose="02020603050405020304" pitchFamily="18" charset="0"/>
                </a:rPr>
                <a:t>+</a:t>
              </a:r>
            </a:p>
          </p:txBody>
        </p:sp>
        <p:sp>
          <p:nvSpPr>
            <p:cNvPr id="53301" name="Text Box 53">
              <a:extLst>
                <a:ext uri="{FF2B5EF4-FFF2-40B4-BE49-F238E27FC236}">
                  <a16:creationId xmlns:a16="http://schemas.microsoft.com/office/drawing/2014/main" id="{7A90AA85-005D-41F6-8390-47EA51774950}"/>
                </a:ext>
              </a:extLst>
            </p:cNvPr>
            <p:cNvSpPr txBox="1">
              <a:spLocks noChangeArrowheads="1"/>
            </p:cNvSpPr>
            <p:nvPr/>
          </p:nvSpPr>
          <p:spPr bwMode="auto">
            <a:xfrm>
              <a:off x="2997" y="2207"/>
              <a:ext cx="5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latin typeface="Times New Roman" panose="02020603050405020304" pitchFamily="18" charset="0"/>
                </a:rPr>
                <a:t>20V</a:t>
              </a:r>
              <a:endParaRPr lang="en-US" altLang="zh-CN" baseline="-25000">
                <a:latin typeface="Times New Roman" panose="02020603050405020304" pitchFamily="18" charset="0"/>
              </a:endParaRPr>
            </a:p>
          </p:txBody>
        </p:sp>
        <p:sp>
          <p:nvSpPr>
            <p:cNvPr id="53302" name="Text Box 54">
              <a:extLst>
                <a:ext uri="{FF2B5EF4-FFF2-40B4-BE49-F238E27FC236}">
                  <a16:creationId xmlns:a16="http://schemas.microsoft.com/office/drawing/2014/main" id="{F814EFEB-DB7D-4EB1-8D8F-422C8B388B90}"/>
                </a:ext>
              </a:extLst>
            </p:cNvPr>
            <p:cNvSpPr txBox="1">
              <a:spLocks noChangeArrowheads="1"/>
            </p:cNvSpPr>
            <p:nvPr/>
          </p:nvSpPr>
          <p:spPr bwMode="auto">
            <a:xfrm>
              <a:off x="3264" y="1728"/>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A50021"/>
                  </a:solidFill>
                  <a:latin typeface="Times New Roman" panose="02020603050405020304" pitchFamily="18" charset="0"/>
                </a:rPr>
                <a:t>+</a:t>
              </a:r>
            </a:p>
          </p:txBody>
        </p:sp>
        <p:sp>
          <p:nvSpPr>
            <p:cNvPr id="53303" name="Text Box 55">
              <a:extLst>
                <a:ext uri="{FF2B5EF4-FFF2-40B4-BE49-F238E27FC236}">
                  <a16:creationId xmlns:a16="http://schemas.microsoft.com/office/drawing/2014/main" id="{18C8A75B-DA7F-4983-96A5-B2EC870E3194}"/>
                </a:ext>
              </a:extLst>
            </p:cNvPr>
            <p:cNvSpPr txBox="1">
              <a:spLocks noChangeArrowheads="1"/>
            </p:cNvSpPr>
            <p:nvPr/>
          </p:nvSpPr>
          <p:spPr bwMode="auto">
            <a:xfrm>
              <a:off x="3291" y="2560"/>
              <a:ext cx="42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50000"/>
                </a:spcBef>
                <a:buFontTx/>
                <a:buNone/>
              </a:pPr>
              <a:r>
                <a:rPr lang="en-US" altLang="zh-CN">
                  <a:solidFill>
                    <a:srgbClr val="A50021"/>
                  </a:solidFill>
                  <a:latin typeface="Times New Roman" panose="02020603050405020304" pitchFamily="18" charset="0"/>
                </a:rPr>
                <a:t>-</a:t>
              </a:r>
            </a:p>
          </p:txBody>
        </p:sp>
        <p:sp>
          <p:nvSpPr>
            <p:cNvPr id="53304" name="Rectangle 60">
              <a:extLst>
                <a:ext uri="{FF2B5EF4-FFF2-40B4-BE49-F238E27FC236}">
                  <a16:creationId xmlns:a16="http://schemas.microsoft.com/office/drawing/2014/main" id="{DEDED3BF-71ED-4F77-A0E1-67F176A1CF46}"/>
                </a:ext>
              </a:extLst>
            </p:cNvPr>
            <p:cNvSpPr>
              <a:spLocks noChangeArrowheads="1"/>
            </p:cNvSpPr>
            <p:nvPr/>
          </p:nvSpPr>
          <p:spPr bwMode="auto">
            <a:xfrm>
              <a:off x="960" y="192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solidFill>
                    <a:srgbClr val="FF0000"/>
                  </a:solidFill>
                  <a:latin typeface="Times New Roman" panose="02020603050405020304" pitchFamily="18" charset="0"/>
                </a:rPr>
                <a:t>+</a:t>
              </a:r>
              <a:endParaRPr lang="zh-CN" altLang="en-US" sz="2400">
                <a:solidFill>
                  <a:srgbClr val="FF0000"/>
                </a:solidFill>
                <a:latin typeface="Times New Roman" panose="02020603050405020304" pitchFamily="18" charset="0"/>
              </a:endParaRPr>
            </a:p>
          </p:txBody>
        </p:sp>
        <p:sp>
          <p:nvSpPr>
            <p:cNvPr id="53305" name="Rectangle 108">
              <a:extLst>
                <a:ext uri="{FF2B5EF4-FFF2-40B4-BE49-F238E27FC236}">
                  <a16:creationId xmlns:a16="http://schemas.microsoft.com/office/drawing/2014/main" id="{B21E1C93-8E39-4B5D-9E07-350C0F0E4CD8}"/>
                </a:ext>
              </a:extLst>
            </p:cNvPr>
            <p:cNvSpPr>
              <a:spLocks noChangeArrowheads="1"/>
            </p:cNvSpPr>
            <p:nvPr/>
          </p:nvSpPr>
          <p:spPr bwMode="auto">
            <a:xfrm>
              <a:off x="1008" y="2496"/>
              <a:ext cx="1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r>
                <a:rPr lang="en-US" altLang="zh-CN" sz="2400">
                  <a:solidFill>
                    <a:srgbClr val="FF0000"/>
                  </a:solidFill>
                  <a:latin typeface="Times New Roman" panose="02020603050405020304" pitchFamily="18" charset="0"/>
                </a:rPr>
                <a:t>-</a:t>
              </a:r>
              <a:endParaRPr lang="zh-CN" altLang="en-US" sz="2400">
                <a:solidFill>
                  <a:srgbClr val="FF0000"/>
                </a:solidFill>
                <a:latin typeface="Times New Roman" panose="02020603050405020304" pitchFamily="18" charset="0"/>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6392"/>
                                        </p:tgtEl>
                                        <p:attrNameLst>
                                          <p:attrName>style.visibility</p:attrName>
                                        </p:attrNameLst>
                                      </p:cBhvr>
                                      <p:to>
                                        <p:strVal val="visible"/>
                                      </p:to>
                                    </p:set>
                                    <p:animEffect transition="in" filter="slide(fromBottom)">
                                      <p:cBhvr>
                                        <p:cTn id="7" dur="500"/>
                                        <p:tgtEl>
                                          <p:spTgt spid="1863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86391"/>
                                        </p:tgtEl>
                                        <p:attrNameLst>
                                          <p:attrName>style.visibility</p:attrName>
                                        </p:attrNameLst>
                                      </p:cBhvr>
                                      <p:to>
                                        <p:strVal val="visible"/>
                                      </p:to>
                                    </p:set>
                                    <p:animEffect transition="in" filter="slide(fromBottom)">
                                      <p:cBhvr>
                                        <p:cTn id="12" dur="500"/>
                                        <p:tgtEl>
                                          <p:spTgt spid="1863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86373"/>
                                        </p:tgtEl>
                                        <p:attrNameLst>
                                          <p:attrName>style.visibility</p:attrName>
                                        </p:attrNameLst>
                                      </p:cBhvr>
                                      <p:to>
                                        <p:strVal val="visible"/>
                                      </p:to>
                                    </p:set>
                                    <p:animEffect transition="in" filter="slide(fromBottom)">
                                      <p:cBhvr>
                                        <p:cTn id="17" dur="500"/>
                                        <p:tgtEl>
                                          <p:spTgt spid="1863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86372"/>
                                        </p:tgtEl>
                                        <p:attrNameLst>
                                          <p:attrName>style.visibility</p:attrName>
                                        </p:attrNameLst>
                                      </p:cBhvr>
                                      <p:to>
                                        <p:strVal val="visible"/>
                                      </p:to>
                                    </p:set>
                                    <p:animEffect transition="in" filter="slide(fromBottom)">
                                      <p:cBhvr>
                                        <p:cTn id="22" dur="500"/>
                                        <p:tgtEl>
                                          <p:spTgt spid="1863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186478"/>
                                        </p:tgtEl>
                                        <p:attrNameLst>
                                          <p:attrName>style.visibility</p:attrName>
                                        </p:attrNameLst>
                                      </p:cBhvr>
                                      <p:to>
                                        <p:strVal val="visible"/>
                                      </p:to>
                                    </p:set>
                                    <p:animEffect transition="in" filter="slide(fromBottom)">
                                      <p:cBhvr>
                                        <p:cTn id="27" dur="500"/>
                                        <p:tgtEl>
                                          <p:spTgt spid="1864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86425"/>
                                        </p:tgtEl>
                                        <p:attrNameLst>
                                          <p:attrName>style.visibility</p:attrName>
                                        </p:attrNameLst>
                                      </p:cBhvr>
                                      <p:to>
                                        <p:strVal val="visible"/>
                                      </p:to>
                                    </p:set>
                                    <p:animEffect transition="in" filter="slide(fromBottom)">
                                      <p:cBhvr>
                                        <p:cTn id="32" dur="500"/>
                                        <p:tgtEl>
                                          <p:spTgt spid="186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p:bldP spid="186373" grpId="0"/>
      <p:bldP spid="186391" grpId="0"/>
      <p:bldP spid="186392" grpId="0" animBg="1"/>
      <p:bldP spid="186425"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5644803D-50E7-4A22-990D-E987C0DE4535}"/>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35AD3414-4E6D-4713-B44E-CA919DD4990E}" type="slidenum">
              <a:rPr lang="zh-CN" altLang="en-US" sz="1400">
                <a:latin typeface="Times New Roman" panose="02020603050405020304" pitchFamily="18" charset="0"/>
              </a:rPr>
              <a:pPr eaLnBrk="1" hangingPunct="1">
                <a:spcBef>
                  <a:spcPct val="0"/>
                </a:spcBef>
                <a:buFontTx/>
                <a:buNone/>
              </a:pPr>
              <a:t>51</a:t>
            </a:fld>
            <a:endParaRPr lang="en-US" altLang="zh-CN" sz="1400">
              <a:latin typeface="Times New Roman" panose="02020603050405020304" pitchFamily="18" charset="0"/>
            </a:endParaRPr>
          </a:p>
        </p:txBody>
      </p:sp>
      <p:sp>
        <p:nvSpPr>
          <p:cNvPr id="209922" name="Rectangle 2">
            <a:extLst>
              <a:ext uri="{FF2B5EF4-FFF2-40B4-BE49-F238E27FC236}">
                <a16:creationId xmlns:a16="http://schemas.microsoft.com/office/drawing/2014/main" id="{CF5584BF-93C3-4B64-BF32-8F4060E0DCBF}"/>
              </a:ext>
            </a:extLst>
          </p:cNvPr>
          <p:cNvSpPr>
            <a:spLocks noGrp="1" noChangeArrowheads="1"/>
          </p:cNvSpPr>
          <p:nvPr>
            <p:ph type="title"/>
          </p:nvPr>
        </p:nvSpPr>
        <p:spPr>
          <a:xfrm>
            <a:off x="0" y="0"/>
            <a:ext cx="9144000" cy="838200"/>
          </a:xfrm>
        </p:spPr>
        <p:txBody>
          <a:bodyPr/>
          <a:lstStyle/>
          <a:p>
            <a:pPr>
              <a:defRPr/>
            </a:pPr>
            <a:r>
              <a:rPr lang="en-US" altLang="zh-CN" sz="4000" b="1" kern="1200" dirty="0">
                <a:ea typeface="宋体" pitchFamily="2" charset="-122"/>
              </a:rPr>
              <a:t>1.7 Summary</a:t>
            </a:r>
            <a:endParaRPr lang="zh-CN" altLang="en-US" sz="4000" b="1" kern="1200" dirty="0">
              <a:ea typeface="宋体" pitchFamily="2" charset="-122"/>
            </a:endParaRPr>
          </a:p>
        </p:txBody>
      </p:sp>
      <p:sp>
        <p:nvSpPr>
          <p:cNvPr id="209923" name="Rectangle 3">
            <a:extLst>
              <a:ext uri="{FF2B5EF4-FFF2-40B4-BE49-F238E27FC236}">
                <a16:creationId xmlns:a16="http://schemas.microsoft.com/office/drawing/2014/main" id="{021ED8FC-1DC4-4F0F-94F6-97E7AE39629D}"/>
              </a:ext>
            </a:extLst>
          </p:cNvPr>
          <p:cNvSpPr>
            <a:spLocks noGrp="1" noChangeArrowheads="1"/>
          </p:cNvSpPr>
          <p:nvPr>
            <p:ph type="body" idx="1"/>
          </p:nvPr>
        </p:nvSpPr>
        <p:spPr>
          <a:xfrm>
            <a:off x="457200" y="914400"/>
            <a:ext cx="8458200" cy="5141913"/>
          </a:xfrm>
        </p:spPr>
        <p:txBody>
          <a:bodyPr/>
          <a:lstStyle/>
          <a:p>
            <a:pPr>
              <a:lnSpc>
                <a:spcPct val="115000"/>
              </a:lnSpc>
              <a:buClr>
                <a:srgbClr val="FF0000"/>
              </a:buClr>
              <a:buFont typeface="Wingdings" panose="05000000000000000000" pitchFamily="2" charset="2"/>
              <a:buChar char="l"/>
            </a:pPr>
            <a:r>
              <a:rPr lang="en-US" altLang="zh-CN" sz="2800">
                <a:ea typeface="宋体" panose="02010600030101010101" pitchFamily="2" charset="-122"/>
              </a:rPr>
              <a:t>The system of units most commonly used in electrical engineering is the SI.</a:t>
            </a:r>
          </a:p>
          <a:p>
            <a:pPr>
              <a:lnSpc>
                <a:spcPct val="115000"/>
              </a:lnSpc>
              <a:buClr>
                <a:srgbClr val="FF0000"/>
              </a:buClr>
              <a:buFont typeface="Wingdings" panose="05000000000000000000" pitchFamily="2" charset="2"/>
              <a:buChar char="l"/>
            </a:pPr>
            <a:r>
              <a:rPr lang="en-US" altLang="zh-CN" sz="2800">
                <a:ea typeface="宋体" panose="02010600030101010101" pitchFamily="2" charset="-122"/>
              </a:rPr>
              <a:t>The direction in which positive charges are moving is the direction of positive current flow; alternatively, positive current flow is in the direction opposite that of moving electrons.</a:t>
            </a:r>
          </a:p>
          <a:p>
            <a:pPr>
              <a:lnSpc>
                <a:spcPct val="115000"/>
              </a:lnSpc>
              <a:buClr>
                <a:srgbClr val="FF0000"/>
              </a:buClr>
              <a:buFont typeface="Wingdings" panose="05000000000000000000" pitchFamily="2" charset="2"/>
              <a:buChar char="l"/>
            </a:pPr>
            <a:r>
              <a:rPr lang="en-US" altLang="zh-CN" sz="2800">
                <a:ea typeface="宋体" panose="02010600030101010101" pitchFamily="2" charset="-122"/>
              </a:rPr>
              <a:t>To define a current, both a value and direction must be given. Currents are typically denoted by the uppercase letter “</a:t>
            </a:r>
            <a:r>
              <a:rPr lang="en-US" altLang="zh-CN" sz="2800">
                <a:solidFill>
                  <a:srgbClr val="A50021"/>
                </a:solidFill>
                <a:ea typeface="宋体" panose="02010600030101010101" pitchFamily="2" charset="-122"/>
              </a:rPr>
              <a:t>I</a:t>
            </a:r>
            <a:r>
              <a:rPr lang="en-US" altLang="zh-CN" sz="2800">
                <a:ea typeface="宋体" panose="02010600030101010101" pitchFamily="2" charset="-122"/>
              </a:rPr>
              <a:t>” for constant (dc) values, and either </a:t>
            </a:r>
            <a:r>
              <a:rPr lang="en-US" altLang="zh-CN" sz="2800">
                <a:solidFill>
                  <a:srgbClr val="A50021"/>
                </a:solidFill>
                <a:ea typeface="宋体" panose="02010600030101010101" pitchFamily="2" charset="-122"/>
              </a:rPr>
              <a:t>i (t)</a:t>
            </a:r>
            <a:r>
              <a:rPr lang="en-US" altLang="zh-CN" sz="2800">
                <a:ea typeface="宋体" panose="02010600030101010101" pitchFamily="2" charset="-122"/>
              </a:rPr>
              <a:t> or simply i otherwise</a:t>
            </a:r>
            <a:r>
              <a:rPr lang="en-US" altLang="zh-CN" sz="2800">
                <a:latin typeface="Arial" panose="020B0604020202020204" pitchFamily="34" charset="0"/>
                <a:ea typeface="宋体" panose="02010600030101010101" pitchFamily="2" charset="-122"/>
              </a:rPr>
              <a:t>.</a:t>
            </a:r>
            <a:endParaRPr lang="zh-CN" altLang="en-US" sz="240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0" fill="hold">
                                          <p:stCondLst>
                                            <p:cond delay="0"/>
                                          </p:stCondLst>
                                        </p:cTn>
                                        <p:tgtEl>
                                          <p:spTgt spid="209922"/>
                                        </p:tgtEl>
                                        <p:attrNameLst>
                                          <p:attrName>style.visibility</p:attrName>
                                        </p:attrNameLst>
                                      </p:cBhvr>
                                      <p:to>
                                        <p:strVal val="visible"/>
                                      </p:to>
                                    </p:set>
                                    <p:anim calcmode="lin" valueType="num">
                                      <p:cBhvr>
                                        <p:cTn id="7" dur="1000" fill="hold"/>
                                        <p:tgtEl>
                                          <p:spTgt spid="209922"/>
                                        </p:tgtEl>
                                        <p:attrNameLst>
                                          <p:attrName>ppt_x</p:attrName>
                                        </p:attrNameLst>
                                      </p:cBhvr>
                                      <p:tavLst>
                                        <p:tav tm="0">
                                          <p:val>
                                            <p:strVal val="#ppt_x-.2"/>
                                          </p:val>
                                        </p:tav>
                                        <p:tav tm="100000">
                                          <p:val>
                                            <p:strVal val="#ppt_x"/>
                                          </p:val>
                                        </p:tav>
                                      </p:tavLst>
                                    </p:anim>
                                    <p:anim calcmode="lin" valueType="num">
                                      <p:cBhvr>
                                        <p:cTn id="8" dur="1000" fill="hold"/>
                                        <p:tgtEl>
                                          <p:spTgt spid="20992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0992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209923">
                                            <p:txEl>
                                              <p:pRg st="0" end="0"/>
                                            </p:txEl>
                                          </p:spTgt>
                                        </p:tgtEl>
                                        <p:attrNameLst>
                                          <p:attrName>style.visibility</p:attrName>
                                        </p:attrNameLst>
                                      </p:cBhvr>
                                      <p:to>
                                        <p:strVal val="visible"/>
                                      </p:to>
                                    </p:set>
                                    <p:animEffect transition="in" filter="fade">
                                      <p:cBhvr>
                                        <p:cTn id="14" dur="500"/>
                                        <p:tgtEl>
                                          <p:spTgt spid="209923">
                                            <p:txEl>
                                              <p:pRg st="0" end="0"/>
                                            </p:txEl>
                                          </p:spTgt>
                                        </p:tgtEl>
                                      </p:cBhvr>
                                    </p:animEffect>
                                    <p:anim calcmode="lin" valueType="num">
                                      <p:cBhvr>
                                        <p:cTn id="15" dur="500" fill="hold"/>
                                        <p:tgtEl>
                                          <p:spTgt spid="20992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20992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209923">
                                            <p:txEl>
                                              <p:pRg st="1" end="1"/>
                                            </p:txEl>
                                          </p:spTgt>
                                        </p:tgtEl>
                                        <p:attrNameLst>
                                          <p:attrName>style.visibility</p:attrName>
                                        </p:attrNameLst>
                                      </p:cBhvr>
                                      <p:to>
                                        <p:strVal val="visible"/>
                                      </p:to>
                                    </p:set>
                                    <p:animEffect transition="in" filter="fade">
                                      <p:cBhvr>
                                        <p:cTn id="21" dur="500"/>
                                        <p:tgtEl>
                                          <p:spTgt spid="209923">
                                            <p:txEl>
                                              <p:pRg st="1" end="1"/>
                                            </p:txEl>
                                          </p:spTgt>
                                        </p:tgtEl>
                                      </p:cBhvr>
                                    </p:animEffect>
                                    <p:anim calcmode="lin" valueType="num">
                                      <p:cBhvr>
                                        <p:cTn id="22" dur="500" fill="hold"/>
                                        <p:tgtEl>
                                          <p:spTgt spid="209923">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209923">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0" fill="hold">
                                          <p:stCondLst>
                                            <p:cond delay="0"/>
                                          </p:stCondLst>
                                        </p:cTn>
                                        <p:tgtEl>
                                          <p:spTgt spid="209923">
                                            <p:txEl>
                                              <p:pRg st="2" end="2"/>
                                            </p:txEl>
                                          </p:spTgt>
                                        </p:tgtEl>
                                        <p:attrNameLst>
                                          <p:attrName>style.visibility</p:attrName>
                                        </p:attrNameLst>
                                      </p:cBhvr>
                                      <p:to>
                                        <p:strVal val="visible"/>
                                      </p:to>
                                    </p:set>
                                    <p:animEffect transition="in" filter="fade">
                                      <p:cBhvr>
                                        <p:cTn id="28" dur="500"/>
                                        <p:tgtEl>
                                          <p:spTgt spid="209923">
                                            <p:txEl>
                                              <p:pRg st="2" end="2"/>
                                            </p:txEl>
                                          </p:spTgt>
                                        </p:tgtEl>
                                      </p:cBhvr>
                                    </p:animEffect>
                                    <p:anim calcmode="lin" valueType="num">
                                      <p:cBhvr>
                                        <p:cTn id="29" dur="500" fill="hold"/>
                                        <p:tgtEl>
                                          <p:spTgt spid="209923">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209923">
                                            <p:txEl>
                                              <p:pRg st="2" end="2"/>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p:bldP spid="209923" grpId="0" build="p"/>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灯片编号占位符 5">
            <a:extLst>
              <a:ext uri="{FF2B5EF4-FFF2-40B4-BE49-F238E27FC236}">
                <a16:creationId xmlns:a16="http://schemas.microsoft.com/office/drawing/2014/main" id="{D89D9552-F902-446C-8C5E-A37DAB6222AF}"/>
              </a:ext>
            </a:extLst>
          </p:cNvPr>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Comic Sans MS" panose="030F0702030302020204" pitchFamily="66" charset="0"/>
              </a:defRPr>
            </a:lvl1pPr>
            <a:lvl2pPr marL="742950" indent="-285750" eaLnBrk="0" hangingPunct="0">
              <a:spcBef>
                <a:spcPct val="20000"/>
              </a:spcBef>
              <a:buChar char="–"/>
              <a:defRPr sz="2800">
                <a:solidFill>
                  <a:schemeClr val="tx1"/>
                </a:solidFill>
                <a:latin typeface="Comic Sans MS" panose="030F0702030302020204" pitchFamily="66" charset="0"/>
              </a:defRPr>
            </a:lvl2pPr>
            <a:lvl3pPr marL="1143000" indent="-228600" eaLnBrk="0" hangingPunct="0">
              <a:spcBef>
                <a:spcPct val="20000"/>
              </a:spcBef>
              <a:buChar char="•"/>
              <a:defRPr sz="2400">
                <a:solidFill>
                  <a:schemeClr val="tx1"/>
                </a:solidFill>
                <a:latin typeface="Comic Sans MS" panose="030F0702030302020204" pitchFamily="66" charset="0"/>
              </a:defRPr>
            </a:lvl3pPr>
            <a:lvl4pPr marL="1600200" indent="-228600" eaLnBrk="0" hangingPunct="0">
              <a:spcBef>
                <a:spcPct val="20000"/>
              </a:spcBef>
              <a:buChar char="–"/>
              <a:defRPr sz="2000">
                <a:solidFill>
                  <a:schemeClr val="tx1"/>
                </a:solidFill>
                <a:latin typeface="Comic Sans MS" panose="030F0702030302020204" pitchFamily="66" charset="0"/>
              </a:defRPr>
            </a:lvl4pPr>
            <a:lvl5pPr marL="2057400" indent="-228600" eaLnBrk="0" hangingPunct="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eaLnBrk="1" hangingPunct="1">
              <a:spcBef>
                <a:spcPct val="0"/>
              </a:spcBef>
              <a:buFontTx/>
              <a:buNone/>
            </a:pPr>
            <a:fld id="{C06A78B0-53D4-42F4-B50B-B0E850D5CB13}" type="slidenum">
              <a:rPr lang="zh-CN" altLang="en-US" sz="1400">
                <a:latin typeface="Times New Roman" panose="02020603050405020304" pitchFamily="18" charset="0"/>
              </a:rPr>
              <a:pPr eaLnBrk="1" hangingPunct="1">
                <a:spcBef>
                  <a:spcPct val="0"/>
                </a:spcBef>
                <a:buFontTx/>
                <a:buNone/>
              </a:pPr>
              <a:t>52</a:t>
            </a:fld>
            <a:endParaRPr lang="en-US" altLang="zh-CN" sz="1400">
              <a:latin typeface="Times New Roman" panose="02020603050405020304" pitchFamily="18" charset="0"/>
            </a:endParaRPr>
          </a:p>
        </p:txBody>
      </p:sp>
      <p:sp>
        <p:nvSpPr>
          <p:cNvPr id="210947" name="Rectangle 3">
            <a:extLst>
              <a:ext uri="{FF2B5EF4-FFF2-40B4-BE49-F238E27FC236}">
                <a16:creationId xmlns:a16="http://schemas.microsoft.com/office/drawing/2014/main" id="{5076D6FE-A793-4A39-AD8C-71DAA0E58CB9}"/>
              </a:ext>
            </a:extLst>
          </p:cNvPr>
          <p:cNvSpPr>
            <a:spLocks noGrp="1" noChangeArrowheads="1"/>
          </p:cNvSpPr>
          <p:nvPr>
            <p:ph type="body" idx="1"/>
          </p:nvPr>
        </p:nvSpPr>
        <p:spPr>
          <a:xfrm>
            <a:off x="381000" y="228600"/>
            <a:ext cx="8534400" cy="6477000"/>
          </a:xfrm>
        </p:spPr>
        <p:txBody>
          <a:bodyPr/>
          <a:lstStyle/>
          <a:p>
            <a:pPr>
              <a:lnSpc>
                <a:spcPct val="120000"/>
              </a:lnSpc>
              <a:buClr>
                <a:srgbClr val="FF0000"/>
              </a:buClr>
              <a:buFont typeface="Wingdings" panose="05000000000000000000" pitchFamily="2" charset="2"/>
              <a:buChar char="l"/>
            </a:pPr>
            <a:r>
              <a:rPr lang="en-US" altLang="zh-CN" sz="2800">
                <a:ea typeface="宋体" panose="02010600030101010101" pitchFamily="2" charset="-122"/>
              </a:rPr>
              <a:t>To define a voltage across an element, it is necessary to label the terminals with “+” and “-” signs as well as to provide a value (either an algebraic symbol or a numerical value).</a:t>
            </a:r>
          </a:p>
          <a:p>
            <a:pPr>
              <a:lnSpc>
                <a:spcPct val="120000"/>
              </a:lnSpc>
              <a:buClr>
                <a:srgbClr val="FF0000"/>
              </a:buClr>
              <a:buFont typeface="Wingdings" panose="05000000000000000000" pitchFamily="2" charset="2"/>
              <a:buChar char="l"/>
            </a:pPr>
            <a:r>
              <a:rPr lang="en-US" altLang="zh-CN" sz="2800">
                <a:ea typeface="宋体" panose="02010600030101010101" pitchFamily="2" charset="-122"/>
              </a:rPr>
              <a:t>Any element is said to supply positive power if positive current flows out of the positive voltage terminal. Any element absorbs positive power if positive current flows into the positive voltage terminal.</a:t>
            </a:r>
          </a:p>
          <a:p>
            <a:pPr>
              <a:lnSpc>
                <a:spcPct val="120000"/>
              </a:lnSpc>
              <a:buClr>
                <a:srgbClr val="FF0000"/>
              </a:buClr>
              <a:buFont typeface="Wingdings" panose="05000000000000000000" pitchFamily="2" charset="2"/>
              <a:buChar char="l"/>
            </a:pPr>
            <a:r>
              <a:rPr lang="en-US" altLang="zh-CN" sz="2800">
                <a:ea typeface="宋体" panose="02010600030101010101" pitchFamily="2" charset="-122"/>
              </a:rPr>
              <a:t>There are six sources: the independent voltage source, the independent current source, the </a:t>
            </a:r>
            <a:r>
              <a:rPr lang="en-US" altLang="zh-CN" sz="2800">
                <a:solidFill>
                  <a:srgbClr val="A50021"/>
                </a:solidFill>
                <a:ea typeface="宋体" panose="02010600030101010101" pitchFamily="2" charset="-122"/>
              </a:rPr>
              <a:t>CCCS</a:t>
            </a:r>
            <a:r>
              <a:rPr lang="en-US" altLang="zh-CN" sz="2800">
                <a:ea typeface="宋体" panose="02010600030101010101" pitchFamily="2" charset="-122"/>
              </a:rPr>
              <a:t>, </a:t>
            </a:r>
            <a:r>
              <a:rPr lang="en-US" altLang="zh-CN" sz="2800">
                <a:solidFill>
                  <a:srgbClr val="0000FF"/>
                </a:solidFill>
                <a:ea typeface="宋体" panose="02010600030101010101" pitchFamily="2" charset="-122"/>
              </a:rPr>
              <a:t>VCCS</a:t>
            </a:r>
            <a:r>
              <a:rPr lang="en-US" altLang="zh-CN" sz="2800">
                <a:ea typeface="宋体" panose="02010600030101010101" pitchFamily="2" charset="-122"/>
              </a:rPr>
              <a:t>, and the </a:t>
            </a:r>
            <a:r>
              <a:rPr lang="en-US" altLang="zh-CN" sz="2800">
                <a:solidFill>
                  <a:srgbClr val="DA1EB6"/>
                </a:solidFill>
                <a:ea typeface="宋体" panose="02010600030101010101" pitchFamily="2" charset="-122"/>
              </a:rPr>
              <a:t>CCVS</a:t>
            </a:r>
            <a:r>
              <a:rPr lang="en-US" altLang="zh-CN" sz="2800">
                <a:solidFill>
                  <a:srgbClr val="080808"/>
                </a:solidFill>
                <a:ea typeface="宋体" panose="02010600030101010101" pitchFamily="2" charset="-122"/>
              </a:rPr>
              <a:t>,VCVS.</a:t>
            </a:r>
            <a:endParaRPr lang="zh-CN" altLang="en-US" sz="2800">
              <a:solidFill>
                <a:srgbClr val="080808"/>
              </a:solidFill>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4" presetClass="entr" presetSubtype="0" fill="hold" grpId="0" nodeType="clickEffect">
                                  <p:stCondLst>
                                    <p:cond delay="0"/>
                                  </p:stCondLst>
                                  <p:childTnLst>
                                    <p:set>
                                      <p:cBhvr>
                                        <p:cTn id="6" dur="0" fill="hold">
                                          <p:stCondLst>
                                            <p:cond delay="0"/>
                                          </p:stCondLst>
                                        </p:cTn>
                                        <p:tgtEl>
                                          <p:spTgt spid="210947">
                                            <p:txEl>
                                              <p:pRg st="0" end="0"/>
                                            </p:txEl>
                                          </p:spTgt>
                                        </p:tgtEl>
                                        <p:attrNameLst>
                                          <p:attrName>style.visibility</p:attrName>
                                        </p:attrNameLst>
                                      </p:cBhvr>
                                      <p:to>
                                        <p:strVal val="visible"/>
                                      </p:to>
                                    </p:set>
                                    <p:animEffect transition="in" filter="fade">
                                      <p:cBhvr>
                                        <p:cTn id="7" dur="500"/>
                                        <p:tgtEl>
                                          <p:spTgt spid="210947">
                                            <p:txEl>
                                              <p:pRg st="0" end="0"/>
                                            </p:txEl>
                                          </p:spTgt>
                                        </p:tgtEl>
                                      </p:cBhvr>
                                    </p:animEffect>
                                    <p:anim calcmode="lin" valueType="num">
                                      <p:cBhvr>
                                        <p:cTn id="8" dur="500" fill="hold"/>
                                        <p:tgtEl>
                                          <p:spTgt spid="210947">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21094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0" fill="hold">
                                          <p:stCondLst>
                                            <p:cond delay="0"/>
                                          </p:stCondLst>
                                        </p:cTn>
                                        <p:tgtEl>
                                          <p:spTgt spid="210947">
                                            <p:txEl>
                                              <p:pRg st="1" end="1"/>
                                            </p:txEl>
                                          </p:spTgt>
                                        </p:tgtEl>
                                        <p:attrNameLst>
                                          <p:attrName>style.visibility</p:attrName>
                                        </p:attrNameLst>
                                      </p:cBhvr>
                                      <p:to>
                                        <p:strVal val="visible"/>
                                      </p:to>
                                    </p:set>
                                    <p:animEffect transition="in" filter="fade">
                                      <p:cBhvr>
                                        <p:cTn id="14" dur="500"/>
                                        <p:tgtEl>
                                          <p:spTgt spid="210947">
                                            <p:txEl>
                                              <p:pRg st="1" end="1"/>
                                            </p:txEl>
                                          </p:spTgt>
                                        </p:tgtEl>
                                      </p:cBhvr>
                                    </p:animEffect>
                                    <p:anim calcmode="lin" valueType="num">
                                      <p:cBhvr>
                                        <p:cTn id="15" dur="500" fill="hold"/>
                                        <p:tgtEl>
                                          <p:spTgt spid="210947">
                                            <p:txEl>
                                              <p:pRg st="1" end="1"/>
                                            </p:txEl>
                                          </p:spTgt>
                                        </p:tgtEl>
                                        <p:attrNameLst>
                                          <p:attrName>ppt_x</p:attrName>
                                        </p:attrNameLst>
                                      </p:cBhvr>
                                      <p:tavLst>
                                        <p:tav tm="0">
                                          <p:val>
                                            <p:strVal val="#ppt_x"/>
                                          </p:val>
                                        </p:tav>
                                        <p:tav tm="100000">
                                          <p:val>
                                            <p:strVal val="#ppt_x"/>
                                          </p:val>
                                        </p:tav>
                                      </p:tavLst>
                                    </p:anim>
                                    <p:anim calcmode="lin" valueType="num">
                                      <p:cBhvr>
                                        <p:cTn id="16" dur="500" fill="hold"/>
                                        <p:tgtEl>
                                          <p:spTgt spid="21094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0" fill="hold">
                                          <p:stCondLst>
                                            <p:cond delay="0"/>
                                          </p:stCondLst>
                                        </p:cTn>
                                        <p:tgtEl>
                                          <p:spTgt spid="210947">
                                            <p:txEl>
                                              <p:pRg st="2" end="2"/>
                                            </p:txEl>
                                          </p:spTgt>
                                        </p:tgtEl>
                                        <p:attrNameLst>
                                          <p:attrName>style.visibility</p:attrName>
                                        </p:attrNameLst>
                                      </p:cBhvr>
                                      <p:to>
                                        <p:strVal val="visible"/>
                                      </p:to>
                                    </p:set>
                                    <p:animEffect transition="in" filter="fade">
                                      <p:cBhvr>
                                        <p:cTn id="21" dur="500"/>
                                        <p:tgtEl>
                                          <p:spTgt spid="210947">
                                            <p:txEl>
                                              <p:pRg st="2" end="2"/>
                                            </p:txEl>
                                          </p:spTgt>
                                        </p:tgtEl>
                                      </p:cBhvr>
                                    </p:animEffect>
                                    <p:anim calcmode="lin" valueType="num">
                                      <p:cBhvr>
                                        <p:cTn id="22" dur="500" fill="hold"/>
                                        <p:tgtEl>
                                          <p:spTgt spid="210947">
                                            <p:txEl>
                                              <p:pRg st="2" end="2"/>
                                            </p:txEl>
                                          </p:spTgt>
                                        </p:tgtEl>
                                        <p:attrNameLst>
                                          <p:attrName>ppt_x</p:attrName>
                                        </p:attrNameLst>
                                      </p:cBhvr>
                                      <p:tavLst>
                                        <p:tav tm="0">
                                          <p:val>
                                            <p:strVal val="#ppt_x"/>
                                          </p:val>
                                        </p:tav>
                                        <p:tav tm="100000">
                                          <p:val>
                                            <p:strVal val="#ppt_x"/>
                                          </p:val>
                                        </p:tav>
                                      </p:tavLst>
                                    </p:anim>
                                    <p:anim calcmode="lin" valueType="num">
                                      <p:cBhvr>
                                        <p:cTn id="23" dur="500" fill="hold"/>
                                        <p:tgtEl>
                                          <p:spTgt spid="210947">
                                            <p:txEl>
                                              <p:pRg st="2" end="2"/>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p:bldLst>
  </p:timing>
</p:sld>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4186</TotalTime>
  <Words>2446</Words>
  <Application>Microsoft Office PowerPoint</Application>
  <PresentationFormat>全屏显示(4:3)</PresentationFormat>
  <Paragraphs>458</Paragraphs>
  <Slides>52</Slides>
  <Notes>13</Notes>
  <HiddenSlides>2</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52</vt:i4>
      </vt:variant>
    </vt:vector>
  </HeadingPairs>
  <TitlesOfParts>
    <vt:vector size="62" baseType="lpstr">
      <vt:lpstr>Arial</vt:lpstr>
      <vt:lpstr>Comic Sans MS</vt:lpstr>
      <vt:lpstr>Courier New</vt:lpstr>
      <vt:lpstr>Symbol</vt:lpstr>
      <vt:lpstr>Times New Roman</vt:lpstr>
      <vt:lpstr>Verdana</vt:lpstr>
      <vt:lpstr>Wingdings</vt:lpstr>
      <vt:lpstr>Balloons</vt:lpstr>
      <vt:lpstr>Equation</vt:lpstr>
      <vt:lpstr>Visio</vt:lpstr>
      <vt:lpstr>Chapter 1 Basic Concepts</vt:lpstr>
      <vt:lpstr>Chapter objectives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Electric circuit and electric circuit model</vt:lpstr>
      <vt:lpstr>1.2 Systems of Units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Reference polarities for power using passive sign convention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Voltage and Current Sources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1.7 Summary</vt:lpstr>
      <vt:lpstr>PowerPoint 演示文稿</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McGraw-Hill Higher Education</dc:creator>
  <cp:lastModifiedBy>xiong Grace</cp:lastModifiedBy>
  <cp:revision>146</cp:revision>
  <cp:lastPrinted>1999-04-21T14:58:06Z</cp:lastPrinted>
  <dcterms:created xsi:type="dcterms:W3CDTF">1999-04-20T16:03:58Z</dcterms:created>
  <dcterms:modified xsi:type="dcterms:W3CDTF">2021-02-28T07:30:28Z</dcterms:modified>
</cp:coreProperties>
</file>