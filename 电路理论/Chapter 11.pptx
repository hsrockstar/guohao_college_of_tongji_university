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0" r:id="rId2"/>
    <p:sldMasterId id="2147483712" r:id="rId3"/>
  </p:sldMasterIdLst>
  <p:notesMasterIdLst>
    <p:notesMasterId r:id="rId53"/>
  </p:notesMasterIdLst>
  <p:sldIdLst>
    <p:sldId id="259" r:id="rId4"/>
    <p:sldId id="260" r:id="rId5"/>
    <p:sldId id="261" r:id="rId6"/>
    <p:sldId id="262" r:id="rId7"/>
    <p:sldId id="263" r:id="rId8"/>
    <p:sldId id="264" r:id="rId9"/>
    <p:sldId id="392" r:id="rId10"/>
    <p:sldId id="517" r:id="rId11"/>
    <p:sldId id="516" r:id="rId12"/>
    <p:sldId id="518" r:id="rId13"/>
    <p:sldId id="477" r:id="rId14"/>
    <p:sldId id="478" r:id="rId15"/>
    <p:sldId id="488" r:id="rId16"/>
    <p:sldId id="492" r:id="rId17"/>
    <p:sldId id="495" r:id="rId18"/>
    <p:sldId id="494" r:id="rId19"/>
    <p:sldId id="491" r:id="rId20"/>
    <p:sldId id="485" r:id="rId21"/>
    <p:sldId id="486" r:id="rId22"/>
    <p:sldId id="487" r:id="rId23"/>
    <p:sldId id="539" r:id="rId24"/>
    <p:sldId id="519" r:id="rId25"/>
    <p:sldId id="496" r:id="rId26"/>
    <p:sldId id="454" r:id="rId27"/>
    <p:sldId id="540" r:id="rId28"/>
    <p:sldId id="521" r:id="rId29"/>
    <p:sldId id="541" r:id="rId30"/>
    <p:sldId id="535" r:id="rId31"/>
    <p:sldId id="499" r:id="rId32"/>
    <p:sldId id="522" r:id="rId33"/>
    <p:sldId id="455" r:id="rId34"/>
    <p:sldId id="500" r:id="rId35"/>
    <p:sldId id="460" r:id="rId36"/>
    <p:sldId id="501" r:id="rId37"/>
    <p:sldId id="502" r:id="rId38"/>
    <p:sldId id="524" r:id="rId39"/>
    <p:sldId id="525" r:id="rId40"/>
    <p:sldId id="503" r:id="rId41"/>
    <p:sldId id="513" r:id="rId42"/>
    <p:sldId id="514" r:id="rId43"/>
    <p:sldId id="515" r:id="rId44"/>
    <p:sldId id="536" r:id="rId45"/>
    <p:sldId id="526" r:id="rId46"/>
    <p:sldId id="323" r:id="rId47"/>
    <p:sldId id="505" r:id="rId48"/>
    <p:sldId id="307" r:id="rId49"/>
    <p:sldId id="527" r:id="rId50"/>
    <p:sldId id="506" r:id="rId51"/>
    <p:sldId id="507"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p:restoredTop sz="94626"/>
  </p:normalViewPr>
  <p:slideViewPr>
    <p:cSldViewPr>
      <p:cViewPr varScale="1">
        <p:scale>
          <a:sx n="83" d="100"/>
          <a:sy n="83" d="100"/>
        </p:scale>
        <p:origin x="1024"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5" Type="http://schemas.openxmlformats.org/officeDocument/2006/relationships/image" Target="../media/image13.wmf"/><Relationship Id="rId4"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9.wmf"/><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52.wmf"/><Relationship Id="rId7" Type="http://schemas.openxmlformats.org/officeDocument/2006/relationships/image" Target="../media/image56.emf"/><Relationship Id="rId12" Type="http://schemas.openxmlformats.org/officeDocument/2006/relationships/image" Target="../media/image18.emf"/><Relationship Id="rId2" Type="http://schemas.openxmlformats.org/officeDocument/2006/relationships/image" Target="../media/image51.wmf"/><Relationship Id="rId1" Type="http://schemas.openxmlformats.org/officeDocument/2006/relationships/image" Target="../media/image50.emf"/><Relationship Id="rId6" Type="http://schemas.openxmlformats.org/officeDocument/2006/relationships/image" Target="../media/image55.emf"/><Relationship Id="rId11" Type="http://schemas.openxmlformats.org/officeDocument/2006/relationships/image" Target="../media/image17.emf"/><Relationship Id="rId5" Type="http://schemas.openxmlformats.org/officeDocument/2006/relationships/image" Target="../media/image54.wmf"/><Relationship Id="rId10" Type="http://schemas.openxmlformats.org/officeDocument/2006/relationships/image" Target="../media/image16.emf"/><Relationship Id="rId4" Type="http://schemas.openxmlformats.org/officeDocument/2006/relationships/image" Target="../media/image53.emf"/><Relationship Id="rId9" Type="http://schemas.openxmlformats.org/officeDocument/2006/relationships/image" Target="../media/image1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e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5" Type="http://schemas.openxmlformats.org/officeDocument/2006/relationships/image" Target="../media/image74.wmf"/><Relationship Id="rId4" Type="http://schemas.openxmlformats.org/officeDocument/2006/relationships/image" Target="../media/image7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emf"/><Relationship Id="rId4" Type="http://schemas.openxmlformats.org/officeDocument/2006/relationships/image" Target="../media/image7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4" Type="http://schemas.openxmlformats.org/officeDocument/2006/relationships/image" Target="../media/image8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 Id="rId4" Type="http://schemas.openxmlformats.org/officeDocument/2006/relationships/image" Target="../media/image92.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95.wmf"/><Relationship Id="rId7" Type="http://schemas.openxmlformats.org/officeDocument/2006/relationships/image" Target="../media/image99.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9" Type="http://schemas.openxmlformats.org/officeDocument/2006/relationships/image" Target="../media/image101.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10.emf"/><Relationship Id="rId13" Type="http://schemas.openxmlformats.org/officeDocument/2006/relationships/image" Target="../media/image115.emf"/><Relationship Id="rId18" Type="http://schemas.openxmlformats.org/officeDocument/2006/relationships/image" Target="../media/image120.wmf"/><Relationship Id="rId3" Type="http://schemas.openxmlformats.org/officeDocument/2006/relationships/image" Target="../media/image105.wmf"/><Relationship Id="rId7" Type="http://schemas.openxmlformats.org/officeDocument/2006/relationships/image" Target="../media/image109.emf"/><Relationship Id="rId12" Type="http://schemas.openxmlformats.org/officeDocument/2006/relationships/image" Target="../media/image114.emf"/><Relationship Id="rId17" Type="http://schemas.openxmlformats.org/officeDocument/2006/relationships/image" Target="../media/image119.wmf"/><Relationship Id="rId2" Type="http://schemas.openxmlformats.org/officeDocument/2006/relationships/image" Target="../media/image104.emf"/><Relationship Id="rId16" Type="http://schemas.openxmlformats.org/officeDocument/2006/relationships/image" Target="../media/image118.wmf"/><Relationship Id="rId20" Type="http://schemas.openxmlformats.org/officeDocument/2006/relationships/image" Target="../media/image122.wmf"/><Relationship Id="rId1" Type="http://schemas.openxmlformats.org/officeDocument/2006/relationships/image" Target="../media/image103.wmf"/><Relationship Id="rId6" Type="http://schemas.openxmlformats.org/officeDocument/2006/relationships/image" Target="../media/image108.emf"/><Relationship Id="rId11" Type="http://schemas.openxmlformats.org/officeDocument/2006/relationships/image" Target="../media/image113.emf"/><Relationship Id="rId5" Type="http://schemas.openxmlformats.org/officeDocument/2006/relationships/image" Target="../media/image107.emf"/><Relationship Id="rId15" Type="http://schemas.openxmlformats.org/officeDocument/2006/relationships/image" Target="../media/image117.wmf"/><Relationship Id="rId10" Type="http://schemas.openxmlformats.org/officeDocument/2006/relationships/image" Target="../media/image112.emf"/><Relationship Id="rId19" Type="http://schemas.openxmlformats.org/officeDocument/2006/relationships/image" Target="../media/image121.wmf"/><Relationship Id="rId4" Type="http://schemas.openxmlformats.org/officeDocument/2006/relationships/image" Target="../media/image106.emf"/><Relationship Id="rId9" Type="http://schemas.openxmlformats.org/officeDocument/2006/relationships/image" Target="../media/image111.emf"/><Relationship Id="rId14" Type="http://schemas.openxmlformats.org/officeDocument/2006/relationships/image" Target="../media/image116.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9.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11" Type="http://schemas.openxmlformats.org/officeDocument/2006/relationships/image" Target="../media/image133.wmf"/><Relationship Id="rId5" Type="http://schemas.openxmlformats.org/officeDocument/2006/relationships/image" Target="../media/image127.wmf"/><Relationship Id="rId10" Type="http://schemas.openxmlformats.org/officeDocument/2006/relationships/image" Target="../media/image132.wmf"/><Relationship Id="rId4" Type="http://schemas.openxmlformats.org/officeDocument/2006/relationships/image" Target="../media/image126.wmf"/><Relationship Id="rId9" Type="http://schemas.openxmlformats.org/officeDocument/2006/relationships/image" Target="../media/image13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04.emf"/><Relationship Id="rId7" Type="http://schemas.openxmlformats.org/officeDocument/2006/relationships/image" Target="../media/image136.emf"/><Relationship Id="rId2" Type="http://schemas.openxmlformats.org/officeDocument/2006/relationships/image" Target="../media/image135.wmf"/><Relationship Id="rId1" Type="http://schemas.openxmlformats.org/officeDocument/2006/relationships/image" Target="../media/image134.emf"/><Relationship Id="rId6" Type="http://schemas.openxmlformats.org/officeDocument/2006/relationships/image" Target="../media/image107.emf"/><Relationship Id="rId5" Type="http://schemas.openxmlformats.org/officeDocument/2006/relationships/image" Target="../media/image106.emf"/><Relationship Id="rId4" Type="http://schemas.openxmlformats.org/officeDocument/2006/relationships/image" Target="../media/image10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image" Target="../media/image142.wmf"/><Relationship Id="rId7" Type="http://schemas.openxmlformats.org/officeDocument/2006/relationships/image" Target="../media/image146.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2-05-18T02:52:39.880"/>
    </inkml:context>
    <inkml:brush xml:id="br0">
      <inkml:brushProperty name="width" value="0.05292" units="cm"/>
      <inkml:brushProperty name="height" value="0.05292" units="cm"/>
      <inkml:brushProperty name="color" value="#FF0000"/>
    </inkml:brush>
  </inkml:definitions>
  <inkml:trace contextRef="#ctx0" brushRef="#br0">3758 1754 806 0,'0'0'72'0,"0"0"-58"16,0 0-14-16,0 0 0 0,0 0 90 0,0 0 15 15,0 0 3-15,0 0 1 0,0 5-61 0,-3 3-12 16,0-2-2-16,0 7-1 0,0 0-6 0,0 0-2 15,-3 1 0-15,3 12 0 0,-2 1-9 0,-1-1-3 16,0 6 0-16,3 0 0 0,-3-1 15 0,-3 9 2 16,3-6 1-16,-3 1 0 0,3 2-22 0,-6 2-9 15,3 1 8-15,3 5-8 0,-3-8 12 0,0 3-2 16,3 2-1-16,0-5 0 0,0-5-9 0,3-3 8 16,-3 0-8-16,3-2 8 0,1-6-8 0,2-3 0 15,0-2 0-15,0 0 8 0,0 0-8 0,0-5 0 0,-6-4 9 16,6-1-9-16,0 2 0 0,0-8-12 0,0 0 2 0,0 0-471 15,6-8-95-15</inkml:trace>
  <inkml:trace contextRef="#ctx0" brushRef="#br0" timeOffset="620.38">3758 1733 1191 0,'0'0'52'15,"0"0"12"-15,0 0-51 0,0 0-13 0,0 0 0 0,0 0 0 0,0 0 18 0,0 0 1 16,0 0 0-16,6-5 0 0,-6-1 5 0,3 1 0 16,3-3 1-16,-3 3 0 0,3-3-10 0,0 3-3 15,3-3 0-15,0 2 0 0,0 4-12 0,0-3 0 16,0-1 0-16,3 4 0 0,0 2 8 0,-1 0-8 15,1 2 11-15,3 4-11 0,-3-1 24 0,0-3-1 16,-3 9-1-16,3-3 0 0,-3-3-4 0,3 9-1 16,-6-7 0-16,3 4 0 0,-6 2-3 0,2 0-1 15,-2 1 0-15,0 2 0 0,3 2-1 0,-12 6 0 16,6-3 0-16,-6 0 0 0,-2 3 1 0,-1 3 0 16,-3-1 0-16,3-5 0 0,-6 3-5 0,0 2-8 15,0-7 11-15,-3 2-11 0,3-2 0 0,1-1 0 0,-4 3 0 16,6-7 0-16,-9-1 0 0,6 5 0 15,0-4 0-15,-3-1 0 0,6-5 0 0,-5 0 0 16,5 2 0-16,-6-4 0 0,3 1 0 0,6-1 0 0,-6-6 8 0,3 2-8 16,-3 4 0-16,6-6 0 0,0 0 0 0,-2 0 0 15,5 0 0-15,-3 0 0 0,-3-6 8 0,9 12-8 16,-6-6 8-16,3 0-8 0,0 0 9 0,6 0-9 16,0 0 16-16,0 0-4 0,0 0 0 0,0 0 0 15,0 0-12-15,0 0 0 0,0 0 0 0,0 0 0 16,0 0 0-16,6 5 0 0,3-5 0 0,0 8 0 15,3-8 0-15,-3 5 9 0,2 3 1 0,4-8 0 16,-3 5 7-16,6-5 2 0,-6 8 0 0,0-2 0 16,6-6-6-16,-3 5-1 0,0 3 0 0,-4-3 0 15,4 3-2-15,0-8-1 0,-3 5 0 0,0 3 0 16,0 6 7-16,3-6 0 0,-6 2 1 0,3-2 0 0,-3-3-17 16,0 3 0-16,2-2 8 0,-2-4-8 0,-6 3 0 15,3 1 0-15,6-1 0 0,-9 3 0 16,3-8-29-16,-3 5-3 0,0 3-1 0,3-8 0 15,3 6-131-15,-9-6-25 0</inkml:trace>
  <inkml:trace contextRef="#ctx0" brushRef="#br0" timeOffset="907.64">4056 2421 1094 0,'0'0'97'0,"0"0"-77"0,0 0-20 0,0 0 0 16,0 0 83-16,6 5 13 0,-6-5 2 0,0 0 1 16,0 0-30-16,6 13-5 0,-6-5-2 0,0 3 0 15,0 2-20-15,0-5-4 0,0 3-1 0,0 2 0 16,0-2-25-16,0 4-4 0,0-1-8 0,0-6 11 16,0 5-11-16,0 0 0 0,0-5 0 0,0 3 8 15,-6 2-8-15,6 0 0 0,0-8 0 0,6 9 0 16,-6-7 0-16,0 7 0 0,0-9 0 0,3 3 8 15,3 0-8-15,-6 2 0 0,0-7 0 0,0-3 0 16,0 0 0-16,0 11 0 0,3-6 0 0,-3-5 0 16,0 0-34-1,6 3-9-15,-6-3-1 0</inkml:trace>
  <inkml:trace contextRef="#ctx0" brushRef="#br0" timeOffset="1388.96">4339 2048 57 0,'0'0'0'0,"0"0"0"0,0 0 0 0,0 0 0 0,0 0 0 0,0 0 0 16,0 0 260-16,0 0 48 0,0 0 8 0,0 0 3 16,0 0-220-16,0 0-44 0,0 0-9 0,12 5-2 15,-6-5-11-15,2 8-2 0,-2-3-1 0,3-2 0 16,0 2-12-16,3 1-2 0,-3 2-1 0,3-8 0 16,-3 5 6-16,3-2 2 0,-3 2 0 0,3 0 0 0,0-5-6 0,-3 0-1 15,2 0 0-15,1 0 0 0,-12 0-3 16,0 0-1-16,15 0 0 0,-15 0 0 0,9 0-12 0,-9 0 9 15,0 0-9-15,0 0 8 16,0 0-98-16,0 0-20 0</inkml:trace>
  <inkml:trace contextRef="#ctx0" brushRef="#br0" timeOffset="1606.82">4264 2402 1152 0,'0'0'102'0,"0"0"-82"0,0 0-20 0,9 0 0 16,0 0 145-16,3 0 25 0,0 0 5 0,3-2 1 15,0 2-88-15,6 0-18 0,-4 0-3 0,4-6-1 16,6 4-19-16,-6 2-4 0,-3-3-1 0,0 1 0 16,5 2-22-16,-8-6-5 0,3-2-1 0,0 8 0 15,-3-5-26-15,-3-3-6 0,3 8-1 0,-6-5-629 16,-3 0-125-16</inkml:trace>
  <inkml:trace contextRef="#ctx0" brushRef="#br0" timeOffset="3392.93">5005 1865 1094 0,'0'0'97'0,"0"0"-77"0,0 0-20 0,0 0 0 16,0 0 37-16,0 0 4 0,0 0 1 0,0 0 0 0,0 0-29 0,0 0-5 15,0 8-8-15,-3 3 11 0,1-3 9 0,2 5 1 16,0 6 1-16,-6-1 0 0,6 3-6 0,-6 6 0 16,-3 4-1-16,3-4 0 0,0 5 1 0,0-1 1 15,-3 9 0-15,-3-6 0 0,6 4 15 0,0 1 2 16,-3 6 1-16,0 3 0 0,3-9-27 0,0 1-8 16,-6 0 0-16,6-3 0 0,3-5 8 0,-2-6-8 15,2 1 0-15,0-9 0 0,0 9 9 0,-3-12-9 16,6 1 0-16,-3-2 9 0,0 1-9 0,0-4 12 15,3-3-12-15,-6-3 12 0,6-5-20 0,0 8-4 16,0-8-1-16,0 0 0 16,0 0-91-16,-3-13-17 0</inkml:trace>
  <inkml:trace contextRef="#ctx0" brushRef="#br0" timeOffset="3870.6">4967 1963 403 0,'6'-13'17'0,"-6"13"5"0,-3-5-22 0,3 5 0 0,3-3 0 0,3-2 0 16,-6 5 253-16,3 0 47 0,-3 0 8 0,9-6 3 15,0 6-213-15,-4 0-42 0,-5 0-9 0,6 6-2 16,3-1-16-16,0-2-3 0,0 7-1 0,3-2 0 16,-6-2-13-16,3 1-2 0,0 7-1 0,-3-6 0 15,0 5-9-15,3 3 10 0,-3-3-10 0,-3-5 10 16,0 5-10-16,0 0 0 0,0 1 0 0,0-4 0 15,-3 1 0-15,-3 5 0 0,0-8 0 0,0 5 0 16,0 0 0-16,0-5 0 0,-3 3 0 0,-3 2 0 16,3 0-17-16,-6 0-3 0,-6 6 0 0,3-6 0 15,0 0-9-15,0 3-3 0,-2-3 0 16,2 1 0-16,-3-4 20 0,3 3 12 0,3-5-13 0,0 3 5 0,3-3 8 0,0-3 0 16,-3-5 0-16,3 3-8 0,1 2 8 0,-1-5 0 15,3-5 0-15,0 5 8 0,6 0 7 0,-6-3 1 16,0-2 1-16,3 0 0 0,3 2 13 0,0 3 2 15,0 0 1-15,0 0 0 0,0 0-21 0,0 0-12 16,0 0 12-16,0 0-12 0,6 3 0 0,3 2 0 16,-3 0 0-16,3-2-9 0,0 7 9 0,-1-2 0 15,1-8 0-15,0 8 0 0,3 3 0 0,0-6 0 0,-3 3 10 16,3 0-10-16,3 3 0 0,-3-4 0 0,0 1-8 16,-3 3 8-16,2-8 0 0,-2 7 0 0,0-4 0 15,0 1 0-15,-3-4 0 0,0 2 0 0,3 1 0 0,-9-1 0 16,0-5-10-16,0 0-8 0,0 0-2 0,0 0-503 15,3 8-101-15</inkml:trace>
  <inkml:trace contextRef="#ctx0" brushRef="#br0" timeOffset="4241.67">5095 2447 2023 0,'0'0'44'0,"9"6"10"0,0-6 2 0,0 5 0 0,-1 3-44 0,1-3-12 0,3 1 0 0,-6 1 0 0,0 1 25 0,0-2 3 15,0 2 1-15,0 0 0 0,-6-8-19 0,0 10-10 16,0-10 10-16,0 13-10 16,0 1-21-16,-3-1-11 0,-6-3-1 0,3 1-1 15,0 0-39-15,0-3-8 0,-6 2-2 0,6-2 0 16,0-3 12-16,6-5 3 0,-5 3 0 0,-1 2 0 0,6-5 48 0,0 0 11 15,0 0 9-15,0 0-13 0,-3 6 34 0,3-6 7 16,0 0 2-16,0 0 0 0,0 0 5 0,0 0 1 16,0 0 0-16,0 0 0 0,0 0 12 0,0 0 2 15,0 0 1-15,6 7 0 0,-6-7-9 0,6 6-2 16,-1-6 0-16,4 2 0 0,-3-2-16 0,3 0-4 16,0-2-1-16,0 2 0 0,0 0-4 0,0 0-1 0,3 0 0 0,-3-6 0 15,0 6-14-15,3 0 0 0,-3-7 0 16,3 7 0-1,-7-6-98-15,4 6-13 0,0-5-2 0,-3 2-719 0</inkml:trace>
  <inkml:trace contextRef="#ctx0" brushRef="#br0" timeOffset="4525.63">5467 2172 1494 0,'0'0'32'0,"0"0"8"0,3 0 0 0,3 6 3 0,3-6-35 0,-3 2-8 16,0 3 0-16,3-5 0 0,-1 0 59 0,4 0 9 15,0 0 3-15,6 0 0 0,-3 0-11 0,0 0-1 16,0 0-1-16,0 0 0 0,-3 0-31 0,-1 0-7 15,1 0 0-15,-3 0-1 0,3-5-19 0,-6 5-11 16,3 0 2-16,0-2 0 16,-3-4-135-16,-3 6-26 0</inkml:trace>
  <inkml:trace contextRef="#ctx0" brushRef="#br0" timeOffset="4722.91">5532 2389 1994 0,'0'0'44'0,"0"0"8"0,0 0 3 0,9 0 1 0,6-2-44 0,-6 2-12 0,6-11 0 0,0 8 0 15,0-2 44-15,3 0 8 0,-7 2 0 0,4-2 1 16,0 5-17-16,-3-5-3 0,3 5-1 0,-3-3 0 16,0 3-32-16,-3-5 0 0,0 5 0 0,0 0-9 15,0-8-154-15,-1 8-30 16,1-6-7-16,-3-2 0 0</inkml:trace>
  <inkml:trace contextRef="#ctx0" brushRef="#br0" timeOffset="5412.87">5937 2043 864 0,'0'0'38'0,"0"0"8"0,0 0-37 0,12 0-9 16,0 0 0-16,3 0 0 0,0 5 269 0,0-5 52 16,-1 5 11-16,-2-2 1 0,0 2-231 0,0 0-46 15,0 3-10-15,0-2-2 0,-3 2-16 0,0-3-4 16,-3 0-1-16,3 3 0 0,-3-3-23 0,-3 3 0 16,3 6 0-16,-6-9 0 15,0-5-16-15,0 13-8 0,-3-5-2 0,-3 5 0 16,-3-5-4-16,0 5-1 0,-3 1 0 0,0 2 0 15,-3-1-5-15,3 4-2 0,0-1 0 0,-3-2 0 0,1 8 11 0,2-3 3 16,0-2 0-16,3 2 0 0,0-3 24 0,3-4-10 0,-3-1 10 0,6 0 0 16,0-2 0-16,0 2 9 0,0-5 1 0,0 0 0 15,3-3 16-15,3 0 3 0,-3 1 1 0,0-6 0 16,0 0 1-16,9 8 0 0,-3-6 0 0,3 4 0 16,0-1-11-16,3-10-3 0,3-1 0 0,2-2 0 15,-2 0-29-15,6-5-5 0,-3-5-2 0,3-3 0 31,3-9-38-31,0 4-8 0,-1 0-2 0,1-1 0 0,3 1 9 0,0 4 2 16,-6-4 0-16,-1 2 0 0,4 6 28 0,-3 2 7 0,-3 3 1 0,-6-1 0 16,3 1 30-16,-3 8 6 0,-6-1 2 0,0 4 0 0,-1 2 34 15,-5 0 8-15,0 0 0 0,0 0 1 0,0 8-15 16,0 5-3-16,0 0-1 0,-3-5 0 0,1 8-7 0,2-3-2 16,-3 1 0-16,0-1 0 0,0 0-17 0,3-5-3 15,-3 5-1-15,3-5 0 0,0-8-12 0,6 5 8 16,-3 3-8-16,5-5 0 0,-2-3 16 0,3 0-2 15,3-5-1-15,-3-1 0 0,6 1-1 0,-3 2-1 16,0-10 0-16,0 3 0 0,0 2-11 0,-3-6 0 16,3 1 9-16,-1 0-9 0,-2 2 0 0,-3 3 8 15,0-5-8-15,0 5 0 0,-3-2 9 0,0 2-9 16,-3 0 12-16,-3-5-12 0,0-1 15 0,0 1-4 16,-6 3-1-16,3-4 0 0,-3 1-10 0,1 0 0 15,-1 5 0-15,3-5 8 0,-6 7-8 0,3-2 0 0,3 3 0 16,0 0 0-16,-3 2 0 0,3 3-11 0,3 3 11 0,-6 2-8 15,3-5 0-15,-3 5 0 0,0 3 0 0,0 0 0 16,3 3-4-16,3-3-1 0,-8 0 0 0,5 2 0 31,0-2-165-31,3-2-33 0,-6 10-6 0,9-16-579 0</inkml:trace>
  <inkml:trace contextRef="#ctx0" brushRef="#br0" timeOffset="5879.64">6651 2498 2001 0,'0'0'88'0,"9"0"20"0,9 0-87 0,-3 0-21 15,3 0 0-15,-3-6 0 0,0 4 27 0,-3 2 1 16,3-3 0-16,-6 0 0 0,-1-2-14 0,1-3-2 16,-3 3-1-16,3-3 0 0,-3-3-11 0,0-2 0 15,0 0 9-15,0-3-9 16,0-2-24-16,-3-1-8 0,3-2-3 0,-3 2 0 15,0-4-5-15,0 1-2 0,3-4 0 0,-3 5 0 0,0-6 42 0,6 9 0 16,-3-1 0-16,0-2 0 0,-3 3 18 0,3 4 9 16,2 1 1-16,-2 0 1 0,3 2 13 0,-3 3 2 15,3 0 1-15,0 3 0 0,0-3-23 0,0 3-5 16,0-3-1-16,3 3 0 0,6-3 20 0,-6 2 3 16,-3 1 1-16,2 2 0 0,7 1-16 0,-6 2-4 15,3 0 0-15,-3 0 0 0,0 0-11 0,0 2-9 16,3 1 12-16,-6 2-12 0,-6 1 0 0,6 2 0 0,5-3 0 15,-5 8 0-15,-9-5 0 0,3 5 0 0,3 1-10 16,-3-1 10-16,0 5-15 0,-6-4 5 0,-3 4 1 0,6-2 0 16,3 8 9-16,-6-6 0 0,-3 3 0 0,0-2 0 15,9-3 0-15,0 2 0 0,-3-7 0 0,0 5 0 16,0 2 0-16,3-4 9 0,6-6-9 0,-3 2 10 16,-3-2 9-16,3-3 1 0,9 3 1 0,-6-2 0 15,0-4-9-15,0 1-1 0,3-1-1 0,6-2 0 16,-4-2-10-16,1-3 0 0,-3-6 0 0,3 3 8 15,6 0-8-15,-3-2-14 0,-3-4 3 0,0 1-731 16,2 0-146-16</inkml:trace>
  <inkml:trace contextRef="#ctx0" brushRef="#br0" timeOffset="6026.96">7940 2498 2131 0,'-6'8'189'0,"3"2"-151"15,6 6-30-15,-3-3-8 0,-6 6 58 0,0-6 10 16,1 6 3-16,-4 2 0 0,-3-3-55 0,-3 1-16 16,-3-1 0-16,0-4-1057 0</inkml:trace>
  <inkml:trace contextRef="#ctx0" brushRef="#br0" timeOffset="7797.63">8875 1807 518 0,'-3'-13'23'0,"3"5"5"0,0 3-28 0,3-3 0 0,-3 2 0 0,3-2 0 16,0 3 176-16,0-3 31 0,-3 3 5 0,0 5 2 16,0 0-103-16,0 0-21 0,0 0-4 0,0 0-1 15,0 0-36-15,0 0-7 0,-9 5-2 0,3 8 0 16,-3 1-40-16,0 2 0 0,0 7-11 0,0 4 3 16,-3 13 8-16,3-1 0 0,-2 6-9 0,2-5 9 15,-3 5 0-15,0 0 0 0,0 8 0 0,3-6 0 16,0 9 0-16,0-3 0 0,3-8 0 0,-3 2 0 15,6-2 0-15,-3-7 0 0,3-4 0 0,-3-2 0 16,3-3 0-16,-3-5 0 0,3-3 0 0,1-3 0 16,-1 1 0-16,0-6 0 0,3-5 0 0,-3 0 0 15,0 2-10-15,3-7-7 0,0-3-2 0,0 0-722 16</inkml:trace>
  <inkml:trace contextRef="#ctx0" brushRef="#br0" timeOffset="8256.56">8795 1818 1555 0,'0'0'138'0,"3"-3"-110"16,9 0-28-16,-4 3 0 0,4 3 23 0,3 0-1 15,-3-3 0-15,6 0 0 0,-3 8 16 0,0-3 3 16,0-5 1-16,0 8 0 0,2-3-10 0,-2 8-1 15,-3 1-1-15,0-1 0 0,0 0-18 0,-3 0-3 16,0 1-1-16,0 4 0 0,-6-5-8 0,0 8 0 16,-3-7 0-16,0 4 8 0,-3 1-8 0,-3-6-9 15,0 3 9-15,-3 2-13 0,0-4-8 0,-6-4-2 0,3 3 0 0,-3 3 0 32,0-3-30-32,-2 1-7 0,-1 4 0 0,3-5-1 15,0-7-1-15,0 7 0 0,0-8 0 0,3 3 0 0,3-2 43 0,-3-4 9 16,4 3 2-16,-1 1 0 0,0-6 19 0,3 2 4 0,-3 4 1 0,3-6 0 15,3 0 43-15,3 0 9 0,0 0 1 0,0 0 1 16,0 0-18-16,0 0-4 0,0 0-1 0,0 0 0 16,0 0-27-16,0 0-4 0,0 5-2 0,6 3 0 15,3-3-6-15,3 3 0 0,-3 0-8 0,2 3 12 16,-2-6-12-16,3 3 8 0,0 0-8 0,3 2 0 16,-6 4 8-16,6-6-8 0,0 0 0 0,-3 2 0 15,0-2 0-15,-1 0 0 0,1 3 0 0,0-6 0 0,-3 3 8 16,0-3-8-16,-3 3 0 0,0-3 0 15,0 3 0-15,0-8-10 0,0 6 0 0,-6-6-556 16,6 0-111-16</inkml:trace>
  <inkml:trace contextRef="#ctx0" brushRef="#br0" timeOffset="8684.48">9131 2278 1958 0,'0'0'43'0,"0"0"9"0,6-3 1 0,3 6 3 0,0 2-45 0,0-5-11 0,3 0 0 16,-3 6 0-16,-1-6 49 0,1 5 8 0,-3-2 2 0,3 2 0 16,-3-2-31-16,0-1-7 0,0 6-1 0,-3-3 0 15,-3-5-20-15,3 8 0 0,-3 6 0 0,0-1 0 16,-3 0-22-16,-3-5-2 0,-3 5-1 0,-3-2 0 31,0 2-1-31,1-5 0 0,-4 3 0 0,3 2 0 0,0-5 1 0,3-3 0 0,3 3 0 0,0-3 0 16,0 1 13-16,6-6 4 0,0 0 0 0,0 0 0 15,0 0 8-15,-3 7 0 0,3-1 0 0,0-6 0 16,3 8 0-16,3-6 8 0,-3 4 0 0,3-1 0 16,3-2 21-16,0-1 5 0,0 6 1 0,0-3 0 15,3-2-7-15,-4 2-2 0,4 1 0 0,-3-4 0 16,3 4-11-16,0-1-3 0,0-2 0 0,-3 2 0 16,0 0-4-16,0-2-8 0,0-1 11 0,-3 1-11 15,0 2 0-15,-6-5 0 0,0 0 0 0,3 6 0 16,-3 2 0-16,-3 0 0 0,-3-1 0 0,3 4 0 15,-6-3 0-15,3 3 0 0,-3 2 0 0,0-5 0 0,0 0 0 16,0 2 0-16,0-2 0 0,0 3 0 16,-3-3 0-16,3-3 0 0,1 3 0 0,-1-3-9 0,0 3-8 15,-3-3-2-15,3-5 0 0,0 0 0 16,3 0-92-16,0-5-18 0,0 0-4 0</inkml:trace>
  <inkml:trace contextRef="#ctx0" brushRef="#br0" timeOffset="8927.12">9518 2178 864 0,'0'0'76'0,"0"0"-60"0,6 0-16 0,6-6 0 15,-3 6 228-15,6 6 44 0,-3-6 8 0,2 2 1 16,4-2-193-16,-3 0-38 0,3 5-8 0,0-5-2 15,-3 0 12-15,3 0 3 0,-4 0 0 0,1 6 0 16,-3-6-35-16,0 0-6 0,-3 0-2 0,0 0 0 16,0 2-28-16,-3-2-5 0,-6 0-2 0,0 0 0 31,0 0-119-31,0 0-24 0</inkml:trace>
  <inkml:trace contextRef="#ctx0" brushRef="#br0" timeOffset="9117.65">9542 2471 2242 0,'0'0'49'0,"0"0"11"0,15-5 1 0,0 0 3 0,5 2-52 0,1-2-12 16,3-3 0-16,-3 8 0 0,0 0 41 0,-1 0 6 16,-2-6 1-16,-3 6 0 0,0 0-25 0,0 0-5 15,-6 0-1-15,3-5 0 16,-6 10-67-16,-6-5-14 0,0 0-2 0,6-5-627 15,-6 5-126-15</inkml:trace>
  <inkml:trace contextRef="#ctx0" brushRef="#br0" timeOffset="9331.11">10003 2098 2030 0,'0'0'90'0,"0"0"18"0,0 0-86 0,3 8-22 0,3 0 0 0,-3 3 0 16,0 2 0-16,0-5 0 0,0 5 0 0,0 0 0 16,-3 6 12-16,0-6 5 0,0 6 1 0,0-6 0 15,3 0-5-15,-3 3-1 0,-3 2 0 0,3 4 0 16,-3 1-12-16,3-4 0 0,0 2 0 0,0-2 0 16,0-1-85-16,0-2-20 15,3 2-4-15,0-4-728 0</inkml:trace>
  <inkml:trace contextRef="#ctx0" brushRef="#br0" timeOffset="9648.99">10307 2185 1267 0,'0'0'56'0,"0"0"12"0,0 0-55 0,0 0-13 16,0 0 0-16,0 0 0 0,-3 8 140 0,3 3 26 16,0-3 5-16,0 5 1 0,-6 0-80 0,3 6-16 15,0-1-4-15,3 1 0 0,0 2-33 0,0 0-7 16,0 3-2-16,0-11 0 0,0 3-20 0,3-3-10 15,0-2 10-15,3-3-10 0,-3 3 0 0,0-9 8 16,3 3-8-16,-6-5 0 0,6 0 8 0,3 0 0 16,2-7-8-16,1 1 12 0,-3-2-12 0,0-2 0 15,0 2 0-15,0-5 0 0,-3-1 0 0,0-4 0 16,0 5 0-16,-3-1-10 0,0 1 10 0,-3-5 9 16,-3 4-1-16,3 1-8 0,-3-8 16 0,0 8-4 0,0 0-1 15,0-1 0-15,0 9 5 0,0-6 0 0,0 9 1 16,-3-4 0-16,-3 1-3 0,3 3-1 0,0 2 0 0,-3 0 0 15,0 0-13-15,0 2-10 0,4 3 2 16,-1 1 0 0,0-6-77-16,6 0-15 0,-6 5-4 0,6-5-872 0</inkml:trace>
  <inkml:trace contextRef="#ctx0" brushRef="#br0" timeOffset="10080.34">10610 2477 1036 0,'0'0'92'0,"0"0"-73"0,9 7-19 0,0-4 0 0,3 2 160 0,0 1 29 15,0-4 6-15,0 1 1 0,0 0-88 0,0-3-16 16,0-3-4-16,-1-2-1 0,1-1-30 0,0-2-5 16,3-5-2-16,-3 0 0 0,0 0-30 15,0 0-5-15,3-11-2 0,-3 3 0 0,-3-3-13 0,2 3-8 16,-2-1 8-16,0-1-13 0,-3 1 13 0,0-4-12 16,0 7 12-16,-3-7-12 0,3 7 12 0,-6 1 0 15,3 2 0-15,0 3-9 0,-3 0 17 0,3-1 4 16,0 9 1-16,0-3 0 0,-3 3 15 0,0 5 2 15,3 0 1-15,0-5 0 0,-3 5-13 0,6 0-2 16,0-6-1-16,-3 4 0 0,3 2-4 0,3-6-1 16,-3 6 0-16,3 0 0 0,0-8-1 0,2 8 0 15,-2 0 0-15,3 0 0 0,0 0-9 0,-3 0 0 16,3 8 9-16,-3-8-9 0,0 8 0 0,-3 3 0 16,0-6 0-16,0 6 0 0,-6 5 0 0,0-3 0 0,0 0-9 15,0 3 9-15,-6 2 0 0,3 1 0 0,-3 0 0 16,3 2 0-16,0 0 0 0,3 3 0 0,0 2 0 0,0 1 0 15,3-9 0-15,0 3 10 0,3-2-1 0,0-3 0 16,0-6 3-16,0 3 0 0,3 1 0 0,3-9 0 16,-7 8-1-16,4-7 0 0,3-4 0 0,0 3 0 15,-3-5-11-15,3 0 12 0,0-7-12 0,0 1 12 32,3 1-31-32,0-3-5 0,-3 3-2 0,2-9 0 0,4 7-127 15,-3 1-26-15,-3-2-5 0</inkml:trace>
  <inkml:trace contextRef="#ctx0" brushRef="#br0" timeOffset="10203.99">11616 2582 1728 0,'0'0'153'0,"3"6"-122"15,-3 7-31-15,0 0 0 0,-3 0 94 0,0 1 13 16,0-1 2-16,-5 0 1 0,2 0-52 0,-3 0-10 16,-3 1-3-16,-3-1-1034 15</inkml:trace>
  <inkml:trace contextRef="#ctx0" brushRef="#br0" timeOffset="12031.93">12798 2048 1335 0,'0'-8'59'0,"0"8"13"0,-3-5-58 0,0-3-14 15,3 2 0-15,-3-2 0 0,0 3 47 0,-3-8 6 16,3 2 2-16,-3 3 0 0,0-5-2 0,-3 5 0 16,-2-5 0-16,2 2 0 0,0-2-53 0,-3 5-8 15,-3-2-4-15,0 7 0 0,-3 3 12 0,0 0 14 16,3 8-3-16,-5-3-1 0,2 9-10 0,0-7-17 0,0 4 4 15,0 5 1-15,-3 2 20 0,3 4 5 0,4 1 1 16,-4-1 0-16,3 1 8 0,0-1 2 0,0 1 0 16,0 4 0-16,3-1 4 0,0 1 0 0,3-1 1 15,0 6 0-15,4 2-1 0,-4 3-1 0,3 3 0 0,0-8 0 16,3 8-5-16,3-11-1 0,0 0 0 0,0 0 0 16,3-3 7-16,0 1 0 0,6-3 1 0,0-9 0 15,2 4-8-15,1-1-1 0,3-4-1 0,0-6 0 16,6 2-3-16,-3-2 0 0,3-3 0 0,-1-5 0 15,4 0-8-15,-3 0-8 0,3-5 9 0,0 0-9 16,3-6-13-16,-7 6-9 0,4-8-2 0,-3 0 0 16,3-1-179-1,-3 1-36-15</inkml:trace>
  <inkml:trace contextRef="#ctx0" brushRef="#br0" timeOffset="12264.71">13215 2088 2235 0,'0'0'99'0,"9"0"21"0,3 0-96 0,6 5-24 15,-4-5 0-15,4 0 0 0,3 3 27 0,-3-3 1 0,0 0 0 0,3 0 0 16,-1 0 4-16,-2 0 2 0,-3 0 0 0,3 0 0 15,-6 0-34-15,-3-3 0 0,0 3 0 0,0 0 0 32,-3 0-141-32,-6 0-26 0,0 0-5 0</inkml:trace>
  <inkml:trace contextRef="#ctx0" brushRef="#br0" timeOffset="12438.6">13227 2334 1209 0,'0'0'108'0,"0"0"-87"0,0 0-21 0,12 0 0 16,0 2 265-16,-1 4 49 0,4-6 10 0,3 5 1 16,0 3-221-16,3-3-44 0,0 3-8 0,0-8-3 15,2 5-6-15,1-5-2 0,-3 0 0 0,3 0 0 16,0 3-28-16,-7-3-5 0,-2 5-8 0,0-5-801 16,-6 0-167-16</inkml:trace>
  <inkml:trace contextRef="#ctx0" brushRef="#br0" timeOffset="14261.29">13777 2061 1267 0,'0'0'112'0,"6"-5"-89"0,0 2-23 0,3-2 0 0,3-3 46 0,0 3 5 15,0-1 1-15,3 4 0 0,-3-4-4 0,0 6 0 16,0-5 0-16,-1 2 0 0,1 6-1 0,0 2-1 16,-3-5 0-16,3 6 0 0,0 2-30 0,0 5-5 15,0-8-2-15,3 8 0 0,-6 1-9 0,3-1 10 16,-4 3-10-16,1 0 10 0,3-3-10 0,-6 0 0 16,0 0 9-16,0 3-9 0,0-3 0 0,-6 3 0 15,-3 5 0-15,-3-7 0 0,0 4 0 0,-6 3-12 16,-3 3 4-16,-2 3 0 0,-4-1 8 0,0 1-13 15,-3-1 5-15,3-5 8 0,3 3-16 0,-2-8 5 16,2 0 1-16,6 0 0 0,0 2 10 0,0-10 0 16,3 3 0-16,3-3 0 0,0 0 12 0,3-3-3 15,0 0 0-15,3-5 0 0,0 0 22 0,0 0 4 16,0 0 1-16,0 0 0 0,0 0 4 0,6 0 0 0,0 0 1 16,6 0 0-16,-3 0 2 0,6 0 0 0,0 0 0 15,0-5 0-15,2 0-21 0,1 2-4 0,-3-8-1 0,3 9 0 16,0-4-9-16,-3-2-8 0,0 3 12 0,-3-5-12 15,2 2 0-15,-2 0 0 0,0 0-15 0,0-3-666 16,3 3-134-16</inkml:trace>
  <inkml:trace contextRef="#ctx0" brushRef="#br0" timeOffset="14610.99">14397 2053 864 0,'0'0'76'0,"2"-5"-60"16,-2 5-16-16,0 0 0 0,3 0 260 0,-3 0 50 15,0 0 10-15,0 0 1 0,0 0-206 0,0 0-42 16,0 0-8-16,0 0-1 0,0 0-28 0,0 0-6 16,0 0-1-16,-3 8 0 0,-5 10-29 0,-1-4 0 15,0 7 0-15,-3 3 0 0,0 2 0 0,3-5 0 16,-3 6 0-16,3 2-10 0,6-8 10 0,-3 11-10 16,6-1 10-16,0-4-10 0,6-1 10 0,0-7-8 15,3 5 8-15,3-1-8 0,3-4 8 0,0-6 0 16,3 0-9-16,-1 1 9 0,1-1 0 0,0 0 0 15,0-5 0-15,0 3 0 0,-3-3 8 0,0-3 2 16,-6 3 1-16,2-8 0 0,-2 5 1 0,-3-2 0 16,-6-3 0-16,0 0 0 0,3 2-12 0,-3-2 8 15,-6 8-8-15,0-2 8 0,-5 2 1 0,-4 0 0 0,-6 2 0 16,0 3 0-16,0 1-9 0,0-7 0 0,-3 1-12 16,4 3 12-16,-1-6-25 0,0 3 2 0,0-2 1 0,3-4 0 31,3 3-22-31,0-5-4 0,1 0 0 0,-4-5-612 0,6-3-121 0</inkml:trace>
  <inkml:trace contextRef="#ctx0" brushRef="#br0" timeOffset="15080.89">14349 2146 864 0,'0'0'76'0,"9"0"-60"0,6-6-16 0,3 6 0 0,2 6 270 0,4-6 51 15,3 0 11-15,0 0 1 0,0 0-217 0,-1 5-44 16,1-5-9-16,-3 0-2 0,-3 0-40 16,3 0-8-16,-4 0-1 0,-2 3-1 0,0-3-11 0,-3 0 0 15,-3 5 9-15,0-5-9 0,-3 5 0 0,0-5-13 16,-3 8 1-16,0-8 1 0,-3 6-9 0,3 1-3 16,-3 1 0-16,0 3 0 0,-3 2 11 0,0 0 3 15,0 1 0-15,0-1 0 0,0 5 9 0,2 4 0 16,-2 1 0-16,3 4-8 0,-3-6 8 0,3-2 0 15,-3-1 0-15,6-2 0 0,-3 2 12 0,3-4-3 16,-3-1 0-16,6-5 0 0,-6 2 0 0,3-4 0 16,-3 2 0-16,3-3 0 0,-6-5 7 0,6 0 0 15,0 0 1-15,3-3 0 0,-3 1 7 0,0 2 2 16,6-14 0-16,-3 7 0 0,-3-4-18 0,3-2-8 16,-3-1 0-16,-1 1 8 0,1-11-8 0,0 9 0 15,-3-4 0-15,-3-2 8 0,0-6 0 0,-3 9 0 0,6-9 0 16,-3 9 0-16,-3-3-8 0,3 2 10 0,0 6-10 0,-3 0 10 15,0 0 11-15,0-1 3 0,3 4 0 0,-6 2 0 16,4 8-3-16,-1-8 0 0,-3 8 0 0,-3-5 0 16,0-1-21-16,0 6 0 0,-3-2 0 0,0 4 0 15,0 4 0-15,-3-6-8 0,3 5 0 0,0-3 0 32,0 4-24-32,1-1-5 0,2-2-1 0,0 2 0 0,0 0-124 15,6 3-25-15,-3-2-5 0</inkml:trace>
  <inkml:trace contextRef="#ctx0" brushRef="#br0" timeOffset="15688.29">15001 2582 1692 0,'0'0'75'0,"0"0"15"0,9 3-72 0,-3 0-18 15,3 5 0-15,-1-6 0 0,1 1 33 0,0 5 3 16,-3-8 1-16,3 0 0 0,0 0-5 0,0 0-2 15,0-5 0-15,0-1 0 0,3-2-2 0,0 0-1 16,3-5 0-16,-3 0 0 0,-4 0-27 0,7-1 0 16,-3-4 0-16,0-3 0 0,0-3 0 0,3 3 0 15,-3-8 0-15,0 2 0 0,3 6 0 0,0-5 12 16,-1-1-2-16,1 3 0 0,0 3 11 0,0 0 3 16,-3 2 0-16,0 1 0 0,0 2-24 0,-3 5 9 0,0-2-9 15,0 5 0-15,-6 8 30 0,0-5-1 16,0 0 0-16,-3 5 0 0,0 0-13 0,0 0-2 0,0 0-1 15,0 0 0-15,0 0-13 0,0 0 9 0,-3 13-9 0,3-2 8 16,3 4-8-16,-6 9-9 0,-3-5 9 0,3 7-13 16,-3 1 13-16,0-1 0 0,0 1 0 0,3-1 0 15,3-5 0-15,-3 3 0 0,0-5 0 0,3 2 0 16,3-8 0-16,0 0 0 0,3-2 0 0,0-1 0 16,-3 1 8-16,0-6-8 0,3-2 0 0,3 2 0 15,-1-5 8-15,4-5-8 0,0 2 12 0,6-2-12 16,0-8 9-16,0-1-9 0,-3 1 0 0,3-5 9 15,-4-1-9-15,4-2 0 0,0-3 0 0,-3-2 8 16,3-3-8-16,-6 0 0 0,3-1 0 0,-3 4 0 16,0-6 0-16,-4 6 0 0,-2-6 0 0,3 11 0 0,-3-3 0 15,-3 6 8-15,0 2-8 0,0 2 0 0,-3 1 16 0,0 8-3 16,0 0 0-16,0 2 0 0,0 3-3 16,0 0-1-16,-6 0 0 0,0 3 0 0,0 7-9 15,-3-2 0-15,1 5-12 0,2 6 12 0,-3 2-17 0,3 3 4 16,0-3 1-16,0 5 0 0,0 6 12 0,0 0 0 15,6 2 12-15,-6-7-12 0,6 5 8 0,-3-6-8 16,3-5 0-16,3 3 0 0,-3-5 8 0,3-4-8 16,3 4 0-16,-3-8 0 0,3 2 0 0,0-5 0 15,-3-3-13-15,6 3 5 16,-6-5-40-16,6-1-8 0,-4-2-2 0,1-5-612 16,0 0-122-16</inkml:trace>
  <inkml:trace contextRef="#ctx0" brushRef="#br0" timeOffset="15855.82">15885 2008 1209 0,'6'-8'108'0,"0"3"-87"0,3 5-21 0,0-5 0 16,2 5 183-16,7 0 32 0,0-8 6 0,3 8 2 15,0-6-126-15,3-1-25 0,-1 1-4 0,4-2-2 16,-3 3-28-16,3-8-6 0,-3 5 0 0,-3-8-1 16,-1 8-21-16,1 0-10 0,-6 3 10 0,0-3-10 31,-3 3-36-31,0 5-12 0,-6-6-4 0,-6 6 0 0,0 0-165 0,0 0-34 0</inkml:trace>
  <inkml:trace contextRef="#ctx0" brushRef="#br0" timeOffset="16088.37">16063 1955 1209 0,'0'0'108'0,"0"0"-87"0,0 0-21 0,-6 8 0 0,0-2 119 0,4 1 19 16,-4-1 4-16,3 2 1 0,-3 0-59 0,0 5-11 15,0 3-2-15,3 5-1 0,-6-8-16 0,6 14-3 16,-6-6-1-16,3 8 0 0,3-3-11 0,-6 9-3 15,6 2 0-15,-6 5 0 0,3 0-24 0,0 1-4 16,-3-1-8-16,3-2 11 0,0-1 1 0,0-9 0 16,3 7 0-16,0-11 0 0,1 6-12 0,-1-6 0 15,3 1 0-15,0-3 0 0,-3-3-8 0,0 0 8 16,6-3 0-16,0-4 0 16,0 4-38-16,-3-5-3 0,5-7-1 0,-2 2 0 15,0-3-130-15,-3-5-25 0,0-5-6 0,6-6-1 0</inkml:trace>
  <inkml:trace contextRef="#ctx0" brushRef="#br0" timeOffset="16254.74">16022 2405 1497 0,'0'0'133'0,"0"0"-106"0,0 0-27 0,6-5 0 15,3 5 120-15,-3-8 18 0,2 5 4 0,-2-5 1 16,6 0-55-16,-3 3-12 0,3-3-1 0,0 3-1 16,0-3-18-16,0 3-4 0,3-3-1 0,0 2 0 15,5 1-25-15,-2 2-5 0,3-2-1 0,-3-3 0 16,3 3-20-16,0 0-18 0,-3-1 3 0,-1 4 1 15,-2 2-152 1,3-6-30-16</inkml:trace>
  <inkml:trace contextRef="#ctx0" brushRef="#br0" timeOffset="16384.37">16662 2611 2199 0,'0'0'48'0,"0"0"11"0,6 11 1 0,-9 2 2 0,-3-7-50 0,0 7-12 15,0 0 0-15,-3 0 0 0,-3 0 15 0,-6 3 0 16,-3 0 0-16,-3 5-676 16,1-2-135-16</inkml:trace>
  <inkml:trace contextRef="#ctx0" brushRef="#br0" timeOffset="18445.03">18049 1844 1558 0,'0'0'69'0,"-3"-5"15"0,3 5-68 0,0-8-16 15,-6 3 0-15,3-1 0 0,0-2 14 0,-3 3-1 16,-3 0 0-16,0-3 0 0,3 3 16 0,0 2 3 0,0-2 1 0,-3-3 0 15,0 2-22-15,0-2-11 0,3 8 10 0,1-5-10 16,-4 0 0-16,0 2-8 0,0 3-1 0,3 0 0 16,-3 3 9-16,0 2-13 0,0 0 5 0,-3 3 8 15,6 6 0-15,-6-1 0 0,0 5 0 0,0 1 8 16,3 2 16-16,4 6 2 0,-4-1 1 0,6-2 0 16,-3 2 4-16,3-5 1 0,3-2 0 0,0-1 0 15,0-2-13-15,0 3-3 0,9-6 0 0,0-5 0 16,-1 3-6-16,1-3-2 0,3 0 0 0,3-3 0 15,3 0-8-15,0-5 0 0,-3-5 0 0,3 2 0 16,5-2 0-16,-5 0 12 0,0-3-12 0,0-3 12 16,-3 3-25-16,0 0-5 0,0-5-1 0,-3 8 0 15,-3-9 19-15,-1 6 0 0,1 3 0 0,-3-3 0 16,-6 8 19-16,3-10-3 0,-3 10 0 0,0 0 0 16,0-8 8-16,0 8 0 0,0 0 1 0,0 0 0 15,0 0-10-15,0 0-3 0,0 0 0 0,0 0 0 0,0 0-12 16,0 0 9-16,-6-6-9 0,6 6 8 0,0 0-8 15,-6 0 0-15,0 6-10 0,0 2 10 0,1 5 0 0,-4 5 0 16,0 4 0-16,3 1 0 0,-6 4 0 0,6 5 0 16,-3 2 0-16,0 6-9 0,0 5 9 0,-3 5 0 15,3-2 0-15,0 2 0 0,0-3 0 0,3 1 0 16,-2-6 8-16,2 1-8 0,3-4 0 0,0-2 8 16,-3-2-8-16,0 2 0 0,3-5 14 0,-3-6-2 15,3 1 0-15,-3-9 0 0,-3 3 20 0,3-7 4 16,3 4 1-16,-3-10 0 0,-3 5-6 0,0-2-2 15,3-3 0-15,-3-3 0 0,-3 3-8 0,0-8-1 16,-2 5-1-16,2-5 0 0,0 3-7 0,-9-6 0 0,-3 3-1 16,3-5 0-16,3 0-11 0,1 2 10 0,-10-10-10 15,6 7 10-15,-3-4-23 0,6-1-5 0,-3 1-1 0,4-3 0 32,-4-6-81-32,6 3-16 0,3-2-3 0,3-1-876 0</inkml:trace>
  <inkml:trace contextRef="#ctx0" brushRef="#br0" timeOffset="18792.87">18260 2159 1879 0,'0'0'83'0,"0"0"17"0,9 0-80 0,3 5-20 16,-3-5 0-16,0 3 0 0,3 2 36 0,0-5 2 15,2 0 1-15,-2 6 0 0,3-6 9 0,0 0 1 16,0 0 1-16,0 7 0 0,0-7-23 0,3 0-5 15,-3 0-1-15,-1 6 0 0,-2-6-21 0,3 0 0 0,-3 0 0 0,0 0 0 16,-3 0-11-16,3 0-6 16,-3 0-2-16,-3-6 0 15,0-1-93-15,0 1-20 0,-3 1-3 0,-3 2-1 0</inkml:trace>
  <inkml:trace contextRef="#ctx0" brushRef="#br0" timeOffset="18957.09">18296 2387 1267 0,'0'0'112'0,"0"0"-89"0,6 2-23 0,3 1 0 16,0-1 173-16,0 4 31 0,2-4 5 0,1 1 2 15,-3-6-123-15,6 3-25 0,0 0-5 0,3 3-1 16,-3-3 1-16,3 0 0 0,0 0 0 0,2 0 0 16,-2-3-45-16,-3 3-13 0,0 3 0 0,-3-3-719 15,-3-3-149-15</inkml:trace>
  <inkml:trace contextRef="#ctx0" brushRef="#br0" timeOffset="21317.6">18933 2178 1324 0,'0'0'118'0,"0"0"-94"0,0 0-24 0,0 0 0 16,0 7 42-16,0 1 4 0,-3 3 1 0,0-3 0 16,-3 3-14-16,3 2-2 0,-3 3-1 0,3 2 0 15,-3-5-2-15,0 6 0 0,3 7 0 0,0-7 0 16,0 7-19-16,0-7-9 0,3 2 8 0,0-8-8 15,3 0 0-15,0 1 8 0,0-1-8 0,3-5 0 16,3-3 11-16,3 3-3 0,-3-3-8 0,0 1 12 16,3-6 7-16,6-6 1 0,-4 6 0 0,1-5 0 15,6-3-9-15,-3 0-2 0,0-5 0 0,-3 2 0 16,3 3 0-16,-1-5 0 0,-2 0 0 0,3 0 0 16,-6-6 3-16,0-2 0 0,-3 8 0 0,0-6 0 15,-3-2 14-15,-3 5 3 0,0 0 1 0,0 3 0 16,-3-5 10-16,0-1 3 0,-3 6 0 0,0 0 0 15,-3-1-14-15,3 1-2 0,0 5-1 0,0-5 0 16,-3 8-14-16,3-1-4 0,-3 4 0 0,0-3 0 16,-3 5-8-16,3 0 0 0,-6 0 0 0,3 0 0 15,0 0-18-15,-2 5 4 0,2-5 1 0,-3 8 0 16,-3-3-31-16,3 3-7 0,0 5-1 16,3-7-585-16,3 7-118 0</inkml:trace>
  <inkml:trace contextRef="#ctx0" brushRef="#br0" timeOffset="21469.62">19213 2484 806 0,'0'0'72'0,"6"6"-58"15,-1 2-14-15,1 5 0 0,3-8 192 0,-6 3 36 16,3 5 8-16,-3-5 0 0,0 3-132 0,3-3-26 0,-3-3-6 0,-3 8 0 16,0-7-30-16,0 2-6 0,0-8 0 0,0 5-1 31,0 5-80-31,0-10-16 0,0 0-3 0</inkml:trace>
  <inkml:trace contextRef="#ctx0" brushRef="#br0" timeOffset="21851.34">19531 2252 403 0,'0'0'17'0,"0"0"5"0,0 0-22 0,0 0 0 0,0 0 0 0,0 10 0 15,0-2 381-15,0 5 72 0,0-7 15 0,-3 7 2 16,0 5-352-16,0-4-70 0,0 7-15 0,0-8-2 0,0 0-23 0,3 0-8 16,0 6 0-16,0-6 0 0,0-7 0 0,3 7 0 15,0-5 0-15,3 0 0 16,0-3-38-16,0 0-1 0,3-2 0 0,3 0 0 16,0-6 3-16,3 0 1 0,0-2 0 0,2-3 0 0,-2 3 14 0,0-3 2 15,0-5 1-15,0-1 0 0,-3 1 18 0,0 0 0 16,-3-3 0-16,0 0 0 0,0-2 20 0,-6 4 8 15,-1-4 2-15,1 5 0 0,-3-6 18 0,-3 3 3 16,1 3 1-16,-1 0 0 0,-3-6-16 0,3 6-2 16,0 5-1-16,-3 3 0 0,-3-8-16 0,3 7-3 15,-3 1-1-15,0 2 0 0,0-2-13 0,-3 5 0 16,3 0 8-16,-3 0-8 0,3 0-9 0,-3 0-5 16,3 5-1-16,1-2 0 15,-4 2-42-15,6-5-9 0,-3 6-2 0,3-4 0 16,0 3-143-16,6-5-29 0,0 0-5 0,0 0-2 0</inkml:trace>
  <inkml:trace contextRef="#ctx0" brushRef="#br0" timeOffset="22219.91">19728 2125 1814 0,'0'0'80'0,"8"0"17"0,4 0-77 0,0 0-20 0,3 0 0 0,0 0 0 15,0 0 56-15,0 0 7 0,3 0 1 0,-3 0 1 16,2 0 1-16,1 2 0 0,3-2 0 0,-3 6 0 15,-3-6-26-15,3 5-6 0,-3-3-1 0,-1 4 0 16,-2-1-33-16,0 3 0 0,-3-3 0 0,-3-2 0 16,0 2 0-16,0 3 0 0,-6 3-10 0,0-3 10 15,0 2-21-15,-6 4 3 0,0-1 1 0,0 0 0 0,-6 0 9 16,3 0 8-16,0 1-12 0,1 2 12 16,-1 2-9-16,-3 1 9 0,0-1 0 0,0-2-9 0,3 0 0 15,-3-3 0-15,0 3 0 0,3-5 0 0,0 2 9 0,3 0 0 16,-3 0 0-16,3-5 0 0,0-3 0 0,4 1 0 15,-1 2 0-15,0-3 0 0,3-5 0 0,0 0 12 16,0 0-2-16,6 8-1 0,-6-8 12 0,11 0 3 16,1 3 0-16,3-6 0 0,0 6-3 0,0-3 0 15,3-3 0-15,3-2 0 0,-1-1-11 0,1 4-2 16,-3-6-8-16,3 2 12 0,-3-4-12 0,-3 2 0 16,0 0 0-16,0 3 0 15,-1-3-17-15,-2-3-10 0,-3 3-1 0,0-5-688 0,-6 5-138 16</inkml:trace>
  <inkml:trace contextRef="#ctx0" brushRef="#br0" timeOffset="22571.1">20341 2053 1843 0,'0'0'81'0,"0"0"18"0,0 0-79 0,0 0-20 0,0 0 0 0,0 0 0 15,0 0 91-15,0 0 14 0,0 0 3 0,0 0 1 16,0 0-57-16,0 0-12 0,-6 8-3 0,-3-3 0 15,3 3-24-15,-3 6-5 0,0-6 0 0,0 7-8 16,0 1 0-16,0 3 0 0,3 2-10 0,3-3 10 16,0 4 0-16,0 1 0 0,6-4 0 0,0 2 0 15,0 3 0-15,3 2 8 0,6-4-8 0,-3-4 0 16,6 3 10-16,-3-2-10 0,0-6 12 0,0 6-12 16,0-12 13-16,-1 7-4 0,-2-1-1 0,0-5 0 0,0 2 8 15,0-4 0-15,-3 2 1 0,0-3 0 0,-6 3-8 16,3-5-1-16,-3-3-8 0,0 0 12 0,0 5-3 0,-6 0-1 15,0 0 0-15,-3 3 0 0,-3-2-8 0,-3 2 10 16,-2-3-10-16,2 3 10 0,-3-3-10 0,0-2 0 16,-3 2 0-16,3 0 0 0,0-2 0 0,1 0-12 15,2-3 4-15,-3 0 8 16,6 0-36-16,-3 0 0 0,3-3 0 0,-3 0 0 16,0-2-120-16,0 0-23 0</inkml:trace>
  <inkml:trace contextRef="#ctx0" brushRef="#br0" timeOffset="22760.79">20272 2204 2394 0,'15'-5'106'0,"-3"2"22"0,0 3-103 0,3 0-25 0,0 0 0 0,3 0 0 16,-1 0 52-16,4 0 4 0,-3 0 2 0,0 0 0 15,3-5-15-15,-3 5-3 0,-3 0-1 0,-1-6 0 16,1 6-39-16,-3-7 0 0,3 7 0 0,-3-6 0 15,0 1-42-15,-3 2-13 0,3-2-2 0,0-3-1 16,-3 3-146-16,0-1-28 0</inkml:trace>
  <inkml:trace contextRef="#ctx0" brushRef="#br0" timeOffset="23254.43">21168 1969 1900 0,'0'0'169'0,"0"0"-135"15,0 0-34-15,0 0 0 0,0 0 92 0,0 0 11 16,0 0 2-16,0 0 1 0,0 0-70 0,-3 0-15 0,-3 7-2 0,-3-7-1 15,3 6 0-15,0-6 0 0,-3 2 0 0,1 4 0 16,-4-1-18-16,0 0 0 0,3 3 0 0,-3 0 0 16,3 3 0-16,-3-3-12 0,0 0 0 0,0 2 0 15,3-2 12-15,0 5 0 0,3-5 0 0,1 3 0 16,2 2-10-16,0 0 10 0,0 1-10 0,0-1 10 16,6 0 0-16,0 0 0 0,0 0 0 0,2 1 0 15,4-1 34-15,-3 5 0 0,3-4 0 0,0-1 0 16,0 5-11-16,0-2-3 0,0-2 0 0,3 1 0 15,-6 7-6-15,3-9-2 0,-3 0 0 0,3 0 0 16,-3-5-3-16,0 3-1 0,-3-9 0 0,0 4 0 16,0-1-8-16,-3 0 8 0,0 3-8 0,-3-2 8 15,3-6 9-15,-3 7 2 0,-3-7 0 0,-3 6 0 16,0 2-19-16,-3 0 0 0,6-3 0 0,-6 0 0 16,0 1 0-16,3 1 0 0,-3-4-12 0,0 0 3 15,3-1 9-15,0 4 8 0,-2-6-8 0,2 0 11 16,3 0-23-16,-3-6-5 0,-3 6-1 0,3 0 0 15,3-5-69-15,0 2-13 0,0 3-4 16,0 0-617-16,6 0-124 0</inkml:trace>
  <inkml:trace contextRef="#ctx0" brushRef="#br0" timeOffset="23426.82">21618 2622 2563 0,'0'0'56'0,"0"0"12"0,3 8 3 0,0 3 1 0,-3-4-58 0,-3 7-14 0,-3-6 0 0,-6 5 0 15,-3-3 0-15,-3 4-18 0,-6-1 4 0,-3 5-738 16,-2-4-147-16</inkml:trace>
  <inkml:trace contextRef="#ctx0" brushRef="#br0" timeOffset="25670.46">22189 2133 1785 0,'0'0'159'0,"0"0"-127"0,0 0-32 0,0 0 0 16,0 0 88-16,0 0 12 0,0 0 3 0,9 5 0 15,-9-5-79-15,3 8-16 0,3-3-8 0,0 3 8 16,0 5 12-16,-3 0 4 0,0 6 0 0,3 2 0 16,0-2-24-16,-3 7 0 0,-3-2 0 0,3-3 0 31,0 0-18-31,-3 3-8 0,0-11-2 0,0 6 0 0,0-6 3 0,0 0 0 0,6 1 0 0,-3-7 0 15,-3-1 4-15,6 2 1 0,-6-3 0 0,3-5 0 16,-3 0 20-16,6 3 0 0,-1 2 12 0,4-5-4 31,3-5-27-31,-3 2-5 0,3-2-2 0,3-3 0 0,0-3 18 0,0 3 8 0,0-5-8 0,3 0 8 16,-4-6 20-16,-2 1 10 0,0 5 2 0,-3 5 0 16,-3 0 3-16,0 2 1 0,-3 1 0 0,-3 5 0 15,0 0 18-15,0 0 4 0,0 0 1 0,0 0 0 16,0 0-21-16,3 5-4 0,-3 9-1 0,0-1 0 15,0-8-33-15,0 8 0 0,-3-5 0 0,3 3 0 0,3-3 0 16,0 0 0-16,-3-3 0 0,0-5-12 0,0 0 12 16,9 5 0-16,-3 3 0 0,0-2 0 0,3-6 0 0,-3 0 0 15,6-6 12-15,0 1-12 0,-1 0 20 0,1-3-4 16,0 0 0-16,-3 0 0 0,3-8 3 0,0 0 0 16,-3 3 0-16,0 0 0 0,0-6 0 0,0 6 0 15,0-6 0-15,-3 1 0 0,-3-3 1 0,0 2 0 16,0-2 0-16,-3 2 0 0,2-2-11 0,1-3-1 15,-3 3-8-15,0 3 12 0,0-1-12 0,0 3-13 16,0 3 2-16,0 0 1 16,0 2-27-16,-3 3-6 0,1 0-1 0,-1 3 0 15,0 5-97-15,3 0-20 0,-6 0-4 0,0 0-501 16,0 0-100-16</inkml:trace>
  <inkml:trace contextRef="#ctx0" brushRef="#br0" timeOffset="25906.71">22731 2244 1897 0,'0'0'41'0,"0"0"9"0,9 0 2 0,6 0 2 0,3 5-43 0,-1-5-11 0,4 0 0 0,-3 3 0 15,0-3 44-15,-3 0 8 0,-3 5 0 0,3-5 1 16,-3 0-17-16,2-5-4 0,-2 2-1 0,0 3 0 0,0 0-13 0,-3 0-2 15,3 0-1-15,0-5 0 0,-3 5-28 0,3 0-6 16,3-6-1-16,-3 4 0 16,-1 2-108-16,1-6-23 0,0-1-4 0,3 1-658 15</inkml:trace>
  <inkml:trace contextRef="#ctx0" brushRef="#br0" timeOffset="26102.89">22883 2400 1911 0,'0'0'84'0,"0"0"19"0,0 0-83 0,0 0-20 0,6 5 0 0,-3 3 0 15,-3-8 40-15,9 0 3 0,-1 5 1 0,1 3 0 16,-3-2 12-16,6-6 4 0,3 0 0 0,-3 2 0 16,6 3-29-16,0 1-6 0,-6-6-1 0,3 0 0 31,-1 0-43-31,-2 0-9 0,0 0-1 0,0 0-995 0</inkml:trace>
  <inkml:trace contextRef="#ctx0" brushRef="#br0" timeOffset="28195.96">23404 2069 633 0,'0'0'56'0,"0"0"-44"0,0 0-12 0,0 0 0 15,0 0 176-15,0 0 32 0,3 11 8 0,-3-3 0 16,-3-3-111-16,3 8-22 0,-3 0-5 0,0 6-1 15,0 2-25-15,0-2-6 0,0 7-1 0,-3 0 0 16,0 1-22-16,-3 5-5 0,3-1-1 0,0 4 0 16,-3-9-17-16,0 6 10 0,3-11-10 0,0 3 8 15,0 2-8-15,0-7 0 0,0-3 0 0,0 2 0 16,6-4-33-16,-3-1-3 0,0-5 0 16,3 2-512-16,0-4-102 0</inkml:trace>
  <inkml:trace contextRef="#ctx0" brushRef="#br0" timeOffset="28743.44">23499 2257 806 0,'0'0'36'0,"0"0"7"0,0 0-35 0,0 0-8 16,0 0 0-16,-6 5 0 0,3 3 242 0,-3-3 46 16,3-2 10-16,0 8 2 0,0-6-194 0,0 6-38 0,0-1-8 0,3-2-2 15,0 11-10-15,3-6-3 16,0 0 0-16,3-5 0 0,0 3-45 0,-3-6 0 0,6 3 0 15,-3-3-10-15,3-2 10 0,0 2-12 0,0-5 12 16,0 0-12 0,-9 0-19-16,8 0-4 0,4-5-1 0,-3 2 0 15,-9 3-1-15,6-11-1 0,3-2 0 0,-3 5 0 0,-3 3 15 0,0-3 3 0,3-5 1 0,-3 8 0 16,0-9 19-16,-3 6 0 0,-3-5 8 0,3 8-8 16,0-8 41-16,0 2 3 0,-3 3 0 0,3 0 0 15,0-2-18-15,3 2-3 0,-6 0-1 0,3 2 0 16,3-7-10-16,0 8-1 0,0-3-1 0,0 3 0 15,3-1-10-15,0 4 0 0,0-4 0 0,0 1 0 16,0 3 0-16,0 2 0 0,3-6 0 0,0 6-11 16,-4 0 11-16,1 6 0 0,-6-6 0 0,9 0 0 15,0 7 0-15,-3-1 8 0,0-1 0 0,0 3 0 16,0-3 10-16,-3 9 2 0,0-1 1 0,0 0 0 16,0 0-21-16,-3 0 0 0,3 3 0 0,0 0 0 15,0 5 0-15,3-2 0 0,-3-3 0 0,3-3 0 0,0 0-8 16,0-2 0-16,3 2 0 0,3-8 0 0,-1 3 25 0,4-8 6 15,0 6 1-15,0-6 0 0,0-6-8 0,0 1 0 16,0 2-1-16,0-2 0 0,-6-3-3 0,2 3-1 16,-5-3 0-16,3-3 0 0,-6 3 16 0,0-5 3 15,-3 0 1-15,-3 2 0 0,0 3-6 0,-3-5-1 16,3 0 0-16,-3 0 0 0,1-1-7 0,-1 1-1 16,-3-5-1-16,6 4 0 0,-3 1-15 0,0 3 0 15,0 2 0-15,0 0 0 0,0 2-16 0,3-1 0 16,-3 1 0-16,-3 1 0 15,3 2-110-15,-6 3-22 0,0 0-4 0</inkml:trace>
  <inkml:trace contextRef="#ctx0" brushRef="#br0" timeOffset="31903.27">24180 2172 1825 0,'0'0'40'0,"0"0"8"0,0 0 1 0,0 0 3 0,0 0-41 0,6 6-11 0,-3 1 0 0,3-1 0 16,-3 2 20-16,0 2 1 0,-3 4 1 0,0-1 0 15,0 0-11-15,0 8-3 0,0-2 0 0,0-1 0 16,-3 9-8-16,3-6 8 0,-3 0-8 0,0 3 8 15,0-6-8-15,0-2-9 0,0-3 9 0,0 1-13 16,3-1-5-16,0-3-1 0,-3-4 0 0,3 2 0 0,0-8-2 0,-2 2-1 16,2-2 0-16,0 0 0 15,0 0-4-15,0 0-1 0,0 0 0 0,0 0 0 0,0 0 27 0,2-2-10 16,-2-9 10-16,3 1 0 0,0 4-20 0,3-7 2 16,0 0 1-16,0-6 0 0,0-7 27 0,0 7 6 15,3-7 0-15,0 5 1 0,0 2 25 0,0 1 5 16,-3 4 1-16,3-4 0 0,-3 5 3 0,0 5 1 15,0 0 0-15,0-3 0 0,0 3-39 0,0 0-13 16,-1 6 9-16,1-1-9 0,-3 3 0 0,3-5 0 16,3 2 0-16,0 3 0 0,-3 3 0 0,0 2-16 15,3-5 4-15,0 0 1 16,0 3-13-16,3-1-4 0,-3 6 0 0,0-8 0 16,0 6 0-16,0-6 0 0,-1 0 0 0,-8 0 0 15,0 0-6-15,9 0-2 0,0 0 0 0,-3 0 0 0,-6 0 28 0,6 0 8 0,3-6 0 0,-9 6 0 16,6 0 0-16,0-8 0 0,3 3 0 0,-6 5 0 15,0-8 18-15,-3 8 4 0,0-5 1 0,0-1 0 16,0 6 21-16,-3-7 5 0,0 1 1 0,0 6 0 16,-3-8-10-16,3 8-1 0,-3 0-1 0,0-5 0 15,-3 5-14-15,0 0-2 0,0 0-1 0,-2 0 0 16,-1 0-21-16,-3 5 0 0,6 3 0 0,-3-2 0 16,0 1 0-16,0-1 0 0,3 2 0 0,0 2 0 15,-3 4 0-15,6-1 0 0,0-5 0 0,0 5-8 16,6-5 8-16,-3 2-8 0,3 4 8 0,0-1-8 15,0-8 8-15,3 8 0 0,0 1 0 0,0-6 0 16,0 0 0-16,0 2-10 0,3-7 10 0,-3 2-10 0,-3-5-1 16,9 0 0-16,0 0 0 0,0-8 0 0,0 3 3 0,0 0 0 15,3-3 0-15,-3 0 0 0,3 2 8 16,0-2 0-16,-1 3 0 0,1-3-8 0,-6 3 8 0,0-6 0 16,0 9 0-16,0-4 0 0,-3-2 0 0,-3 8 17 15,0 0-2-15,0 0-1 0,0 0 15 0,0 0 3 16,0 0 1-16,0 0 0 0,0 0-10 0,0 0-3 15,0 0 0-15,0 0 0 0,0 0-20 0,0 0 0 16,0 0 0-16,0 0 0 0,3 14 0 0,0-9 0 16,-3-5 0-16,6 8 0 15,0-8-21-15,3 5-9 0,-3 3-2 0,6-8 0 0,0 0 9 0,0 0 2 16,0 0 0-16,-1-5 0 0,4 2 21 0,-6 1-9 0,3-1 9 16,-6 3 0-16,3-5 0 0,0 2 16 0,-6-2-2 0,3 5 0 15,-6 0 20-15,3-6 4 0,0 1 1 0,0 2 0 16,0-2-3-16,-3 0-1 0,0-3 0 0,-3 3 0 15,3 2-3-15,-6-2-1 0,3-3 0 0,-3 2 0 16,3 1-31-16,0 3-18 0,3 2 2 0,-6-6 1 16,0 6 15-16,3-5-11 0,3 5 11 0,-6 5-10 15,-3-5-4-15,3 0-1 0,6 0 0 0,0 0 0 16,-6 8 6-16,0 3 1 0,6-3 0 0,0-3 0 16,0 8 8-16,3-5-13 0,0 5 5 0,0-2 8 15,3-3-8-15,0 5 8 0,0 0 0 0,3 1 0 16,0-9 0-16,0 3-11 0,0-3 11 0,0-2-8 15,0 2 8-15,0-5 0 0,0-8 0 0,-3 8 0 16,2-5 0-16,4-3-10 0,-3-3 10 0,0 3 0 16,3 0 0-16,-3-5-8 0,0 0 8 0,0 2 0 0,3-2 0 0,-3 0 0 15,0 0 0-15,0-6 9 0,0 3-9 0,-3 0 0 16,-1 1 0-16,1 1-11 0,0-10 11 0,0 9 14 16,-3-4-3-16,3 1-1 0,-3-4 4 0,3 4 1 15,-3 5 0-15,0-6 0 0,-3 11-3 0,3-5 0 16,-3 8 0-16,3-3 0 0,-3-3-1 0,0 11-1 15,0 0 0-15,0 0 0 0,0 0-10 0,0 0 0 16,0 0 9-16,0 0-9 0,0 0 0 0,0 0 0 16,0 0 0-16,0 0 0 0,0 0 0 0,0 0-13 15,-3 11 5-15,0-3 8 0,0 5-12 0,-3 5 12 16,3 1-12-16,-3 2 12 0,3 6 0 0,-3-4 0 0,0 4 0 16,3-1 12-16,0 1-12 0,0-6 0 0,3 3-12 0,-2-8 12 15,2 2 0-15,0 1 0 0,-3-6 0 0,3 0 0 16,0 0 0-16,0 1 0 0,0-6 0 0,3 2 8 15,-3-7-17-15,0-3-4 0,0 0-1 0,0 0 0 32,0 0-54-32,0 0-10 0,5-8-2 0,1-5-889 0</inkml:trace>
  <inkml:trace contextRef="#ctx0" brushRef="#br0" timeOffset="32238.6">25187 1852 1152 0,'0'0'102'0,"0"0"-82"0,0 0-20 0,0 0 0 0,0 0 147 0,0 0 25 15,0 0 4-15,0 0 2 0,0 0-78 0,0 0-15 16,0 0-3-16,0 0-1 0,0 0-26 0,0 0-6 16,0 0-1-16,0 0 0 0,0 0-32 0,0 0-6 15,0 0-2-15,0 0 0 0,-3 5-8 0,0 9 0 16,-6 7 0-16,0-3 0 0,0 1 0 0,-3 7 0 15,0 1-11-15,0-1 11 0,-3 6 0 0,3-3 8 16,-6 8 0-16,1-5 0 0,-1 8 13 0,-3-1 3 16,3 1 1-16,0 5 0 0,0 0-13 0,0-5-4 15,1-1 0-15,-1 1 0 0,0-3-8 0,3 3 8 16,-3-9-8-16,3 4 8 0,0-3-8 0,3-1 0 16,1-2 9-16,-1 3-9 0,3-5 0 0,3-1 9 0,-3-2-9 15,3-3 0-15,0-2 0 0,3-6-20 0,3-5 2 16,-3 0 1-1,0 2-131-15,3-10-25 0,0 0-6 0</inkml:trace>
  <inkml:trace contextRef="#ctx0" brushRef="#br0" timeOffset="32525.95">25187 2307 1670 0,'0'0'148'0,"0"0"-118"0,0 0-30 0,0 0 0 15,0 0 152-15,0 0 24 0,0 0 4 0,0 0 2 16,0 0-110-16,0 0-21 0,-9 3-5 0,0 2-1 0,0 0-28 0,-3 3-5 16,-3 6-2-16,3-1 0 0,-3 0-10 0,0 0 0 15,6-2 0-15,0 10 0 0,1-8 0 0,2 6-19 16,3-6 3-16,6 6 1 0,0 2-3 0,5-8-1 16,1 5 0-16,3-4 0 0,0-1 19 0,3 0 0 15,-3 0 0-15,0 1 0 0,0-6 17 0,-3-1-2 16,-3 4-1-16,0-6 0 0,-3 3 4 0,-3-8 1 15,0 6 0-15,-6 1 0 0,-6 7-19 0,0-9 0 16,-9 0 0-16,-6 6 0 16,-3-1-32-16,-2-4-4 0,-1 2-1 0,0-6-1050 0</inkml:trace>
  <inkml:trace contextRef="#ctx0" brushRef="#br0" timeOffset="32909.37">25231 2990 1965 0,'0'0'43'0,"0"0"9"0,0 0 1 0,0 0 3 0,0 0-44 0,0 0-12 15,0 0 0-15,3 5 0 0,-3-5 76 0,0 0 12 16,-3 8 4-16,3-3 0 0,-3 6-32 0,-6-8-5 16,0 7-2-16,0-7 0 15,-2 2-98-15,-1 0-20 0,-9 1-4 0</inkml:trace>
  <inkml:trace contextRef="#ctx0" brushRef="#br0" timeOffset="35494.64">3818 3450 921 0,'0'0'40'0,"0"0"10"0,0 0-40 0,0 0-10 16,0 0 0-16,0 0 0 0,0 0 129 0,0 0 24 15,6 8 5-15,-6 3 1 0,0 2-123 0,0 8-24 0,0 0-4 0,-6 8-8 16,3 6 19-16,-3-1-3 0,0 6 0 0,3 2 0 16,-3-2-8-16,6 0-8 0,0-3 12 0,0-3-12 15,-6-2 9-15,12-3-9 0,-6-5 0 0,3-3 9 16,3-3-9-16,0-4 0 0,0-4 0 0,3 1 0 16,-3-1 8-16,3-10 0 0,0 3 0 0,0-3 0 15,2-3 36-15,1-2 8 0,3-3 0 0,-3 0 1 16,6-2 2-16,-3-4 0 0,-3 1 0 0,3-5 0 15,-3 2-55-15,5-3 0 0,-5 6 0 0,6-6 0 16,-12 6 9-16,3-8 7 0,3 3 2 0,-3 4 0 16,0-4 0-16,0-6 0 0,0 0 0 0,0 0 0 15,3 3-10-15,-4-5-8 0,1 2 12 0,0 3-12 16,-3 2 0-16,3-2 0 0,-3 3 0 0,0 4 0 16,0 1 0-16,-6 0 0 0,3 2 0 0,-3 3 0 15,0 0 0-15,3 3 0 0,-3 0 0 0,0 5 0 16,0 0 0-16,0 0 0 0,0 0-10 0,0 0 10 15,0 0-130-15,0 0-18 0,0 0-4 16</inkml:trace>
  <inkml:trace contextRef="#ctx0" brushRef="#br0" timeOffset="35877.18">4243 3918 1094 0,'0'0'97'0,"0"0"-77"15,0 0-20-15,0 0 0 0,0 0 84 0,0 0 12 16,0 0 4-16,0 0 0 0,0 0-32 0,0 0-5 0,0 0-2 0,0 0 0 16,0 0-14-16,0 0-3 0,0 0-1 0,0 0 0 15,-8 8-31-15,2-8-12 0,-3 6 8 0,0-4-8 32,0 4-17-32,0 2-9 0,0-3-2 0,3 0 0 0,0 3 19 0,3-5 9 0,-3 2-10 0,0 0 10 15,6 1-11-15,0 2 11 0,3-3-12 0,0 3 12 16,3 0 0-16,-3 2 0 0,3-7 0 0,6 8 0 15,0-6 19-15,0 5-3 0,0 1 0 0,-3-6 0 16,5 3-2-16,-5 5-1 0,3-10 0 0,-6 5 0 16,3 0-13-16,0-3 0 0,-3 6 0 0,-3-1-10 15,0-4 10-15,-3 2 0 0,0-3 0 0,0 3 8 16,-3 5 1-16,0-8 1 0,-3 6 0 0,0-3 0 16,-3 3 7-16,3-1 2 0,-3-2 0 0,3 0 0 15,-3 3 1-15,0-9 0 0,4 4 0 0,-4-1 0 16,3-5-8-16,0 0-2 0,0 0 0 0,0 0 0 15,3 0-10-15,-3-5-9 0,0-1 9 0,3-4-902 16</inkml:trace>
  <inkml:trace contextRef="#ctx0" brushRef="#br0" timeOffset="36430.21">4532 3760 1152 0,'0'0'102'0,"0"0"-82"15,0 0-20-15,6 0 0 0,-6 0 65 0,6 2 9 16,-6-2 2-16,3 3 0 0,3-3-39 0,3 5-7 16,3-5-2-16,-6 0 0 0,3 0 16 0,6 0 4 15,-6 0 0-15,2 0 0 0,4 0-11 0,0 0-1 16,0 0-1-16,0 0 0 0,0-5-15 0,0 5-2 15,3-3-1-15,-4 3 0 0,1-2-8 0,0 2-1 16,-9-3-8-16,9 3 12 0,-12 0-12 0,3 0 8 16,0 0-8-16,0 0 0 0,-6 0 0 0,0 0-8 15,0 0-1-15,0 0 0 16,0 0-99-16,0 0-19 0,0 0-4 0</inkml:trace>
  <inkml:trace contextRef="#ctx0" brushRef="#br0" timeOffset="36633.35">4595 3998 1670 0,'0'0'148'0,"0"0"-118"0,0 0-30 0,9 0 0 16,-3-3 61-16,3 1 7 0,-1 2 0 0,4-6 1 16,0 4-12-16,0 2-2 0,3-3-1 0,-3 0 0 15,3 3-7-15,0 0-2 0,0-5 0 0,-1 2 0 16,1 1-26-16,0-1-6 0,3 3-1 0,-6 0 0 15,0 0-26-15,0-5-6 0,-3 2 0 0,0 1-655 16,-3-1-130-16</inkml:trace>
  <inkml:trace contextRef="#ctx0" brushRef="#br0" timeOffset="38760.11">5309 3725 1447 0,'0'0'64'0,"0"0"13"16,6-2-61-16,0-1-16 0,3 0 0 0,0 3 0 0,6 0 44 0,-9 0 5 16,3 0 2-16,3 6 0 0,-4 2-5 0,7-8-1 15,-12 5 0-15,6 3 0 0,3 0-36 0,-6 2-9 16,0 4 0-16,-3-4 0 0,3 6 8 0,-6-3 0 15,6 1 0-15,-12-1 0 0,0 3-18 0,3-3-4 16,-3 3-1-16,0-3 0 16,-3 3-10-16,-3 0-3 0,3-3 0 0,-3 3 0 15,1 2-4-15,-4-4 0 0,3-1-1 0,-3 0 0 0,0 0 21 0,0 0 4 16,3 1 8-16,0-4-13 0,3 1 13 0,0-1-9 16,1-7 9-16,2 5-8 0,-3 0 28 0,3-5 5 15,6-3 2-15,0 0 0 0,-3 2 17 0,3-2 4 0,0 0 1 16,0 0 0-16,0 0-17 0,0 0-3 0,0 0-1 15,0 0 0-15,0 0-16 0,0 0-3 0,0 0-1 0,0 0 0 16,9 0 20-16,6 0 3 0,-7 0 1 16,4 0 0-16,3-2-16 0,0-1-4 0,0-2 0 0,0-1 0 15,0-2-12-15,0 3 0 0,3-3 0 0,-1 0 0 16,-2-2-16-16,3-4-7 0,-3 7-1 0,3-7 0 31,-3 1-43-31,-3 3-9 0,3 2-1 0,-7-6-1 16,7 4-13-16,-3 2-2 0,-3 0-1 0,3-3 0 15,3 3 43-15,-9 0 9 0,3 0 2 0,0 3 0 0,0-3 40 0,-3 6 0 0,0-1 0 0,-6 3 0 16,0 0 19-16,0 0 9 0,0 0 1 0,0 0 1 16,0 0 21-16,0 0 4 0,0 0 1 0,6 8 0 15,-6 2 7-15,-6 1 1 0,6 2 1 0,-3 1 0 16,6-4-29-16,-3 3-7 0,0 1-1 0,6-6 0 16,-3 2-16-16,2-7-3 0,1 7-1 0,0-7 0 0,0 0 4 0,3-1 0 15,0-2 0-15,0-2 0 0,0-1 12 0,0 0 2 16,0-5 1-16,0 3 0 0,3-5-15 0,-6 2-4 15,0 0 0-15,0-3 0 0,0 3 0 0,-3-5-8 16,3 5 12-16,-1-3-4 0,1 3-8 0,0-5 0 16,-6 5 0-16,0-2-11 0,0 2 11 0,-6-3 0 15,6 3 10-15,-6 0-10 0,3 3 21 0,-2 0-1 16,2 2-1-16,-3-2 0 0,0-1 1 0,0 4 0 16,6 2 0-16,-6-3 0 0,3 3-20 0,3 0 0 15,0 0 8-15,-9 3-8 0,0-3 0 0,3 2 0 16,0 4-11-16,0-6 11 0,6 0-21 0,-3 8 2 0,-3-3 1 15,6-5 0 1,0 0-90-16,0 0-17 0,0 5-4 0,0-5-699 0</inkml:trace>
  <inkml:trace contextRef="#ctx0" brushRef="#br0" timeOffset="39199.11">6020 3747 1879 0,'0'0'83'0,"0"0"17"16,0 0-80-16,0 0-20 0,0 0 0 0,0 0 0 0,0 0 14 0,6 5-2 15,0 0 0-15,-6-5 0 0,0 8 5 0,6-3 1 16,-3 3 0-16,0 0 0 0,0 3-18 0,0-6 10 16,3 8-10-16,-3-5 8 15,0 3-8-15,0 2 0 0,0 0 0 0,0 1 0 0,-3-1 0 0,3-5 8 16,-3 2-8-16,3 3 0 0,0-5 0 0,-3 0 8 15,3 0-8-15,-3 3 0 0,6-6 0 0,-6-5 0 16,3 8 8-16,0-3-8 0,-3-5 0 0,0 0 0 16,3 8 0-16,-3-8 8 0,0 0 0 0,0 0 0 15,3 3 0-15,-3-3 0 0,0 0 8 0,0 0 2 16,0 0 0-16,0 0 0 0,0 0 24 0,0 0 5 16,9-3 1-16,-3-2 0 0,6-3-10 0,-6-2-2 15,3-1 0-15,-4-2 0 0,4-3-17 0,-3 0-4 16,3 0-1-16,-3 0 0 0,0 3-6 0,3-6 0 15,0 4-8-15,-3-1 12 0,3 0-4 0,3 0-8 0,-3 0 11 16,0 3-11-16,0 0 8 0,-6-1-8 0,6-4 0 16,-1 5 0-16,1 2 0 0,-3 0 0 0,-3 6 0 0,0-5 0 15,6 2 13-15,-9 2-4 0,0 4-1 0,0-6 0 16,6 3-17-16,-6 5-4 0,0 0-1 0,0 0 0 31,0-6-118-31,0 6-23 0,0 0-5 0</inkml:trace>
  <inkml:trace contextRef="#ctx0" brushRef="#br0" timeOffset="39724.61">6809 3553 1324 0,'0'0'118'0,"0"0"-94"0,0 0-24 0,0 0 0 16,-3 8 79-16,0 0 11 0,-3 3 2 0,0-1 1 15,-3 1-37-15,1 8-8 0,-1-6-2 0,3 3 0 16,-3 7-15-16,3-4-3 0,0 7-1 0,-3-7 0 16,3 7-11-16,3-2-1 0,0 0-1 0,0 0 0 15,3 0-5-15,3-1-1 0,0-4 0 0,3-1 0 16,3 4-8-16,0-9 10 0,3 3-10 0,0-6 10 16,-1-2-10-16,4 0 0 0,-3 0 0 0,3 0-11 15,-3-8-49-15,0 0-11 16,0 0-1-16</inkml:trace>
  <inkml:trace contextRef="#ctx0" brushRef="#br0" timeOffset="40109.65">7166 3588 1922 0,'0'0'85'0,"0"0"18"0,9 0-83 0,-9 0-20 15,0 0 0-15,0 0 0 0,0 0 22 0,0 0 0 0,0 0 0 0,0 0 0 16,-9 5 4-16,6 3 1 0,0 5 0 0,-2-2 0 15,-7 2-27-15,3 3 0 0,9 2 0 16,0 4 0-16,-6 1 0 0,3-4 0 0,3 2 0 0,3-8 0 16,-3 6 0-16,-3-6 0 0,-3 3 0 0,3-3 0 15,6-2 0-15,-3 2 0 0,-3-10 0 0,0 7 0 16,6-4 8-16,-3-6-8 0,0 0 0 0,-3 7 8 16,3-7-8-16,0 0 0 0,0 0 0 0,0 0-11 15,-6 3 11-15,6-3 0 0,0 0-9 0,0 0 9 16,0 0 0-16,0 0 0 0,0 0 0 0,0 0 0 15,0 0 9-15,0-8-9 0,0 0 10 0,0-5-10 16,6 0 0-16,0 0 0 0,-6-1 0 0,6-4 0 16,0-1-10-16,0 3 10 0,3-2-8 0,-3 5 8 15,-6-1 0-15,6 1 0 0,2 3 0 0,-2 2 0 16,-3-3 0-16,6 0-8 0,0 6 8 0,3-3 0 16,-3 3 0-16,0 0-8 0,-3-1 8 0,6 4 0 15,0 2-14-15,0-6 2 0,-12 6 1 0,6-2 0 16,6 2-139-16,-7 0-28 0,-5 0-6 15,0 0 0-15</inkml:trace>
  <inkml:trace contextRef="#ctx0" brushRef="#br0" timeOffset="40927.75">7405 3588 1094 0,'0'0'97'0,"0"0"-77"16,0 0-20-16,0 0 0 0,11 5 108 0,-2 3 17 16,-6-3 4-16,0 3 1 0,0-2-49 0,0-1-9 15,3 3-3-15,-6 0 0 0,-6 0-19 0,3 2-4 16,6 3-1-16,-3 1 0 0,-6-1-23 0,0 0-5 0,6 6-1 15,-3-6 0-15,0 0-16 0,0 0 8 0,-2 1-8 0,2-7 0 16,3 4 8-16,0 2-8 0,-6-7 0 0,3 2 0 16,3-8 8-16,0 5-8 0,0-5 0 0,0 0 0 15,-3 2 0-15,3-2 0 0,0 0 0 0,0 0 0 16,-9 6-21-16,9-6 1 0,0 0 1 0,0 0 0 16,0 0 6-16,0 0 1 0,0 0 0 0,0 0 0 15,9-8 12-15,-6 3 0 0,3-9 0 0,0 4 0 16,2 2 0-16,1-5 0 0,-6-1 0 0,0 1 0 15,6 3 10-15,-3-1-10 0,3-2 8 0,-6 2-8 16,0 3 20-16,3-2 0 0,3 4-1 16,-3 4 0-16,-3-6 3 0,0 5 1 0,3 0 0 0,3 3 0 15,-9 0-11-15,6 0-1 0,-6 0-1 0,9 3 0 16,0 0-10-16,0 5 0 0,-9 0 0 0,2 2 0 16,7-2-9-16,-6-3 9 0,-6 3-12 0,0 0 12 15,3 3-13-15,0-8 4 0,-3 7 1 0,0-7 0 16,-2 2 8-16,5-5 0 0,0 0 0 0,0 0 0 0,-6 8 0 15,6-8 0-15,0 0 0 0,0 0-8 0,0 0 8 0,0 0 0 16,0 0 0-16,0 0 0 0,9 0 0 0,-4-3 0 16,-5 3-9-16,9-8 9 0,6-2 0 0,0-3 0 15,-9-3 0-15,6 0 0 0,0 0 0 0,3-3 0 16,-3 6 0-16,-3 0 0 0,-6 0 0 0,6 5 0 16,2 3 0-16,-2-6 0 0,-6 8 0 0,3-2 10 15,3 0-2-15,0 2-8 0,-6 3 11 0,-3 0-11 16,0 0 10-16,6 3-10 0,6 2 0 0,-6 0 0 15,-6 3 0-15,0 3 0 0,9-3 0 0,-6 5 0 16,-6-5 0-16,3 2 0 0,0 4 0 0,0-4 8 0,3 1-8 16,-3-3 0-16,-3 2 0 0,3-4 0 0,6 2 0 15,-3-3 0-15,-3 3 0 0,0-8 0 0,6 3 0 16,0-1 0 0,3 1-23-16,-3 2-7 0,-6-5-2 0,12-8 0 15,5 3-19-15,-5-3-4 0,0 3-1 0,0-9 0 16,3 1 23-16,0 0 4 0,-3 0 1 0,-3 2 0 0,0-2 40 0,0 5 9 0,2-3 2 0,-5 3 0 15,-6 1 15-15,3 1 3 0,0 6 1 0,-3 0 0 16,0-8 22-16,0 8 4 0,0 0 0 0,0 0 1 16,0 0-34-16,0 0-7 0,0 0-2 0,0 0 0 15,0 0-26-15,0 0 0 0,-6 8 0 0,6-8 0 16,3 6 0-16,0-1-12 0,-3 3 0 0,6-3 1 16,-3 3 11-16,6-3 0 0,3 3 0 0,-3-3 0 15,-3 3 0-15,0-8 14 0,9 6-2 0,-9 2 0 16,0-6-12-16,0 9 0 0,0-6 8 0,3-2-8 0,-3 2 0 15,-6-5 0-15,-3 5-12 0,3 3 12 0,3 3 0 16,-6 0 0-16,-9-1 0 0,3 3 0 0,0 1 0 0,0-1 0 16,-3 0 0-16,0-5 0 15,-6 3-24-15,6 2-2 0,6-5 0 0,-3 0 0 16,-5 2-96-16,2-7-19 0,9 2-4 0</inkml:trace>
  <inkml:trace contextRef="#ctx0" brushRef="#br0" timeOffset="41163.18">8232 3371 864 0,'9'0'76'0,"0"0"-60"0,-9 0-16 0,15 0 0 16,6 2 292-16,-4 4 55 0,-2-6 11 0,3 5 2 16,0 3-264-16,-3 5-52 0,3-5-12 0,-3 5-1 15,-3 1-7-15,-3 1-2 0,2 7 0 0,-2-1 0 16,-6 3-11-16,0-3-3 0,-6 11 0 0,0-6 0 15,-6 6-8-15,1-3 0 0,-7 0 0 0,-3 3 0 16,3-3 0-16,-9 3 0 0,0-6-12 0,-3 0 12 16,1 6-32-16,-4-5 0 0,-3 4 1 0,-3-4-986 15</inkml:trace>
  <inkml:trace contextRef="#ctx0" brushRef="#br0" timeOffset="43029.75">8902 4135 1843 0,'0'0'164'0,"0"0"-132"0,0 0-32 0,0 0 0 15,6 6 92-15,-3 2 11 0,3-3 2 0,-3 3 1 32,3-3-126-32,-6-5-26 0,0 0-5 0,3 8-1 15,-3-8-80-15,6 0-17 0</inkml:trace>
  <inkml:trace contextRef="#ctx0" brushRef="#br0" timeOffset="43245.21">9515 3397 2016 0,'18'-10'89'0,"-3"7"19"16,6-2-87-16,5 5-21 0,7-8 0 0,-3 3 0 0,6-3 50 0,-4 2 6 15,4 1 0-15,-6 0 1 0,-3 2-40 0,-4-8-8 16,-2 9-1-16,0-3-8 0,-3-1-13 0,0 4-10 15,-6-4-1-15,0 6-627 16,-6-8-125-16</inkml:trace>
  <inkml:trace contextRef="#ctx0" brushRef="#br0" timeOffset="43478.83">9691 3424 691 0,'0'0'61'0,"-3"2"-49"0,0 1-12 0,0 5 0 15,0-3 263-15,0 8 49 0,3 1 11 0,-3-1 1 16,0 8-243-16,3-2-49 0,-3-1-9 0,3 9-3 16,-3-1 19-16,3 1 3 0,0 4 1 0,0 4 0 15,0-4-27-15,-3 1-4 0,0 3-2 0,0-9 0 16,-3 6-10-16,0-3 0 0,0 0 0 0,-3-3 0 16,0 1-49-1,3-1-6-15,-6-4-1 0,0 1 0 0,0 4-32 0,4-9-8 16,-4-2 0-16,3 0-413 0,3 0-83 0</inkml:trace>
  <inkml:trace contextRef="#ctx0" brushRef="#br0" timeOffset="43800.75">9658 3895 1267 0,'0'0'112'0,"0"0"-89"16,9-6-23-16,3 4 0 0,0-4 156 0,2 6 26 15,1-5 6-15,6 3 0 0,-3-4-129 0,3 6-27 16,-3-8-4-16,6 6-2 0,-4-1-14 0,1-5-4 15,3 3 0-15,-3-1 0 0,0 1-8 0,0-3 0 16,-1 3 0-16,-2 2 0 16,3-7-26-16,-6 2-4 0,0 2-1 0,-3-1 0 15,-3-1-4-15,3 2-1 0,-4 1 0 0,-2 2 0 0,0-2 26 0,-6 5 10 16,6 0-8-16,-6 0 8 0,0 0 0 0,0 0 9 16,0 0 0-16,6 0 0 0,-3 5 11 0,3 3 1 15,-3 0 1-15,0 5 0 0,0 1-3 0,-3 2-1 16,-3-1 0-16,0 4 0 0,0 0 8 0,0 2 2 15,-3-3 0-15,3 1 0 0,-3 2-15 0,3-8-2 0,0 0-1 16,-3 1 0-16,3-4-10 0,1 1 10 0,-4-1-10 0,6-4 10 16,-6 2-21-16,6-8-4 0,0 0-1 0,0 0 0 31,0 0-124-31,-6 0-26 0</inkml:trace>
  <inkml:trace contextRef="#ctx0" brushRef="#br0" timeOffset="44738.75">10086 3651 1818 0,'0'0'80'0,"0"0"17"0,0 0-77 0,0 0-20 0,0 0 0 0,0 0 0 0,6 8 32 0,-3-5 4 16,3 2 0-16,0 3 0 0,3 3-2 0,0 2 0 15,0 0 0-15,0-5 0 16,0 3-20-16,0-3-4 0,3 0-1 0,-3 2 0 0,3-5-9 16,-3 3 0-16,2-2 0 0,1 2 0 0,0-6 10 0,0 1-10 15,-3 5 12-15,3-8-12 0,0 0 0 0,0 0 0 16,0 0 0-16,-3 0 0 0,0 0 0 0,0 5 0 15,-1-5 0-15,-2 3 0 0,0 2 0 0,0 0 0 16,-6-5 0-16,6 6 0 0,-6 2 0 0,3-3 0 16,0 3 0-16,0 5 0 0,-3 0 8 0,-3-5 2 15,0 5 0-15,0 1 0 0,-3-1 7 0,0 3 2 16,0-3 0-16,3 0 0 0,-3 0-3 0,1 1 0 16,-4-1 0-16,0 0 0 0,3 0-3 0,0-5-1 15,-3 3 0-15,0-1 0 0,3 1-12 0,0-3 8 16,0-3-8-16,0 1 0 0,3 1 0 0,3-7 8 0,0 0-8 15,0 0 0-15,0 0 0 0,0 0 0 0,0 0 0 16,0 0-10 0,6-7-14-16,3 1-4 0,0-12 0 0,3 2 0 0,6 0 8 0,-3 0 0 0,-1-2 1 0,1-1 0 15,0 3 19-15,-3 3 0 0,0 2 0 0,-3 3 0 16,-3 0 9-16,0 3 6 0,0 0 1 0,-6 5 0 16,0 0 0-16,0 0 1 0,0 0 0 0,0 0 0 15,0 0-5-15,0 0 0 0,0 0-1 0,0 0 0 16,3 8-11-16,3 2 0 0,0-2 0 0,-3 3 0 15,6 2-9-15,-3-2 9 0,2-1 0 0,1-2 0 16,3 0 0-16,-3 0 0 0,3 0 0 0,3-5 0 16,-3 2 0-16,3 0 0 0,3-5 0 0,-3 0 0 15,-4-5 0-15,7 2 0 0,0-2 0 0,0-3 9 16,0 3-9-16,-3 0 8 0,0-6-8 0,3 0 8 16,-4 6-8-16,1-5 0 0,-6-1 0 0,3 6 8 0,-3-9-8 15,-3 6 8-15,-3 3-8 0,0-5 8 0,3 2 0 0,-6 0 0 16,-3 2 0-16,0-1 0 0,0 1 9 0,-3 1 2 15,3 0 0-15,-3 2 0 0,0-2-7 0,3 2 0 16,3 3-1-16,-6 0 0 0,0 0-11 0,0 3 0 16,0 2 0-16,0 0 0 0,0 3-8 0,1-2-1 15,-1 7 0-15,0 0 0 0,3 0 9 0,-3 0-8 16,3 1 8-16,3-1-8 0,0 0 8 0,0 0 0 16,3-5 0-16,-3 3-8 0,3-3 8 0,0 0 0 15,3-3 0-15,-3 0 0 0,-3-5 0 0,8 3 0 0,1-3 0 16,0 0-12-16,0-3 12 0,3 3 0 15,3-10 0-15,0-1-8 0,0 1-5 0,3-4-1 0,3 1 0 16,-7 0 0-16,4-6 14 0,0 1 0 0,-3 2 9 16,-3-8-9-16,3 3 0 0,-3-3 0 0,0-2 0 15,-3-1-10-15,-1-4 10 0,-2 1 0 0,0-1 0 0,-3 4 0 16,0-7 0-16,0 10 0 0,0-2 0 0,0-1 8 16,0 6 19-16,-3 2 4 0,0 4 1 0,3 4 0 15,-3 0-12-15,0 3-3 0,0 0 0 0,-3 6 0 16,3-1 2-16,0 3 0 0,0 0 0 0,0 0 0 15,0 0-19-15,0 0 0 0,0 0 0 0,0 0-9 16,-6 3 1-16,0 7 0 0,0 4 0 0,3 2 0 16,-3 2 8-16,3 6-8 0,0 2 8 0,1 6-8 15,-1 0 8-15,0 5 0 0,-3 0 0 0,3-5 0 0,3 7 0 16,-3-7 0-16,0 0 0 0,0 2 0 16,3-7 0-16,0-4 0 0,-3 1 8 0,3 0-8 0,3-5 0 15,0-3 0-15,-3-3 0 0,3 0 0 16,3 0-39-16,-3-2-9 0,0-6-1 15,0-2-683-15,-3-3-136 0</inkml:trace>
  <inkml:trace contextRef="#ctx0" brushRef="#br0" timeOffset="46872.71">12599 3482 1382 0,'0'0'61'0,"-3"-5"13"0,3 5-59 0,0 0-15 0,0 0 0 0,0 0 0 16,0 0 127-16,0-6 22 0,0 6 5 0,0-2 1 15,0 2-85-15,6-6-17 0,3 6-3 0,0-5-1 16,2 2-27-16,4 1-6 0,6-1 0 0,0 3-1 16,3 3-15-16,-3-3 0 0,-1 2 0 0,1 1 0 15,0 2 0-15,-6-2 0 0,0 2 0 0,0 1 0 16,0-4 0-16,-3 4 0 0,-4-1-8 0,1-2 8 0,0 2 0 0,-3 5-10 15,0-2 10-15,0-2-8 16,-3 2 8-16,-3 2 0 0,0-2-9 0,-3 5 9 0,0 3 0 0,-6 0 0 16,3 0-9-16,-3 2 9 0,-2 4 0 15,2 1 0-15,-3-1 0 0,0 1 0 0,0-4 0 0,0 2 0 16,-3-5 0-16,0 2 0 0,0 1 0 0,0-6 0 16,-2 6 0-16,-1-6 0 0,0 3 8 0,0-3-8 15,-3 3 11-15,3-3-11 0,0 0 11 0,1-5-11 16,2 6 10-16,3-4-10 0,0 1 0 0,0-1 8 15,3-4-8-15,3 2 0 0,3-3 0 0,3-5 0 16,-3 5 8-16,3-5-8 0,3 8 19 0,3-3 1 16,0 3 0-16,6 0 0 0,0-2-10 0,3 1-2 0,3 1 0 15,-1 3 0-15,7-6 12 0,0 3 1 16,-3-2 1-16,3 1 0 0,0-7 1 0,-4 3 0 0,1 0 0 0,-3-1 0 16,0 1-10-16,0-3-1 0,-3 0-1 0,0 0 0 15,-7 0-11-15,1 0 0 0,0 0-10 0,-9 0 10 31,0 0-40-31,0 0-1 0,0 0-1 0,0 0 0 16,0 0-110-16,-3-8-23 0</inkml:trace>
  <inkml:trace contextRef="#ctx0" brushRef="#br0" timeOffset="47088.35">12483 3770 2286 0,'0'0'101'0,"0"0"21"0,0 0-98 0,9 3-24 16,2 0 0-16,1-1 0 0,3 4 21 0,0-1-1 16,3-3 0-16,3 4 0 0,0-1 13 0,2 3 3 15,-2-3 0-15,0-2 0 0,3 2-16 0,-3 1-2 16,0-1-1-16,-7 3 0 0,4-8-29 0,-3 5-7 16,0-5-1-16,-3 3 0 15,0-3-172-15,-3 0-36 0</inkml:trace>
  <inkml:trace contextRef="#ctx0" brushRef="#br0" timeOffset="47422.32">13078 4011 2016 0,'0'0'179'0,"0"0"-143"0,6 5-36 0,0 6 0 15,0 0 51-15,0-4 3 0,-6 4 1 0,3 2 0 16,0 1-12-16,0-4-3 0,-3 6 0 0,-3 0 0 15,0 2-31-15,-3 1-9 0,0-1 0 0,-3 1 0 16,-3 2 0-16,3-5 8 0,-3 3-8 0,3-1 0 16,-3-2 0-16,3 0 0 0,0-3-10 0,6-5 10 15,-3 3-8-15,1-4 8 0,5-7 0 0,0 0 0 16,0 0 0-16,0 0 0 0,0 0 0 0,5 6 0 16,1 2 16-16,3-8 3 0,0 5 1 0,6-5 0 15,0 3 17-15,0-3 4 0,3-3 1 0,3 3 0 16,-1 0-2-16,4 0-1 0,0 0 0 0,0-3 0 15,-3 1-22-15,3 2-4 0,-4 0-1 0,-2-6 0 16,3 6 1-16,-3-2 0 0,-6 2 0 0,0-3 0 16,-3 0-13-16,0 3 9 0,-3 0-9 0,-6 0 8 0,0 0-20 15,0 0-4-15,0 0 0 0,0 0-808 16,-6-7-162-16</inkml:trace>
  <inkml:trace contextRef="#ctx0" brushRef="#br0" timeOffset="56062.33">13798 4001 1170 0,'0'0'52'0,"0"0"10"0,0 0-50 0,0 0-12 0,0 0 0 0,0 0 0 0,0 0 27 0,0 0 2 16,0 0 1-16,0 0 0 0,0 0 34 0,0 0 8 16,6-3 0-16,0 0 1 0,3 1-29 0,-3 2-5 15,3-6-2-15,3 6 0 0,3-2-11 0,0 2-2 16,-1 0-1-16,4-3 0 0,0 3-11 0,3 0-1 15,0 0-1-15,0 0 0 0,3 0 6 0,-1 0 0 16,1 3 1-16,3-3 0 0,0 2-6 0,-3 4-2 16,5-6 0-16,-2 0 0 0,0 0 2 0,0 0 0 15,-1 0 0-15,-2 2 0 0,3-2 13 0,0 0 2 16,0 0 1-16,-1 3 0 0,4-3-5 0,0 3-1 16,0-3 0-16,0 0 0 0,-4 2 3 0,4-2 0 15,-3-2 0-15,3-1 0 0,-7 0 3 0,4 1 1 16,-3 2 0-16,0-6 0 0,0 4-7 0,-1-1-1 0,-2 0 0 15,0 3 0-15,-3-5-8 0,0 2-1 0,0-2-1 16,-3 5 0-16,-3 0-10 0,-1-5 0 0,-5 2 0 0,0 3 8 16,0 0-8-16,0-2 0 0,-6 2 0 0,0 0 0 31,0 0-33-31,0 0-3 0,0 0 0 0,0 0 0 16,-6-3-150-16,-6-2-30 0,3-1-7 0</inkml:trace>
  <inkml:trace contextRef="#ctx0" brushRef="#br0" timeOffset="56354.32">14816 3855 691 0,'0'0'61'0,"0"0"-49"0,0 0-12 0,-3 0 0 16,-3-5 124-16,6 5 21 0,-3-3 5 0,0 3 1 15,-3-3-73-15,6 3-14 0,0 0-4 0,0 0 0 16,0 0 28-16,0 0 6 0,0 0 1 0,0 0 0 16,0 0-43-16,6 0-9 0,3 0-2 0,3 0 0 0,0 0-10 0,6 3-3 15,0-3 0-15,0 0 0 0,0 3-6 0,-1 2-2 16,4-2 0-16,0-1 0 0,-6 1-20 0,0 2 9 15,0 1-9-15,0-4 0 0,-4 3 0 0,1 1 0 16,-3 2 0-16,-3-3 0 0,0-2 8 0,0 2-8 16,-6 0 0-16,-3 3 0 0,3 3 9 0,-3-3-9 15,-6 5 0-15,-3 0 9 0,3 0 6 0,-5 1 1 16,-1-4 0-16,0 3 0 0,0 1 0 0,0-1 0 16,3 0 0-16,0-2 0 0,0-1-16 0,3-2 0 15,0 0 0-15,4-3 0 16,-4-2-104-16,6 0-20 0,-6-3-4 0,6-3 0 0</inkml:trace>
  <inkml:trace contextRef="#ctx0" brushRef="#br0" timeOffset="57284.75">15504 3553 1209 0,'3'-13'53'0,"-3"13"12"0,0-5-52 0,3 5-13 15,0-8 0-15,-3 8 0 0,0 0 114 0,0 0 20 16,0 0 4-16,0 0 1 0,0 0-44 0,0 0-9 0,0 0-2 0,0 0 0 16,0 0-54-16,0 0-11 0,0 10-3 0,0 6 0 15,0 6-16-15,0-1-9 0,-6 8 1 0,3 8 0 16,-3 5 8-16,0-2 0 0,0 2 8 0,0 3-8 16,-3 5 0-16,0-5 0 0,3-5 0 0,0 5-8 15,0 0 8-15,0-5 0 0,0-1 0 0,3-7 0 16,3 0 0-16,-6-6 0 0,3-4 8 0,0-4-8 15,6 3 0-15,-3-10 8 0,0 2-8 0,-3-2 0 16,3-1 0-16,0-7 0 0,0-3 0 0,0 0 0 31,0 0-53-31,0 0-9 0,0 0-2 0,0 0-506 0,0 0-102 0</inkml:trace>
  <inkml:trace contextRef="#ctx0" brushRef="#br0" timeOffset="57592.38">15483 3455 1854 0,'0'0'82'0,"0"-2"17"0,6-1-79 0,0-5-20 15,0 3 0-15,0-3 0 0,6 3 26 0,0 5 2 16,-3-6 0-16,2 1 0 0,1 2 16 0,0 3 4 16,0 0 1-16,0 3 0 0,-3 2-19 0,3 1-4 15,0-1-1-15,0 3 0 0,-3 5-13 0,3-5-4 16,-4 3 0-16,-2 2 0 0,3 0 0 0,-3 0-8 15,-3 1 12-15,3-1-4 0,-3-5-8 0,-3 2-16 16,0 1 4-16,0 0 1 0,-3 2 11 0,3-8 8 16,-3 8-8-16,0-5 11 15,-3-2-32-15,0 1-7 0,0 1 0 0,0 3-1 0,1-3 13 0,-4 2 2 16,3-2 1-16,-3 6 0 0,0-1 13 0,3-8 0 0,0 3 0 16,0 0-9-16,0 3-9 0,0-6-2 0,-3 3 0 15,0 5-589-15,3-5-119 0</inkml:trace>
  <inkml:trace contextRef="#ctx0" brushRef="#br0" timeOffset="58859.04">15587 4067 1728 0,'0'0'153'0,"0"0"-122"0,0 0-31 0,6 10 0 0,-3-4 71 16,3 4 8-16,0 1 1 0,-3-1 1 0,0 6-37 0,-3-3-8 15,0 1-2-15,0-4 0 0,0 1-10 0,0 2-1 16,-3-2-1-16,0-1 0 0,0-2-9 0,0 5-1 16,-3-7-1-16,0 2 0 0,0-3-11 0,0 3 0 15,3-3 0-15,-3 3-11 0,0-8 11 0,6 0-12 16,0 0 12-16,0 0-12 0,0 0 12 0,0 0 0 16,0 0 0-16,0 0 0 0,0 0-13 0,0 0 2 15,0 0 1-15,3-8 0 0,3 3 2 0,0-8 0 16,0-1 0-16,3 1 0 0,0 3 8 0,-3-1 0 15,3-5 0-15,0 8 0 0,-3-5 24 0,0 2 0 16,3 9 0-16,-3-6 0 0,-3 2 8 0,-3 6 1 16,3 0 1-16,3-7 0 0,-6 7-3 0,8 0-1 15,-2-3 0-15,-6 3 0 0,0 0-22 0,6 0-8 16,-6 0 0-16,0 0 0 0,9 3 0 0,-9-3 0 0,3 2-13 16,3 6 4-16,-6 3-7 0,0 2-2 0,0-8 0 0,-3 3 0 15,-3 5-1-15,3-5 0 0,0 3 0 0,0-3 0 16,-3-3 11-16,3 0 8 0,3-5-12 0,0 0 12 15,0 8-8-15,0-8 8 0,0 0 0 0,0 0 0 16,0 0-18-16,0 0 3 0,6 3 1 0,6-3 0 16,0-3 14-16,0-5 0 0,3 3-10 0,0-3 10 15,0-5 0-15,0 2 0 0,2-7 0 0,-2 2 0 16,0 3 11-16,-3 0 0 0,3 2 0 0,-6 3 0 16,0 3-11-16,0-1 10 0,-3 1-10 0,0 2 10 15,-6 3 8-15,0 0 2 0,0 0 0 0,6 3 0 16,-3 0-20-16,0 2 0 0,0 3 8 0,-3 5-8 15,6-5 0-15,0 3 0 0,-3 2 0 0,2-5 0 16,-2 5 0-16,3-5 0 0,0 0 0 0,0 0 0 0,3 0 0 16,-3-3 0-16,3-2 0 0,3 2 0 0,-3-5 0 15,6 0 8-15,-3 0-8 0,3 0 0 0,0-5 9 0,2 2-9 16,-2-2 0-16,0 0 9 0,0-1-9 0,-3 1 0 16,0 2 0-16,3-7 0 0,-6-3 0 0,0 2 0 15,-3 6 9-15,2-6-9 0,-5 1 20 0,0 4-1 16,0-2 0-16,0-2 0 0,-3-1-19 0,-3 1 0 15,3-1 0-15,-3 3 0 0,0-3 0 0,0 1 0 16,0 5 0-16,-2-3 0 0,-1 2 14 0,0 1-4 16,0 2-1-16,3 1 0 0,0-1-9 0,3 3-16 15,-9 0 4-15,3 3 1 0,0-1 1 0,0 6 0 0,-3-2 0 0,0 2 0 16,0 5 10-16,0-5-8 0,3 10 8 0,0-10-8 16,0 5 8-16,3-2 0 0,0 2-9 0,0 0 9 15,0 1 0-15,3-9 0 0,0 3 0 0,0 0 0 16,0-8 0-16,3 5 0 0,-3-5 0 0,6 5 0 15,0-2 0-15,3 2 0 0,-9-5 0 0,9 0 0 16,0 0-17-16,0-5 4 0,-3 2 1 0,3 1 0 16,-3-1 3-16,0 3 1 0,-6 0 0 0,0 0 0 15,0 0 8-15,0 0 8 0,6 0-8 0,-6 0 11 16,0 0 0-16,9 0 0 0,-9 0 0 0,3 5 0 16,-3-5-11-16,0 0 0 0,0 0 9 0,3 8-9 15,0-2 8-15,-3-6-8 0,0 0 10 0,0 0-10 16,0 0 8-16,0 0-8 0,0 0 0 0,0 0 9 15,0 0-9-15,0 0 0 0,6 2 0 0,3-2 0 16,-1-2-14-16,4-1-2 0,0 0 0 0,3-10 0 0,-3 0 1 16,0 0 0-16,6-6 0 0,-3 3 0 0,-3 0 15 15,2 3 0-15,-2 0 0 0,3 5 0 0,-6-5 0 0,0 5 0 16,0 3 0-16,-3-1 0 0,3 4 36 0,-6-1 6 16,3 0 2-16,0 3 0 0,-6 0-24 0,0 0-5 15,0 0-1-15,9 6 0 0,0 2-6 0,0-3-8 16,0 3 11-16,-1 5-11 0,4-5 0 0,0 5 0 15,0 3 0-15,0 0 0 0,3 2 0 0,-3 1 0 16,3-3 0-16,-3 2 0 0,0-4 0 0,-1-4 0 16,1 1 0-16,3-1 0 0,0-2 0 0,-6 0 0 15,3-2 0-15,0-1 0 0,3-3 0 0,-6 1-11 0,-9-3 11 16,9 0-13 0,0 0-22-16,-9 0-4 0,0 0-1 0,3-5 0 15,0-3-12-15,0-3-2 0,-3 3-1 0,-3-10 0 16,-6-1-38-16,6-2-8 0,3 3-2 0,-3-1 0 0,-3 3 103 0,3-8 15 0,3 6 5 0,0 2 2 15,-3-3 41-15,0 12 8 0,0-7 1 0,0 6 1 16,6 3-6-16,-3-3-2 0,-6 6 0 0,6 2 0 16,0 0-13-16,0 0-4 0,0 0 0 0,-6 2 0 15,-3 6-29-15,-3 0-7 0,-3 5 0 0,-3 6-1 16,-3-1-11-16,1 3 0 0,-4 3 0 0,-3 3 8 16,0-3 2-16,3-1 0 0,-5 1 0 0,5 0 0 15,0 0-10-15,0-3 0 0,0 3-12 0,1-8-770 16,2 0-154-16</inkml:trace>
  <inkml:trace contextRef="#ctx0" brushRef="#br0" timeOffset="63363.6">17186 3958 115 0,'-6'0'10'0,"6"0"-10"16,0 0 0-16,0 0 0 0,0 0 352 0,3-2 69 16,6-1 14-16,-1-2 2 0,1 2-323 0,0 0-65 0,0 1-13 0,6 2-2 15,0 0-5-15,0-6-1 0,-3 6 0 0,3 0 0 16,5 0-17-16,-2 6-11 0,-6-6 12 0,0 0-12 16,3 2 0-16,0 1 0 0,0 0 0 0,-6-3 0 15,0 0 0-15,0 5 0 0,5-5 0 0,-5 0-9 31,-9 0-115-31,6 0-24 0</inkml:trace>
  <inkml:trace contextRef="#ctx0" brushRef="#br0" timeOffset="63554.58">17254 4138 1670 0,'-15'5'74'0,"15"-5"15"0,9 6-71 16,-3-4-18-16,-3 4 0 0,6-1 0 0,0 0 86 0,3 3 14 15,-3-5 2-15,-3-1 1 0,3 6-58 0,-1-5-11 16,7 0-2-16,-3 2-1 0,-3-2-3 0,3 2 0 16,6-5 0-16,-3 3 0 0,-3-1-20 0,3-2-8 15,-3 3 0-15,2-3 0 16,1-3-124-16,0 3-32 0,-3-5-5 0</inkml:trace>
  <inkml:trace contextRef="#ctx0" brushRef="#br0" timeOffset="63902.88">17933 3786 1958 0,'0'0'87'0,"0"0"17"0,3-2-83 0,3-6-21 0,3 5 0 0,-1 0 0 16,-2-5 32-16,-3 3 3 0,3-3 0 0,3 3 0 15,-3-3 7-15,3 3 2 0,0-9 0 0,0 1 0 16,3 8-28-16,0-6-6 0,3 1-1 0,-3 4 0 15,0-4-9-15,2 2 0 0,1 3 0 0,3 2 0 16,-3-5 0-16,3 3 12 0,0 5-12 0,-3-6 12 16,2 6-12-16,1 0 0 0,-3 6 0 0,0-6 0 15,-3 5 0-15,0 3 0 0,0-5 0 0,-3 7 0 16,0 3 0-16,0 1 0 0,0-1 0 0,-3 0 0 16,-4 6 0-16,4-6 0 0,-3 0 0 0,0 0 0 15,-3 1 0-15,3-1 0 0,0 0 0 0,0-5 0 16,-3 3 0-16,0 2 0 0,0-8 0 0,0 3 12 15,0 0-12-15,0 0 12 0,0-8-12 0,-3 10 12 16,3-7-12-16,-3 8 10 0,0-6-10 0,-3-2 10 16,0 2-95-16,-2 3-19 15,-1 2-4-15</inkml:trace>
  <inkml:trace contextRef="#ctx0" brushRef="#br0" timeOffset="64031.14">18138 4252 1497 0,'0'0'133'0,"0"8"-106"0,0-3-27 0,-3 3 0 0,3 5 118 0,0-7 18 16,-3 7 4-16,0-8 1 0,3 6-55 0,0-6-11 16,0-5-3-16,0 0 0 0,0 8-31 0,0-8-6 15,0 0-2-15</inkml:trace>
  <inkml:trace contextRef="#ctx0" brushRef="#br0" timeOffset="68100.22">1615 5302 345 0,'0'0'31'0,"0"0"-31"0,0 0 0 0,0 0 0 0,0 0 130 0,0 0 20 16,0 0 4-16,0 0 1 0,0 0-71 0,0 0-15 15,0 0-2-15,0 0-1 0,0 0-17 0,0 0-3 16,0 0-1-16,0 0 0 0,0 0-25 0,0 0-6 16,0 0-1-16,3 8 0 0,0 0 5 0,-3 0 1 15,0 0 0-15,6 0 0 0,-6 0 1 0,0 0 1 16,3 0 0-16,-3 8 0 0,0-8-2 0,0 2-1 15,6 3 0-15,-3 3 0 0,3 0-18 0,-6 5 0 16,3 0 0-16,-3 1 0 0,9 1 0 0,-9 1 8 0,0 3 1 16,3-1 0-16,3 3-9 0,-3 0 12 0,-3-2-12 15,0 5 12-15,9-3-12 0,-9 2 0 0,3 1 0 0,3 0 0 16,-6 2 8-16,3-2-8 0,3 0 8 0,-4 2-8 16,-2 1 0-16,0-4 0 0,3 4 0 0,3-1 0 15,-6-2 0-15,3 2 0 0,3 1 0 0,-6-1 0 16,3 1 0-16,6 2 0 0,-9-3 0 0,9 3 0 15,-9 0 11-15,9 3-3 0,-6-6-8 0,-3 1 12 16,3-1-12-16,3 3 0 0,-3-3 8 0,3 3-8 16,-6-8 0-16,6 3 0 0,0 0 8 0,-6-3-8 15,9 3 0-15,-6-6 0 0,0 1 8 0,3-3-8 16,3-1 0-16,-9-1 0 0,3-4 8 0,3 1-8 16,-6-4 0-16,3 1 0 0,-3 0 0 0,3 0 0 15,-3-3 0-15,0-2 0 0,-3-1 0 0,3-2 0 16,-3 0 0-16,3-2 0 0,0-6 0 0,0 0-10 0,0 8 10 15,0-8 0-15,0 0 0 0,0 0 0 0,0 0 0 0,0 0 0 16,0 0 8-16,0 0-8 0,0 0 0 0,-6-3 0 16,-3-2 0-16,0-1 0 0,3 4 0 0,-3-4-13 15,-3 4 1-15,3-1 1 0,0 0 11 0,-3-2-12 16,3 5 12-16,-3-2-12 0,-3-1 12 0,1 3 0 16,5 3 8-16,-3-1-8 0,-3-2 15 0,3 3-2 15,0 2 0-15,3 0 0 0,-3-2-2 0,0 2-1 16,-6 3 0-16,7 3 0 0,-4-3-2 0,3 2-8 15,0 1 12-15,-6 2-4 0,3 3 8 0,6-3 0 16,-12 3 1-16,6 3 0 0,1-3-8 0,-1 2-1 0,3 1-8 16,-3 2 12-16,0 0-12 0,0 0 0 15,6-2 0-15,-9 4 0 0,6 4 12 0,-5-3-4 0,8 2-8 16,-3-2 12-16,0 2-3 0,0 1-1 0,3-1 0 16,-3 1 0-16,6-1 1 0,-3 1 0 0,6-1 0 0,0-2 0 15,-3 2 3-15,3 1 0 0,3-3 0 0,0-3 0 16,0 3 1-16,0 0 1 0,9-1 0 0,-6 1 0 15,6-3 7-15,0 1 2 0,3-1 0 0,-3 2 0 16,6-4-7-16,3 2 0 0,0 0-1 0,2 1 0 16,1-7-3-16,-6 4-1 0,9-6 0 0,-3 0 0 15,0 1 7-15,-1-4 2 0,1 1 0 0,0-3 0 16,0 0-20-16,6-3 0 0,-6 0 0 0,-1 1 0 16,1-1 0-16,3-3 0 0,3 4 0 0,-6-4 0 15,-3 4-50-15,2-4-17 16,-5 1-3-16,3-3-556 0,0 0-111 0</inkml:trace>
  <inkml:trace contextRef="#ctx0" brushRef="#br0" timeOffset="68724.7">1818 7043 576 0,'0'0'51'0,"0"0"-41"0,0 0-10 0,0 0 0 15,0 0 170-15,0 0 32 0,0 0 6 0,0 0 2 16,0 0-120-16,0 0-24 0,0 0-5 0,0 0-1 16,0 0-30-16,0 0-6 0,0 0-2 0,0 0 0 15,6 6 6-15,-1-6 2 0,-5 0 0 0,0 0 0 16,12 0 2-16,-3 0 0 0,3 0 0 0,0 0 0 16,-3 0-12-16,3 2-1 0,3 1-1 0,-6-1 0 15,3 1-18-15,0 2 10 0,-3 3-10 0,2 0 8 0,1 0-8 16,3 3 10-16,-3-1-10 0,-3 1 10 15,3 5 10-15,0-3 1 0,0 3 1 0,3 0 0 0,-6 2-22 16,2 1 0-16,1 2 0 0,0-2 0 0,3 4 0 16,-9-1 9-16,9-1-9 0,-3 2 0 0,6 1 14 0,-6 0-4 15,-3-3-1-15,3 3 0 0,-4 0 0 0,1 0 0 16,3 2 0-16,-3-2 0 0,-6 2-1 0,6 1 0 16,-6-3 0-16,-3 0 0 0,6-1-8 0,-6 4 12 15,0-3-12-15,0-1 12 0,0-1-1 0,-6 1 0 16,6-4 0-16,-3 2 0 0,-6 0 0 0,6 0 0 15,-3 1 0-15,-3-1 0 0,3 0 2 0,-3 0 1 16,1 0 0-16,-1-2 0 0,0 2-3 0,-3-3-1 16,3-2 0-16,-3 3 0 0,3-1-10 0,0-4 0 15,-6-1 9-15,6 0-9 0,-6-2 8 0,0-1-8 0,4 1 10 16,-4-1-10-16,3 1 8 0,0-6-8 0,0 1 0 16,3-4 9-16,-6 4-9 0,3-6 0 0,-3 0 0 15,6-3 0 1,1 0-24-16,-4 1-6 0,3-6-2 0,-3-3-984 0</inkml:trace>
  <inkml:trace contextRef="#ctx0" brushRef="#br0" timeOffset="69105.8">1645 7530 1094 0,'0'0'97'0,"0"0"-77"16,0 0-20-16,0 0 0 0,0 0 89 0,0 0 15 15,0 0 2-15,0 0 1 0,0 0-24 0,0 0-5 16,0 0-1-16,0 0 0 0,0 0-27 0,0 0-6 16,0 0 0-16,6-3-1 0,3 1-16 0,0-1-3 0,3 0-1 15,3 1 0-15,-4-1 1 0,1 1 1 0,6-1 0 0,-3 0 0 16,0 1-13-16,6-1-4 0,-9 0 0 0,0 1 0 16,0-1-20-16,-4 0-5 0,1 1-1 0,0 2 0 31,0-3-34-31,0 3-8 0,-9 0 0 0,0 0-511 0,0 0-101 0</inkml:trace>
  <inkml:trace contextRef="#ctx0" brushRef="#br0" timeOffset="69344.14">1832 7385 1735 0,'0'0'76'0,"0"0"17"15,0 0-74-15,0 0-19 0,0 0 0 0,0 0 0 0,0 0 14 0,0 0-1 16,-3 5 0-16,3 0 0 0,0 0-1 0,0 1-1 16,0 2 0-16,0 0 0 0,0 0-11 0,3 2 0 15,-3 3-12-15,6 1 12 0,-6-1 0 0,0 3 0 16,0-3 0-16,0 3 0 16,0-3-19-16,-6 0-5 0,3 3-2 0,3-3 0 15,-5-2-59-15,5-1-12 0,-3-2-3 0,3 0 0 0</inkml:trace>
  <inkml:trace contextRef="#ctx0" brushRef="#br0" timeOffset="69715.45">1737 7911 1170 0,'-9'0'25'0,"9"0"6"0,0 0 1 0,0 0 1 0,0 3-33 0,-6-1 0 0,6-2 0 0,0 0 0 16,0 0 62-16,0 0 6 0,0 0 0 0,0 0 1 15,0 0-10-15,0 0-3 0,0 0 0 0,0 0 0 0,0 0-8 0,9 0-3 16,0 0 0-16,3 0 0 0,-3 0-5 0,3 0 0 16,3-2-1-16,0 2 0 0,0 0-7 0,-4 0-2 15,4 0 0-15,0 0 0 0,-3 0-30 0,0 0 0 16,6 0 0-16,-9 0 0 16,6-3-28-16,0 3-12 0,-9 0-3 0,2-3-533 15,7 3-106-15</inkml:trace>
  <inkml:trace contextRef="#ctx0" brushRef="#br0" timeOffset="70497.92">1952 8260 867 0,'0'0'38'0,"0"0"9"0,0-8-38 0,2 0-9 0,-2 3 0 0,0 0 0 16,0 0 28-16,0-1 4 0,6 1 1 0,-6 5 0 15,0 0-20-15,0 0-4 0,0 0-1 0,0 0 0 16,0 0 30-16,0 0 6 0,0 0 0 0,0 0 1 0,0 0-3 0,0 0-1 16,0 0 0-16,0 0 0 0,0 0 2 0,0 0 0 15,-6-3 0-15,6 3 0 0,0 0 14 0,0 0 3 16,0 0 1-16,0 0 0 0,0 0-9 0,0 0-1 16,0 0-1-16,0 0 0 0,-2 0-17 0,2 0-3 15,0 0-1-15,0 0 0 0,0 0-6 0,0 0-2 16,0 0 0-16,0 0 0 0,-6 3-7 0,6-3-2 15,-6 3 0-15,6-3 0 0,0 0-12 0,-6 2 8 16,3 1-8-16,-3 2 0 0,6-5 15 0,0 0-3 16,-6 0-1-16,6 0 0 0,0 0 0 0,0 5 0 15,0-5 0-15,-6 3 0 0,6-3 3 0,0 0 1 16,0 0 0-16,0 0 0 0,0 0-2 0,0 0 0 16,0 0 0-16,0 0 0 0,0 0-1 0,-3 5 0 0,-6-5 0 15,3 3 0-15,3-3-2 0,0 0-1 0,-3 3 0 0,3-3 0 16,-6 0-9-16,6 0 0 0,3 0 0 0,-6 0 0 15,3 2 0-15,3-2 0 0,-6 0 0 0,3 3 0 16,3-3 0-16,0 0 0 0,0 0 0 0,0 0 0 16,-9 0 0-16,9 0 0 0,0 0 0 0,0 0 0 15,0 0 12-15,0 0-2 0,0 0-1 0,0 0 0 16,0 0-9-16,0 0 0 0,0 0 9 0,0 0-9 16,0 0 0-16,0 0 9 0,0 0-9 0,0 0 0 15,0 0 9-15,0 0-9 0,0 0 0 0,0 0 9 16,0 0-9-16,0 0 0 0,-3-3 0 0,-3 1 0 15,6 2 0-15,0 0 8 0,-3-3-8 0,3 3 0 16,-8 0 12-16,8 0-4 0,-3-3 0 0,3 3 0 16,0 0-8-16,0 0-9 0,0 0 9 0,-6-2-13 15,6 2 13-15,0 0 8 0,-3 0 0 0,3 0-8 0,-6-3 0 16,6 3 0-16,0 0 0 0,0 0 0 0,0 0 0 0,-3 0 0 16,-6-3 12-16,9 3-12 0,0 0 0 0,-3 0 0 15,-6-2 0-15,9 2 0 16,0-3-26-16,0 3-12 0,0 0-2 0,-9-5-1 15,6 0-135-15,3 5-26 0,0-14-6 0,0-1 0 16</inkml:trace>
  <inkml:trace contextRef="#ctx0" brushRef="#br0" timeOffset="71132.67">1975 8205 576 0,'0'0'51'0,"0"0"-41"16,0 0-10-16,0 0 0 0,0 0 250 0,0 0 48 16,0 0 10-16,0 0 1 0,0 0-240 0,0 0-48 15,0 0-9-15,0 0-3 0,0 0 8 0,0 0 2 0,0 0 0 16,0 0 0-16,0 0-8 0,0 0-2 16,0 0 0-16,0 0 0 0,-6 5 15 0,6 6 4 15,0-1 0-15,0 1 0 0,0-1-3 0,0 6 0 0,0-3 0 0,0 3 0 16,0 3-9-16,0 2-1 0,0 3-1 15,0-3 0-15,0 5 3 0,0 4 1 16,0-1 0-16,0 5 0 0,0 6-7 0,0-1-2 0,0 4 0 16,0 4 0-16,0 1 14 0,0 2 2 0,0 3 1 0,0 3 0 15,-6 5-16-15,6-3-10 0,0 0 12 0,0 0-12 16,-3 0 23-16,3-2-3 0,0 0 0 0,0-3 0 16,0 2-1-16,-6-5-1 0,4 1 0 0,2-6 0 15,0-6-18-15,0 1 10 0,0-3-10 0,0-5 8 16,-6-3 6-16,6-3 1 0,0-2 0 0,-3-3 0 31,0-5-51-31,3-3-11 0,0-5-1 0,0 0-659 0,0-8-131 0</inkml:trace>
  <inkml:trace contextRef="#ctx0" brushRef="#br0" timeOffset="73229.89">1758 5382 403 0,'0'0'36'0,"0"0"-36"16,0 0 0-16,0 0 0 0,0 0 182 0,0 0 30 15,0 0 5-15,0 0 2 0,0 0-146 0,0 0-29 16,0 0-5-16,0 0-2 0,0 0-16 0,0 0-3 16,0 0-1-16,0 0 0 0,0 0-9 0,0 0-8 15,0 0 12-15,0 0-12 0,3-6 22 0,-3 4-2 16,0 2-1-16,6-6 0 0,0 4 8 0,0-1 1 16,3 0 1-16,-3 1 0 0,3 2-5 0,-3 0-2 15,3 0 0-15,-3 0 0 0,-1-3-6 0,4 3-2 16,3 0 0-16,-9 0 0 0,6-2-2 0,0 2-1 15,0 0 0-15,0 0 0 0,3 0-1 0,-3 0 0 16,0 0 0-16,-3 0 0 0,3 2 5 0,0-2 1 0,0 3 0 16,-1-3 0-16,1 2-1 0,3 1 0 0,-3 0 0 15,3-3 0-15,-3 2-5 0,0 1-1 0,3-3 0 0,-3 3 0 16,3-3 14-16,-3 0 2 0,3 0 1 0,-1 0 0 16,1 0-14-16,3 0-2 0,0 0-1 0,0 0 0 15,-3 0-9-15,6 0 8 0,-6 0-8 0,3 0 8 16,2 0 4-16,1 0 0 0,-9 0 0 0,12-3 0 15,-9 3-12-15,6 0 12 0,-6 0-12 0,-3 0 12 16,3 0-12-16,5 0 0 0,-5 0 0 0,-3 0 8 16,0 0-8-16,6 0 0 0,-6 0 0 0,3 0 0 15,0 0 0-15,3 3 0 0,-6-3 0 0,3 0 0 16,-1 0 0-16,1 0 8 0,3 0-8 0,-3 2 0 16,0-2 0-16,0 6 0 0,3-6 8 0,-3 0-8 0,3 0 0 15,-1 0 0-15,-5 0 0 0,3 0 8 0,-3 0-8 0,3 0 0 16,0 0 0-16,-3 0 8 0,3 2-8 0,0-2 0 15,-3 0 0-15,6 0 0 0,-9 0 0 0,3 0 0 16,2 0 0-16,-5 0 0 0,3 0 0 0,-3 0 8 16,0 0-8-16,3 0 0 0,-9 0 0 0,3 0 0 15,3 0 8-15,0 0-8 0,-6 0 0 0,6 0 0 16,-6 0 0-16,0 0 8 0,9 0-8 0,-9 0 0 16,0 0 0-16,0 0 0 0,0 0 14 0,0 0 1 15,3-2 0-15,-3 2 0 0,0 0-15 0,0 0-13 16,0 0 2-16,0 0 1 0,0 0 10 0,0 0 16 0,0 0-4 15,0 0-1-15,0 0-11 0,0 0 0 0,0 0-10 16,0 0 10-16,0 0 0 0,0 0 0 0,0 0 0 0,0 0 0 16,0 0 11-16,0 0-2 0,0 0 0 0,0 0 0 15,0 0-9-15,0 0-17 0,0 0 4 0,0 0 1 16,0 0 2-16,0 0 1 0,0 0 0 0,0 0 0 16,0 0-1-16,0 0 0 0,0 0 0 0,0 0 0 15,0 0-3-15,0-8-1 0,0 2 0 0,0 6 0 16,3-8-4-16,-3 3-1 0,0 0 0 0,3-3 0 15,-3 0 11-15,3-3 8 0,0 3-12 0,-3-2 12 16,6 2-22-16,-6-3 2 0,0 3 1 0,0-2 0 16,0 5 19-16,0-3 0 0,0 2 0 0,3-2 0 15,-3 6 0-15,0-4 0 0,0 6 8 0,6-2-8 16,-6-3 18-16,0 5-2 0,0-6-1 0,0 6 0 16,0 0-15-16,0 0-8 0,0 0 8 0,3-2-13 15,-3 2 13-15,0 0 13 0,0 0-2 0,0 0-1 0,0 0-10 16,0 0 0-16,9 8 9 0,-1-6-9 0,-5 9 13 15,3-3-1-15,0 0-1 0,0 2 0 0,3 1-1 0,-3 2 0 16,3 0 0-16,0 0 0 0,-3 1-10 0,6-4 0 16,-3 4 9-16,-6-1-9 0,6 3 0 0,0-8 8 15,-3 2-8-15,3 1 0 0,-3-1 0 0,2-2 0 16,-5 0 0-16,6 0 0 0,-6 0 0 0,3 0 8 16,-3 0-8-16,3 3 0 0,0-9 0 0,0 3 8 15,-3 1-8-15,3-4 0 0,0 1 0 0,3 0 0 16,-3 2 0-16,0-5 0 0,3 0 8 0,-3 0-8 15,-6 0 8-15,9 0-8 0,-6 0 8 0,6-8-8 0,-6 3 8 16,3-1-8-16,-4-1 20 0,1-1 0 16,3-6 0-16,-3 4 0 0,3-3-20 0,-3-1 0 0,3 1 0 0,6-8 0 15,-9 5-12-15,3 0-6 0,0-2-2 0,3 4 0 16,-3 1 20-16,3 0-10 0,-9 0 10 0,6 0-8 16,3 2 8-16,-3 0 0 0,-6 3 0 0,6 0 0 15,-3 3 0-15,-3-3 0 0,6 0 0 0,0 0 0 16,-6 3 0-16,3 0 0 0,-1 2 0 0,-2 3-8 15,3-5 8-15,0 0 0 0,6 2-9 0,-9 3 9 16,0 0 0-16,0 0 0 0,0 0-9 0,9 3 9 16,-3 2 0-16,3 3 0 0,-3-3 0 0,3 8 0 15,-3 1 0-15,3-7 8 0,-3 9-8 0,3-2 12 16,-3 7 0-16,3-8-1 0,-6 5 0 0,3 1 0 16,3 0 1-16,-6-1 0 0,3-2 0 0,2-3 0 0,-5 0-12 15,6 1 0-15,-6-4-12 0,0 3 12 16,3-2 0-16,3 0 0 0,-9-3 0 0,3-1 8 15,3-1-8-15,-6-6 0 0,0 5 0 0,0-5 0 0,0 0 0 0,0 0 13 16,0 0-1-16,6 3-1 0,0-3-11 0,-6 0 0 16,0 0 0-16,9-6 0 0,-6-2 0 0,0 1 0 15,0-4 0-15,3 0 0 0,-6-2 0 0,6 0 0 16,-3 2 0-16,3-10 0 0,-3 3-9 0,0 2 9 16,3 3-12-16,3-1 12 0,-6 4 0 0,0 4-8 15,-1-2 8-15,4 3 0 0,0 5-12 0,-6 0 2 16,0 0 0-16,9 0 0 0,-3 0 18 0,0 0 3 15,-6 0 1-15,0 0 0 0,9 0-12 0,-6 3 0 0,3-1 0 16,0 1 0-16,-6-3 0 0,6 5 0 0,3-2 0 16,-9-3 0-16,0 0-24 0,0 3 4 0,12 2 0 15,-9-2 0-15,3-1 12 0,-3-2 8 0,-3 0-10 0,6 3 10 16,0-3-8-16,3 3 8 0,-3-3 0 0,5 0-9 16,-2 0 9-16,-3 2 0 0,3-2 0 0,0 0 0 15,0 0 0-15,0 0-10 0,3 0 10 0,0 0 0 16,-3 0 0-16,0 0 0 0,3 0 0 0,2 0 0 15,-2 3 0-15,3-3 0 0,0 3 0 0,0-3 0 16,3-3 0-16,0 3 0 0,3 0 11 0,-1 0-11 16,4 0 18-16,3-3-3 0,-6 3-1 0,9 0 0 15,-7 0-5-15,7 0-1 0,3 0 0 0,0 3 0 16,-1-3 3-16,-2 0 0 0,0 0 0 0,6 0 0 16,-7 0-3-16,7 0 0 0,0 0 0 0,0 0 0 15,-1-3 3-15,4 3 0 0,-3 0 0 0,5-2 0 16,-5 2-3-16,3-3-8 0,0 0 12 0,-1 1-4 0,4-1 0 15,-6 3-8-15,2 0 12 0,1-3-4 0,3 3-8 16,-4-2 10-16,1-1-10 0,-3 0 10 0,2 3-10 0,-2-5 10 16,0 2-10-16,-3 1 10 0,-1-1-2 0,1-2 0 15,0 2 0-15,-3 1 0 0,2-1 4 0,-5-2 0 16,-3 2 0-16,3-2 0 0,3 5-4 0,-10 0 0 16,1-6 0-16,-3 4 0 0,3 2-8 0,-12-3 0 15,3 3-10-15,-3-2 10 16,-3 2-88-16,-6 0-11 0,0 0-2 0,-9 5-1 0</inkml:trace>
  <inkml:trace contextRef="#ctx0" brushRef="#br0" timeOffset="73959.82">4702 5511 691 0,'0'0'61'0,"0"0"-49"0,0 0-12 0,0 0 0 16,0 0 178-16,0 0 33 0,0 0 6 0,0 8 2 15,0-8-167-15,0 8-34 0,0 0-6 0,0 3-2 16,0-1 11-16,0 3 3 0,0-2 0 0,0 5 0 16,0 0-7-16,0 2-1 0,0 1 0 0,0 5 0 15,0-3 10-15,0 3 2 0,-3 2 0 0,3 1 0 16,0 2 1-16,0 2 1 0,-3 4 0 0,3-1 0 16,0-5-18-16,0 3-3 0,0 2-1 0,0-4 0 15,-6-4-8-15,6 3 8 0,6-5-8 0,-6 2 8 16,-6 1 2-16,6-1 0 0,-3 3 0 0,3-2 0 15,-3-1 15-15,0 1 3 0,3 5 1 0,-3-3 0 16,0 2-17-16,3-1-4 0,-9-4-8 0,6 0 12 0,0-2-12 16,-3 0 0-16,3-3 8 0,0-2-8 0,0-3 0 0,-3-1 0 15,6-4 0-15,-3 0 0 0,0-3-12 0,3 0-6 16,-3-3-1-16,3-5 0 16,-6 5-49-16,1 0-11 0,5-5-1 0,-6 0-1 15,0 0-124-15,3 0-25 0</inkml:trace>
  <inkml:trace contextRef="#ctx0" brushRef="#br0" timeOffset="74808.12">4553 6623 172 0,'0'0'16'0,"0"0"-16"16,0 0 0-16,0 0 0 0,0 0 244 0,0 0 47 0,0 0 9 0,0 0 1 16,0 0-165-16,0 0-32 0,0 0-8 0,3 5 0 15,3 0-28-15,-3 0-4 0,0 3-2 0,3-2 0 16,-3-1-22-16,3 6-5 0,0-9-1 0,3 3 0 16,0 1 6-16,3 2 0 0,-1-3 1 0,4 0 0 15,-6 3-6-15,3 0-2 0,0-3 0 0,0 3 0 16,0-2-6-16,-3 2-2 0,6-3 0 0,-9 3 0 15,3 0-15-15,-4-3-10 0,1 3 12 0,0-3-12 16,-6-5 9-16,0 0-9 0,3 6 0 0,-3-6 9 16,0 5-9-16,0 5 0 0,-3-2 0 0,-3 3 0 15,0-3 0-15,1 2 0 0,-7 1 0 0,3 0 0 16,-6-1 0-16,6 1-9 0,-6-1 9 0,3 1 0 16,0 0 0-16,0-3-8 0,0 2 8 0,3 3 0 15,-2-2 0-15,2 2 0 0,0-2 0 0,-3 2 0 16,3 0 0-16,0 0 0 0,0 1 0 0,0-4 0 15,6 3 0-15,-3 1 8 0,0-4-8 0,3 1 9 16,0-1-9-16,3 1 8 0,0 0-8 0,3-6 8 0,-3 3 4 16,3 0 0-16,9-3 0 0,-9 3 0 0,3 0 8 0,3-3 3 15,3 3 0-15,0-3 0 0,0-2-7 0,3 2-2 16,-4 1 0-16,4-1 0 0,-3 0-1 0,3 1 0 16,-3 1 0-16,0-1 0 0,-3-1-13 0,0 0 8 15,0 1-8-15,0-1 0 0,-3 0 0 0,0 1 8 16,-3 1-8-16,2 1 0 0,-5 0 0 0,0 3 0 15,0-3 0-15,-5 2 0 0,-1 4-8 0,-3-1-2 16,-3 3 0-16,0 0 0 0,-3 2-1 0,3 1 0 16,-9-3 0-16,12 2 0 0,-6 1 11 0,4-4 0 0,-1 4 0 15,0 0 0-15,3-4 0 0,0-1-15 16,0 2 4-16,3-1 1 0,3-1 10 0,-3-1-13 0,6-3 5 16,-6 1 8-16,6 0 0 0,0-1 0 0,0-2 0 0,6 3 0 15,-3-3 0-15,3 0 0 0,0-3 8 16,3 3-8-16,3-3 15 0,3 0-3 0,-9 3 0 15,8-2 0-15,-2-1-12 0,0-2 0 0,0 2 0 0,3 0-10 16,-9-2 10-16,9 2 0 0,-9-2 0 0,0 2 0 16,0 0 0-16,0 3 0 0,0 0 0 0,-6 0-8 31,0 3-19-31,-6-3-3 0,0 5-1 0,-3-3 0 16,0 9-5-16,-6-3-2 0,3 0 0 0,-6 2 0 0,3 1-27 15,3-1-6-15,-8-2-1 0,5-3 0 0,6-2 24 0,-3 2 5 16,0-2 1-16,3-1 0 0,6 1 42 0,-9-3 0 0,9 2 0 0,-3-2 0 15,0 0 0-15,3 0 14 0,0 0-3 0,3 0-1 16,-3-3 3-16,3-5 1 0,0 0 0 0,0 8 0 16,3 0 10-16,-3 0 1 0,3 0 1 0,0 0 0 0,6 0-26 15,-3 3 0-15,0 2 0 0,3-3-11 0,0 4 29 0,0-1 6 16,0 3 0-16,0 0 1 0,3 2 0 0,-3 3 0 16,-3 3 0-16,3 0 0 0,-4 0-6 0,-2 2-2 15,3 3 0-15,-3 0 0 0,0 3 5 0,3 0 1 16,-6 0 0-16,3 2 0 0,-3 3 9 0,3 3 1 15,-3-3 1-15,0 0 0 0,0-3-10 0,0 1-3 16,0-1 0-16,0-2 0 0,0 2-6 0,-3-2-2 16,3-3 0-16,-3 0 0 0,-3-2-13 0,0-1-8 15,3 1 8-15,-3-6-13 16,-2 0-31-16,2-5-5 0,0-3-2 0,-3 0-673 0,3-2-136 16</inkml:trace>
  <inkml:trace contextRef="#ctx0" brushRef="#br0" timeOffset="75570.81">2041 9628 748 0,'0'0'67'0,"0"0"-54"0,0 0-13 16,0 0 0-16,0 0 214 0,0 0 40 0,6 3 8 0,3-3 2 15,0-3-189-15,0 3-38 0,2-2-7 0,7 2-2 16,0 0 4-16,-3-3 1 0,6 0 0 0,0 1 0 16,0-1 3-16,2 0 0 0,-2-2 0 0,3 0 0 15,3 2-5-15,-6 0-1 0,2 1 0 0,4-1 0 16,-6-2-14-16,3 0-4 0,3 2 0 0,2-2 0 15,1-1-2-15,-3 1-1 0,3 2 0 0,5-2 0 16,-2 2 4-16,6 1 1 0,-9-1 0 0,5-2 0 16,1 2 2-16,0-2 0 0,0-3 0 0,2 0 0 15,-2 0 4-15,3 3 2 0,-1-3 0 0,4 3 0 16,0-1 4-16,-1 1 1 0,1-3 0 0,3 3 0 16,-4-3-17-16,-5 5-10 0,9-2 12 0,-7 0-12 15,4-1 9-15,0 4-9 0,-1-1 0 0,4-2 9 16,0 2-9-16,-1 0 12 0,4 3-12 0,-6 0 12 15,2 0-3-15,4 0 0 0,0 0 0 0,-4 0 0 16,7 0-9-16,-1 0 0 0,-2 0 0 0,3 0 0 0,-4-2 25 16,4-1 7-16,0-2 0 0,-4 2 1 0,-2 1-17 15,2-4-3-15,4 1-1 0,-3 2 0 0,-1 1 4 0,4 2 0 16,-6-3 0-16,-1 3 0 0,1-3-16 16,-1 1 8-16,1 2-8 0,-3-3 0 0,5 0 0 0,-5 3 8 15,3-2-8-15,-7 2 0 0,4 0 28 16,0 0 4-16,-7-5 0 0,4 2 0 0,3 3-32 0,0 0-16 15,-7-3 1-15,4 3 1 0,0-2 14 0,-1-1 15 16,4 6-3-16,-6-3-1 0,-1 0-2 0,-2 0 0 16,0 2 0-16,-3-2 0 0,-1 0-9 0,-2 0 0 15,0 0-12-15,-3 3 12 0,-3 0 0 0,-3-3 0 16,-4-3 0-16,1 3 0 16,3-3-59-16,-9 3-4 0,-3 0-1 0,-6 0-1182 0</inkml:trace>
  <inkml:trace contextRef="#ctx0" brushRef="#br0" timeOffset="77956.31">5562 5347 806 0,'0'0'36'0,"0"0"7"0,0-2-35 0,0 2-8 16,0 0 0-16,3-6 0 0,0 4 180 0,0-4 33 15,-3 4 7-15,0 2 2 0,6-6-146 0,-6 1-28 16,-6 0-7-16,6 2-1 0,0-5-9 0,0 3-3 16,0-3 0-16,0 3 0 0,0-6-18 0,0 1-10 0,0 2 10 15,0-3-10-15,6-2 8 0,-6 2-8 16,3-2 0-16,0-3 0 0,3 0 0 0,-3 3 0 0,3-3 0 0,0 3 0 15,0 0 11-15,0-1-11 0,0 1 12 16,0 0-12-16,0 5 27 0,-4 0-2 0,4 3 0 16,-3 0 0-16,-3-3 6 0,0 8 1 0,0 0 0 0,0 0 0 15,0 0-21-15,9 0-11 0,-3 5 12 0,0 0-12 16,6 3 11-16,-9 3-11 0,3 2 10 0,3 0-10 16,0 0 9-16,-3 1-9 0,3-1 8 0,0 0-8 15,0 0 8-15,0-2-8 0,0 2 8 0,-1 0-8 16,1-2 0-16,0 0 0 0,-3-4 8 0,3 1-8 15,-3 0 0-15,3 0 0 0,3-2 9 0,-6-1-9 16,0 0 8-16,3-2-8 0,-3-1 8 0,3-2-8 16,-3 6 10-16,-6-6-2 0,0 0-8 0,9-6 12 15,0 4-3-15,-1-1-1 0,-2-2 0 0,3 2 0 16,-3-2 0-16,0 0 0 0,6-3 0 0,-9 2 0 16,3-2-8-16,0 1 0 0,0-4 9 0,-3 0-9 0,0 1 0 15,3 2 9-15,0-5-9 0,0 2 0 0,0 0 0 0,-3 1 0 16,0 2 0-16,3 3 0 0,0-3 0 0,0 2 0 15,0-4 0-15,-1 7 0 0,-2-5 0 0,3 6 0 16,0-1-10-16,-3-2 10 0,3 2 0 0,-3 0 0 16,-3 3 0-16,6-2 0 0,0 2 8 0,0 2-8 15,3 1 0-15,-3 5 8 0,0-5-8 0,0 7 0 16,3-5 0-16,0 3 0 0,-3 6 0 0,3-1 0 16,0-3 0-16,0 4 0 0,-1-1 10 0,-2 0-10 15,3 0 12-15,-3 1-12 0,3-1 11 0,-3-3-11 16,0 4 10-16,0-6-10 0,0 0 8 0,0-1-8 15,0-1 0-15,0-1 9 0,-6-5-9 0,3 8 0 0,-3-8 9 16,6 0-9-16,0 0 0 0,0 0 0 0,3 0 0 16,-3-5 0-16,0-1 12 0,0 4 2 0,2-6 0 0,-2-3 0 15,6 1-14-15,-6-1 0 0,0-2 0 0,0 0 0 16,3-1 0-16,-3-2 0 0,0 1 0 0,-3-1 0 16,3 0 19-16,0 3 1 0,-3-1 0 0,3 1 0 15,-6 0-20-15,3 5-16 0,0 0 4 0,-3 8 0 16,0 0 12-16,0 0 0 0,6-3 0 0,-6 3 0 15,0 0 0-15,6-2 16 0,0 4-3 0,0 4-1 16,3-1-12-16,2 3 0 0,-8 5 0 0,6-5 0 16,0 3 0-16,0 2 0 0,-3-2 0 0,3 2 0 15,-3-3 0-15,3 4 0 0,-3-4 0 0,3 1 0 16,-3-1 0-16,0-2 0 0,0 0 0 0,-3 3 0 16,-3-11 0-16,6 2 0 0,-3 6 0 0,3-2 0 0,-6-6 0 15,3 5 0-15,-3-5 0 0,5 3-10 0,-5-3-4 0,9 2-1 16,-9-2 0-16,6-2 0 0,0 2 15 0,3-3 0 15,-3-2 0-15,0 2 0 0,3-2-9 0,0-1 9 16,-3 4-8-16,3-6 8 0,0 3 0 0,3-6 0 16,-3 3 0-16,6 3 8 0,-1-3-8 0,4 2 0 15,3 4 0-15,0-6 0 0,0 3 0 0,3 2 0 16,2-2 0-16,1 5 0 0,3-3 17 0,3 0 3 16,-1 1 0-16,1 2 0 0,0 0-20 0,3-3 0 15,5 0-11-15,1-2 11 0,-3 3 0 0,-1-1 16 16,4 3-2-16,0 0 0 0,2 0-14 0,-5 0 9 15,-3 0-9-15,2 3 8 0,7-3 4 0,-3 2 0 0,-6 1 0 16,-1-1 0-16,4-2 0 0,0 3 0 0,-4-3 0 0,-2 0 0 16,-6 0-4-16,0-3 0 0,8 3 0 0,-8 0 0 15,-6-2-8-15,0 2-17 0,0 0 4 0,0-3 1 16,-1 1 12-16,-5-1 10 0,-6 3-2 0,3-5 0 31,-3 5-101-31,-9 0-21 0,-9-3-4 0</inkml:trace>
  <inkml:trace contextRef="#ctx0" brushRef="#br0" timeOffset="80384.82">7604 5276 403 0,'12'-5'17'0,"-6"5"5"0,-6 0-22 0,0 0 0 0,0 0 0 0,0 0 0 16,9-3 204-16,-9 3 36 0,-3-3 7 0,3 3 1 15,0 0-129-15,0 0-27 0,0 0-4 0,0 0-2 16,-9 0-27-16,9 0-6 0,0 0-1 0,0 0 0 16,-12 3-39-16,6 2-13 0,6-5 8 0,0 11-8 15,-3-6 11-15,-3 6-2 0,6-1 0 0,3 3 0 0,0-2 3 16,-3 8 0-16,-3-4 0 0,6 4 0 0,3 2 3 0,-3 3 1 15,-6 2 0-15,3 1 0 0,3-1 12 16,-3 1 2-16,0 2 1 0,-3 0 0 0,-3 0-22 16,3 0-9-16,6 6 8 0,-3-4-8 0,-6 4 9 0,0 2-9 15,6 0 10-15,-3 5-10 0,0 0 8 0,0-2-8 16,0-3 0-16,0 3 9 0,3-3-9 0,-3 0 10 16,-6 0-10-16,6-5 10 0,6-1-10 0,-3-1 10 15,-9 1-10-15,6-4 10 0,0-1-1 0,3-2 0 16,-3 0 0-16,1-3 0 0,-4 0-9 0,3-2 12 15,3-3-12-15,-3-1 12 0,-3 1 4 0,3-2 0 16,3-1 1-16,0-3 0 0,0 1-17 0,0-3-12 16,-3 0 1-16,3 0 1 0,3 0-10 0,-3-8-1 0,-9 5-1 15,9-5 0 1,3 11-58-16,-3-11-11 0,-6 2-2 0,0 1-1 16,6-3-120-16,0 0-24 0,0 0-5 0,0 0-1 15,-6-3 103-15,6 3 20 0,0 0 4 0,0 0 1 0,0 0 100 0,0 0 16 0,0 0 11 0,0 0-2 16,0 0 111-16,0 0 23 0,0 0 4 0,0 0 1 15,9 0-55-15,-9 0-10 0,0 0-3 0,0 0 0 16,0 0-22-16,0 0-5 0,0 0-1 0,0 0 0 16,0 0 13-16,0 0 3 0,0 0 0 0,-6 6 0 15,-3-4-16-15,3 3-4 0,6 3 0 0,-6-2 0 16,-3 2-16-16,0 0-3 0,6 2-1 0,-3 1 0 16,0 2-9-16,-3 0-3 0,-3 0 0 0,1 1 0 15,5 2-5-15,-6 2-2 0,-6-2 0 0,0 2 0 16,6 4-9-16,-6-4 10 0,-3 1-10 0,1-1 10 0,2 3-10 15,0-5 0-15,3 0 0 0,-3 3 8 0,-3-3-8 16,3-1 0-16,6 1 9 0,-2 0-9 0,-7 0 0 0,6-3 0 16,0 3 0-16,3-3 0 0,-3 1-15 15,3-1 3-15,-3 0 0 0,3-2 0 16,4-1-13-16,-4 1-3 0,-3-3 0 0,3-3 0 16,3 3-16-16,0-3-4 0,-3 1-1 0,3-1 0 0,0 0 26 15,3-2 6-15,0-1 1 0,3 1 0 0,-3 2 16 0,0-5 0 16,6 0-8-16,0 0 8 0,0 0 0 0,0 0 14 15,0 0-2-15,0 0-1 0,0 0 3 0,0 0 1 16,0 0 0-16,0 0 0 0,0 0-3 0,0 0 0 16,0 0 0-16,0 0 0 0,0 0-4 0,0 0 0 15,0 0-8-15,0 0 12 0,0 0-1 0,0 0-1 0,0 0 0 16,0 0 0-16,0 0 0 0,0 0 0 0,0 0 0 0,9 3 0 16,-3 0 0-16,0 2 0 0,0 0 0 0,3 1 0 15,0-1-2-15,3 3 0 0,-6 0 0 0,3 2 0 16,0-2-8-16,3 3 10 0,-3-3-10 0,0 5 10 15,2 0-1-15,4 0 0 0,-3 1 0 0,0-4 0 16,-3 3 3-16,3 1 0 0,9 2 0 0,-6-3 0 16,-6 3 6-16,3-3 2 0,5 5 0 0,1-2 0 15,-6 3-20-15,3-3 0 0,3 2 0 0,6-2-9 16,0 0 9-16,-4 2 16 0,-5-4-4 0,0 2-1 16,3-1-11-16,0 1 12 0,-6-2-12 0,0-1 12 15,0 0-12-15,-1 0 0 0,4-2 0 0,-6-1 8 16,0 1-8-16,-3 0 0 0,6-1 0 0,-3-2 0 15,-3 0 0-15,-3 3 0 0,6-3 0 0,-3-1 0 16,0-1-100-16,-6-6-13 16,0 0-3-16</inkml:trace>
  <inkml:trace contextRef="#ctx0" brushRef="#br0" timeOffset="81041.58">7556 6641 1555 0,'0'0'138'0,"0"0"-110"0,0 0-28 0,6 5 0 16,0 1 52-16,0 2 6 0,-6-8 1 0,9 8 0 15,6-1-39-15,-3 1-7 0,-3 3-1 0,0 0-1 16,6-4 5-16,0 4 0 0,-4 2 1 0,-2 1 0 16,0-1-7-16,6 0-2 0,3 0 0 0,-6 3 0 15,-3 0-8-15,3-3 8 0,6 3-8 0,-3-3 8 16,-1-2-8-16,-2 2 0 0,0-2 0 0,3 2 8 15,-3-2-8-15,3 2 8 0,-3-3-8 0,3 1 8 16,3-1 14-16,-4 1 2 0,-2 2 1 0,0-2 0 0,0-1-17 16,0-2-8-16,-3 3 8 0,-3-3-8 15,-6 3 12-15,6-4-2 0,3-1-1 0,-3 2 0 0,-6-8-1 0,0 5-8 16,9-2 12-16,-6 2-4 0,-3-5-8 0,0 0 10 16,0 0-10-16,0 0 10 0,9 5-10 0,-9-5 12 15,-6 8-12-15,6-3 12 0,3 1 0 0,-3-1 1 16,-9 3 0-16,3-3 0 0,3 1 7 0,-3-1 0 15,3 3 1-15,-3 0 0 0,-9 0-21 0,6 0-16 16,3 2 2-16,0 1 1 0,-6 2 21 0,0 3 4 16,0 2 0-16,1 1 1 0,-4-1-13 0,-3 1 0 15,0-1 0-15,3 1 0 0,3-1 0 0,-3 1 0 16,-9 0 0-16,10-1-10 0,2 1 27 0,-3-4 6 16,-3 1 1-16,-3 3 0 0,6-3-16 0,0-3-8 15,0 3 10-15,-2 0-10 0,-7-3 13 0,6 5-3 0,3-2-1 16,-3 0 0-16,0 3-1 0,0-3-8 0,4-3 12 15,2 3-4-15,0 0-8 0,0-3 0 0,0 0 0 0,3 0 8 16,6-5-8-16,-3 0 0 0,-3-3-12 0,3 1 12 31,6-6-32-31,-6 2 0 0,3 1 1 0,0-3-658 0,-3 0-132 0</inkml:trace>
  <inkml:trace contextRef="#ctx0" brushRef="#br0" timeOffset="81503.98">7473 7739 1220 0,'12'5'54'0,"-12"-5"11"0,0 0-52 0,0 0-13 15,0 0 0-15,0 0 0 0,0 0 47 0,0 0 6 16,0 0 2-16,0 0 0 0,0 0 13 0,0 0 4 16,0 0 0-16,0 0 0 0,0 0-21 0,0 0-4 15,0 0-1-15,0 0 0 0,0 0-30 0,0 0-5 16,6 6-2-16,-6-1 0 0,-3 3 6 0,3 2 1 16,6-2 0-16,0 6 0 0,-9-1 7 0,3 0 1 0,3 3 1 15,6 2 0-15,-3 4 2 0,-3-1 0 0,-3 3 0 16,6 2 0-16,6 3-17 0,-4 3-10 0,-11 0 12 0,9-1-12 15,3 4 16-15,-3-3-4 0,-3-1-1 0,0 1 0 16,0-3 7-16,3 3 2 0,3-3 0 0,-3 5 0 16,-6-2 4-16,3 0 2 0,6 5 0 0,-3-3 0 15,-3 3-6-15,3 0 0 0,0 3-1 0,0-3 0 16,3 0 1-16,-6-2 0 0,-3-1 0 0,3-5 0 16,3 3-20-16,0-6-19 0,-6 3 4 0,0-2 1 15,3-1 14-15,-3-2 0 0,0 0 0 0,-3-3 0 16,-3 0 10-16,3 0 2 0,6 1 0 0,-3-1 0 15,-9-5-112 1,6 0-23-16,6-3-4 0,-6-5-1 0</inkml:trace>
  <inkml:trace contextRef="#ctx0" brushRef="#br0" timeOffset="82318.55">5708 9350 1094 0,'0'0'48'0,"0"0"11"0,0 0-47 0,0 0-12 0,0 0 0 0,0 0 0 15,0 0 131-15,0 0 24 0,6 0 5 0,-6 0 0 16,0 0-72-16,6 0-16 0,3 3-2 0,0 0-1 16,-3-3-29-16,6 0-7 0,-1 0-1 0,1 0 0 0,6 2-12 0,-3-2-2 15,3 0-1-15,-6 3 0 0,6-3-6 0,3 0-2 16,-1 3 0-16,1-3 0 0,3-3 11 0,-3 0 3 16,3 3 0-16,0-5 0 0,-4 2 11 0,4 1 2 15,3-1 1-15,0-2 0 0,0 2-5 16,-1-2 0-16,4 2-1 0,3 1 0 0,-6-1-19 0,2 0-3 15,-2 1-1-15,0-1 0 0,3 0-8 0,-3 3 0 16,-1 0 0-16,4 0 8 0,0 0-8 0,-3 0 0 16,2 0 0-16,1 0 0 0,3 0 0 0,-3 0 0 15,5-2 0-15,-2-1 0 0,6 0 11 0,-6 1-3 16,2-1-8-16,-2-2 12 0,6 2 6 0,-7-2 1 16,1 2 0-16,0 1 0 0,0-1 5 0,-1 0 2 15,4 1 0-15,-6-1 0 0,0 0-7 0,2 3-2 0,4 0 0 16,-3 0 0-16,-3-2-17 0,-1 2 0 0,7-3-13 15,-3 3 5-15,-3 3 8 0,-1-3 0 0,4-3 0 16,3 0 0-16,3 3 0 0,-4 0 8 0,-8 0-8 16,6 0 11-16,3-5-11 0,2 5 10 0,-5-3-10 0,0 3 10 15,-1-2 6-15,1 2 0 0,-3-3 1 0,0 3 0 16,-3-2-2-16,5-1-1 0,4 0 0 0,-3 1 0 16,-6 2 5-16,5 0 1 0,4 0 0 0,-3 0 0 15,2 0-20-15,-5 2 0 0,-3-2 0 0,3 3 0 16,0-6 0-16,-1 3 0 0,-2 3 0 0,0-3 0 15,0 0 0-15,-1 0 0 0,-2 3 0 0,0-3 0 16,3 0 0-16,-6 0 13 0,0 0-4 0,2 2-1 16,-2-2-8-16,-3 0 0 0,0 3 0 0,-6-3 0 15,3-3 0-15,-3 3 0 0,-1 0 0 0,-2 0 0 16,-6 0-32-16,3 0-12 0,-6 0-3 0,0 0-805 16,-3-8-162-16</inkml:trace>
  <inkml:trace contextRef="#ctx0" brushRef="#br0" timeOffset="84588.16">7512 6810 576 0,'0'0'25'0,"0"0"6"0,0 0-31 0,0 0 0 15,0 0 0-15,0 0 0 0,0 0 176 0,0 0 28 16,0 0 7-16,0 0 1 0,9 3-139 0,-9-3-27 16,0 0-6-16,0 8 0 0,6-3-7 0,0 1-1 15,-6-6 0-15,-3 5 0 0,3-5-7 0,3 5-1 16,-6 0-1-16,3 3 0 0,0-8 1 0,0 6 1 15,3 2 0-15,-3 2 0 0,-6-2 1 0,6 3 0 16,6-3 0-16,0 2 0 0,-6 3-3 0,0 1-1 0,0-1 0 0,2-3 0 16,7 4 7-16,-6-1 2 0,-3 0 0 15,3 0 0-15,6 1-11 0,-3-1-3 0,-9 0 0 0,3 0 0 16,0-2-7-16,3 2-2 0,0 3 0 0,-6-3 0 16,-3 0-8-16,0 3 8 0,9-2-8 0,-6 4 8 15,-3-5-8-15,3 6 12 0,6-3-12 0,-3 0 12 16,-3-3-12-16,0 0 0 0,3-2 0 0,3-3 8 15,6 0 0-15,-6-1 0 0,-9-1 0 0,6-6 0 16,6 5-8-16,0 3 0 0,-12-5 0 0,6-3 0 16,0 0 0-16,0 0 0 0,0 0 9 0,-3 5-9 15,-6-2 0-15,9-3 9 0,0 0-9 0,0 0 0 16,-9 2 0-16,9-2 0 0,-2 3 0 0,2-3 0 16,-6 0-24-16,3 0-12 15,-6 0-3-15,9 0 0 0,0 0-106 0,-3-8-22 0,-3 3-4 16</inkml:trace>
  <inkml:trace contextRef="#ctx0" brushRef="#br0" timeOffset="85075.17">7357 7213 1382 0,'0'0'123'16,"0"0"-99"-16,0 0-24 0,0 0 0 0,0 0 83 0,0 0 11 15,0 0 2-15,0 0 1 0,0 0-65 0,3 5-14 16,-3-5-2-16,6 5-1 0,0 0-1 0,-3 1 0 16,-3-6 0-16,0 0 0 0,9 5 6 0,-6 0 2 0,-3-5 0 0,3 8 0 15,3 3 2-15,0-3 1 0,3-3 0 0,-4 3 0 16,-2-3-4-16,3 3-1 0,6-2 0 0,-6-1 0 16,0 0-9-16,0 0-3 0,3 1 0 0,0 2 0 15,0 0-8-15,-3-1 0 0,-6-7 0 0,3 8 8 16,6 0-8-16,0-2 12 0,-9-6-12 0,0 0 12 15,3 8 4-15,0-3 2 0,-3-5 0 0,0 0 0 16,0 0-1-16,0 0 0 0,6 8 0 0,-6-8 0 16,0 0-5-16,0 0-2 0,0 0 0 0,0 0 0 15,0 0 1-15,0 0 0 0,0 0 0 0,6 5 0 16,3 0-11-16,-9-5 0 0,0 0 9 0,0 0-9 16,8 3 0-16,-8-3 0 0,0 0 0 0,0 0 8 15,0 0 2-15,0 0 1 0,0 0 0 0,0 0 0 16,0 0 17-16,3-8 4 0,0 3 1 0,3-3 0 15,-6-3-9-15,6 3-3 0,3-5 0 0,0 0 0 0,-3 0-21 16,3-1 0-16,-3-1 0 0,6-1-8 0,6 0 8 16,-9 3 14-16,-3-1-3 0,3-2-1 0,8 3-10 0,-5 0 0 15,-6 0 0-15,3 0 0 0,0-1 0 0,0 1 0 16,3 0-11-16,-6 2 11 16,-6 1-28-16,3-1-1 0,3 3 0 0,-6 0-1093 15</inkml:trace>
  <inkml:trace contextRef="#ctx0" brushRef="#br0" timeOffset="87069.7">7848 5141 57 0,'-12'3'0'0,"9"-3"0"0,-3 2 0 0,3-2 0 16,3 0 152-16,-3 3 24 0,-3-1 6 0,6-2 1 16,0 0-71-16,0 0-15 0,-6 0-2 0,3 0-1 15,3 0-18-15,0 0-4 0,0 0-1 0,0 0 0 16,-6-2-10-16,6 2-1 0,0 0-1 0,0 0 0 16,-6-3-23-16,6 3-4 0,0 0 0 0,0 0-1 15,0 0-14-15,0 0-2 0,0 0-1 0,0 0 0 16,9-2 2-16,-3 2 0 0,-6 0 0 0,6-3 0 15,6 3 2-15,-3 0 1 0,-9 0 0 0,9 0 0 16,0 0 4-16,3 0 1 0,0 0 0 0,0 0 0 16,0 0 4-16,3 0 2 0,5-5 0 0,-2 2 0 0,-3 0-2 15,3 1 0-15,6 2 0 0,0-6 0 0,-1 4-3 16,1 2-1-16,-3 0 0 0,3 0 0 0,3 0-12 0,-4 0-2 16,-2 2-1-16,3-2 0 0,0 0-1 0,0 0 0 15,-3 0 0-15,2-2 0 0,-2 2-8 0,3 0 12 16,0-3-12-16,0 0 12 0,-1 3-12 0,4-5 10 15,0 2-10-15,0 1 10 0,-6-1-1 0,2 3 0 16,1-5 0-16,0 2 0 0,-3 1-9 0,0-1 12 16,-3 3-12-16,-3 0 12 0,-4 0-12 0,4-5 0 15,-6 2 9-15,0 3-9 0,0 0 0 0,-3 0 0 16,-6 0 0-16,6 0 8 16,-6 0-76-16,0 0-16 0,0 0-2 0,0 0-877 0</inkml:trace>
  <inkml:trace contextRef="#ctx0" brushRef="#br0" timeOffset="87580.59">8798 4710 1350 0,'0'0'60'0,"0"0"12"0,0 0-58 0,0 0-14 16,0 0 0-16,0 0 0 0,0 0 14 0,0 0 0 15,0 0 0-15,0 0 0 0,0 0 25 0,0 0 5 16,0 0 0-16,0 0 1 0,0 0-5 0,6 5 0 16,-3 3-1-16,0-3 0 0,-1 6-4 0,1-1-1 15,0 4 0-15,0-7 0 0,0 7-11 0,0-1-3 16,-3 3 0-16,0 5 0 0,3-8-3 0,-3 8-1 0,0 3 0 16,3-3 0-16,-6 3-2 0,3 5-1 15,0 3 0-15,-3 0 0 0,3-3 0 0,0 0 0 16,0 0 0-16,0-2 0 0,0-1-1 0,0 3-1 0,0-2 0 15,0-6 0-15,3 0 1 0,-3 3 1 0,0-1 0 16,0-1 0-16,0-1 15 0,0 3 4 0,0-3 0 0,-3 0 0 16,3 0-24-16,0-2-8 0,-3 2 0 0,0-8 0 15,3 3 0-15,-3-5-10 0,3-1 0 0,0 1 0 16,-3-3-10-16,0-3-1 0,3-5-1 0,0 0 0 31,0 0-126-31,0 0-26 0,0 0-5 0</inkml:trace>
  <inkml:trace contextRef="#ctx0" brushRef="#br0" timeOffset="88003.68">9137 4667 1782 0,'0'0'79'0,"0"0"16"0,0 0-76 16,0 0-19-16,0 0 0 0,0 0 0 0,0 0 10 0,0 0-2 15,0 0 0-15,0 0 0 0,0 0 12 0,0 0 3 16,0 0 0-16,0 0 0 0,0 0-7 0,3 8 0 16,0 0-1-16,0-3 0 0,0 3-15 0,-3 0 8 0,3 0-8 0,-3 3 0 15,3 2 12-15,0 0-4 0,-3 1-8 16,3-4 12-16,0 3-3 0,0 3-1 0,0 3 0 0,0-3 0 15,0 2 2-15,3 3 0 0,-3 0 0 16,3 1 0-16,-4 4 4 0,4-2 1 0,-3 5 0 16,3 3 0-16,0-6 1 0,0 6 1 0,-3-3 0 0,3 0 0 15,-6 3-1-15,3-3 0 0,0 3 0 0,0-6 0 16,0 6-5-16,-3-6-2 0,3 1 0 0,0-1 0 16,-3-2-9-16,3 3 12 0,-3-1-12 0,3 1 12 15,0-12-12-15,0 1 0 0,-3-2 9 0,3-1-9 16,0 0 0-16,0-2 8 0,0-4-8 0,0-1 0 31,-3-6-16-31,0 0-8 0,0 0-2 0,0 0-638 0,0 0-127 0</inkml:trace>
  <inkml:trace contextRef="#ctx0" brushRef="#br0" timeOffset="88796.26">9286 4932 172 0,'0'0'8'0,"0"0"1"0,0 0-9 0,0 0 0 0,0 0 0 0,0 0 0 15,0 0 225-15,0 0 43 0,0 0 9 0,0 0 2 16,0 0-155-16,0 0-30 0,0 0-6 0,0 0-2 16,0 0-34-16,0 0-6 0,0 0-2 0,0 0 0 15,0 0-20-15,0 0-5 0,0 0-1 0,0 0 0 16,0 0-10-16,0 0-8 0,0 0 12 0,0 0-12 0,0 0 11 0,0 0-11 16,0 0 10-16,0 0-10 15,0 0 23-15,0 0-2 0,0 0 0 0,6 0 0 0,0 0 12 0,0 0 3 16,0 0 0-16,0 0 0 0,2 0-8 0,-2 0-2 15,0 0 0-15,0-5 0 0,3 2-10 0,0 3-3 16,3 0 0-16,-3 0 0 0,-3 0-3 0,6 0-1 16,0 0 0-16,0 0 0 0,0 0-1 0,-1 0 0 15,-2 0 0-15,3 0 0 0,6-3 0 0,-6 1 0 16,6 2 0-16,-3 0 0 0,0-6 5 0,3 4 1 16,-1-4 0-16,1 6 0 0,0 0-5 0,0-5-1 15,-3 2 0-15,3 1 0 0,0-1 0 0,-4 3 0 16,4 0 0-16,0-5 0 0,0 0-8 0,0 2 12 15,3 0-12-15,3 1 12 0,-7-1-12 0,4 0 12 16,0 1-12-16,3-1 12 0,-3 0-3 0,0 1 0 0,-1-1 0 0,1 0 0 16,3 1-1-16,0-1-8 0,-3-2 12 0,0 2-4 15,-1 1-8-15,1-1 10 0,0 3-10 16,0-5 10-16,-3 2-10 0,3 0 0 0,-1 1 0 0,-2 2 0 16,0-6 0-16,-3 6 0 0,3 0 0 0,-3 0 8 15,-3-2 0-15,0 2 0 0,0 0 0 0,2 0 0 16,-2 0 2-16,3-3 0 0,-6 3 0 0,3-3 0 15,-3 3-10-15,3 0 8 0,-3 0-8 0,0-5 8 16,-3 5-8-16,3-2 10 0,0-1-10 0,-4 3 10 16,-5 0-10-16,0 0 0 0,0 0 0 0,0 0 0 15,0 0-87 1,0 0-19-16,0 0-4 0,-8-3-1 0</inkml:trace>
  <inkml:trace contextRef="#ctx0" brushRef="#br0" timeOffset="90631.18">10429 4908 57 0,'0'0'0'0,"0"0"0"0,0 0 0 0,0 0 0 15,6-3 206-15,0-2 36 0,-3 0 7 0,3 2 2 0,0-2-150 0,-1 0-29 16,1-1-7-16,0 1-1 0,0-3-3 0,0 3-1 15,0-3 0-15,3 0 0 0,0 0-16 0,0 0-4 16,0 3-1-16,0-6 0 0,0 3 1 0,3 0 0 16,-3 3 0-16,0-3 0 0,3 0 3 0,-1 3 1 15,1 0 0-15,0-1 0 0,-3 1-26 0,3 2-5 16,-3-5-1-16,0 8 0 0,0-2 3 0,0 2 0 16,0 0 0-16,0 2 0 0,-9-2-2 0,9 8 0 15,0-5 0-15,-4 8 0 0,-2-9-5 0,3 9 0 16,-6-1-8-16,3 4 12 0,3-4 1 0,-6 3 0 15,0 1 0-15,-3-1 0 0,0 0-1 0,0 0-1 16,-3 3 0-16,0-8 0 0,1 3 1 0,-1-3 1 16,0 0 0-16,-3 2 0 0,0-2 5 0,0-3 1 15,3 1 0-15,-3-1 0 0,0 0 1 0,-3 1 0 0,0-4 0 16,0 3 0-16,-3-2-2 0,4-3 0 0,-4 0 0 0,0 0 0 16,0-3 19-16,0 3 4 0,0-2 1 15,0-1 0-15,3-2-22 0,0-3-4 0,-2 3 0 0,2-1-1 16,0 1-15-16,0-8 9 0,3 2-9 0,-3 1 8 15,-3-4-26-15,6 4-6 0,3-3 0 0,0-3-1097 16</inkml:trace>
  <inkml:trace contextRef="#ctx0" brushRef="#br0" timeOffset="91692.08">8643 9247 345 0,'0'0'31'0,"0"0"-31"0,6-2 0 0,-3-1 0 15,0-2 191-15,3-1 32 0,-3 1 6 0,3 2 2 16,0-5-124-16,0 3-25 0,-1 3-5 0,1-4-1 15,3 1-16-15,-6 2-3 0,-3 3-1 0,0 0 0 16,9-2-37-16,-3-1-8 0,3 3-2 0,-3 0 0 16,-6 0-9-16,12 0 10 0,-3 0-10 0,3 0 10 15,0 0 12-15,0 3 2 0,3-1 1 0,2 1 0 16,1-3 17-16,3-3 3 0,3 1 1 0,0-1 0 16,2 3 7-16,1-3 2 0,3 1 0 0,3-1 0 15,-3 0-11-15,2 3-3 0,-2 0 0 0,0 0 0 16,-3 0-25-16,2-2-6 0,-2 2-1 0,3 0 0 15,0 0-9-15,-1 0 0 0,4 0 0 0,0 0 0 16,3-3 0-16,-4 3 8 0,1 0-8 0,3 3 0 16,0-3 0-16,-4 0 0 0,4 2 0 0,0-2 0 0,-3 3 17 15,2 0-1-15,1-3-1 0,0 0 0 0,-4 0 4 0,4 0 1 16,3 0 0-16,0 0 0 0,-4 0-2 16,1 0 0-16,3 0 0 0,-7 0 0 0,-2-3-6 15,3 3-2-15,-3-3 0 0,-1 1 0 0,-2 2-10 0,0 0 0 16,-3 2 9-16,0-2-9 0,-1 3 8 0,1 0-8 15,0-3 8-15,-6 2-8 0,3 1 0 0,-6 0 9 16,3-3-9-16,-7 2 0 0,4 1 0 0,-3-3 0 16,0 3 0-16,-6-3 0 0,0 0 0 0,3 0 0 15,-9 0 0-15,0 0 0 16,0 0-24-16,0 0-3 0,0 0 0 0,0 0 0 16,0 0-100-16,0-6-20 0,0 1-4 0</inkml:trace>
  <inkml:trace contextRef="#ctx0" brushRef="#br0" timeOffset="91951.45">10515 9152 288 0,'0'0'25'16,"0"0"-25"-16,0 0 0 0,9 0 0 0,-3-3 254 0,3-2 46 0,-3 2 8 0,3 1 3 16,0-1-189-16,0-2-38 0,0 2-7 0,-1 0-1 15,1 3 4-15,3-2 2 0,-3-1 0 0,0 3 0 16,0 3-30-16,3-1-5 0,-6-2-2 0,0 6 0 16,3-4-16-16,-3 4-3 0,0-1-1 0,0 0 0 15,-6-5-25-15,0 6 0 0,3-1 0 0,-6 0 0 16,0 3 0-16,-3 0 0 0,0 0 0 0,0 0 0 15,-3 0-9-15,0 0 9 0,-3 0 0 0,3 0 0 0,0 0 0 16,0-3 20-16,0 0-2 0,0-2-1 16,1-1 23-16,2 1 4 0,-3-3 0 0,0-3 1 0,0 3 5 15,0-2 1-15,0-3 0 0,0-1 0 0,3 1-31 16,-3-3-7-16,3-3-1 0,3-2 0 16,0-8-92-16,0-5-18 0,6-9-4 15</inkml:trace>
  <inkml:trace contextRef="#ctx0" brushRef="#br0" timeOffset="94053.52">10777 4876 288 0,'0'0'25'0,"0"0"-25"16,0 0 0-16,0 0 0 0,0 0 248 0,0 0 44 15,0 0 8-15,0 0 3 0,0 0-244 0,0 0-49 16,6-2-10-16,-6 2 0 0,0 0 0 0,9 0 0 15,-3 2 0-15,0 1 0 0,3 0 0 0,3-1 0 16,-3-2 12-16,2 8-4 0,4-8 32 0,0 3 7 16,3-1 1-16,0-2 0 0,6 3 8 0,-3-3 1 15,2-3 1-15,1 3 0 0,0 0-16 0,3 0-3 16,-3 0-1-16,2 0 0 0,-2-2-6 0,3 2 0 16,0 2-1-16,0-2 0 0,-1 3-31 0,1-3 0 15,0 0 0-15,0 0 0 0,0 5 13 0,-1-5-3 16,1 0-1-16,-3-5 0 0,3 5 6 0,-3-3 1 15,-4 3 0-15,1 0 0 0,0-2-7 0,-3 2-1 16,0-3 0-16,-3 3 0 0,-3 0-8 0,2 0 0 0,-2 0 0 16,0 0 0-16,0 0 0 0,-3 0 0 0,0 0 0 15,0 0 0-15,0 0-14 0,0 0-8 0,-3 0-2 0,3 0-905 16</inkml:trace>
  <inkml:trace contextRef="#ctx0" brushRef="#br0" timeOffset="94369.33">11727 4948 1792 0,'0'0'80'0,"0"0"16"0,0 0-77 0,0 0-19 0,0 0 0 0,0 0 0 0,0 8 14 0,3-3-1 16,-1 0 0-16,1 3 0 0,0-3 9 0,0 6 2 15,3-6 0-15,-6 9 0 0,3-1-7 0,0 0-1 16,0 0 0-16,0 3 0 0,0 0-16 0,0 5 8 15,0-2-8-15,0 2 0 0,0-5 14 0,-3 5-4 16,0 0-1-16,3 0 0 0,-3 0-1 0,3 6-8 16,-3-3 12-16,3 7-4 0,-3-4-8 0,3 5 10 15,0-1-10-15,0 1 10 0,0 3-10 0,0-6 0 16,3 0 0-16,-3-3 8 0,3 1-8 0,-3-1 0 16,0-5 9-16,0 0-9 0,0 1 0 0,-3-1 8 15,0-5-8-15,0 2 0 0,0 1 0 0,-3-3 0 16,0 2 0-16,-3-2 0 0,3-3-13 0,-3 3-7 15,0 0-2-15,0-3-887 0</inkml:trace>
  <inkml:trace contextRef="#ctx0" brushRef="#br0" timeOffset="94624.59">11542 6096 921 0,'0'0'82'0,"-3"8"-66"0,0-3-16 0,-3 6 0 16,3-1 128-16,0 1 21 0,-3 0 5 0,3 2 1 15,0 3-47-15,0 0-10 0,0 2-2 0,0 1 0 16,3 4-35-16,-3 4-7 0,0 5-2 0,3 2 0 16,0 0-19-16,-3 3-4 0,3 0-1 0,-3 1 0 15,0-1-13-15,0 2-3 0,3 1-1 0,-3 0 0 16,0-1-11-16,1 1 10 0,-1 0-10 0,3-3 10 16,0-3-10-16,-3 1 0 0,3-6 0 0,0 2 0 15,0-4 0-15,0-1 0 0,0-2 0 0,0 0 0 0,3-3-8 16,-3-2-8-16,0-1 0 0,0-5-1 15,0 1-102-15,0-6-20 16,0-3-4-16,0-5-652 0</inkml:trace>
  <inkml:trace contextRef="#ctx0" brushRef="#br0" timeOffset="95151.27">11518 5921 1612 0,'0'-13'144'0,"0"13"-116"0,0 0-28 0,0 0 0 16,6-5 82-16,0 2 10 0,3 1 3 0,-3-4 0 16,3 4-67-16,0-4-14 0,0 6-2 0,3 0-1 15,-3 0 1-15,2 0 1 0,4 0 0 0,-3 0 0 16,0 3-4-16,6 2-1 0,0 1 0 0,0-1 0 16,0-5-8-16,-1 5 8 0,1-2-8 0,-3 2 8 15,3 3-8-15,-3-3 0 0,3 1 0 0,-3-4 0 16,0 1 0-16,-3 0 0 0,-1-1 0 0,1-2 0 15,0 3 0-15,0-3 8 0,0 0-8 0,0 0 0 16,-3 0 8-16,3 0-8 0,-3 0 0 0,0 0 8 16,0 0-8-16,-3 0 0 0,-1-3 0 0,-5 3 8 15,0 0-8-15,0 0 0 0,6 3 9 0,-6-3-9 16,0 0 11-16,0 0-3 0,0 0 0 0,0 0 0 16,6 5 1-16,-6-5 0 0,0 0 0 0,0 0 0 15,0 0-1-15,0 0 0 0,0 0 0 0,6 8 0 16,-6 3-8-16,3-1 12 0,-3-4-12 0,3 4 12 0,-3-2-12 15,3 3 0-15,-3-1 0 0,3 1 8 0,-3 2-8 16,0 6 0-16,0-4 0 0,3 7 0 0,0 1 0 16,0 4 0-16,-3-1 0 0,0 1 0 0,3 5 16 15,-3 2-3-15,0-2 0 0,3 5 0 0,-3 0-1 0,3-3 0 16,0 1 0-16,-3-1 0 0,3 0-12 0,0-2 8 16,0 2-8-16,0-2 0 0,-3-3 8 0,0 3-8 15,3-3 0-15,0 0 9 0,-3 3-9 0,3-5 0 16,-3-1 0-16,3 0 0 0,0-4 0 0,-3 1 8 15,0-1-8-15,0-4 0 0,0-2 0 0,0 0 0 16,-3-3 0-16,0 0-11 16,-3 1-69-16,0-4-13 0,3-2-3 0,-6 0-852 0</inkml:trace>
  <inkml:trace contextRef="#ctx0" brushRef="#br0" timeOffset="95391.78">11548 7049 518 0,'0'0'46'0,"0"0"-37"0,0 0-9 0,0 0 0 15,0 0 355-15,9 0 69 0,3 0 13 0,3 0 3 16,-3 2-314-16,5-2-63 0,1 0-13 0,3 0-2 16,0-2 6-16,0 2 2 0,3-3 0 0,-1 0 0 15,4 3-45-15,-3-2-11 0,0-1 0 0,0 0 0 16,-1 1 0-16,-2-1 0 0,-3-2 0 0,0 2 8 15,-3-2-40-15,0-1-9 0,0-1-2 0,0-1 0 16,-1 0-111-16,-2 0-22 0,-3 0-5 16</inkml:trace>
  <inkml:trace contextRef="#ctx0" brushRef="#br0" timeOffset="95793.98">11985 7019 460 0,'0'0'41'0,"0"0"-33"15,-2 6-8-15,-1-1 0 0,3 3 197 0,-3-3 38 16,-6 1 7-16,6-1 2 0,-3-3-130 0,3 4-26 15,-3-4-4-15,3 4-2 0,-3-1-17 0,3 0-3 16,-3 1-1-16,3 1 0 0,-3 1-32 0,3 0-6 0,0 3-2 16,0 2 0-16,-3 0-11 0,3 6-2 15,0 2-8-15,0 3 12 0,3 0 4 0,-3 5 0 0,3 0 0 0,0-3 0 16,-3 3 4-16,3 1 0 0,0-1 1 0,0 0 0 16,0 3-4-16,0 2-1 0,0-2 0 0,0 5 0 15,0 0 0-15,0 2 0 0,3 1 0 0,-3 2 0 16,0 1 4-16,0-1 0 0,0 0 0 0,0 1 0 15,0-3-4-15,0 2-1 0,-3-2 0 0,3-1 0 16,0 1-3-16,0-6-1 0,0 1 0 0,3-1 0 16,0-2 9-16,0 2 3 0,0-5 0 0,0 3 0 15,-3-5-11-15,3 2-3 0,0 0 0 0,0-3 0 16,-3 1-9-16,0 4 0 0,3 1 0 0,-3 0 0 16,-3-3 0-16,3 0 8 0,0 0-8 0,-3-2 0 15,0-1 0-15,0 1 0 0,0-4 8 0,0 4-8 16,0-3 0-16,0-3 0 0,0 3 0 0,-3-3 0 15,6 0 12-15,-3-2-4 0,0-1 0 0,0-2 0 16,3 2-8-16,-3-2 0 0,3-2-10 0,-3-4 10 0,0 1-20 16,0-1 3-16,3 4 0 0,-3-4 0 15,3 1-81-15,-3-3-16 0,1 2-3 16</inkml:trace>
  <inkml:trace contextRef="#ctx0" brushRef="#br0" timeOffset="96371.03">10643 9260 691 0,'0'0'61'0,"0"0"-49"0,3-5-12 0,-3 5 0 15,9-5 192-15,-3 2 35 0,-6 3 7 0,6-5 2 0,0 0-152 0,3 2-29 16,-3-2-7-16,0 2 0 0,3 0-17 0,-3 1-3 15,5-1-1-15,1 0 0 0,-3-2-7 16,6 3 0-16,0-1-1 0,3 0 0 0,-3-2 2 0,6 0 1 16,-1 2 0-16,1-2 0 0,0-1 20 0,3 4 4 15,-3-4 1-15,0-1 0 0,2 4-14 0,-2-2-2 16,0-1-1-16,3 1 0 0,-6 0-19 16,0 2-11-16,2-2 12 0,-2-1-12 0,0 4 13 0,0-3-4 15,0 5-1-15,3-3 0 0,-6 0 4 0,2 1 1 16,4 2 0-16,0-3 0 0,-3-2 7 0,3 5 0 15,-3 0 1-15,3 0 0 0,-1 2-1 0,1-2 0 16,0 0 0-16,0 0 0 0,0 3 3 0,0-3 0 16,-1 0 0-16,1 0 0 0,-6 0-4 0,3 3-1 15,0-1 0-15,-3-2 0 0,0-2-10 0,-3 2-8 16,2 0 9-16,1 0-9 0,-3 2 23 0,3-2-2 0,0 3 0 16,3-3 0-16,-6 0-21 0,3 0 0 0,-1 3 0 0,1-3 0 15,0 2 0-15,0 1 0 0,-3-1 0 0,0-2 0 16,0-2 0-16,0 2 0 0,-3 0 0 0,-3 0-1204 15</inkml:trace>
  <inkml:trace contextRef="#ctx0" brushRef="#br0" timeOffset="97010.97">11039 7104 1555 0,'0'0'138'0,"0"0"-110"0,0 0-28 0,0 0 0 16,0 0 119-16,0 0 18 0,0 0 4 0,0 0 1 15,9 0-119-15,0-3-23 0,0 3 0 0,0-2-12 16,0-1 30-16,3 0 6 0,-1-2 2 0,7 0 0 16,0-6-10-16,3 1-1 0,3-3-1 0,3-1 0 15,-1 1 0-15,4-3 0 0,3-2 0 0,0-1 0 16,-1-2 17-16,1 2 3 0,3-2 1 0,0-3 0 15,-1 1-3-15,1-1 0 0,3 3 0 0,-4-3 0 16,1 3-14-16,0 0-3 0,0 2-1 0,-1 0 0 16,-2 4-1-16,3-1 0 0,-4 3 0 0,1-3 0 15,0 0-1-15,0 3-1 0,-1-1 0 0,1 1 0 16,-3 2-11-16,0-2 10 0,-1 0-10 0,-2 2 10 0,-3-2-10 16,-3 5 8-16,0-2-8 0,-3 2 8 0,-1-3 8 15,-2 3 2-15,-3 3 0 0,-3 2 0 16,0-2-36-16,-3 2-7 0,3 1-2 0,-6 2 0 15,-3 0-11-15,3-8-2 0,0 5-1 0,-3 3 0 16,0 0-80-16,0 0-16 0,0 0-3 0,-3-5-816 0</inkml:trace>
  <inkml:trace contextRef="#ctx0" brushRef="#br0" timeOffset="97320.07">12078 6392 748 0,'0'0'67'0,"0"0"-54"0,0 0-13 0,6 3 0 16,3-6 264-16,0 3 49 0,0 0 11 0,-1-2 1 16,1 2-229-16,0-3-47 0,3 0-9 0,0 1-1 15,0-1 11-15,3 3 2 0,0 0 1 0,6 3 0 16,-4-1-29-16,4 4-7 0,0-1-1 0,-3-2 0 16,3 2-8-16,0 0-8 0,0 1 9 0,-4-4-9 15,4 3 11-15,0-2-11 0,-3 2 12 0,0-2-12 16,-3 0 14-16,0-1-4 0,-4 1-1 0,1 0 0 15,-3-1 0-15,3 4 0 0,-6-4 0 0,-6-2 0 16,0 0 10-16,3 8 1 0,-3 3 1 0,-3-6 0 16,-3 6-21-16,-3 2-16 0,-3 3 2 0,-3 0 1 15,1 2 13-15,-4 1 0 0,3-4 0 0,0 4 0 0,0-3-16 16,-3 2-8-16,3-2 0 0,0 0-687 16,4 0-137-16</inkml:trace>
  <inkml:trace contextRef="#ctx0" brushRef="#br0" timeOffset="97927.63">12236 7109 403 0,'0'0'36'0,"0"0"-36"0,0 0 0 0,8-2 0 16,7-1 348-16,0 0 64 0,3 3 12 0,-3-2 2 15,3-1-315-15,0 0-63 0,0-2-13 0,-1 5-3 16,1-5 1-16,0 5 0 0,3-5 0 0,-3 2 0 0,0 3-18 15,-3 0-4-15,5-3-1 0,-5 3 0 16,0-2-2-16,0 2-8 0,-3 2 12 0,0-2-4 16,0 3 7-16,0-3 1 0,-3 3 0 0,0-1 0 0,-9-2-8 15,8 3 0-15,1 2-8 0,-9-5 12 0,3 8-12 16,0 0 0-16,0 3 0 0,-3-1 0 0,-3 1 0 0,0 5 0 16,-6 0 0-16,1 2 0 15,-7 1 0-15,3 2 8 0,-6 5-8 0,3-2 0 0,-3 3 8 0,3-1-8 16,-3-2 0-16,3 0 0 0,-2-3 0 0,2 3 8 15,-3-6-8-15,3 3 0 0,0 0 0 0,-3-2 0 16,3-1 0-16,0 1 0 0,1 2 0 0,2-2 9 16,-3-3-9-16,3-1 8 0,0-1-8 0,3 2 0 15,0-6 0-15,0 1 0 0,3-1 0 0,3-4 0 16,0 2 0-16,0-3 0 0,3-5 18 0,3 8-2 16,6 2 0-16,-3-2 0 0,6 3 4 0,0-6 0 15,3 3 0-15,3-3 0 0,0 1-10 0,2-1-2 0,-2 0 0 16,3 3 0-16,0-3-8 0,3-2 10 0,-3 0-10 15,-1-1 10-15,4-2 2 0,-3 3 1 0,-3-3 0 0,3 0 0 16,-3 0-13-16,-3 0 0 0,-1-3 0 0,1 3 0 16,-3 0-18-16,-3-5 0 0,-3 2 0 0,0 1 0 31,3-1-35-31,-9 3-7 0,0 0-2 0,-9-5-991 0</inkml:trace>
  <inkml:trace contextRef="#ctx0" brushRef="#br0" timeOffset="98173.06">12259 7382 2203 0,'12'3'97'0,"-6"-3"21"0,0 0-94 0,3 0-24 16,3 2 0-16,3 1 0 0,-3-3 44 0,3 5 4 15,3-2 0-15,-1-1 1 0,-2 1-12 0,0 2-2 16,0-2-1-16,0 2 0 0,0-2-23 0,0 0-11 15,0-1 10-15,-1 1-10 0,-2 2 0 0,3-2 0 16,0-3-8-16,-3 0 8 16,0 2-38-16,0-2-1 0,0 0 0 0,-3 0 0 15,3-2-86-15,-1 2-18 0,1 0-3 0</inkml:trace>
  <inkml:trace contextRef="#ctx0" brushRef="#br0" timeOffset="98572.03">12798 7564 806 0,'0'0'36'0,"0"0"7"0,0 0-35 0,0 0-8 0,0 6 0 0,3 2 0 16,-3 0 228-16,0-3 44 0,0 3 9 0,0 2 2 16,0 4-211-16,0-1-41 0,-3 0-9 0,3 0-2 15,0 9 0-15,0-4 0 0,-3 1 0 0,3 2 0 16,0-3-3-16,0 1-1 0,0-1 0 0,-3 1 0 15,3-3 8-15,0 2 0 0,0-2 1 0,-3-3 0 16,3 3 1-16,-3 0 0 0,3-3 0 0,0 1 0 16,-6-4-9-16,6 1-1 0,0-3-1 0,0 2 0 15,-3-5 1-15,3 3 0 0,0-2 0 0,0-6 0 16,0 0-8-16,0 5 0 0,-6 3-8 0,6-8 12 16,0 0-4-16,0 0 0 0,0 0-8 0,0 0 12 0,0 0 19 15,0 0 3-15,0 0 1 0,0 0 0 0,0 0-18 0,9 0-3 16,0-3-1-16,-3 3 0 0,3-2-1 0,3-1-1 15,0 0 0-15,0 1 0 0,0 2-11 0,6-3 10 16,-4 3-10-16,4-3 10 0,3 3 18 0,-3-2 3 16,0 2 1-16,3 0 0 0,-3 0-32 0,-1 2 0 15,-2-2 0-15,3 3 0 0,-3 0 0 0,-3-3 0 16,0 0 0-16,-3 2 0 16,-9-2-76-16,0 0-22 0,0 0-4 0</inkml:trace>
  <inkml:trace contextRef="#ctx0" brushRef="#br0" timeOffset="99965.23">10890 4461 172 0,'0'0'16'0,"0"0"-16"0,3-3 0 0,0 1 0 15,3 2 239-15,-3-8 45 0,3 5 8 0,-3 0 3 16,0-2-239-16,3 0-47 0,-6 2-9 0,0 3 0 15,3-8 22-15,-3 3 7 0,0 5 2 0,-3-5 0 16,3-1-9-16,0 4-2 0,-3-6 0 0,0 2 0 16,0 4-9-16,0-1-3 0,0 1 0 0,0-4 0 15,0 1 8-15,3 5 2 0,-3 0 0 0,3 0 0 0,-3-8 2 0,3 8 0 16,0 0 0-16,0 0 0 0,-3-3 6 16,3 3 2-16,0 0 0 0,0 0 0 15,-3 0 2-15,3 0 1 0,-6 0 0 0,0 0 0 16,0 0-31-16,0 3 0 0,0 5 0 0,0-8 0 0,-3 5 8 15,1 3-8-15,-1 0 0 0,3 3 9 0,-3-3-9 0,3 2 12 16,0 3-12-16,0 1 12 0,0-1 3 16,0 0 1-16,0 3 0 0,3-3 0 0,0 3-4 0,3-3-1 15,-6 8 0-15,3-7 0 0,3 2 2 0,0-1 1 16,0-1 0-16,0-1 0 0,3 0 2 0,-3-5 1 16,3 3 0-16,-3-3 0 0,0-3-6 0,3 0-2 15,-3-5 0-15,0 0 0 0,0 0 9 0,0 0 2 16,6 5 0-16,-6-5 0 0,0 0-6 0,6 0-1 0,-6 0 0 15,9 0 0-15,0-5-13 0,0 3 0 0,-3-4 8 0,0 4-8 16,3-9 0-16,-3 8-10 0,-1-7 2 16,1 2 0-16,0 0 8 0,3 3-8 0,-3-1 8 15,0 4-8-15,0-9 8 0,-3 3 0 0,3 3 0 0,-6 5-8 16,3-5 8-16,0-1 0 0,0 4 0 0,-3 2 8 16,0 0 0-16,3-6 0 0,-3 6 0 0,0 0 0 15,3-2 10-15,-3 2 2 0,0 0 1 0,0 0 0 16,0 0-21-16,0 0 8 0,0 0-8 0,0 0 0 15,0 0-12-15,0 0-6 0,0 0-2 0,0 0 0 16,0 0 32-16,0 0 7 0,0 0 1 0,6 8 0 16,-6 0-20-16,3 2 0 0,0 1 0 0,3-1 0 15,-3 1 0-15,3-6 0 0,-3 3 11 0,3 0-3 16,3 0-8-16,-3 3 11 0,3-6-11 0,-1 3 12 16,1-6-12-16,0 4 0 0,0-4 0 0,3-2 0 15,-3 0-28-15,3 0-12 16,0-2-1-16</inkml:trace>
  <inkml:trace contextRef="#ctx0" brushRef="#br0" timeOffset="101214.82">10753 9398 1209 0,'0'0'108'0,"0"0"-87"0,0 0-21 0,0 0 0 0,0 0 221 0,0 0 40 15,0 0 8-15,0 0 2 0,0 0-223 0,3 8-48 16,-6-3 0-16,3 6-10 0,0-3 10 0,0 2 0 16,0 1 0-16,-3 2 0 0,3 3 0 0,0 0 8 15,-3 5-8-15,0 0 0 0,0 0 0 0,3 1 0 16,0 1 0-16,0 1 0 0,-3 0 0 0,3-3 11 15,-3 3-3-15,0-3 0 0,3 3 5 0,0-3 1 16,0-2 0-16,0-1 0 0,0-2-2 0,0-3 0 16,0 1 0-16,0-4 0 0,0 1-4 0,0-6-8 15,0-5 11-15,0 0-11 0,0 0 12 0,0 0-12 0,0 0 12 16,0 0-12-16,0 0 8 0,0 0-8 0,0 0 0 16,0 0 0-16,0 0 20 0,0 0-4 0,0 0 0 0,0 0 0 15,0 0 3-15,6-5 0 0,-3-3 0 0,0 0 0 16,3 0-5-16,0-3-1 0,0 1 0 0,0-1 0 15,-3 1-13-15,6-1 0 0,-3 0 0 0,3 3 0 16,-3-2 0-16,3 2 0 0,-3 0 0 0,3 0 0 16,0 3 0-16,-3-1 0 0,2 1 0 0,1 0 0 15,0 2 0-15,0 1 8 0,3-1-8 0,-3 3 12 16,6 0-2-16,-3 0-1 0,-3 0 0 0,3 3 0 16,0 2-1-16,0 0-8 0,-1 0 12 0,1 3-4 15,-3-2-8-15,0 4 8 0,-3-2-8 0,-3 0 8 16,0 0-8-16,0 0 0 0,-6 3 0 0,3 2 0 15,-6-3 12-15,3 4-4 0,-3-4 0 0,3 1 0 0,-3 2 20 16,3-5 3-16,-3-3 1 0,3 3 0 0,-3-3-16 16,3 1-4-16,3-6 0 0,-8 2 0 0,2 4 0 0,-3-4 0 15,-3 1 0-15,0-3 0 0,-3-3 16 0,0 3 4 16,0-2 0-16,0-4 0 16,-3-2-58-16,1 1-11 0,5-1-3 0,-3-6 0 15,0-1-136-15,3-7-27 0,0-31-5 0,6 3-2 0</inkml:trace>
  <inkml:trace contextRef="#ctx0" brushRef="#br0" timeOffset="105926.88">7812 4755 403 0,'-9'0'36'16,"9"0"-36"-16,0 0 0 0,0 0 0 0,-6 0 73 0,6 0 8 15,0 0 2-15,0 0 0 0,0 0-13 0,0 0-2 16,0 0-1-16,0 0 0 0,0 0-13 0,0 0-2 15,0 0-1-15,0 0 0 0,0 0-10 0,0 0-1 16,0 0-1-16,0 0 0 0,0 0-2 0,0 0 0 16,6 0 0-16,-6 0 0 0,0 0-7 0,0 0-2 15,9 0 0-15,0 0 0 0,-9 0 4 0,9 2 1 16,0 4 0-16,3-6 0 0,0 0 4 0,0 0 1 16,-3 0 0-16,3 0 0 0,6 0 2 0,-1 0 1 15,-5 0 0-15,0 0 0 0,6 0-13 0,0 0-2 16,0 0-1-16,-3-6 0 0,-3 4-6 0,2 2-2 15,4-3 0-15,-6 0 0 0,-3 3-7 0,0 0-2 16,3 0 0-16,0-5 0 0,-6 5-8 0,0-3 0 0,-6 3 9 16,9 0-9-16,0 0 0 0,-9 0-20 0,0 0 4 15,0 0 1 1,0 0-93-16,0 0-20 0,0 0-3 0,0 0-644 0</inkml:trace>
  <inkml:trace contextRef="#ctx0" brushRef="#br0" timeOffset="106319.45">7970 4633 979 0,'9'-3'87'0,"-9"3"-70"15,0 0-17-15,0 0 0 0,0 0 88 0,0 0 13 16,0 0 3-16,0 0 1 0,-3 0-34 0,3 0-7 15,0 0-2-15,0 0 0 0,-9-2-18 0,9 2-3 16,0 0-1-16,0 0 0 0,0 0-13 0,0 0-3 16,0 0-1-16,0 0 0 0,0 0-9 0,0 0-2 15,0 0 0-15,0 0 0 0,9 2 7 0,-9-2 1 16,0 0 0-16,0 0 0 0,6 8-2 0,0-3 0 16,-6 3 0-16,0 6 0 0,-6-6-1 0,6 2 0 15,3 3 0-15,-3 1 0 0,-6-6-1 0,3 5 0 16,6 0 0-16,-3 6 0 0,0-9-4 0,0 3-2 15,0 3 0-15,3 3 0 0,0-6-10 0,-3 3 8 16,-3-3-8-16,3 3 8 0,3 0 4 0,0-3 0 16,-6 3 0-16,3-6 0 0,0 4-12 0,0-6 12 15,0 2-12-15,0-2 12 0,0-3-3 0,0 6 0 0,3-11 0 16,-3 0 0 0,0 0-105-16,0 0-22 0,27-16-4 0,-9-5-1 0</inkml:trace>
  <inkml:trace contextRef="#ctx0" brushRef="#br0" timeOffset="107169.78">9533 4617 1267 0,'0'0'112'0,"0"0"-89"16,0 0-23-16,0 0 0 0,0 0 71 0,0 0 9 15,0 0 3-15,0 0 0 0,0 0-60 0,0 0-12 16,0 0-3-16,0 0 0 0,0 0 12 0,0 0 3 15,0 0 0-15,0 0 0 0,0 0-3 0,0 0 0 16,0 0 0-16,0 0 0 0,0 0 15 0,0 0 2 16,0 0 1-16,0 0 0 0,0 0 1 0,6 8 0 0,3-8 0 15,-3 0 0-15,-6 0-8 0,9 0-2 0,2 0 0 16,-2 0 0-16,0 0-5 0,3 3 0 0,-3-3-1 0,3 2 0 16,0 1-3-16,0 2-1 0,0-5 0 15,-3 0 0-15,6 0-1 0,-6 3 0 0,-1-1 0 0,1-2 0 16,0 0-4-16,3 0-1 0,-3 3 0 0,3 2 0 15,0-5 4-15,-3 0 1 0,3 0 0 0,-3 0 0 16,0 0-9-16,0-5-1 0,0 5-8 0,-4-3 12 16,-5 3-12-16,0 0-12 0,0 0 3 0,3-2 0 31,-3 2-155-31,0 0-30 0</inkml:trace>
  <inkml:trace contextRef="#ctx0" brushRef="#br0" timeOffset="109035.87">8661 4371 864 0,'0'0'38'0,"0"0"8"16,0 0-37-16,0 0-9 0,0 0 0 0,0 0 0 0,0 0 97 0,0 0 18 0,0 0 3 0,0 0 1 16,0 0-67-16,0 0-12 0,0 0-4 0,0 0 0 15,0 0 3-15,0 0 0 0,0 0 0 0,0 0 0 16,0 0-20-16,0 0-4 0,0 0-1 0,0 0 0 15,0 0 3-15,0 0 1 0,0 0 0 0,0 0 0 16,0 0 0-16,0 0 0 0,0 0 0 0,6 5 0 16,-6-5 1-16,6 6 0 0,-6-6 0 0,6 5 0 15,-3 0 3-15,2 0 1 0,-2 3 0 0,3-2 0 16,-3 2-8-16,0 2-2 0,3-5 0 0,-3 3 0 16,0-2-5-16,0 2 0 0,6-3-8 0,-6 3 12 15,0-3-3-15,3 0-1 0,0 3 0 0,-3-2 0 16,3 2 6-16,0-6 1 0,0 9 0 0,0-6 0 15,-3 3-4-15,3-3-1 0,0 3 0 0,0-2 0 16,0 1-10-16,3-1 10 0,-6 2-10 0,2 0 10 16,1-3-10-16,0 0 8 0,0 1-8 0,0-4 8 15,0 3 0-15,3-2 0 0,0 0 0 0,-3-3 0 16,3 0 12-16,-3 0 1 0,3 0 1 0,3 0 0 0,-3-6 2 16,3 1 1-16,-3-3 0 0,2 3 0 0,4 0-5 0,-3-1-2 15,0 4 0-15,0-9 0 0,0 8-18 0,-3-7 0 16,0 2 0-16,0 3-9 0,0 2 34 0,-3-5 7 15,3 3 2-15,-6 0 0 0,2-1-34 0,1-2 0 16,0 0 0-16,-3 0 0 0,3 3 12 0,-3-5 1 16,3 2 1-16,0-3 0 0,0 0-14 0,-3-2 9 15,3 0-9-15,3 0 8 0,-3 0-8 0,3-3 8 16,-3 0-8-16,0 0 8 0,0 0-8 0,0 3 0 16,0-6 9-16,-3 9-9 0,0-1 0 0,-3 1 0 15,3 2 0-15,0 0 8 0,-3 2 3 0,0 1 1 16,0 2 0-16,0 3 0 0,0 0 2 0,-3-5 1 0,3 5 0 15,0 0 0-15,-3-8-15 0,0 6 9 0,3 2-9 0,-3-3 8 16,0-5-8-16,3 8 0 0,-6-3-10 0,6-2 10 31,0 5-36-31,-3-3-2 0,0-2 0 0,0 0-1110 0</inkml:trace>
  <inkml:trace contextRef="#ctx0" brushRef="#br0" timeOffset="110328.85">9259 4482 345 0,'0'0'31'0,"0"0"-31"16,0 0 0-16,0 0 0 0,0 0 153 0,0 0 25 16,0 0 5-16,0 0 1 0,0 0-100 0,0 0-20 0,0 0-4 0,0 0-1 15,0 0-12-15,6-3-3 0,-6-2 0 0,3 0 0 16,0 0-13-16,-3 5-3 0,3-6-1 0,0 4 0 15,0-6-18-15,-3 8-9 0,3-3 10 0,-3 3-10 16,3-3 8-16,-3 3-8 0,0 0 0 0,0 0 0 16,0-8 12-16,0 8-4 0,0 0-8 0,0 0 12 15,0 0 3-15,0 0 0 0,0 0 0 0,0 0 0 16,0 0 9-16,0 0 1 0,0 0 1 0,0 0 0 16,0 0-6-16,0 0 0 0,0 0-1 0,0 0 0 15,0 0 3-15,0 0 1 0,0 0 0 0,0 0 0 16,0 0-3-16,0 0 0 0,0 0 0 0,0 0 0 15,0 0-8-15,0 0-1 0,0 0-1 0,0 0 0 16,0 0 2-16,0 0 0 0,-3 0 0 0,-3 0 0 16,6 0-2-16,-3 0 0 0,-3 0 0 0,3 0 0 15,-3 3-2-15,6-3-8 0,0 0 12 0,-6 5-4 16,0-5-8-16,0 6 10 0,6-6-10 0,-3 2 10 0,-3 4-10 16,0-6 0-16,3 2 9 0,3-2-9 15,-6 6 9-15,3-1-9 0,-3-5 12 0,6 0-12 0,0 0 13 16,-6 5-4-16,0 0-1 0,1 1 0 0,2-4-8 0,3-2 8 15,-6 6-8-15,3 2 8 0,0-6-8 0,3-2 0 16,-6 6 9-16,3-1-9 0,3-5 0 16,0 0 0-16,-3 5 0 0,0 3 8 0,0-5-8 0,3-3 0 15,0 0 8-15,-3 10-8 0,0-7 0 0,3-3 8 16,-3 5-8-16,3-5 0 0,0 0 0 0,0 0 8 16,0 0-8-16,0 5 0 0,0-5 8 0,0 6-8 15,0-6 8-15,0 0-8 0,0 0 20 0,0 8 0 16,0 2 0-16,3-4 0 0,-3-6-20 0,0 0 0 15,0 0 0-15,3 8 0 0,0-1 0 0,-3-7-8 16,0 0 8-16,0 0-12 0,3 3 12 0,0 2 0 0,-3-5 0 16,3 8 0-16,0-2 0 0,-3-6 11 0,0 0-11 0,0 0 12 15,0 0-12-15,3 5 0 0,-3-5-12 0,0 0 12 16,0 0 0-16,6 5 0 0,-3 3 0 0,-3-8 0 16,0 0 10-16,6 3 0 0,-6-3 0 0,0 0 0 15,5 5-10-15,1 0 12 0,-6-5-12 0,9 0 12 16,-9 0-12-16,0 0 8 0,6 3-8 0,-6-3 8 15,6 3-8-15,-6-3 12 0,0 0-12 0,0 0 12 16,9 2-12-16,-9-2 10 0,6 0-10 0,-6 0 10 16,0 0-10-16,0 0 0 0,6 0 9 0,-6 0-9 15,0 0 0-15,9 0 9 0,-3 0-9 0,0-2 0 16,0 2 0-16,0-3 0 0,-6 3 0 0,12-3 0 16,-3-5-65-16,0 3-20 15,0-3-4-15,-4 3-1 0</inkml:trace>
  <inkml:trace contextRef="#ctx0" brushRef="#br0" timeOffset="111622.43">8929 4122 115 0,'0'0'10'0,"0"0"-10"0,0 0 0 0,0 0 0 16,0 0 211-16,0 0 40 0,0 0 8 0,0 0 1 15,-6 0-170-15,6 0-34 0,0 0-8 0,-6-8 0 16,3 8 28-16,3 0 7 0,0 0 1 0,0 0 0 16,0 0-40-16,-6 0-7 0,3 0-1 0,3 0-1 15,0 0-23-15,0 0-12 0,-6 0 12 0,6 0-12 16,0 0 11-16,0 0-11 0,0 0 10 0,0 0-10 16,0 0 16-16,0 0-4 0,0 0 0 0,0 0 0 15,0 0 0-15,0 0-1 0,0 0 0 0,0 0 0 0,0 0-1 16,0 0 0-16,0 0 0 0,0 0 0 0,0 0-10 0,0 0 10 15,0 0-10-15,0 0 10 0,0 0-10 0,0 0 0 16,0 0 0-16,0 0 0 0,0 0 0 0,0 0 0 16,0 0 0-16,0 0 0 0,0 0 0 0,0 0 0 15,0 0 9-15,0 0-1 0,0 0 0 0,6 8 1 16,-6-8 0-16,6 3 0 0,0 7 1 0,-3-7 0 16,-3-3 0-16,0 0 0 0,3 5-10 0,0 1 0 15,-3-6 9-15,0 0-9 0,0 0 0 0,0 2 9 16,0 1-9-16,0-3 0 0,0 0 12 0,0 8-12 15,0-8 12-15,0 0-12 0,-6 0 19 0,6 0-3 16,0 0-1-16,0 0 0 0,0 0-5 0,0 0-1 0,0 0 0 16,0 0 0-16,0 0 9 0,0 0 2 0,0 0 0 0,0 0 0 15,0 0 3-15,0 0 1 0,0 0 0 0,0 0 0 16,0 0-7-16,0 0-1 0,0 0 0 0,0 0 0 16,0 0-16-16,0 0 0 0,0 0 0 0,0 0 0 15,0 0 0-15,0 0-9 0,0 0 9 0,0 0-12 16,0 0 12-16,0 0-12 0,0 0 12 0,0 0-12 15,0 0 12-15,0 0 0 0,0 0-9 0,0 0 9 16,0 0 0-16,0 0 0 0,0 0 0 0,0 0 0 16,0 0 0-16,0 0 0 0,0 0 0 0,0 0 0 15,0 0 10-15,0 0-10 0,0 0 12 0,0 0-12 16,0 0 16-16,0 0-3 0,0 0-1 0,0 0 0 16,0 0-12-16,0 0 0 0,0 0 0 0,0 0 0 15,0 0 12-15,0 0-1 0,0 0 0 0,0 0 0 16,0 0-11-16,0 0 12 0,0 0-12 0,0 0 12 15,0 0-12-15,0 0 0 0,0 0 0 0,0 0 0 0,-3 0 0 0,3 0 0 16,0 0 0-16,0 0 0 0,0 0-9 0,0 0 9 16,0 0-12-16,0 0 12 0,0 0-9 0,0 0 9 15,0 0 0-15,0 0-9 0,0 0 9 0,0 0 0 16,0 0 0-16,0 0 0 0,0 0 0 0,0 0 0 16,0 0 0-16,0 0 8 0,-6 0 2 0,6 0 1 15,0 0 0-15,0 0 0 0,-6 3-11 0,6-3 0 16,0 0 0-16,-6 0 0 15,6 0-84-15,0 0-23 0,0 0-4 0</inkml:trace>
  <inkml:trace contextRef="#ctx0" brushRef="#br0" timeOffset="117846.31">9685 5268 1285 0,'0'0'56'0,"0"0"13"0,0 0-55 0,0 0-14 15,0 0 0-15,0 0 0 0,0 0 12 0,0 0 0 16,0 0 0-16,0 0 0 0,0 0-1 0,0 0-1 15,0 8 0-15,0 0 0 0,0 0 11 0,-3 2 3 16,3-2 0-16,-3 5 0 0,3-7 6 0,0 2 2 0,0 2 0 0,0-2 0 16,0 0-20-16,0 0-3 0,3 3-1 15,-3-3 0-15,-3 0-8 0,3 2 0 0,0-5 0 0,0 6 0 16,0-3 0-16,0 5 0 0,-3-2 0 0,3-1-11 16,0 4-3-16,-3-7-1 0,0 4 0 0,3 2 0 31,0-5-36-31,0 3-7 0,0-3-2 0</inkml:trace>
  <inkml:trace contextRef="#ctx0" brushRef="#br0" timeOffset="118417.56">9214 5683 903 0,'0'0'40'0,"0"0"8"0,0 0-38 0,0 0-10 0,0 0 0 0,0 0 0 16,0 0 12-16,0 0 0 0,0 0 0 0,0 0 0 15,0 0 0-15,0 0 0 0,0 0 0 0,0 0 0 16,0 0 32-16,0 0 6 0,0 0 2 0,0 0 0 16,0 0-16-16,0 0-4 0,0 0 0 0,6 0 0 15,-6 0 12-15,9-2 3 0,3 2 0 0,-6-3 0 16,3 0 2-16,0 1 1 0,3 2 0 0,0-3 0 15,0 0-2-15,0-2-1 0,2 2 0 0,1 1 0 16,6-1-9-16,-3 3-2 0,0-2 0 0,0-1 0 16,0 0-4-16,2 1 0 0,-2-1-1 0,3 3 0 15,0-3-31-15,0-2 8 0,3 2-8 0,-1 1 0 16,4-4 12-16,0 4-1 0,3-1 0 0,0-2 0 16,-4 0 1-16,4 2 1 0,3-5 0 0,-3 3 0 15,-1-1 15-15,-2 1 4 0,3 2 0 0,0 1 0 16,-4-4-21-16,4 6-11 0,-6-5 12 0,0 3-12 15,0-1 15-15,-4 0-4 0,-2 3-1 0,-3-2 0 0,0-1-10 16,-3 0 8-16,0 3-8 0,-3 0 8 0,-3 0-8 16,0 0 0-16,-6 0 0 0,0 0-11 15,0 0-104-15,0 0-21 0,6-2-4 0</inkml:trace>
  <inkml:trace contextRef="#ctx0" brushRef="#br0" timeOffset="118776.16">9226 5913 1209 0,'0'0'108'0,"6"-2"-87"0,3 2-21 0,3 0 0 16,-3 0 108-16,3-3 18 0,-3 1 3 0,3-1 1 15,3 3-65-15,-4-3-13 0,-2 3-2 0,0-2-1 16,0 2-26-16,0 0-6 0,3 0-1 0,-3 0 0 15,-3-6-16-15,0 4 0 0,0-1 0 0,-6 3 0 16,0 0-19-16,0 0-10 0,6-3-3 0,-6 3 0 16,0 0-51-16,0 0-10 0,0 0-3 0</inkml:trace>
  <inkml:trace contextRef="#ctx0" brushRef="#br0" timeOffset="119089.03">9295 6096 1281 0,'0'0'28'0,"0"0"5"0,0 0 2 0,6 5 2 0,0 1-29 0,0-1-8 0,-1 0 0 15,1 3 0-15,0 0 35 0,-3 0 5 0,3 0 2 0,-3 0 0 16,0 0 2-16,3-3 1 0,-3 3 0 0,3 0 0 16,-3 0-23-16,0 0-5 0,-3 0-1 0,0 0 0 15,0-3-4-15,0 6-2 0,-3-3 0 0,0-1 0 16,0 1-10-16,-3 3-11 0,0-3 3 0,0-3 0 15,0 1 8-15,0 1 0 0,0-1 0 0,1-1 0 16,-1 3 0-16,0-3 0 0,0 1 0 0,0 1 0 16,0-1 0-16,0-1 0 0,0 0 0 0,0 1 0 15,-3 2 0-15,0 0 16 0,0-3-4 0,0 0-1 16,3-2-11-16,-3-1 0 0,0-2 0 0,-3 3 0 16,4 0-32-1,-1-3-3-15,0 0 0 0,0 0 0 0,0-3-39 0,3 0-8 16</inkml:trace>
  <inkml:trace contextRef="#ctx0" brushRef="#br0" timeOffset="119765.7">9503 6006 1710 0,'0'0'76'0,"0"0"15"0,0 0-73 16,6 3-18-16,0-1 0 0,-6-2 0 0,0 0 20 0,0 0 0 16,0 8 0-16,3-2 0 0,-3 2 0 0,3-1 0 0,-3-7 0 0,0 11 0 15,0-3-12-15,0 3-8 0,-3-1 12 16,3-5-12-16,0 3 8 0,0 3-8 16,0-3 0-16,0 0 0 0,0-8 0 0,0 8 0 0,0-8 0 0,0 8 0 15,0 0 0-15,0-8 0 0,0 8 8 0,0 0-8 16,0-8 0-16,0 0 0 0,0 0 0 0,0 0 0 15,6 5 0-15,-6-5 0 0,0 0 8 0,0 0-8 16,0 0 0-16,0 0 0 0,3 5 0 0,-3-5 0 16,0 0 8-16,0 0-8 0,6 3 0 0,-6-3 0 15,6 0 0-15,3-3 0 0,-3-2 0 0,-3 2 0 16,3-2 0-16,-3-3 0 0,3 0 0 0,-4-3 0 16,4 3 0-16,0-2 0 0,0-1 0 0,0 3 0 15,0-2 0-15,0 2 0 0,-3 0 0 0,0 3 0 16,0-1 0-16,-3 6 0 0,0 0 0 0,0 0 0 15,3-5 8-15,-3 5 0 0,0 0 1 0,0 0 0 16,0 0-1-16,0 0-8 0,0 0 12 0,0 0-4 16,3 5-8-16,3 3 10 0,-3-2-10 0,0 4 10 0,0-5-10 15,3 3 8-15,-3 0-8 0,3 0 8 0,-3 3-8 0,3-3 8 16,-3 0-8-16,3-3 8 0,0 0-8 0,-6-5 12 16,3 6-12-16,-3-6 12 0,0 0-2 0,0 0 0 15,0 0 0-15,6 5 0 0,-6-5 14 0,9 0 2 16,-9 0 1-16,0 0 0 0,0 0 0 0,5 0 0 15,4-5 0-15,-3 2 0 0,0-2-7 0,-3-1-2 16,6-2 0-16,-6 0 0 0,3 1-7 0,-3-4-2 16,3 3 0-16,-3-3 0 0,0 1-1 0,-3-3 0 15,3-1 0-15,-3 1 0 0,3 0-8 0,-3 2 8 16,-3-2-8-16,3 3 8 0,-3 4-8 0,3-7 0 16,0 5 0-16,-3 0 0 0,3 8 0 0,0 0 0 0,0-8 0 15,0 8 0-15,0 0 0 0,0 0-14 0,0-5 5 0,0 0 1 31,0 5-20-31,0-8-4 0,0 2-1 0,0 6 0 16,0 0-38-16,0 0-7 0,3-5-2 0,3 2-536 0,-6 3-108 0</inkml:trace>
  <inkml:trace contextRef="#ctx0" brushRef="#br0" timeOffset="120251.67">10024 5966 633 0,'0'0'28'0,"6"-5"6"0,3 2-34 0,3-2 0 0,-3-3 0 0,3 0 0 0,-6 0 181 0,-1 3 30 16,1 0 5-16,-3-1 2 0,-3 6-168 0,3-5-34 15,-3 0-6-15,0 5-2 0,-3-5 0 0,0 5 0 16,0-8 0-16,0 8 0 0,0-6-8 0,-2 6 0 16,2 0 9-16,-3-5-9 0,3 5 28 0,-3-3 2 15,3 3 0-15,-3-2 0 0,6 2 18 0,0 0 4 16,-6-3 1-16,6 3 0 0,-6 0-24 0,0 0-5 15,0 0 0-15,6 0-1 0,-6 3-1 0,0-3 0 16,-3 2 0-16,3 6 0 0,0-5-1 0,-3 0 0 16,3 5 0-16,-3-8 0 0,3 8-21 0,-2-1 0 15,2 1 0-15,0 0 8 0,0 0-8 0,3 0 0 16,0 0 0-16,-3 0 0 0,0 0 11 0,0 5-3 16,3-7 0-16,3 1 0 0,-6 4 9 0,6-3 2 15,-3 0 0-15,3 0 0 0,0 0-3 0,0 2 0 0,0 1 0 16,0-3 0-16,3 5-1 0,0-8-1 0,0 6 0 15,-3 0 0-15,3-1-1 0,0 1 0 0,-3-3 0 0,3 2 0 16,-3 1-13-16,3-3 0 0,-3-3 0 0,3 3 0 16,3-3 0-16,0 3 19 0,0-2-3 0,3-1 0 15,-1 0 2-15,4-2 0 0,0 2 0 0,0-5 0 16,3 3 4-16,-3-3 1 0,3 0 0 0,0 0 0 16,0-3-14-16,2 0-9 0,-5 1 12 0,3-4-12 15,-3 4 13-15,-3-3-4 0,3-1-1 0,-3 1 0 16,0 0-8-16,0 2 0 0,-3-8 0 0,0 6 8 15,-6-3-72 1,3 3-16-16,-3-6-2 0</inkml:trace>
  <inkml:trace contextRef="#ctx0" brushRef="#br0" timeOffset="122921.75">8292 7197 288 0,'0'0'25'0,"0"0"-25"16,0 0 0-16,0 0 0 0,0 0 196 0,0 0 35 15,0 0 6-15,9-3 2 0,-4 0-163 0,-2-2-33 16,0 2-7-16,0-2 0 0,3 0-12 0,0 0-3 15,-6-1 0-15,0 1 0 0,3 0-2 0,-3-1-1 16,0 1 0-16,0 0 0 0,-3-3 18 0,3 3 3 16,-3-1 1-16,0 1 0 0,-3 2-26 0,3-2-5 15,0 0-1-15,0-1 0 0,-2 1 10 0,2 3 2 16,-3-1 0-16,6 3 0 0,0 0-2 0,-3 0 0 16,-6-3 0-16,9 3 0 0,0 0-5 0,0 0-1 15,-9 3 0-15,0 0 0 0,6 2-3 0,-3 3-1 16,-3 0 0-16,0 0 0 0,0 2-8 0,0 1 0 15,3-1 0-15,-3 4 0 0,-6 2 15 0,6-1-3 16,6 4 0-16,-2-3 0 0,-4 2 3 0,3 1 0 0,0-1 0 16,3 1 0-16,3-1-5 0,0 1-1 0,-3-3 0 15,0 0 0-15,3-3-9 0,0-5 0 0,0 2 9 0,0-2-9 16,6 0 8-16,0-2-8 0,-6-6 10 0,0 0-10 16,0 0 9-16,9 0-9 0,3 0 8 0,-1-3-8 15,-5 0 0-15,3 1 0 0,3-4 0 0,0-2-11 16,0 0 11-16,-6 3-13 0,3-3 5 0,0 3 8 15,0-3 0-15,-3 3 0 0,-3-1 0 0,0 1 0 16,3 0 0-16,-6 5 0 0,0-5 0 0,0 5 0 16,3-6 8-16,0 1-8 0,-3 5 12 0,0 0-4 15,0-8-8-15,0 8 10 0,0 0-10 0,3-5 10 16,0-3-10-16,0 3 0 0,-1-3 0 0,4 2 0 16,-3-2 0-16,3 3 0 0,-3-3 0 0,0 3 0 15,3 0 12-15,-6 5 0 0,0 0 0 0,0 0 0 0,0 0-12 16,0 0-16-16,0 0 4 0,0 0 1 0,0 0 11 15,0 0 9-15,0 0-1 0,0 0-8 0,0 0 9 0,0 0-9 16,0 0 0-16,0 0 9 0,0 0-9 0,0 0 8 16,0 0-8-16,0 0 8 0,0 0-8 0,0 0 0 15,0 5 9-15,0 3-9 0,3 0 13 0,-3 5-1 16,-3-2-1-16,3 2 0 0,0 0 1 0,0 0 0 16,-3 3 0-16,0 3 0 0,0-4-12 0,3 7 8 15,-3-4-8-15,3 3 8 0,-3-2-8 0,0 2 0 16,0 0 0-16,0 0 0 0,-2 1 0 0,2-1 0 15,-3 2 0-15,6-1 0 0,-3-4 0 0,0 3 0 16,0 1 0-16,0-4 8 0,3 1-8 0,-3-1 0 16,-3-2 0-16,3 2 0 0,-3-4 17 0,3 2-1 15,-6-3-1-15,0-3 0 0,0 4 7 0,3-4 2 0,0 1 0 0,-3-1 0 16,-6-2-8-16,6-2-2 0,3 2 0 16,0-1 0-16,-5 1-6 0,2-2 0 0,0-1-8 0,0 0 12 15,6 1-3-15,-6-4-1 0,-6 4 0 0,3-6 0 16,12 0-8-16,-9 2 10 0,-3-2-10 0,-6-2 10 15,-2 2 6-15,8-3 0 0,3 0 1 0,0-2 0 16,-3-3-30-16,0 3-7 0,9-3 0 0,-6 0-1 31,-6 0-11-31,9 0-1 0,0 0-1 0,3 3 0 0,-3-3-134 0,0 0-28 16</inkml:trace>
  <inkml:trace contextRef="#ctx0" brushRef="#br0" timeOffset="123687.59">8533 7181 1479 0,'0'0'65'0,"0"0"15"0,0 0-64 0,0 0-16 0,0 0 0 0,0 0 0 15,0 0 32-15,0 0 4 0,0 0 1 0,0 0 0 16,0 0 9-16,3 8 2 0,-3 0 0 0,0 0 0 16,0 2-26-16,-3 1-5 0,3-1-1 0,0 1 0 15,0 2-2-15,-3 3-1 0,0 0 0 0,0 0 0 0,3 0-13 0,-3 0 9 16,3 5-9-16,0-3 8 0,3 3 0 0,-3-2-8 15,0 2 12-15,3 0-4 0,0-2-8 16,0 2 0-16,0-5 0 0,3 2 0 0,-3 1 14 16,0-1-2-16,0 1-1 0,0-3 0 0,2 2 0 15,-2 1 0-15,3-3 0 0,0 0 0 0,0-3 1 0,0 3 0 16,-3-3 0-16,3-3 0 0,0 4-12 0,3-6 0 16,-3-3 0-16,0 3 0 0,-3-3 0 0,3-2 8 15,0-1-8-15,0-2 8 0,-3 0 8 0,3 0 0 16,3 0 1-16,-3-5 0 0,0 0-1 0,0 0-1 15,-1-3 0-15,4-3 0 0,0 0-6 0,0-4-1 16,-3-1 0-16,3 0 0 0,3-3-8 0,-3-2 0 16,0 0 0-16,0 0 8 0,0 0-8 0,-3 0 0 15,0-1 0-15,-3 1 0 0,0-3 0 0,0 3 0 0,0 0 9 16,3 3-9-16,-3-1 8 0,0 3-8 0,-3-2 8 16,2 2-8-16,1-3 17 0,0 3-1 0,-3-2 0 15,3-1 0-15,3 3-8 0,-3 3-8 0,0 0 12 0,3 0-12 16,-3 2 0-16,3-2 0 0,-3 0 0 0,0 2 0 15,-3 1 0-15,3 4 0 0,0 1 0 0,-3 5 0 16,0 0 0-16,0 0-11 0,0 0 11 0,0 0-10 16,-3-5-2-16,3 5 0 0,0 0 0 0,0 0 0 31,0 0-28-31,0 0-5 0,0 0-2 0,-3 8 0 0,3-8-87 0,-3 8-18 16,0-1-3-16</inkml:trace>
  <inkml:trace contextRef="#ctx0" brushRef="#br0" timeOffset="124093.66">9060 7509 921 0,'0'0'82'0,"0"0"-66"15,0 0-16-15,0 0 0 0,0 0 141 0,0 0 25 16,0 0 5-16,0 0 1 0,0 0-119 0,0 0-23 15,0 0-5-15,0 0-1 0,-6 3-12 0,0-3-2 16,0 0-1-16,6 0 0 0,0 0 7 0,0 0 2 16,-3 0 0-16,-3-3 0 0,-3 3 14 0,3 0 2 15,6 0 1-15,-6 0 0 0,3 3 4 0,-3-3 1 0,0 2 0 16,-3 1 0-16,6-1-19 0,-3 1-3 0,-3 0-1 16,3 5 0-16,0-3-17 0,0 3 10 0,-3 3-10 0,1-1 8 15,-1 1 0-15,0 2-8 0,3 0 12 0,0-2-4 16,0-1-8-16,0 1 8 0,3 2-8 0,0-5 8 15,0 3-8-15,0-1 8 0,6 3-8 0,-3-2 8 16,3 2 8-16,0-5 0 0,0 3 1 0,3-1 0 16,3 1 0-16,0-3 0 0,0 0 0 0,2 0 0 15,1 0-5-15,0 0-2 0,3-3 0 0,-6 0 0 16,3 1-10-16,0-4 12 0,0 1-12 0,-3-1 12 16,0-2-12-16,0 0 0 0,0 0 0 0,-3 0 0 15,-1 0-88 1,-5 0-12-16,3-5-4 0</inkml:trace>
  <inkml:trace contextRef="#ctx0" brushRef="#br0" timeOffset="124607.43">8696 6948 1879 0,'0'0'41'0,"0"0"9"0,0 0 2 0,0 0 0 0,0 0-41 0,0 0-11 0,0 0 0 0,0 0 0 15,0 0 23-15,0 0 2 0,0 0 1 0,0 0 0 16,0 0-8-16,0 0-2 0,0 0 0 0,0 0 0 16,0 0-2-16,0 0-1 0,0 0 0 0,0 0 0 15,0 0-13-15,0 0 8 0,0 0-8 0,0 0 0 16,0 0 16-16,0 0-4 0,0 0 0 0,0 0 0 16,0 0 16-16,0 0 2 0,0 0 1 0,0 0 0 15,0 0-13-15,0 0-2 0,0-5-1 0,0-1 0 16,0 6 1-16,0 0 1 0,0 0 0 0,0 0 0 15,0 0 2-15,0 0 0 0,0 0 0 0,0 0 0 16,0 0-7-16,0 0 0 0,0 0-1 0,0 0 0 0,0 0-11 16,0 0 0-16,0 0 0 0,0 0 8 0,0 0-8 15,0 0 0-15,0 0 0 0,0 0 0 0,0 0 0 0,0 0 0 16,0 0 0-16,0 0 0 0,0 0 8 0,0 0-8 16,0 0 0-16,0 0 8 0,0 0-8 0,0 0 0 15,0 0 0-15,0 0 0 16,0 0-137-16,6-5-20 0</inkml:trace>
  <inkml:trace contextRef="#ctx0" brushRef="#br0" timeOffset="127317.4">2419 7337 864 0,'0'0'38'0,"0"0"8"0,0 0-37 0,0 0-9 16,0 0 0-16,0 0 0 0,0 0 76 0,0 0 14 16,3 3 2-16,0 2 1 0,3 3-74 0,-6-3-19 15,6 3 0-15,-6-3 0 0,3 6 16 0,3-3-1 16,-6 2 0-16,3 1 0 0,0 2 9 0,3 0 3 0,-6 1 0 0,0 2 0 15,2 2 6-15,-2-2 2 0,0 5 0 0,0 0 0 16,6 3-9-16,-6 0-2 0,3-3 0 0,-3 3 0 16,3 2-10-16,-3 1-2 15,3-6-1-15,0 3 0 0,-3 0-3 0,3-3-8 0,3-5 12 16,-3 0-4-16,3-1 5 0,0-4 1 0,0 0 0 0,3-1 0 16,-3-5 15-16,3 1 3 0,0-1 1 0,-3-2 0 15,6-3-1-15,-3 0 0 0,-3-3 0 0,3 0 0 16,-4-2 3-16,4-3 0 0,3 0 0 0,-3-2 0 15,-3-1-13-15,3-2-2 0,0 0-1 0,3-3 0 16,3 0-11-16,-3 0-8 0,-3-5 9 0,0 0-9 16,3-1 8-16,-4 1-8 0,4 0 0 0,0 0 0 15,-6-3 12-15,6 3-4 0,-3-3-8 0,3 3 12 16,-3-3-12-16,-3 0 0 0,0 3 8 0,3 0-8 16,-6 3 23-16,3 2 1 0,-6 0 1 0,0 3 0 0,3-1-13 15,-3 1-2-15,3 2-1 0,-6 4 0 0,0-1 9 16,3 0 2-16,0 2 0 0,0 6 0 0,0-2-20 15,-6-4 8-15,3 1-8 0,3 5 0 0,0-5 9 0,0 5-9 16,0 0 0-16,0 0 9 0,0 0-9 0,0 0 0 16,0 0 0-16,0 0 0 0,-6-3-24 0,6 3 4 15,0 0 0-15,0 0 0 16,0 0-35-16,0 0-6 0,0 0-2 0,0 0 0 16,-6 6-137-16,3-1-28 0</inkml:trace>
  <inkml:trace contextRef="#ctx0" brushRef="#br0" timeOffset="127742.06">2937 7705 806 0,'6'5'72'0,"-3"-2"-58"0,-3-3-14 0,6 0 0 16,6-3 124-16,-9 3 21 0,2 3 5 0,-5-3 1 15,0 0-74-15,0 0-14 0,0 0-3 0,0 0-1 16,0 0-40-16,0 0-8 0,0 0-2 0,0 0 0 15,0 0-9-15,0 5-9 0,-5 0 9 0,2 0-13 16,-3 1-10-16,0-1-1 0,0 0-1 0,3 1 0 16,3-6 38-16,-6 5 8 0,-3 0 2 0,3 3 0 15,6-8 5-15,0 5 0 0,-6 1 1 0,3-1 0 16,3 3 8-16,-6 0 2 0,6-8 0 0,0 8 0 16,0 0-18-16,0 0-3 0,0-8-1 0,6 8 0 15,-6 2-7-15,9-2-2 0,-9 0 0 0,6 0 0 0,0 3 1 16,3-3 0-16,-6-3 0 0,3 3 0 0,6-3-9 15,-4 3 0-15,-5 0 9 0,6-3-9 0,0 1 23 0,-3-4 0 16,0 4 0-16,-6-6 0 0,3 5-23 16,-3-5 0-16,6 5 0 0,-6-5 0 0,0 0 0 0,0 5 0 15,0-5 0-15,0 8 8 0,0 0 2 0,-6 0 1 16,-3 0 0-16,3 0 0 0,0 3 6 0,-3-3 2 16,-2 2 0-16,2-5 0 0,0 3-11 0,3 0-8 15,-3-2 12-15,0-1-12 0,0-2 0 0,0 2 0 16,3-2 0-16,-3-1-12 15,0-2-38-15,-3 0-7 0,6-2-2 0</inkml:trace>
  <inkml:trace contextRef="#ctx0" brushRef="#br0" timeOffset="128269.11">2711 7131 1440 0,'0'0'128'0,"0"0"-103"0,0 0-25 0,0 0 0 0,0 0 82 0,0 0 11 16,0 0 3-16,0 0 0 0,0 0-71 0,0 0-13 16,-6 2-4-16,6-2 0 0,0 0-8 0,-6 3 0 15,6-3 0-15,0 0 0 0,0 0 0 0,0 0 0 16,0 0 0-16,0 0 0 0,-6 0 0 0,6 0 0 16,0 0 0-16,0 0 0 0,-3 0 22 0,3 0-1 15,0 0 0-15,-6-3 0 0,6 3 11 0,0 0 3 16,0 0 0-16,0 0 0 0,-3-5-35 0,3 5 0 15,0 0 0-15,0 0 0 0,0 0 0 0,0 0 10 16,0 0 0-16,0 0 0 0,0 0-10 0,0 0 8 16,0 0-8-16,0 0 8 0,0 0-8 0,0 0 0 0,0 0 0 0,0 0 0 15,0 0 0-15,0 0 8 0,0 0-8 0,0 0 8 16,0 0 2-16,0 0 0 0,0 0 0 0,0 0 0 16,0 0 11-16,0 0 3 0,0 0 0 0,0 0 0 15,0 0-1-15,-6 3 0 0,0-3 0 0,6 0 0 16,0 0-7-16,0 0-2 0,0 0 0 0,-6 0 0 15,6 0-6-15,0 0-8 0,-3 0 11 0,3 0-11 32,0 0-16-32,0 0-11 0,0 0-1 0</inkml:trace>
  <inkml:trace contextRef="#ctx0" brushRef="#br0" timeOffset="130372.07">1868 7448 288 0,'0'0'12'0,"0"0"4"0,0 0-16 0,0 0 0 0,0 0 0 0,0 0 0 0,0 0 89 0,0 0 15 16,0-5 4-16,0 5 0 0,0-6-68 0,0 6-14 16,-6-2-2-16,6 2-1 0,0 0-1 0,0 0 0 15,0 0 0-15,-3-3 0 0,-6 3-1 0,9 0 0 16,0 0 0-16,0-2 0 0,0 2 18 0,-9 0 3 16,9 0 1-16,0 0 0 0,0 0-7 0,0 0-2 15,-3 0 0-15,3 0 0 0,0 0-9 0,0 0-1 16,0 0-1-16,0 0 0 0,0 0 0 0,0 0 0 15,0 0 0-15,0 0 0 0,-9 0 8 0,9 0 1 16,0 0 1-16,0 0 0 0,0 0-10 0,0 0-3 16,0 0 0-16,0 0 0 0,0 0-1 0,0 0-1 15,0 0 0-15,0 0 0 0,0 0-6 0,0 0 0 16,0 0-1-16,0 0 0 0,0 0-11 0,0 0 8 0,0 0-8 16,0 0 8-16,0 0-8 0,0 0 0 0,0 0 0 0,0 0 8 15,0 0 2-15,0 0 0 0,0 0 0 0,0 0 0 16,0 0 12-16,0 0 2 0,0 0 1 0,0 0 0 15,0 0-6-15,0 0-2 0,0 0 0 0,0 0 0 16,0 0-6-16,0 0-2 0,0 0 0 0,0 0 0 16,3-3-9-16,-3 3 10 0,0 0-10 0,6 0 10 15,-6 0-10-15,12 0 0 0,-9-3 0 0,-3 3 0 16,6 0 9-16,3 0-9 0,-3-2 10 0,0 2-10 16,3-3 12-16,-9 3-4 0,3 0-8 0,6 0 12 15,0 0-12-15,-6 0 11 0,-3 0-11 0,6 3 10 16,6-3 1-16,-12 0 0 0,0 0 0 0,0 0 0 15,3 0-11-15,6 2 0 0,-9-2 0 0,9 0-11 16,-9 0 11-16,2 0 9 0,-2 0-1 0,0 0-8 16,0 0 9-16,9 0-9 0,-9 0 0 0,6 0 9 15,-6 0 2-15,12 0 0 0,-12 0 0 0,0 0 0 0,3 0 4 16,-3 0 1-16,0 0 0 0,0 0 0 0,0 0-2 0,0 0 0 16,0 0 0-16,0 0 0 0,0 0-5 0,0 0-1 15,0 0 0-15,0 0 0 0,0 0 1 0,0 0 0 16,0 0 0-16,0 0 0 0,0 0-9 0,0 0-9 15,0 0 9-15,0 0-668 16,0 0-125-16</inkml:trace>
  <inkml:trace contextRef="#ctx0" brushRef="#br0" timeOffset="131538.67">1773 7448 630 0,'0'0'28'0,"0"0"5"0,0 0-33 0,0 0 0 0,-6 5 0 16,6-5 0-16,0 3 80 0,0-3 8 16,0 0 3-16,0 0 0 0,0 0-53 0,0 0-10 0,-6 3-3 0,6-3 0 15,0 0-4-15,0 0-1 0,0 0 0 0,0 0 0 16,0 0 7-16,0 0 1 0,0 0 0 0,0 0 0 15,0 0 12-15,0 0 4 0,0 0 0 0,0 0 0 16,0 0-5-16,0 0-1 0,0 0 0 0,0 0 0 16,0 0-16-16,0 0-3 0,0 0-1 0,0 0 0 15,0 0-7-15,0 0-2 0,6 2 0 0,-6-2 0 16,0 0-9-16,12 3 12 0,-9 0-12 0,-3-3 12 16,0 0-3-16,9 0 0 0,-9 0 0 0,9 0 0 15,-9 0 1-15,9 0 0 0,-9 0 0 0,3 0 0 16,6 0 12-16,-1 0 2 0,-8 0 1 0,9-3 0 15,-3 0-1-15,0 1 0 0,-6 2 0 0,9-3 0 16,-9 3-5-16,0 0-2 0,9-3 0 0,-3 1 0 16,-6 2-8-16,0 0-1 0,9-3-8 0,-9 3 12 15,0 0 3-15,9 0 0 0,0 0 0 0,-9 0 0 16,9-3-15-16,-9 3-16 0,0 0 3 0,0 0 1 0,3 0 12 16,-3 0 0-16,0 0 0 0,0 0 0 0,9-2 14 15,-9 2-4-15,0 0-1 0,0 0 0 0,9-3-9 0,0 3 0 16,-9 0 9-16,0 0-9 0,0 0 10 15,6-3-2-15,-6 3-8 0,0 0 12 0,0 0-12 0,0 0 0 16,0 0 0-16,0 0 0 0,6-2 0 0,-6 2 0 16,0 0 0-16,0 0 0 15,8 0-34-15,-8 0-3 0,0 0-1 0</inkml:trace>
  <inkml:trace contextRef="#ctx0" brushRef="#br0" timeOffset="132227.01">1892 7226 576 0,'0'0'25'0,"0"0"6"0,0 0-31 0,0 0 0 16,0 0 0-16,0 0 0 0,0 0 51 0,0 0 4 16,0 0 1-16,0 0 0 0,0 0 8 0,0 0 1 15,0 0 1-15,0 0 0 0,0 0 8 0,0 0 2 16,0 0 0-16,0 0 0 0,0 0-19 0,0 0-3 16,0 0-1-16,0 0 0 0,0 0-13 0,0 0-2 15,0 0-1-15,0 0 0 0,0 0-12 0,0 0-2 0,0 0-1 16,0 0 0-16,-3 8-8 0,3-6-2 15,0-2 0-15,-6 6 0 0,3 2 0 0,3-3-1 0,0 0 0 16,-6 3 0-16,3 0-1 0,0-3 0 0,3 3 0 16,0-2 0-16,0 2 5 0,-6-1 1 0,3 1 0 0,3 0 0 15,0 3-3-15,-6-3 0 0,3 0 0 16,3 2 0-16,0-2-3 0,-6 3-1 0,6-3 0 0,-3-3 0 16,0 6-1-16,-3-3-8 0,3 0 12 0,3 2-4 15,-5-2 1-15,2 0 0 0,0 0 0 0,3 0 0 16,0-8 4-16,-6 10 1 0,6-4 0 0,-3 2 0 15,3-8-4-15,0 8-1 0,0 0 0 0,0-8 0 16,0 5-9-16,0-5 8 0,0 8-8 0,0-8 8 16,0 5-8-16,0 3 0 0,0-8 0 0,0 5 0 15,0 3 0-15,0-2 8 0,0-1-8 0,0-5 0 16,0 0 0-16,0 8 0 0,0-3 8 0,0-5-8 16,0 8 0-16,-6-3 0 0,6-5 0 0,0 6 8 0,0-6-8 15,-3 5 0-15,3-5 0 0,0 0 0 16,3 5-121-16,-3-5-17 0</inkml:trace>
  <inkml:trace contextRef="#ctx0" brushRef="#br0" timeOffset="134063.29">3124 5736 1724 0,'0'-2'76'0,"0"2"16"0,0 0-73 0,0 0-19 16,0 0 0-16,0 0 0 0,0 0 8 0,0 0-8 0,0 7 9 0,-6 1-9 16,6 3 24-16,-3 2-2 0,3 3 0 0,0 0 0 15,-9 0-14-15,6 2-8 0,0 4 8 0,-2 1-8 16,-1-4 0-16,3 5 8 0,-3-3-8 0,0 3 0 16,0-1 0-16,3-7 8 0,-3 6-8 0,3-4 0 15,-3 1 0-15,3-1 0 0,0-2 0 0,3 0 8 16,-6-3-8-16,3-2 0 0,3 2 0 0,-9-3 8 15,6 1-8-15,3-6 0 0,-6 3 0 0,3-5 8 16,3 2-8-16,0-5 0 0,0 0 0 0,-6 5 0 16,0-2-14-16,6-3 2 0,0 0 1 0,0 0 0 31,0 0-40-31,0 0-8 0,0 0-1 0,0 0-1 0,3-8-32 0,0 0-7 16,-3-5 0-16,6 0-512 0</inkml:trace>
  <inkml:trace contextRef="#ctx0" brushRef="#br0" timeOffset="134598.62">3077 5749 1105 0,'0'0'48'0,"0"0"12"0,0 0-48 0,0 0-12 16,0 0 0-16,3-5 0 0,-3 5 46 0,0 0 7 16,6-3 2-16,3 3 0 0,-4-2 13 0,1 2 2 15,3 2 1-15,0 1 0 0,-3-3-26 0,3 3-5 16,3-1 0-16,3 1-1 0,-3-3-11 0,6 0-1 15,-6 3-1-15,2-1 0 0,1-2-11 0,0 3-3 16,0 0 0-16,-6-1 0 0,3-2-12 0,-3 6 11 16,-3-4-11-16,0 6 10 0,3-3-10 0,-9 1 12 15,3 2-12-15,0-6 12 0,-6 6-2 0,3-2 0 0,-3 4 0 0,3-2 0 16,-6 0 17-16,0 0 3 0,0-3 1 0,3 3 0 16,-3 3-31-16,3-1-15 0,-9-7 2 0,6 8 0 15,3-6 13-15,-6 0 15 0,3 0-3 0,0 3-1 16,0-2-11-16,3-4 0 0,-6 4 0 0,3-1 0 15,1-2 0-15,-7 2-17 0,6-3 4 0,-3 1 1 16,0 2 12-16,3-2 0 0,-3 2 0 0,-3 1-9 16,6-4 9-16,-3 1 0 0,0 2 0 0,3-5-8 15,6 0 8-15,0 0 0 0,-6 3 0 0,6-3 0 16,0 0 0-16,0 0 0 0,0 0 0 0,0 0 0 16,0 0 8-16,0 0 4 0,0 0 1 0,0 0 0 15,0 0-3-15,0 0-1 0,0 0 0 0,6 3 0 16,-6-3-9-16,6 7 10 0,-6-7-10 0,9 0 10 15,0 3-10-15,-3 2 0 0,0 1 9 0,3-1-9 16,-3 0 0-16,6-2 9 0,-9 2-9 0,6 1 0 0,-3-1 16 16,6 0-4-16,-7 3-1 0,4-3 0 0,-3 1-3 0,3-1-8 15,-3 0 12-15,-6-5-4 0,0 0-8 0,6 8 0 16,-6-8 9-16,9 0-9 0,-9 0 0 0,0 0 0 16,0 0 0-16,0 0 8 0,6 5-8 0,-6-5-16 15,0 0 4-15,6 8 0 16,-6-8-144-16,9 0-28 0</inkml:trace>
  <inkml:trace contextRef="#ctx0" brushRef="#br0" timeOffset="134882.04">3520 6009 2070 0,'0'0'45'0,"0"0"10"0,0 0 1 0,0 0 3 0,0 0-47 0,0 0-12 0,0 0 0 0,0 8 0 15,0 0 20-15,0 0 1 0,0-3 1 0,0 5 0 16,0 1 6-16,0 0 2 0,-6 2 0 0,3 0 0 16,-3 3-18-16,3 0-3 0,0 2-1 0,-6 1 0 15,3-1-8-15,0 1 0 0,4-3 0 0,-4 0 0 16,0-3 0-16,0 0 0 0,6 3 0 0,-3-8 0 16,-3 0 0-16,6 0 0 0,0 0 0 0,0 0 0 15,0-3-9-15,0-5 9 0,0 5-12 0,0-5 12 16,0 0-48-16,0 0-4 0,0 0 0 0,0 5 0 15,9-5-110-15,-9 0-22 0,12-7-5 0,-6-9-1 16</inkml:trace>
  <inkml:trace contextRef="#ctx0" brushRef="#br0" timeOffset="136708.87">6059 5450 1612 0,'-6'-10'72'0,"3"7"14"0,3-2-69 0,0 5-17 16,-3-3 0-16,3 3 0 0,0-5 70 0,0 5 10 15,0 0 3-15,0 0 0 0,0 0-57 0,0 0-11 16,-3-3-3-16,3 3 0 0,-6 3-2 0,0 0-1 16,0 2 0-16,3 3 0 0,-3 2-9 0,1 4 0 0,2 2 0 0,0-1 0 15,-3 4 0-15,3 2-9 0,0-5 9 0,3 5-10 16,0-2 10-16,-3 2 0 0,3-3 0 15,0 1 0-15,0 2 0 0,0-2 0 0,-3-1 0 0,3 1 0 16,0-1 0-16,-3 1 0 0,3-1 0 0,-3 1 0 16,3-9 0-16,-6 3 0 0,6-2 0 0,-3 0 0 15,0-3 0-15,3 2 0 0,-3-5 0 0,3 3 0 16,0-8 0-16,0 0 0 0,0 0-12 0,0 0 4 31,0 0-38-31,0 0-7 0,0 0-2 0,0 0-489 0,6 0-97 0</inkml:trace>
  <inkml:trace contextRef="#ctx0" brushRef="#br0" timeOffset="137263.84">6003 5450 1548 0,'0'0'68'0,"0"0"15"0,6-5-67 0,0 2-16 16,-1-2 0-16,7 3 0 0,-6-4 38 0,0 4 4 15,3-1 1-15,0 0 0 0,-3 3-9 0,3 0-2 16,-3 0 0-16,3 3 0 0,0-3-12 0,3 3-4 16,-3-1 0-16,3 1 0 0,-3 2-16 0,2-2 8 15,-2 2-8-15,3-2 0 0,-3 2 8 0,-3 0-8 16,0-2 0-16,0 2 0 0,0 3 8 0,-3 0-8 16,0-3 0-16,-3 3 0 0,0 3 8 0,0-6-8 15,-3 6 9-15,-3-1-9 0,0 1 10 0,0 2-10 0,-6-2 10 16,3 2-10-16,0-2 8 0,-3 2-8 0,4-8 0 15,-4 6 0-15,0-1 0 0,3 1 0 0,-3 0 0 16,3-4 0-16,0-1 0 0,0-1 0 0,0 0 0 0,0 1 0 16,3 2 8-16,-3-8-8 0,3 5 0 0,0-3 0 15,6-2 8-15,0 0-8 0,-6 0 0 0,3 0 0 16,3 0 10-16,0 0-10 0,0 0 10 0,-5 0-10 16,5 0 19-16,0 0-3 0,0 0 0 0,0 0 0 15,-6 0-4-15,6 0 0 0,0 0-1 0,0 0 0 16,0 0-1-16,0 0 0 0,0 0 0 0,0 0 0 15,0 0-10-15,0 0 0 0,0 0 0 0,0 0 0 16,9 0 0-16,-4 6 0 0,7-6 0 0,-6 5 0 16,0-2 0-16,3 2 0 0,0-2 0 0,0-1 0 15,0 1 0-15,0 2 0 0,0-2 0 0,0 2 0 16,0 0 8-16,-3-2-8 0,3 2 12 0,0-2-4 0,-4 2-8 0,4-5 12 16,-3 3-12-16,0 2 12 0,-6-5-12 15,6 3 0-15,-6-3 0 0,0 0 0 0,6 3 8 0,-6-3-8 16,0 0 8-16,0 0-8 0,6 5 0 0,-6-5-20 15,0 0 3-15,0 0 1 16,6 3-48-16,-6-3-8 0,0 0-3 0,3-3-789 0</inkml:trace>
  <inkml:trace contextRef="#ctx0" brushRef="#br0" timeOffset="137732.24">6384 5641 1440 0,'0'0'128'0,"0"0"-103"0,6-3-25 0,0 1 0 16,5 2 118-16,-5 0 18 0,0 0 4 0,0 0 1 16,3 0-92-16,-3 0-18 0,-6 0-4 0,6 0-1 15,-6 0-6-15,6 5-2 0,-6-5 0 0,6 5 0 16,-6-5-18-16,0 8 8 0,0-3-8 0,0 3 0 16,-9 0 0-16,3 0-11 0,-3 3 0 0,3-1 0 15,-3 1-1-15,-3-3 0 0,1 3 0 0,-4-1 0 16,6 1 12-16,-6-1-12 0,3 1 12 0,-3-1-12 15,6-2 12-15,0 3 0 0,3-3 0 0,-6 2 0 16,3-2 0-16,3 0 0 0,-3-2 0 0,4 2 8 16,-1-3-8-16,3 0-12 0,-3 0 4 0,6-5 0 15,-3 6 8-15,3-6 11 0,0 0-3 0,0 5 0 16,0-5-8-16,0 8 0 0,0-8 0 0,0 0 0 16,0 0 0-16,9 3 0 0,0 5 12 0,2-6-4 0,4 1 0 15,0 0 0-15,-3-3 0 0,3 0 0 0,3 0-8 16,-3 0 0-16,0 0 0 0,0 0 8 0,-1 0-8 0,-2 0 10 15,-3 0-10-15,0 2 10 0,-3-2-10 0,-6 0 0 16,0 0 9-16,6 8-9 0,-6-8 0 0,6 5 9 16,-12 1-9-16,3 2 0 0,0-3 22 0,-6 5-2 15,0 1-1-15,-3 0 0 0,3-1-10 0,-2 3-1 16,-4-5-8-16,3 3 12 0,0 0 1 0,-3-1 0 16,6 1 0-16,0-6 0 0,0 3-23 0,0-3-5 15,9 1-1-15,-9-1 0 16,0 0-16-16,3-5-3 0,3 0-1 0,3 0-905 0</inkml:trace>
  <inkml:trace contextRef="#ctx0" brushRef="#br0" timeOffset="138434.81">4964 7395 1854 0,'0'0'82'0,"0"0"17"0,3 0-79 0,0-3-20 0,-3 3 0 0,0 0 0 16,0 0 23-16,0 0 1 0,0 0 0 0,0 0 0 16,0 0-2-16,0 0 0 0,-3 11 0 0,3 0 0 15,-3 2-22-15,0 3 9 0,3 2-9 0,-6 3 0 16,3 3 13-16,0-3-4 0,3 3-1 0,-6 0 0 16,3 0 0-16,-3 2-8 0,0 3 12 0,0-2-4 15,3-1-8-15,0-2 0 0,0 0 9 0,0 0-9 16,0-3 0-16,-3-3 0 0,3 1 0 0,3-3 8 0,-6 0-8 15,0-3 0-15,3-2 0 0,0-4 8 0,0 4-8 0,3-6 0 16,0-5 0-16,0 0 8 0,0 0-8 0,0 0 0 16,0 0 8-16,0 0-8 0,0 0 0 0,0 0 0 15,0 0 0-15,0 0 0 16,0 0-29-16,0 0-1 0,0 0 0 0,0-5-578 16,-5-6-116-16</inkml:trace>
  <inkml:trace contextRef="#ctx0" brushRef="#br0" timeOffset="138969.16">4982 7355 1807 0,'-3'-2'40'0,"3"2"8"0,0 0 1 0,0 0 2 0,0 0-41 0,6-6-10 0,0 1 0 0,3 0 0 15,-1 5 30-15,1-3 4 0,-3 3 1 0,6 3 0 16,3-3-13-16,-6 3-2 0,3-1-1 0,0 3 0 15,0-2-5-15,0 5-1 0,-3 0 0 0,0 0 0 16,-1 0-13-16,-2 0 11 0,0-3-11 0,0 0 10 16,-6-5-10-16,0 8 0 0,0-8 9 0,3 8-9 15,-3-8 8-15,-3 6-8 0,3 2 10 0,-6-1-10 16,3 1 10-16,-6-2-10 0,3 2 10 0,-2 0-10 16,2-1 0-16,0 4 0 0,0-3 0 0,-6 0 0 15,6 0 0-15,3-3 0 0,-6 3 0 0,3-3-10 16,0 1 10-16,0-4 0 0,6-2 0 0,-3 6 0 0,-6-4 0 15,9-2 0-15,0 0 0 0,0 0 0 0,-6 3 0 0,0 2 0 16,6-5 0-16,0 0 8 0,0 0-8 0,0 0 0 16,-6 3 8-16,6-3-8 0,0 0 0 0,0 0 8 15,-6 3-8-15,6-3 0 0,0 0 0 0,0 0 0 16,0 0 0-16,0 0 0 0,0 0 0 0,0 0-8 16,0 0 8-16,0 0 0 0,-3 5 0 0,3-5 0 15,3 5 0-15,3 0 0 0,0 3 0 0,-6 0 0 16,6-2 0-16,3 1-8 0,0 1 8 0,0 0 8 15,0 0-8-15,0 0 11 0,0 3 2 0,3-1 1 16,-3-2 0-16,3 3 0 0,-4-3 5 0,4 2 1 16,-3 1 0-16,-3-3 0 0,3-3-5 0,-3 3-1 0,0-3 0 0,-3 1 0 15,0-1-14-15,-3-5 8 0,6 3-8 16,-6-3 0-16,0 0 0 0,0 0 0 0,0 0 0 0,0 0 0 31,0 0-35-31,0 0-3 0,0 0-1 0,0 0 0 16,0 0-126-16,0 0-26 0</inkml:trace>
  <inkml:trace contextRef="#ctx0" brushRef="#br0" timeOffset="139365.4">5288 7604 1861 0,'0'0'82'0,"0"0"18"0,6-3-80 0,3 3-20 16,0 0 0-16,0 3 0 0,0-3 45 0,-3 0 6 15,0 3 1-15,6-1 0 0,-3 1-18 0,-3 0-3 16,-6-3-1-16,9 5 0 0,2-2-4 0,-2 2-1 16,-3 0 0-16,-3 1 0 0,3-1-25 0,0 0 0 15,0 3 0-15,-6-3 0 0,-6 3-9 0,6 0-7 16,0 0-2-16,-3 0 0 0,0 0 18 0,-3 0-8 16,3 0 8-16,-3 2 0 0,0-2 0 0,-3 3 0 15,4 0 0-15,-4-1 0 0,0 3 0 0,3-2 0 16,-6 0 0-16,3-1 0 0,0 1 0 0,3-1 0 15,0-2 0-15,0 0 0 0,3 0 0 0,3 0 0 16,0-8 0-16,-6 5 0 0,6-5 0 0,0 0 0 16,0 0 0-16,6 8 0 0,-6-2 0 0,0-6 8 0,6 5 0 15,3-2 1-15,0-1 14 0,3-2 2 0,3 0 1 0,-6-2 0 16,9 2-7-16,5-3-2 0,-11 0 0 16,3 1 0-16,3-4-17 0,0 1 10 0,-3 0-10 0,-3 2 8 15,0-2-16-15,-1-1-4 0,-2 1-1 0,0 0 0 31,-3 0-100-31,-3-1-20 0,-3 6-4 0</inkml:trace>
  <inkml:trace contextRef="#ctx0" brushRef="#br0" timeOffset="140205.24">4627 8871 172 0,'0'0'16'0,"0"0"-16"15,0 0 0-15,0 0 0 0,0 0 246 0,0 0 46 16,0 0 10-16,0 0 2 0,0 0-219 0,0 0-43 16,0 0-9-16,0 0-1 0,0 0-2 0,0 0 0 15,0 0 0-15,0 0 0 0,-3 6-2 0,3-6 0 16,0 0 0-16,0 0 0 0,0 0-6 0,0 5-2 15,-5 0 0-15,5-5 0 0,0 6 19 0,0-1 3 16,-3 0 1-16,3 3 0 0,-3 0-15 0,3-3-2 16,0 1-1-16,0 2 0 0,-3 2-5 0,3-2 0 15,0 0-1-15,-3 3 0 0,0-1 1 0,3 1 1 16,0 2 0-16,0 0 0 0,-6 1-21 0,3-1 9 0,3 3-9 16,0-3 0-16,0 5 13 0,0-2-4 0,-6 0-1 15,6 0 0-15,0 0 3 0,-3 0 0 0,0-3 0 0,0 0 0 16,3 3 4-16,0-3 1 0,-3-2 0 15,3-3 0-15,0 2 2 0,0 1 1 0,0-3 0 0,-3 0 0 16,3 0-3-16,0-3-1 0,0 3 0 0,0-8 0 16,0 8-15-16,0-8 11 0,-6 5-11 0,6-5 10 15,0 0-10-15,0 8 0 0,0-8 9 0,0 6-9 16,0-6 0-16,0 0 0 0,0 0 0 0,0 0 0 16,0 0-21-1,0 0-9-15,6-6-2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5F799D-9514-41A0-8D94-1D27E283EED8}" type="datetimeFigureOut">
              <a:rPr lang="zh-CN" altLang="en-US" smtClean="0"/>
              <a:t>2024/10/21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DAC5D5-39ED-4BA4-95E2-251536F59D03}" type="slidenum">
              <a:rPr lang="zh-CN" altLang="en-US" smtClean="0"/>
              <a:t>‹#›</a:t>
            </a:fld>
            <a:endParaRPr lang="zh-CN" altLang="en-US"/>
          </a:p>
        </p:txBody>
      </p:sp>
    </p:spTree>
    <p:extLst>
      <p:ext uri="{BB962C8B-B14F-4D97-AF65-F5344CB8AC3E}">
        <p14:creationId xmlns:p14="http://schemas.microsoft.com/office/powerpoint/2010/main" val="819487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795982-D765-477A-9073-2CC7E54C4181}" type="slidenum">
              <a:rPr lang="en-US" altLang="zh-CN"/>
              <a:pPr/>
              <a:t>9</a:t>
            </a:fld>
            <a:endParaRPr lang="en-US" altLang="zh-CN"/>
          </a:p>
        </p:txBody>
      </p:sp>
      <p:sp>
        <p:nvSpPr>
          <p:cNvPr id="390146" name="Rectangle 2"/>
          <p:cNvSpPr>
            <a:spLocks noGrp="1" noRot="1" noChangeAspect="1" noChangeArrowheads="1" noTextEdit="1"/>
          </p:cNvSpPr>
          <p:nvPr>
            <p:ph type="sldImg"/>
          </p:nvPr>
        </p:nvSpPr>
        <p:spPr>
          <a:xfrm>
            <a:off x="1143000" y="685800"/>
            <a:ext cx="4572000" cy="3429000"/>
          </a:xfrm>
          <a:ln/>
        </p:spPr>
      </p:sp>
      <p:sp>
        <p:nvSpPr>
          <p:cNvPr id="39014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7DAC5D5-39ED-4BA4-95E2-251536F59D03}" type="slidenum">
              <a:rPr lang="zh-CN" altLang="en-US" smtClean="0"/>
              <a:t>10</a:t>
            </a:fld>
            <a:endParaRPr lang="zh-CN" altLang="en-US"/>
          </a:p>
        </p:txBody>
      </p:sp>
    </p:spTree>
    <p:extLst>
      <p:ext uri="{BB962C8B-B14F-4D97-AF65-F5344CB8AC3E}">
        <p14:creationId xmlns:p14="http://schemas.microsoft.com/office/powerpoint/2010/main" val="1712473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D962AC-ADA0-4972-8A39-96CE0B6925F6}" type="slidenum">
              <a:rPr lang="zh-CN" altLang="en-US" smtClean="0">
                <a:solidFill>
                  <a:prstClr val="black"/>
                </a:solidFill>
              </a:rPr>
              <a:pPr/>
              <a:t>42</a:t>
            </a:fld>
            <a:endParaRPr lang="zh-CN" altLang="en-US">
              <a:solidFill>
                <a:prstClr val="black"/>
              </a:solidFill>
            </a:endParaRPr>
          </a:p>
        </p:txBody>
      </p:sp>
    </p:spTree>
    <p:extLst>
      <p:ext uri="{BB962C8B-B14F-4D97-AF65-F5344CB8AC3E}">
        <p14:creationId xmlns:p14="http://schemas.microsoft.com/office/powerpoint/2010/main" val="23805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D962AC-ADA0-4972-8A39-96CE0B6925F6}" type="slidenum">
              <a:rPr lang="zh-CN" altLang="en-US" smtClean="0"/>
              <a:t>44</a:t>
            </a:fld>
            <a:endParaRPr lang="zh-CN" altLang="en-US"/>
          </a:p>
        </p:txBody>
      </p:sp>
    </p:spTree>
    <p:extLst>
      <p:ext uri="{BB962C8B-B14F-4D97-AF65-F5344CB8AC3E}">
        <p14:creationId xmlns:p14="http://schemas.microsoft.com/office/powerpoint/2010/main" val="2898254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D962AC-ADA0-4972-8A39-96CE0B6925F6}" type="slidenum">
              <a:rPr lang="zh-CN" altLang="en-US" smtClean="0"/>
              <a:t>46</a:t>
            </a:fld>
            <a:endParaRPr lang="zh-CN" altLang="en-US"/>
          </a:p>
        </p:txBody>
      </p:sp>
    </p:spTree>
    <p:extLst>
      <p:ext uri="{BB962C8B-B14F-4D97-AF65-F5344CB8AC3E}">
        <p14:creationId xmlns:p14="http://schemas.microsoft.com/office/powerpoint/2010/main" val="2914229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34" y="1944688"/>
            <a:ext cx="9009063" cy="1052512"/>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548" name="Rectangle 12"/>
          <p:cNvSpPr>
            <a:spLocks noGrp="1" noChangeArrowheads="1"/>
          </p:cNvSpPr>
          <p:nvPr>
            <p:ph type="ctrTitle"/>
          </p:nvPr>
        </p:nvSpPr>
        <p:spPr>
          <a:xfrm>
            <a:off x="990600" y="765175"/>
            <a:ext cx="7772400" cy="1143000"/>
          </a:xfrm>
        </p:spPr>
        <p:txBody>
          <a:bodyPr/>
          <a:lstStyle>
            <a:lvl1pPr>
              <a:defRPr/>
            </a:lvl1pPr>
          </a:lstStyle>
          <a:p>
            <a:pPr lvl="0"/>
            <a:r>
              <a:rPr lang="zh-CN" altLang="en-US" noProof="0"/>
              <a:t>单击此处编辑母版标题样式</a:t>
            </a:r>
          </a:p>
        </p:txBody>
      </p:sp>
      <p:sp>
        <p:nvSpPr>
          <p:cNvPr id="65549" name="Rectangle 13"/>
          <p:cNvSpPr>
            <a:spLocks noGrp="1" noChangeArrowheads="1"/>
          </p:cNvSpPr>
          <p:nvPr>
            <p:ph type="subTitle" idx="1"/>
          </p:nvPr>
        </p:nvSpPr>
        <p:spPr>
          <a:xfrm>
            <a:off x="1371600" y="2822575"/>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373027198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5724697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077437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4478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478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0031832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62063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5689856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86880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73049"/>
            <a:ext cx="3008313" cy="1162051"/>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7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19"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66378381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5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5836400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330281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85" y="228600"/>
            <a:ext cx="2062163"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34" y="228600"/>
            <a:ext cx="6035675"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4642052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8250238" cy="5638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9622663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43000" y="228600"/>
            <a:ext cx="7793038" cy="762000"/>
          </a:xfrm>
        </p:spPr>
        <p:txBody>
          <a:bodyPr/>
          <a:lstStyle/>
          <a:p>
            <a:r>
              <a:rPr lang="zh-CN" altLang="en-US"/>
              <a:t>单击此处编辑母版标题样式</a:t>
            </a:r>
          </a:p>
        </p:txBody>
      </p:sp>
      <p:sp>
        <p:nvSpPr>
          <p:cNvPr id="3" name="内容占位符 2"/>
          <p:cNvSpPr>
            <a:spLocks noGrp="1"/>
          </p:cNvSpPr>
          <p:nvPr>
            <p:ph sz="quarter" idx="1"/>
          </p:nvPr>
        </p:nvSpPr>
        <p:spPr>
          <a:xfrm>
            <a:off x="685800" y="1447800"/>
            <a:ext cx="3810000" cy="2133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447800"/>
            <a:ext cx="3810000" cy="2133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3733800"/>
            <a:ext cx="3810000" cy="2133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33800"/>
            <a:ext cx="3810000" cy="2133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9745127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42947" y="103189"/>
            <a:ext cx="8243887" cy="1314451"/>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22"/>
            <a:ext cx="4038600" cy="44561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22"/>
            <a:ext cx="4038600" cy="44561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6243639"/>
            <a:ext cx="2133600" cy="45720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3639"/>
            <a:ext cx="2133600" cy="457200"/>
          </a:xfrm>
          <a:prstGeom prst="rect">
            <a:avLst/>
          </a:prstGeom>
        </p:spPr>
        <p:txBody>
          <a:bodyPr/>
          <a:lstStyle>
            <a:lvl1pPr>
              <a:defRPr/>
            </a:lvl1pPr>
          </a:lstStyle>
          <a:p>
            <a:fld id="{74993BFD-EBB9-4933-AB27-6E3BD8D133BE}" type="slidenum">
              <a:rPr lang="en-US" altLang="zh-CN"/>
              <a:pPr/>
              <a:t>‹#›</a:t>
            </a:fld>
            <a:endParaRPr lang="en-US" altLang="zh-CN"/>
          </a:p>
        </p:txBody>
      </p:sp>
    </p:spTree>
    <p:extLst>
      <p:ext uri="{BB962C8B-B14F-4D97-AF65-F5344CB8AC3E}">
        <p14:creationId xmlns:p14="http://schemas.microsoft.com/office/powerpoint/2010/main" val="127230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42947" y="103189"/>
            <a:ext cx="8243887" cy="1314451"/>
          </a:xfrm>
        </p:spPr>
        <p:txBody>
          <a:bodyPr/>
          <a:lstStyle/>
          <a:p>
            <a:r>
              <a:rPr lang="zh-CN" altLang="en-US"/>
              <a:t>单击此处编辑母版标题样式</a:t>
            </a:r>
          </a:p>
        </p:txBody>
      </p:sp>
      <p:sp>
        <p:nvSpPr>
          <p:cNvPr id="3" name="内容占位符 2"/>
          <p:cNvSpPr>
            <a:spLocks noGrp="1"/>
          </p:cNvSpPr>
          <p:nvPr>
            <p:ph sz="half" idx="1"/>
          </p:nvPr>
        </p:nvSpPr>
        <p:spPr>
          <a:xfrm>
            <a:off x="457200" y="1600222"/>
            <a:ext cx="4038600" cy="44561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23"/>
            <a:ext cx="4038600" cy="21510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03665"/>
            <a:ext cx="4038600" cy="21526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57200" y="6243639"/>
            <a:ext cx="2133600" cy="457200"/>
          </a:xfrm>
          <a:prstGeom prst="rect">
            <a:avLst/>
          </a:prstGeom>
        </p:spPr>
        <p:txBody>
          <a:bodyPr/>
          <a:lstStyle>
            <a:lvl1pPr>
              <a:defRPr/>
            </a:lvl1pPr>
          </a:lstStyle>
          <a:p>
            <a:endParaRPr lang="en-US" altLang="zh-CN"/>
          </a:p>
        </p:txBody>
      </p:sp>
      <p:sp>
        <p:nvSpPr>
          <p:cNvPr id="7" name="页脚占位符 6"/>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3639"/>
            <a:ext cx="2133600" cy="457200"/>
          </a:xfrm>
          <a:prstGeom prst="rect">
            <a:avLst/>
          </a:prstGeom>
        </p:spPr>
        <p:txBody>
          <a:bodyPr/>
          <a:lstStyle>
            <a:lvl1pPr>
              <a:defRPr/>
            </a:lvl1pPr>
          </a:lstStyle>
          <a:p>
            <a:fld id="{43424EBE-23F7-4401-BD6B-55C9626A2A2A}" type="slidenum">
              <a:rPr lang="en-US" altLang="zh-CN"/>
              <a:pPr/>
              <a:t>‹#›</a:t>
            </a:fld>
            <a:endParaRPr lang="en-US" altLang="zh-CN"/>
          </a:p>
        </p:txBody>
      </p:sp>
    </p:spTree>
    <p:extLst>
      <p:ext uri="{BB962C8B-B14F-4D97-AF65-F5344CB8AC3E}">
        <p14:creationId xmlns:p14="http://schemas.microsoft.com/office/powerpoint/2010/main" val="295746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0"/>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37205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0169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86346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39033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19921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52270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23238448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1333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42"/>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40877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6983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431352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27225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67101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506134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32893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337527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93855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4047872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3048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109025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73767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90153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290513" y="384198"/>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27" name="Rectangle 3"/>
          <p:cNvSpPr>
            <a:spLocks noChangeArrowheads="1"/>
          </p:cNvSpPr>
          <p:nvPr/>
        </p:nvSpPr>
        <p:spPr bwMode="ltGray">
          <a:xfrm>
            <a:off x="673119" y="384198"/>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28" name="Rectangle 4"/>
          <p:cNvSpPr>
            <a:spLocks noChangeArrowheads="1"/>
          </p:cNvSpPr>
          <p:nvPr/>
        </p:nvSpPr>
        <p:spPr bwMode="ltGray">
          <a:xfrm>
            <a:off x="414355" y="806472"/>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29" name="Rectangle 6"/>
          <p:cNvSpPr>
            <a:spLocks noChangeArrowheads="1"/>
          </p:cNvSpPr>
          <p:nvPr/>
        </p:nvSpPr>
        <p:spPr bwMode="ltGray">
          <a:xfrm>
            <a:off x="0" y="733425"/>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30" name="Rectangle 7"/>
          <p:cNvSpPr>
            <a:spLocks noChangeArrowheads="1"/>
          </p:cNvSpPr>
          <p:nvPr/>
        </p:nvSpPr>
        <p:spPr bwMode="gray">
          <a:xfrm>
            <a:off x="635000" y="276248"/>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31" name="Rectangle 8"/>
          <p:cNvSpPr>
            <a:spLocks noChangeArrowheads="1"/>
          </p:cNvSpPr>
          <p:nvPr/>
        </p:nvSpPr>
        <p:spPr bwMode="gray">
          <a:xfrm>
            <a:off x="315947" y="1066822"/>
            <a:ext cx="8226425" cy="31751"/>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buClrTx/>
              <a:buSzTx/>
              <a:buFontTx/>
              <a:buNone/>
            </a:pPr>
            <a:endParaRPr lang="zh-CN" altLang="en-US" sz="2400" b="0">
              <a:latin typeface="Tahoma" pitchFamily="34" charset="0"/>
            </a:endParaRPr>
          </a:p>
        </p:txBody>
      </p:sp>
      <p:sp>
        <p:nvSpPr>
          <p:cNvPr id="1032" name="Rectangle 9"/>
          <p:cNvSpPr>
            <a:spLocks noGrp="1" noChangeArrowheads="1"/>
          </p:cNvSpPr>
          <p:nvPr>
            <p:ph type="title"/>
          </p:nvPr>
        </p:nvSpPr>
        <p:spPr bwMode="auto">
          <a:xfrm>
            <a:off x="1143000" y="228600"/>
            <a:ext cx="77930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3" name="Rectangle 10"/>
          <p:cNvSpPr>
            <a:spLocks noGrp="1" noChangeArrowheads="1"/>
          </p:cNvSpPr>
          <p:nvPr>
            <p:ph type="body" idx="1"/>
          </p:nvPr>
        </p:nvSpPr>
        <p:spPr bwMode="auto">
          <a:xfrm>
            <a:off x="685800" y="1447800"/>
            <a:ext cx="77724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4" name="Rectangle 14"/>
          <p:cNvSpPr>
            <a:spLocks noChangeArrowheads="1"/>
          </p:cNvSpPr>
          <p:nvPr/>
        </p:nvSpPr>
        <p:spPr bwMode="auto">
          <a:xfrm>
            <a:off x="381000" y="6248400"/>
            <a:ext cx="8534400" cy="76200"/>
          </a:xfrm>
          <a:prstGeom prst="rect">
            <a:avLst/>
          </a:prstGeom>
          <a:gradFill rotWithShape="0">
            <a:gsLst>
              <a:gs pos="0">
                <a:srgbClr val="058B95"/>
              </a:gs>
              <a:gs pos="100000">
                <a:srgbClr val="02373A"/>
              </a:gs>
            </a:gsLst>
            <a:lin ang="0" scaled="1"/>
          </a:gradFill>
          <a:ln w="9525">
            <a:solidFill>
              <a:srgbClr val="058B9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5" name="Text Box 15"/>
          <p:cNvSpPr txBox="1">
            <a:spLocks noChangeArrowheads="1"/>
          </p:cNvSpPr>
          <p:nvPr/>
        </p:nvSpPr>
        <p:spPr bwMode="auto">
          <a:xfrm>
            <a:off x="8305834" y="6327797"/>
            <a:ext cx="6623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itchFamily="18" charset="0"/>
                <a:ea typeface="宋体" pitchFamily="2" charset="-122"/>
              </a:defRPr>
            </a:lvl1pPr>
            <a:lvl2pPr marL="742950" indent="-285750" eaLnBrk="0" hangingPunct="0">
              <a:defRPr kumimoji="1" sz="2800" b="1">
                <a:solidFill>
                  <a:schemeClr val="tx1"/>
                </a:solidFill>
                <a:latin typeface="Times New Roman" pitchFamily="18" charset="0"/>
                <a:ea typeface="宋体" pitchFamily="2" charset="-122"/>
              </a:defRPr>
            </a:lvl2pPr>
            <a:lvl3pPr marL="1143000" indent="-228600" eaLnBrk="0" hangingPunct="0">
              <a:defRPr kumimoji="1" sz="2800" b="1">
                <a:solidFill>
                  <a:schemeClr val="tx1"/>
                </a:solidFill>
                <a:latin typeface="Times New Roman" pitchFamily="18" charset="0"/>
                <a:ea typeface="宋体" pitchFamily="2" charset="-122"/>
              </a:defRPr>
            </a:lvl3pPr>
            <a:lvl4pPr marL="1600200" indent="-228600" eaLnBrk="0" hangingPunct="0">
              <a:defRPr kumimoji="1" sz="2800" b="1">
                <a:solidFill>
                  <a:schemeClr val="tx1"/>
                </a:solidFill>
                <a:latin typeface="Times New Roman" pitchFamily="18" charset="0"/>
                <a:ea typeface="宋体" pitchFamily="2" charset="-122"/>
              </a:defRPr>
            </a:lvl4pPr>
            <a:lvl5pPr marL="2057400" indent="-228600" eaLnBrk="0" hangingPunct="0">
              <a:defRPr kumimoji="1" sz="2800" b="1">
                <a:solidFill>
                  <a:schemeClr val="tx1"/>
                </a:solidFill>
                <a:latin typeface="Times New Roman" pitchFamily="18" charset="0"/>
                <a:ea typeface="宋体" pitchFamily="2"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pitchFamily="2"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pitchFamily="2"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pitchFamily="2"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pitchFamily="2" charset="-122"/>
              </a:defRPr>
            </a:lvl9pPr>
          </a:lstStyle>
          <a:p>
            <a:pPr algn="l" eaLnBrk="1" latinLnBrk="1" hangingPunct="1">
              <a:lnSpc>
                <a:spcPct val="100000"/>
              </a:lnSpc>
              <a:buClrTx/>
              <a:buSzTx/>
              <a:buFontTx/>
              <a:buNone/>
              <a:defRPr/>
            </a:pPr>
            <a:r>
              <a:rPr lang="ko-KR" altLang="en-US" sz="1400">
                <a:latin typeface="Trebuchet MS" pitchFamily="34" charset="0"/>
                <a:ea typeface="Gulim" pitchFamily="34" charset="-127"/>
              </a:rPr>
              <a:t>- </a:t>
            </a:r>
            <a:fld id="{589907F4-4EEB-4457-B014-F28A521C672D}" type="slidenum">
              <a:rPr lang="ko-KR" altLang="en-US" sz="1400" smtClean="0">
                <a:latin typeface="Trebuchet MS" pitchFamily="34" charset="0"/>
                <a:ea typeface="Gulim" pitchFamily="34" charset="-127"/>
              </a:rPr>
              <a:pPr algn="l" eaLnBrk="1" latinLnBrk="1" hangingPunct="1">
                <a:lnSpc>
                  <a:spcPct val="100000"/>
                </a:lnSpc>
                <a:buClrTx/>
                <a:buSzTx/>
                <a:buFontTx/>
                <a:buNone/>
                <a:defRPr/>
              </a:pPr>
              <a:t>‹#›</a:t>
            </a:fld>
            <a:r>
              <a:rPr lang="en-US" altLang="ko-KR" sz="1400">
                <a:latin typeface="Trebuchet MS" pitchFamily="34" charset="0"/>
                <a:ea typeface="Gulim" pitchFamily="34" charset="-127"/>
              </a:rPr>
              <a:t> -</a:t>
            </a:r>
          </a:p>
        </p:txBody>
      </p:sp>
      <p:pic>
        <p:nvPicPr>
          <p:cNvPr id="1036" name="图片 2"/>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315913" y="6350022"/>
            <a:ext cx="1217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179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ransition/>
  <p:txStyles>
    <p:titleStyle>
      <a:lvl1pPr algn="l" rtl="0" eaLnBrk="0" fontAlgn="base" hangingPunct="0">
        <a:spcBef>
          <a:spcPct val="0"/>
        </a:spcBef>
        <a:spcAft>
          <a:spcPct val="0"/>
        </a:spcAft>
        <a:tabLst>
          <a:tab pos="668338" algn="l"/>
        </a:tabLst>
        <a:defRPr kumimoji="1" sz="3600" b="1">
          <a:solidFill>
            <a:schemeClr val="tx1"/>
          </a:solidFill>
          <a:latin typeface="+mj-lt"/>
          <a:ea typeface="+mj-ea"/>
          <a:cs typeface="+mj-cs"/>
        </a:defRPr>
      </a:lvl1pPr>
      <a:lvl2pPr algn="l" rtl="0" eaLnBrk="0" fontAlgn="base" hangingPunct="0">
        <a:spcBef>
          <a:spcPct val="0"/>
        </a:spcBef>
        <a:spcAft>
          <a:spcPct val="0"/>
        </a:spcAft>
        <a:tabLst>
          <a:tab pos="668338" algn="l"/>
        </a:tabLst>
        <a:defRPr kumimoji="1" sz="3600" b="1">
          <a:solidFill>
            <a:schemeClr val="tx1"/>
          </a:solidFill>
          <a:latin typeface="Tahoma" pitchFamily="34" charset="0"/>
          <a:ea typeface="黑体" pitchFamily="49" charset="-122"/>
        </a:defRPr>
      </a:lvl2pPr>
      <a:lvl3pPr algn="l" rtl="0" eaLnBrk="0" fontAlgn="base" hangingPunct="0">
        <a:spcBef>
          <a:spcPct val="0"/>
        </a:spcBef>
        <a:spcAft>
          <a:spcPct val="0"/>
        </a:spcAft>
        <a:tabLst>
          <a:tab pos="668338" algn="l"/>
        </a:tabLst>
        <a:defRPr kumimoji="1" sz="3600" b="1">
          <a:solidFill>
            <a:schemeClr val="tx1"/>
          </a:solidFill>
          <a:latin typeface="Tahoma" pitchFamily="34" charset="0"/>
          <a:ea typeface="黑体" pitchFamily="49" charset="-122"/>
        </a:defRPr>
      </a:lvl3pPr>
      <a:lvl4pPr algn="l" rtl="0" eaLnBrk="0" fontAlgn="base" hangingPunct="0">
        <a:spcBef>
          <a:spcPct val="0"/>
        </a:spcBef>
        <a:spcAft>
          <a:spcPct val="0"/>
        </a:spcAft>
        <a:tabLst>
          <a:tab pos="668338" algn="l"/>
        </a:tabLst>
        <a:defRPr kumimoji="1" sz="3600" b="1">
          <a:solidFill>
            <a:schemeClr val="tx1"/>
          </a:solidFill>
          <a:latin typeface="Tahoma" pitchFamily="34" charset="0"/>
          <a:ea typeface="黑体" pitchFamily="49" charset="-122"/>
        </a:defRPr>
      </a:lvl4pPr>
      <a:lvl5pPr algn="l" rtl="0" eaLnBrk="0" fontAlgn="base" hangingPunct="0">
        <a:spcBef>
          <a:spcPct val="0"/>
        </a:spcBef>
        <a:spcAft>
          <a:spcPct val="0"/>
        </a:spcAft>
        <a:tabLst>
          <a:tab pos="668338" algn="l"/>
        </a:tabLst>
        <a:defRPr kumimoji="1" sz="3600" b="1">
          <a:solidFill>
            <a:schemeClr val="tx1"/>
          </a:solidFill>
          <a:latin typeface="Tahoma" pitchFamily="34" charset="0"/>
          <a:ea typeface="黑体" pitchFamily="49" charset="-122"/>
        </a:defRPr>
      </a:lvl5pPr>
      <a:lvl6pPr marL="457200" algn="l" rtl="0" fontAlgn="base">
        <a:spcBef>
          <a:spcPct val="0"/>
        </a:spcBef>
        <a:spcAft>
          <a:spcPct val="0"/>
        </a:spcAft>
        <a:tabLst>
          <a:tab pos="668338" algn="l"/>
        </a:tabLst>
        <a:defRPr kumimoji="1" sz="3600" b="1">
          <a:solidFill>
            <a:schemeClr val="tx1"/>
          </a:solidFill>
          <a:latin typeface="Tahoma" pitchFamily="34" charset="0"/>
          <a:ea typeface="黑体" pitchFamily="49" charset="-122"/>
        </a:defRPr>
      </a:lvl6pPr>
      <a:lvl7pPr marL="914400" algn="l" rtl="0" fontAlgn="base">
        <a:spcBef>
          <a:spcPct val="0"/>
        </a:spcBef>
        <a:spcAft>
          <a:spcPct val="0"/>
        </a:spcAft>
        <a:tabLst>
          <a:tab pos="668338" algn="l"/>
        </a:tabLst>
        <a:defRPr kumimoji="1" sz="3600" b="1">
          <a:solidFill>
            <a:schemeClr val="tx1"/>
          </a:solidFill>
          <a:latin typeface="Tahoma" pitchFamily="34" charset="0"/>
          <a:ea typeface="黑体" pitchFamily="49" charset="-122"/>
        </a:defRPr>
      </a:lvl7pPr>
      <a:lvl8pPr marL="1371600" algn="l" rtl="0" fontAlgn="base">
        <a:spcBef>
          <a:spcPct val="0"/>
        </a:spcBef>
        <a:spcAft>
          <a:spcPct val="0"/>
        </a:spcAft>
        <a:tabLst>
          <a:tab pos="668338" algn="l"/>
        </a:tabLst>
        <a:defRPr kumimoji="1" sz="3600" b="1">
          <a:solidFill>
            <a:schemeClr val="tx1"/>
          </a:solidFill>
          <a:latin typeface="Tahoma" pitchFamily="34" charset="0"/>
          <a:ea typeface="黑体" pitchFamily="49" charset="-122"/>
        </a:defRPr>
      </a:lvl8pPr>
      <a:lvl9pPr marL="1828800" algn="l" rtl="0" fontAlgn="base">
        <a:spcBef>
          <a:spcPct val="0"/>
        </a:spcBef>
        <a:spcAft>
          <a:spcPct val="0"/>
        </a:spcAft>
        <a:tabLst>
          <a:tab pos="668338" algn="l"/>
        </a:tabLst>
        <a:defRPr kumimoji="1" sz="3600" b="1">
          <a:solidFill>
            <a:schemeClr val="tx1"/>
          </a:solidFill>
          <a:latin typeface="Tahoma" pitchFamily="34" charset="0"/>
          <a:ea typeface="黑体"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p:cNvSpPr/>
          <p:nvPr userDrawn="1"/>
        </p:nvSpPr>
        <p:spPr>
          <a:xfrm>
            <a:off x="0" y="0"/>
            <a:ext cx="9144000" cy="6858000"/>
          </a:xfrm>
          <a:prstGeom prst="rect">
            <a:avLst/>
          </a:prstGeom>
          <a:solidFill>
            <a:srgbClr val="1D4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17839270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2024/10/21</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p:cNvSpPr/>
          <p:nvPr userDrawn="1"/>
        </p:nvSpPr>
        <p:spPr>
          <a:xfrm>
            <a:off x="0" y="0"/>
            <a:ext cx="9144000" cy="6858000"/>
          </a:xfrm>
          <a:prstGeom prst="rect">
            <a:avLst/>
          </a:prstGeom>
          <a:solidFill>
            <a:srgbClr val="1D4F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349180156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6.jpeg"/><Relationship Id="rId5" Type="http://schemas.openxmlformats.org/officeDocument/2006/relationships/image" Target="../media/image5.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8.png"/><Relationship Id="rId2" Type="http://schemas.openxmlformats.org/officeDocument/2006/relationships/slideLayout" Target="../slideLayouts/slideLayout14.xml"/><Relationship Id="rId1" Type="http://schemas.openxmlformats.org/officeDocument/2006/relationships/vmlDrawing" Target="../drawings/vmlDrawing3.vml"/><Relationship Id="rId6" Type="http://schemas.openxmlformats.org/officeDocument/2006/relationships/image" Target="../media/image6.jpeg"/><Relationship Id="rId5" Type="http://schemas.openxmlformats.org/officeDocument/2006/relationships/image" Target="../media/image7.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8" Type="http://schemas.openxmlformats.org/officeDocument/2006/relationships/image" Target="../media/image15.emf"/><Relationship Id="rId13" Type="http://schemas.openxmlformats.org/officeDocument/2006/relationships/oleObject" Target="../embeddings/oleObject14.bin"/><Relationship Id="rId3" Type="http://schemas.openxmlformats.org/officeDocument/2006/relationships/oleObject" Target="../embeddings/oleObject5.bin"/><Relationship Id="rId7" Type="http://schemas.openxmlformats.org/officeDocument/2006/relationships/oleObject" Target="../embeddings/oleObject11.bin"/><Relationship Id="rId12" Type="http://schemas.openxmlformats.org/officeDocument/2006/relationships/image" Target="../media/image17.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4.e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16.emf"/><Relationship Id="rId4" Type="http://schemas.openxmlformats.org/officeDocument/2006/relationships/image" Target="../media/image9.wmf"/><Relationship Id="rId9" Type="http://schemas.openxmlformats.org/officeDocument/2006/relationships/oleObject" Target="../embeddings/oleObject12.bin"/><Relationship Id="rId14"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21.jpeg"/><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16.bin"/><Relationship Id="rId4" Type="http://schemas.openxmlformats.org/officeDocument/2006/relationships/image" Target="../media/image19.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22.wmf"/></Relationships>
</file>

<file path=ppt/slides/_rels/slide1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4.wmf"/><Relationship Id="rId11" Type="http://schemas.openxmlformats.org/officeDocument/2006/relationships/image" Target="../media/image27.png"/><Relationship Id="rId5" Type="http://schemas.openxmlformats.org/officeDocument/2006/relationships/oleObject" Target="../embeddings/oleObject19.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29.wmf"/><Relationship Id="rId5" Type="http://schemas.openxmlformats.org/officeDocument/2006/relationships/oleObject" Target="../embeddings/oleObject23.bin"/><Relationship Id="rId4" Type="http://schemas.openxmlformats.org/officeDocument/2006/relationships/image" Target="../media/image28.wmf"/></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0.wmf"/><Relationship Id="rId5" Type="http://schemas.openxmlformats.org/officeDocument/2006/relationships/oleObject" Target="../embeddings/oleObject24.bin"/><Relationship Id="rId4" Type="http://schemas.openxmlformats.org/officeDocument/2006/relationships/image" Target="../media/image270.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31.emf"/></Relationships>
</file>

<file path=ppt/slides/_rels/slide19.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3.wmf"/><Relationship Id="rId5" Type="http://schemas.openxmlformats.org/officeDocument/2006/relationships/oleObject" Target="../embeddings/oleObject27.bin"/><Relationship Id="rId4" Type="http://schemas.openxmlformats.org/officeDocument/2006/relationships/image" Target="../media/image32.wmf"/></Relationships>
</file>

<file path=ppt/slides/_rels/slide20.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image" Target="../media/image36.wmf"/><Relationship Id="rId5" Type="http://schemas.openxmlformats.org/officeDocument/2006/relationships/oleObject" Target="../embeddings/oleObject30.bin"/><Relationship Id="rId4" Type="http://schemas.openxmlformats.org/officeDocument/2006/relationships/image" Target="../media/image35.wmf"/></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3.bin"/><Relationship Id="rId5" Type="http://schemas.openxmlformats.org/officeDocument/2006/relationships/image" Target="../media/image38.wmf"/><Relationship Id="rId4" Type="http://schemas.openxmlformats.org/officeDocument/2006/relationships/oleObject" Target="../embeddings/oleObject32.bin"/></Relationships>
</file>

<file path=ppt/slides/_rels/slide23.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2.wmf"/><Relationship Id="rId5" Type="http://schemas.openxmlformats.org/officeDocument/2006/relationships/oleObject" Target="../embeddings/oleObject35.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37.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46.wmf"/><Relationship Id="rId5" Type="http://schemas.openxmlformats.org/officeDocument/2006/relationships/oleObject" Target="../embeddings/oleObject39.bin"/><Relationship Id="rId4" Type="http://schemas.openxmlformats.org/officeDocument/2006/relationships/image" Target="../media/image45.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40.bin"/><Relationship Id="rId7" Type="http://schemas.openxmlformats.org/officeDocument/2006/relationships/image" Target="../media/image44.png"/><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7.wmf"/><Relationship Id="rId9" Type="http://schemas.openxmlformats.org/officeDocument/2006/relationships/image" Target="../media/image48.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4.xml"/><Relationship Id="rId1" Type="http://schemas.openxmlformats.org/officeDocument/2006/relationships/vmlDrawing" Target="../drawings/vmlDrawing18.vml"/><Relationship Id="rId4" Type="http://schemas.openxmlformats.org/officeDocument/2006/relationships/image" Target="../media/image49.wmf"/></Relationships>
</file>

<file path=ppt/slides/_rels/slide27.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image" Target="../media/image58.png"/><Relationship Id="rId18" Type="http://schemas.openxmlformats.org/officeDocument/2006/relationships/image" Target="../media/image59.png"/><Relationship Id="rId26" Type="http://schemas.openxmlformats.org/officeDocument/2006/relationships/image" Target="../media/image17.emf"/><Relationship Id="rId3" Type="http://schemas.openxmlformats.org/officeDocument/2006/relationships/oleObject" Target="../embeddings/oleObject43.bin"/><Relationship Id="rId21" Type="http://schemas.openxmlformats.org/officeDocument/2006/relationships/oleObject" Target="../embeddings/oleObject11.bin"/><Relationship Id="rId7" Type="http://schemas.openxmlformats.org/officeDocument/2006/relationships/oleObject" Target="../embeddings/oleObject45.bin"/><Relationship Id="rId12" Type="http://schemas.openxmlformats.org/officeDocument/2006/relationships/image" Target="../media/image54.wmf"/><Relationship Id="rId17" Type="http://schemas.openxmlformats.org/officeDocument/2006/relationships/image" Target="../media/image56.emf"/><Relationship Id="rId25" Type="http://schemas.openxmlformats.org/officeDocument/2006/relationships/oleObject" Target="../embeddings/oleObject13.bin"/><Relationship Id="rId2" Type="http://schemas.openxmlformats.org/officeDocument/2006/relationships/slideLayout" Target="../slideLayouts/slideLayout14.xml"/><Relationship Id="rId16" Type="http://schemas.openxmlformats.org/officeDocument/2006/relationships/oleObject" Target="../embeddings/oleObject49.bin"/><Relationship Id="rId20" Type="http://schemas.openxmlformats.org/officeDocument/2006/relationships/image" Target="../media/image14.emf"/><Relationship Id="rId29" Type="http://schemas.openxmlformats.org/officeDocument/2006/relationships/image" Target="../media/image60.png"/><Relationship Id="rId1" Type="http://schemas.openxmlformats.org/officeDocument/2006/relationships/vmlDrawing" Target="../drawings/vmlDrawing19.vml"/><Relationship Id="rId6" Type="http://schemas.openxmlformats.org/officeDocument/2006/relationships/image" Target="../media/image51.wmf"/><Relationship Id="rId11" Type="http://schemas.openxmlformats.org/officeDocument/2006/relationships/oleObject" Target="../embeddings/oleObject47.bin"/><Relationship Id="rId24" Type="http://schemas.openxmlformats.org/officeDocument/2006/relationships/image" Target="../media/image16.emf"/><Relationship Id="rId5" Type="http://schemas.openxmlformats.org/officeDocument/2006/relationships/oleObject" Target="../embeddings/oleObject44.bin"/><Relationship Id="rId15" Type="http://schemas.openxmlformats.org/officeDocument/2006/relationships/image" Target="../media/image55.emf"/><Relationship Id="rId23" Type="http://schemas.openxmlformats.org/officeDocument/2006/relationships/oleObject" Target="../embeddings/oleObject12.bin"/><Relationship Id="rId28" Type="http://schemas.openxmlformats.org/officeDocument/2006/relationships/image" Target="../media/image18.emf"/><Relationship Id="rId10" Type="http://schemas.openxmlformats.org/officeDocument/2006/relationships/image" Target="../media/image53.emf"/><Relationship Id="rId19" Type="http://schemas.openxmlformats.org/officeDocument/2006/relationships/oleObject" Target="../embeddings/oleObject10.bin"/><Relationship Id="rId4" Type="http://schemas.openxmlformats.org/officeDocument/2006/relationships/image" Target="../media/image50.emf"/><Relationship Id="rId9" Type="http://schemas.openxmlformats.org/officeDocument/2006/relationships/oleObject" Target="../embeddings/oleObject46.bin"/><Relationship Id="rId14" Type="http://schemas.openxmlformats.org/officeDocument/2006/relationships/oleObject" Target="../embeddings/oleObject48.bin"/><Relationship Id="rId22" Type="http://schemas.openxmlformats.org/officeDocument/2006/relationships/image" Target="../media/image15.emf"/><Relationship Id="rId27" Type="http://schemas.openxmlformats.org/officeDocument/2006/relationships/oleObject" Target="../embeddings/oleObject14.bin"/><Relationship Id="rId30"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2.xml"/><Relationship Id="rId1" Type="http://schemas.openxmlformats.org/officeDocument/2006/relationships/vmlDrawing" Target="../drawings/vmlDrawing20.vml"/><Relationship Id="rId4" Type="http://schemas.openxmlformats.org/officeDocument/2006/relationships/image" Target="../media/image57.wmf"/></Relationships>
</file>

<file path=ppt/slides/_rels/slide29.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62.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9.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61.wmf"/><Relationship Id="rId4" Type="http://schemas.openxmlformats.org/officeDocument/2006/relationships/image" Target="../media/image58.emf"/><Relationship Id="rId9" Type="http://schemas.openxmlformats.org/officeDocument/2006/relationships/oleObject" Target="../embeddings/oleObject54.bin"/><Relationship Id="rId14" Type="http://schemas.openxmlformats.org/officeDocument/2006/relationships/image" Target="../media/image63.wmf"/></Relationships>
</file>

<file path=ppt/slides/_rels/slide30.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65.wmf"/><Relationship Id="rId5" Type="http://schemas.openxmlformats.org/officeDocument/2006/relationships/oleObject" Target="../embeddings/oleObject58.bin"/><Relationship Id="rId10" Type="http://schemas.openxmlformats.org/officeDocument/2006/relationships/image" Target="../media/image86.png"/><Relationship Id="rId4" Type="http://schemas.openxmlformats.org/officeDocument/2006/relationships/image" Target="../media/image64.wmf"/><Relationship Id="rId9" Type="http://schemas.openxmlformats.org/officeDocument/2006/relationships/image" Target="../media/image85.png"/></Relationships>
</file>

<file path=ppt/slides/_rels/slide31.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image" Target="../media/image68.wmf"/><Relationship Id="rId5" Type="http://schemas.openxmlformats.org/officeDocument/2006/relationships/oleObject" Target="../embeddings/oleObject61.bin"/><Relationship Id="rId4" Type="http://schemas.openxmlformats.org/officeDocument/2006/relationships/image" Target="../media/image67.wmf"/></Relationships>
</file>

<file path=ppt/slides/_rels/slide32.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74.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71.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66.bin"/></Relationships>
</file>

<file path=ppt/slides/_rels/slide33.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12.xml"/><Relationship Id="rId1" Type="http://schemas.openxmlformats.org/officeDocument/2006/relationships/vmlDrawing" Target="../drawings/vmlDrawing25.vml"/><Relationship Id="rId6" Type="http://schemas.openxmlformats.org/officeDocument/2006/relationships/image" Target="../media/image76.wmf"/><Relationship Id="rId5" Type="http://schemas.openxmlformats.org/officeDocument/2006/relationships/oleObject" Target="../embeddings/oleObject69.bin"/><Relationship Id="rId10" Type="http://schemas.openxmlformats.org/officeDocument/2006/relationships/image" Target="../media/image78.wmf"/><Relationship Id="rId4" Type="http://schemas.openxmlformats.org/officeDocument/2006/relationships/image" Target="../media/image75.emf"/><Relationship Id="rId9" Type="http://schemas.openxmlformats.org/officeDocument/2006/relationships/oleObject" Target="../embeddings/oleObject71.bin"/></Relationships>
</file>

<file path=ppt/slides/_rels/slide34.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80.wmf"/><Relationship Id="rId5" Type="http://schemas.openxmlformats.org/officeDocument/2006/relationships/oleObject" Target="../embeddings/oleObject73.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5.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image" Target="../media/image84.wmf"/><Relationship Id="rId11" Type="http://schemas.openxmlformats.org/officeDocument/2006/relationships/image" Target="../media/image86.wmf"/><Relationship Id="rId5" Type="http://schemas.openxmlformats.org/officeDocument/2006/relationships/oleObject" Target="../embeddings/oleObject77.bin"/><Relationship Id="rId10" Type="http://schemas.openxmlformats.org/officeDocument/2006/relationships/oleObject" Target="../embeddings/oleObject79.bin"/><Relationship Id="rId4" Type="http://schemas.openxmlformats.org/officeDocument/2006/relationships/image" Target="../media/image83.wmf"/><Relationship Id="rId9" Type="http://schemas.openxmlformats.org/officeDocument/2006/relationships/image" Target="../media/image87.jpe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88.wmf"/></Relationships>
</file>

<file path=ppt/slides/_rels/slide38.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6.xml"/><Relationship Id="rId1" Type="http://schemas.openxmlformats.org/officeDocument/2006/relationships/vmlDrawing" Target="../drawings/vmlDrawing29.vml"/><Relationship Id="rId6" Type="http://schemas.openxmlformats.org/officeDocument/2006/relationships/image" Target="../media/image90.wmf"/><Relationship Id="rId5" Type="http://schemas.openxmlformats.org/officeDocument/2006/relationships/oleObject" Target="../embeddings/oleObject82.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84.bin"/></Relationships>
</file>

<file path=ppt/slides/_rels/slide3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97.wmf"/><Relationship Id="rId18" Type="http://schemas.openxmlformats.org/officeDocument/2006/relationships/oleObject" Target="../embeddings/oleObject92.bin"/><Relationship Id="rId3" Type="http://schemas.openxmlformats.org/officeDocument/2006/relationships/notesSlide" Target="../notesSlides/notesSlide3.xml"/><Relationship Id="rId21" Type="http://schemas.openxmlformats.org/officeDocument/2006/relationships/image" Target="../media/image101.wmf"/><Relationship Id="rId7" Type="http://schemas.openxmlformats.org/officeDocument/2006/relationships/image" Target="../media/image94.wmf"/><Relationship Id="rId12" Type="http://schemas.openxmlformats.org/officeDocument/2006/relationships/oleObject" Target="../embeddings/oleObject89.bin"/><Relationship Id="rId17" Type="http://schemas.openxmlformats.org/officeDocument/2006/relationships/image" Target="../media/image99.wmf"/><Relationship Id="rId2" Type="http://schemas.openxmlformats.org/officeDocument/2006/relationships/slideLayout" Target="../slideLayouts/slideLayout33.xml"/><Relationship Id="rId16" Type="http://schemas.openxmlformats.org/officeDocument/2006/relationships/oleObject" Target="../embeddings/oleObject91.bin"/><Relationship Id="rId20" Type="http://schemas.openxmlformats.org/officeDocument/2006/relationships/oleObject" Target="../embeddings/oleObject93.bin"/><Relationship Id="rId1" Type="http://schemas.openxmlformats.org/officeDocument/2006/relationships/vmlDrawing" Target="../drawings/vmlDrawing30.vml"/><Relationship Id="rId6" Type="http://schemas.openxmlformats.org/officeDocument/2006/relationships/oleObject" Target="../embeddings/oleObject86.bin"/><Relationship Id="rId11" Type="http://schemas.openxmlformats.org/officeDocument/2006/relationships/image" Target="../media/image96.wmf"/><Relationship Id="rId5" Type="http://schemas.openxmlformats.org/officeDocument/2006/relationships/image" Target="../media/image93.wmf"/><Relationship Id="rId15" Type="http://schemas.openxmlformats.org/officeDocument/2006/relationships/image" Target="../media/image98.wmf"/><Relationship Id="rId10" Type="http://schemas.openxmlformats.org/officeDocument/2006/relationships/oleObject" Target="../embeddings/oleObject88.bin"/><Relationship Id="rId19" Type="http://schemas.openxmlformats.org/officeDocument/2006/relationships/image" Target="../media/image100.wmf"/><Relationship Id="rId4" Type="http://schemas.openxmlformats.org/officeDocument/2006/relationships/oleObject" Target="../embeddings/oleObject85.bin"/><Relationship Id="rId9" Type="http://schemas.openxmlformats.org/officeDocument/2006/relationships/image" Target="../media/image95.wmf"/><Relationship Id="rId14" Type="http://schemas.openxmlformats.org/officeDocument/2006/relationships/oleObject" Target="../embeddings/oleObject90.bin"/></Relationships>
</file>

<file path=ppt/slides/_rels/slide43.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3" Type="http://schemas.openxmlformats.org/officeDocument/2006/relationships/image" Target="../media/image107.emf"/><Relationship Id="rId18" Type="http://schemas.openxmlformats.org/officeDocument/2006/relationships/oleObject" Target="../embeddings/oleObject101.bin"/><Relationship Id="rId26" Type="http://schemas.openxmlformats.org/officeDocument/2006/relationships/oleObject" Target="../embeddings/oleObject105.bin"/><Relationship Id="rId39" Type="http://schemas.openxmlformats.org/officeDocument/2006/relationships/oleObject" Target="../embeddings/oleObject112.bin"/><Relationship Id="rId21" Type="http://schemas.openxmlformats.org/officeDocument/2006/relationships/image" Target="../media/image111.emf"/><Relationship Id="rId34" Type="http://schemas.openxmlformats.org/officeDocument/2006/relationships/image" Target="../media/image116.wmf"/><Relationship Id="rId42" Type="http://schemas.openxmlformats.org/officeDocument/2006/relationships/image" Target="../media/image120.wmf"/><Relationship Id="rId7" Type="http://schemas.openxmlformats.org/officeDocument/2006/relationships/image" Target="../media/image104.emf"/><Relationship Id="rId2" Type="http://schemas.openxmlformats.org/officeDocument/2006/relationships/slideLayout" Target="../slideLayouts/slideLayout7.xml"/><Relationship Id="rId16" Type="http://schemas.openxmlformats.org/officeDocument/2006/relationships/oleObject" Target="../embeddings/oleObject100.bin"/><Relationship Id="rId29" Type="http://schemas.openxmlformats.org/officeDocument/2006/relationships/oleObject" Target="../embeddings/oleObject107.bin"/><Relationship Id="rId1" Type="http://schemas.openxmlformats.org/officeDocument/2006/relationships/vmlDrawing" Target="../drawings/vmlDrawing31.vml"/><Relationship Id="rId6" Type="http://schemas.openxmlformats.org/officeDocument/2006/relationships/oleObject" Target="../embeddings/oleObject95.bin"/><Relationship Id="rId11" Type="http://schemas.openxmlformats.org/officeDocument/2006/relationships/image" Target="../media/image106.emf"/><Relationship Id="rId24" Type="http://schemas.openxmlformats.org/officeDocument/2006/relationships/oleObject" Target="../embeddings/oleObject104.bin"/><Relationship Id="rId32" Type="http://schemas.openxmlformats.org/officeDocument/2006/relationships/image" Target="../media/image115.emf"/><Relationship Id="rId37" Type="http://schemas.openxmlformats.org/officeDocument/2006/relationships/oleObject" Target="../embeddings/oleObject111.bin"/><Relationship Id="rId40" Type="http://schemas.openxmlformats.org/officeDocument/2006/relationships/image" Target="../media/image119.wmf"/><Relationship Id="rId45" Type="http://schemas.openxmlformats.org/officeDocument/2006/relationships/oleObject" Target="../embeddings/oleObject115.bin"/><Relationship Id="rId5" Type="http://schemas.openxmlformats.org/officeDocument/2006/relationships/image" Target="../media/image103.wmf"/><Relationship Id="rId15" Type="http://schemas.openxmlformats.org/officeDocument/2006/relationships/image" Target="../media/image108.emf"/><Relationship Id="rId23" Type="http://schemas.openxmlformats.org/officeDocument/2006/relationships/image" Target="../media/image112.emf"/><Relationship Id="rId28" Type="http://schemas.openxmlformats.org/officeDocument/2006/relationships/oleObject" Target="../embeddings/oleObject106.bin"/><Relationship Id="rId36" Type="http://schemas.openxmlformats.org/officeDocument/2006/relationships/image" Target="../media/image117.wmf"/><Relationship Id="rId10" Type="http://schemas.openxmlformats.org/officeDocument/2006/relationships/oleObject" Target="../embeddings/oleObject97.bin"/><Relationship Id="rId19" Type="http://schemas.openxmlformats.org/officeDocument/2006/relationships/image" Target="../media/image110.emf"/><Relationship Id="rId31" Type="http://schemas.openxmlformats.org/officeDocument/2006/relationships/oleObject" Target="../embeddings/oleObject108.bin"/><Relationship Id="rId44" Type="http://schemas.openxmlformats.org/officeDocument/2006/relationships/image" Target="../media/image121.wmf"/><Relationship Id="rId4" Type="http://schemas.openxmlformats.org/officeDocument/2006/relationships/oleObject" Target="../embeddings/oleObject94.bin"/><Relationship Id="rId9" Type="http://schemas.openxmlformats.org/officeDocument/2006/relationships/image" Target="../media/image105.wmf"/><Relationship Id="rId14" Type="http://schemas.openxmlformats.org/officeDocument/2006/relationships/oleObject" Target="../embeddings/oleObject99.bin"/><Relationship Id="rId22" Type="http://schemas.openxmlformats.org/officeDocument/2006/relationships/oleObject" Target="../embeddings/oleObject103.bin"/><Relationship Id="rId27" Type="http://schemas.openxmlformats.org/officeDocument/2006/relationships/image" Target="../media/image114.emf"/><Relationship Id="rId30" Type="http://schemas.openxmlformats.org/officeDocument/2006/relationships/image" Target="../media/image183.png"/><Relationship Id="rId35" Type="http://schemas.openxmlformats.org/officeDocument/2006/relationships/oleObject" Target="../embeddings/oleObject110.bin"/><Relationship Id="rId43" Type="http://schemas.openxmlformats.org/officeDocument/2006/relationships/oleObject" Target="../embeddings/oleObject114.bin"/><Relationship Id="rId8" Type="http://schemas.openxmlformats.org/officeDocument/2006/relationships/oleObject" Target="../embeddings/oleObject96.bin"/><Relationship Id="rId3" Type="http://schemas.openxmlformats.org/officeDocument/2006/relationships/notesSlide" Target="../notesSlides/notesSlide4.xml"/><Relationship Id="rId12" Type="http://schemas.openxmlformats.org/officeDocument/2006/relationships/oleObject" Target="../embeddings/oleObject98.bin"/><Relationship Id="rId17" Type="http://schemas.openxmlformats.org/officeDocument/2006/relationships/image" Target="../media/image109.emf"/><Relationship Id="rId25" Type="http://schemas.openxmlformats.org/officeDocument/2006/relationships/image" Target="../media/image113.emf"/><Relationship Id="rId33" Type="http://schemas.openxmlformats.org/officeDocument/2006/relationships/oleObject" Target="../embeddings/oleObject109.bin"/><Relationship Id="rId38" Type="http://schemas.openxmlformats.org/officeDocument/2006/relationships/image" Target="../media/image118.wmf"/><Relationship Id="rId46" Type="http://schemas.openxmlformats.org/officeDocument/2006/relationships/image" Target="../media/image122.wmf"/><Relationship Id="rId20" Type="http://schemas.openxmlformats.org/officeDocument/2006/relationships/oleObject" Target="../embeddings/oleObject102.bin"/><Relationship Id="rId41" Type="http://schemas.openxmlformats.org/officeDocument/2006/relationships/oleObject" Target="../embeddings/oleObject113.bin"/></Relationships>
</file>

<file path=ppt/slides/_rels/slide45.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21.bin"/><Relationship Id="rId18" Type="http://schemas.openxmlformats.org/officeDocument/2006/relationships/oleObject" Target="../embeddings/oleObject124.bin"/><Relationship Id="rId26" Type="http://schemas.openxmlformats.org/officeDocument/2006/relationships/oleObject" Target="../embeddings/oleObject129.bin"/><Relationship Id="rId3" Type="http://schemas.openxmlformats.org/officeDocument/2006/relationships/oleObject" Target="../embeddings/oleObject116.bin"/><Relationship Id="rId21" Type="http://schemas.openxmlformats.org/officeDocument/2006/relationships/oleObject" Target="../embeddings/oleObject126.bin"/><Relationship Id="rId7" Type="http://schemas.openxmlformats.org/officeDocument/2006/relationships/oleObject" Target="../embeddings/oleObject118.bin"/><Relationship Id="rId12" Type="http://schemas.openxmlformats.org/officeDocument/2006/relationships/image" Target="../media/image127.wmf"/><Relationship Id="rId17" Type="http://schemas.openxmlformats.org/officeDocument/2006/relationships/oleObject" Target="../embeddings/oleObject123.bin"/><Relationship Id="rId25" Type="http://schemas.openxmlformats.org/officeDocument/2006/relationships/image" Target="../media/image132.wmf"/><Relationship Id="rId2" Type="http://schemas.openxmlformats.org/officeDocument/2006/relationships/slideLayout" Target="../slideLayouts/slideLayout7.xml"/><Relationship Id="rId16" Type="http://schemas.openxmlformats.org/officeDocument/2006/relationships/image" Target="../media/image129.wmf"/><Relationship Id="rId20" Type="http://schemas.openxmlformats.org/officeDocument/2006/relationships/oleObject" Target="../embeddings/oleObject125.bin"/><Relationship Id="rId1" Type="http://schemas.openxmlformats.org/officeDocument/2006/relationships/vmlDrawing" Target="../drawings/vmlDrawing32.vml"/><Relationship Id="rId6" Type="http://schemas.openxmlformats.org/officeDocument/2006/relationships/image" Target="../media/image124.wmf"/><Relationship Id="rId11" Type="http://schemas.openxmlformats.org/officeDocument/2006/relationships/oleObject" Target="../embeddings/oleObject120.bin"/><Relationship Id="rId24" Type="http://schemas.openxmlformats.org/officeDocument/2006/relationships/oleObject" Target="../embeddings/oleObject128.bin"/><Relationship Id="rId5" Type="http://schemas.openxmlformats.org/officeDocument/2006/relationships/oleObject" Target="../embeddings/oleObject117.bin"/><Relationship Id="rId15" Type="http://schemas.openxmlformats.org/officeDocument/2006/relationships/oleObject" Target="../embeddings/oleObject122.bin"/><Relationship Id="rId23" Type="http://schemas.openxmlformats.org/officeDocument/2006/relationships/image" Target="../media/image131.wmf"/><Relationship Id="rId10" Type="http://schemas.openxmlformats.org/officeDocument/2006/relationships/image" Target="../media/image126.wmf"/><Relationship Id="rId19" Type="http://schemas.openxmlformats.org/officeDocument/2006/relationships/image" Target="../media/image130.wmf"/><Relationship Id="rId4" Type="http://schemas.openxmlformats.org/officeDocument/2006/relationships/image" Target="../media/image123.wmf"/><Relationship Id="rId9" Type="http://schemas.openxmlformats.org/officeDocument/2006/relationships/oleObject" Target="../embeddings/oleObject119.bin"/><Relationship Id="rId14" Type="http://schemas.openxmlformats.org/officeDocument/2006/relationships/image" Target="../media/image128.wmf"/><Relationship Id="rId22" Type="http://schemas.openxmlformats.org/officeDocument/2006/relationships/oleObject" Target="../embeddings/oleObject127.bin"/><Relationship Id="rId27" Type="http://schemas.openxmlformats.org/officeDocument/2006/relationships/image" Target="../media/image133.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32.bin"/><Relationship Id="rId13" Type="http://schemas.openxmlformats.org/officeDocument/2006/relationships/image" Target="../media/image106.emf"/><Relationship Id="rId3" Type="http://schemas.openxmlformats.org/officeDocument/2006/relationships/notesSlide" Target="../notesSlides/notesSlide5.xml"/><Relationship Id="rId7" Type="http://schemas.openxmlformats.org/officeDocument/2006/relationships/image" Target="../media/image135.wmf"/><Relationship Id="rId12" Type="http://schemas.openxmlformats.org/officeDocument/2006/relationships/oleObject" Target="../embeddings/oleObject134.bin"/><Relationship Id="rId17" Type="http://schemas.openxmlformats.org/officeDocument/2006/relationships/image" Target="../media/image136.emf"/><Relationship Id="rId2" Type="http://schemas.openxmlformats.org/officeDocument/2006/relationships/slideLayout" Target="../slideLayouts/slideLayout7.xml"/><Relationship Id="rId16" Type="http://schemas.openxmlformats.org/officeDocument/2006/relationships/oleObject" Target="../embeddings/oleObject136.bin"/><Relationship Id="rId1" Type="http://schemas.openxmlformats.org/officeDocument/2006/relationships/vmlDrawing" Target="../drawings/vmlDrawing33.vml"/><Relationship Id="rId6" Type="http://schemas.openxmlformats.org/officeDocument/2006/relationships/oleObject" Target="../embeddings/oleObject131.bin"/><Relationship Id="rId11" Type="http://schemas.openxmlformats.org/officeDocument/2006/relationships/image" Target="../media/image105.wmf"/><Relationship Id="rId5" Type="http://schemas.openxmlformats.org/officeDocument/2006/relationships/image" Target="../media/image134.emf"/><Relationship Id="rId15" Type="http://schemas.openxmlformats.org/officeDocument/2006/relationships/image" Target="../media/image107.emf"/><Relationship Id="rId10" Type="http://schemas.openxmlformats.org/officeDocument/2006/relationships/oleObject" Target="../embeddings/oleObject133.bin"/><Relationship Id="rId4" Type="http://schemas.openxmlformats.org/officeDocument/2006/relationships/oleObject" Target="../embeddings/oleObject130.bin"/><Relationship Id="rId9" Type="http://schemas.openxmlformats.org/officeDocument/2006/relationships/image" Target="../media/image104.emf"/><Relationship Id="rId14" Type="http://schemas.openxmlformats.org/officeDocument/2006/relationships/oleObject" Target="../embeddings/oleObject135.bin"/></Relationships>
</file>

<file path=ppt/slides/_rels/slide47.xml.rels><?xml version="1.0" encoding="UTF-8" standalone="yes"?>
<Relationships xmlns="http://schemas.openxmlformats.org/package/2006/relationships"><Relationship Id="rId3" Type="http://schemas.openxmlformats.org/officeDocument/2006/relationships/image" Target="../media/image102.jpeg"/><Relationship Id="rId7" Type="http://schemas.openxmlformats.org/officeDocument/2006/relationships/image" Target="../media/image137.wmf"/><Relationship Id="rId2" Type="http://schemas.openxmlformats.org/officeDocument/2006/relationships/slideLayout" Target="../slideLayouts/slideLayout15.xml"/><Relationship Id="rId1" Type="http://schemas.openxmlformats.org/officeDocument/2006/relationships/vmlDrawing" Target="../drawings/vmlDrawing34.vml"/><Relationship Id="rId6" Type="http://schemas.openxmlformats.org/officeDocument/2006/relationships/oleObject" Target="../embeddings/oleObject137.bin"/><Relationship Id="rId5" Type="http://schemas.openxmlformats.org/officeDocument/2006/relationships/image" Target="../media/image139.jpeg"/><Relationship Id="rId4" Type="http://schemas.openxmlformats.org/officeDocument/2006/relationships/image" Target="../media/image138.jpeg"/></Relationships>
</file>

<file path=ppt/slides/_rels/slide48.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43.bin"/><Relationship Id="rId18" Type="http://schemas.openxmlformats.org/officeDocument/2006/relationships/image" Target="../media/image126.wmf"/><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44.wmf"/><Relationship Id="rId17" Type="http://schemas.openxmlformats.org/officeDocument/2006/relationships/oleObject" Target="../embeddings/oleObject145.bin"/><Relationship Id="rId2" Type="http://schemas.openxmlformats.org/officeDocument/2006/relationships/slideLayout" Target="../slideLayouts/slideLayout7.xml"/><Relationship Id="rId16" Type="http://schemas.openxmlformats.org/officeDocument/2006/relationships/image" Target="../media/image146.wmf"/><Relationship Id="rId1" Type="http://schemas.openxmlformats.org/officeDocument/2006/relationships/vmlDrawing" Target="../drawings/vmlDrawing35.vml"/><Relationship Id="rId6" Type="http://schemas.openxmlformats.org/officeDocument/2006/relationships/image" Target="../media/image141.wmf"/><Relationship Id="rId11" Type="http://schemas.openxmlformats.org/officeDocument/2006/relationships/oleObject" Target="../embeddings/oleObject142.bin"/><Relationship Id="rId5" Type="http://schemas.openxmlformats.org/officeDocument/2006/relationships/oleObject" Target="../embeddings/oleObject139.bin"/><Relationship Id="rId15" Type="http://schemas.openxmlformats.org/officeDocument/2006/relationships/oleObject" Target="../embeddings/oleObject144.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41.bin"/><Relationship Id="rId14" Type="http://schemas.openxmlformats.org/officeDocument/2006/relationships/image" Target="../media/image145.wmf"/></Relationships>
</file>

<file path=ppt/slides/_rels/slide49.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46.bin"/><Relationship Id="rId7" Type="http://schemas.openxmlformats.org/officeDocument/2006/relationships/oleObject" Target="../embeddings/oleObject148.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48.wmf"/><Relationship Id="rId5" Type="http://schemas.openxmlformats.org/officeDocument/2006/relationships/oleObject" Target="../embeddings/oleObject147.bin"/><Relationship Id="rId4" Type="http://schemas.openxmlformats.org/officeDocument/2006/relationships/image" Target="../media/image14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719144" y="412753"/>
            <a:ext cx="82454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00000"/>
              </a:lnSpc>
              <a:buClrTx/>
              <a:buSzTx/>
              <a:buFontTx/>
              <a:buNone/>
            </a:pPr>
            <a:r>
              <a:rPr lang="en-US" altLang="zh-CN" sz="2800" b="0" dirty="0">
                <a:latin typeface="Arial Black" pitchFamily="34" charset="0"/>
                <a:ea typeface="黑体" pitchFamily="49" charset="-122"/>
              </a:rPr>
              <a:t>Part 2: AC Circuits</a:t>
            </a:r>
          </a:p>
        </p:txBody>
      </p:sp>
      <p:sp>
        <p:nvSpPr>
          <p:cNvPr id="4099" name="Text Box 4"/>
          <p:cNvSpPr txBox="1">
            <a:spLocks noChangeArrowheads="1"/>
          </p:cNvSpPr>
          <p:nvPr/>
        </p:nvSpPr>
        <p:spPr bwMode="auto">
          <a:xfrm>
            <a:off x="698622" y="1628800"/>
            <a:ext cx="8640762" cy="318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90588" indent="-890588"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lnSpc>
                <a:spcPct val="180000"/>
              </a:lnSpc>
              <a:buClr>
                <a:schemeClr val="tx2"/>
              </a:buClr>
              <a:buSzPct val="125000"/>
              <a:buFont typeface="Tahoma" pitchFamily="34" charset="0"/>
              <a:buAutoNum type="arabicPeriod" startAt="9"/>
            </a:pPr>
            <a:r>
              <a:rPr lang="en-US" altLang="zh-CN" sz="3200" b="0" dirty="0">
                <a:latin typeface="Verdana" pitchFamily="34" charset="0"/>
              </a:rPr>
              <a:t>Sinusoids and </a:t>
            </a:r>
            <a:r>
              <a:rPr lang="en-US" altLang="zh-CN" sz="3200" b="0" dirty="0" err="1">
                <a:latin typeface="Verdana" pitchFamily="34" charset="0"/>
              </a:rPr>
              <a:t>Phasors</a:t>
            </a:r>
            <a:endParaRPr lang="en-US" altLang="zh-CN" sz="3200" b="0" dirty="0">
              <a:latin typeface="Verdana" pitchFamily="34" charset="0"/>
            </a:endParaRPr>
          </a:p>
          <a:p>
            <a:pPr algn="l" eaLnBrk="1" hangingPunct="1">
              <a:lnSpc>
                <a:spcPct val="180000"/>
              </a:lnSpc>
              <a:buClr>
                <a:schemeClr val="tx2"/>
              </a:buClr>
              <a:buSzPct val="125000"/>
              <a:buFont typeface="Wingdings" pitchFamily="2" charset="2"/>
              <a:buAutoNum type="arabicPeriod" startAt="9"/>
            </a:pPr>
            <a:r>
              <a:rPr lang="en-US" altLang="zh-CN" b="0" dirty="0">
                <a:latin typeface="Verdana" pitchFamily="34" charset="0"/>
              </a:rPr>
              <a:t>Sinusoidal Steady-State Analysis</a:t>
            </a:r>
          </a:p>
          <a:p>
            <a:pPr algn="l" eaLnBrk="1" hangingPunct="1">
              <a:lnSpc>
                <a:spcPct val="180000"/>
              </a:lnSpc>
              <a:buClr>
                <a:schemeClr val="tx2"/>
              </a:buClr>
              <a:buSzPct val="125000"/>
              <a:buFont typeface="Wingdings" pitchFamily="2" charset="2"/>
              <a:buAutoNum type="arabicPeriod" startAt="9"/>
            </a:pPr>
            <a:r>
              <a:rPr lang="en-US" altLang="zh-CN" dirty="0">
                <a:latin typeface="Verdana" pitchFamily="34" charset="0"/>
              </a:rPr>
              <a:t>AC Power Analysis</a:t>
            </a:r>
          </a:p>
          <a:p>
            <a:pPr algn="l" eaLnBrk="1" hangingPunct="1">
              <a:lnSpc>
                <a:spcPct val="180000"/>
              </a:lnSpc>
              <a:buClr>
                <a:schemeClr val="tx2"/>
              </a:buClr>
              <a:buSzPct val="125000"/>
              <a:buFont typeface="Wingdings" pitchFamily="2" charset="2"/>
              <a:buAutoNum type="arabicPeriod" startAt="9"/>
            </a:pPr>
            <a:r>
              <a:rPr lang="en-US" altLang="zh-CN" b="0" dirty="0">
                <a:latin typeface="Verdana" pitchFamily="34" charset="0"/>
              </a:rPr>
              <a:t>Three-Phase Circuits</a:t>
            </a:r>
          </a:p>
        </p:txBody>
      </p:sp>
    </p:spTree>
    <p:extLst>
      <p:ext uri="{BB962C8B-B14F-4D97-AF65-F5344CB8AC3E}">
        <p14:creationId xmlns:p14="http://schemas.microsoft.com/office/powerpoint/2010/main" val="21094636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870188" y="387882"/>
            <a:ext cx="7848600"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eaLnBrk="1" hangingPunct="1">
              <a:lnSpc>
                <a:spcPct val="110000"/>
              </a:lnSpc>
              <a:buFont typeface="Wingdings" pitchFamily="2" charset="2"/>
              <a:buNone/>
            </a:pPr>
            <a:r>
              <a:rPr lang="en-US" altLang="zh-CN" dirty="0">
                <a:latin typeface="Arial Black" pitchFamily="34" charset="0"/>
              </a:rPr>
              <a:t>Chapter 11   AC Power Analysis</a:t>
            </a:r>
          </a:p>
        </p:txBody>
      </p:sp>
      <p:sp>
        <p:nvSpPr>
          <p:cNvPr id="5123" name="Text Box 3"/>
          <p:cNvSpPr txBox="1">
            <a:spLocks noChangeArrowheads="1"/>
          </p:cNvSpPr>
          <p:nvPr/>
        </p:nvSpPr>
        <p:spPr bwMode="auto">
          <a:xfrm>
            <a:off x="835660" y="1772816"/>
            <a:ext cx="744855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0850" indent="-450850"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marL="457200" indent="-457200" algn="l" eaLnBrk="1" hangingPunct="1">
              <a:lnSpc>
                <a:spcPct val="170000"/>
              </a:lnSpc>
              <a:buClr>
                <a:schemeClr val="tx2"/>
              </a:buClr>
              <a:buSzTx/>
              <a:buFont typeface="Wingdings" pitchFamily="2" charset="2"/>
              <a:buChar char="n"/>
            </a:pPr>
            <a:r>
              <a:rPr lang="en-US" altLang="zh-CN" dirty="0">
                <a:latin typeface="Verdana" pitchFamily="34" charset="0"/>
              </a:rPr>
              <a:t>Introduction</a:t>
            </a:r>
          </a:p>
          <a:p>
            <a:pPr marL="457200" indent="-457200" algn="l" eaLnBrk="1" hangingPunct="1">
              <a:lnSpc>
                <a:spcPct val="170000"/>
              </a:lnSpc>
              <a:buClr>
                <a:schemeClr val="tx2"/>
              </a:buClr>
              <a:buSzTx/>
              <a:buFont typeface="Wingdings" pitchFamily="2" charset="2"/>
              <a:buChar char="n"/>
            </a:pPr>
            <a:r>
              <a:rPr lang="en-US" altLang="zh-CN" dirty="0">
                <a:latin typeface="Verdana" pitchFamily="34" charset="0"/>
              </a:rPr>
              <a:t>Instantaneous and average power</a:t>
            </a:r>
          </a:p>
          <a:p>
            <a:pPr marL="457200" indent="-457200" algn="l" eaLnBrk="1" hangingPunct="1">
              <a:lnSpc>
                <a:spcPct val="170000"/>
              </a:lnSpc>
              <a:buClr>
                <a:schemeClr val="tx2"/>
              </a:buClr>
              <a:buSzTx/>
              <a:buFont typeface="Wingdings" pitchFamily="2" charset="2"/>
              <a:buChar char="n"/>
            </a:pPr>
            <a:r>
              <a:rPr lang="en-US" altLang="zh-CN" dirty="0">
                <a:latin typeface="Verdana" pitchFamily="34" charset="0"/>
              </a:rPr>
              <a:t>Maximum average power transfer</a:t>
            </a:r>
          </a:p>
          <a:p>
            <a:pPr marL="457200" indent="-457200" algn="l" eaLnBrk="1" hangingPunct="1">
              <a:lnSpc>
                <a:spcPct val="170000"/>
              </a:lnSpc>
              <a:buClr>
                <a:schemeClr val="tx2"/>
              </a:buClr>
              <a:buSzTx/>
              <a:buFont typeface="Wingdings" pitchFamily="2" charset="2"/>
              <a:buChar char="n"/>
            </a:pPr>
            <a:r>
              <a:rPr lang="en-US" altLang="zh-CN" dirty="0">
                <a:latin typeface="Verdana" pitchFamily="34" charset="0"/>
              </a:rPr>
              <a:t>Effective or </a:t>
            </a:r>
            <a:r>
              <a:rPr lang="en-US" altLang="zh-CN" dirty="0" err="1">
                <a:latin typeface="Verdana" pitchFamily="34" charset="0"/>
              </a:rPr>
              <a:t>rms</a:t>
            </a:r>
            <a:r>
              <a:rPr lang="en-US" altLang="zh-CN" dirty="0">
                <a:latin typeface="Verdana" pitchFamily="34" charset="0"/>
              </a:rPr>
              <a:t> value</a:t>
            </a:r>
          </a:p>
        </p:txBody>
      </p:sp>
    </p:spTree>
    <p:extLst>
      <p:ext uri="{BB962C8B-B14F-4D97-AF65-F5344CB8AC3E}">
        <p14:creationId xmlns:p14="http://schemas.microsoft.com/office/powerpoint/2010/main" val="214481683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4"/>
          <p:cNvSpPr txBox="1">
            <a:spLocks noChangeArrowheads="1"/>
          </p:cNvSpPr>
          <p:nvPr/>
        </p:nvSpPr>
        <p:spPr bwMode="auto">
          <a:xfrm>
            <a:off x="819470" y="1916832"/>
            <a:ext cx="7669212" cy="302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0850" indent="-450850"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marL="457200" indent="-457200" eaLnBrk="1" hangingPunct="1">
              <a:lnSpc>
                <a:spcPct val="170000"/>
              </a:lnSpc>
              <a:buClr>
                <a:schemeClr val="tx2"/>
              </a:buClr>
              <a:buFont typeface="Wingdings" pitchFamily="2" charset="2"/>
              <a:buChar char="n"/>
            </a:pPr>
            <a:r>
              <a:rPr lang="en-US" altLang="zh-CN" dirty="0">
                <a:latin typeface="Verdana" pitchFamily="34" charset="0"/>
              </a:rPr>
              <a:t>Apparent power and power factor</a:t>
            </a:r>
          </a:p>
          <a:p>
            <a:pPr marL="457200" indent="-457200" eaLnBrk="1" hangingPunct="1">
              <a:lnSpc>
                <a:spcPct val="170000"/>
              </a:lnSpc>
              <a:buClr>
                <a:schemeClr val="tx2"/>
              </a:buClr>
              <a:buFont typeface="Wingdings" pitchFamily="2" charset="2"/>
              <a:buChar char="n"/>
            </a:pPr>
            <a:r>
              <a:rPr lang="en-US" altLang="zh-CN" dirty="0">
                <a:latin typeface="Verdana" pitchFamily="34" charset="0"/>
              </a:rPr>
              <a:t>Complex power</a:t>
            </a:r>
          </a:p>
          <a:p>
            <a:pPr marL="457200" indent="-457200" eaLnBrk="1" hangingPunct="1">
              <a:lnSpc>
                <a:spcPct val="170000"/>
              </a:lnSpc>
              <a:buClr>
                <a:schemeClr val="tx2"/>
              </a:buClr>
              <a:buFont typeface="Wingdings" pitchFamily="2" charset="2"/>
              <a:buChar char="n"/>
            </a:pPr>
            <a:r>
              <a:rPr lang="en-US" altLang="zh-CN" dirty="0">
                <a:latin typeface="Verdana" pitchFamily="34" charset="0"/>
              </a:rPr>
              <a:t>Conservation of ac power</a:t>
            </a:r>
          </a:p>
          <a:p>
            <a:pPr marL="457200" indent="-457200" eaLnBrk="1" hangingPunct="1">
              <a:lnSpc>
                <a:spcPct val="170000"/>
              </a:lnSpc>
              <a:buClr>
                <a:schemeClr val="tx2"/>
              </a:buClr>
              <a:buFont typeface="Wingdings" pitchFamily="2" charset="2"/>
              <a:buChar char="n"/>
            </a:pPr>
            <a:r>
              <a:rPr lang="en-US" altLang="zh-CN" dirty="0">
                <a:latin typeface="Verdana" pitchFamily="34" charset="0"/>
              </a:rPr>
              <a:t>Power factor correction</a:t>
            </a:r>
          </a:p>
        </p:txBody>
      </p:sp>
      <p:sp>
        <p:nvSpPr>
          <p:cNvPr id="4" name="Text Box 2"/>
          <p:cNvSpPr txBox="1">
            <a:spLocks noChangeArrowheads="1"/>
          </p:cNvSpPr>
          <p:nvPr/>
        </p:nvSpPr>
        <p:spPr bwMode="auto">
          <a:xfrm>
            <a:off x="870188" y="387882"/>
            <a:ext cx="7848600"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eaLnBrk="1" hangingPunct="1">
              <a:lnSpc>
                <a:spcPct val="110000"/>
              </a:lnSpc>
              <a:buFont typeface="Wingdings" pitchFamily="2" charset="2"/>
              <a:buNone/>
            </a:pPr>
            <a:r>
              <a:rPr lang="en-US" altLang="zh-CN" dirty="0">
                <a:latin typeface="Arial Black" pitchFamily="34" charset="0"/>
              </a:rPr>
              <a:t>Chapter 11   AC Power Analysis</a:t>
            </a:r>
          </a:p>
        </p:txBody>
      </p:sp>
    </p:spTree>
    <p:extLst>
      <p:ext uri="{BB962C8B-B14F-4D97-AF65-F5344CB8AC3E}">
        <p14:creationId xmlns:p14="http://schemas.microsoft.com/office/powerpoint/2010/main" val="312255431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1"/>
          <p:cNvSpPr txBox="1">
            <a:spLocks noChangeArrowheads="1"/>
          </p:cNvSpPr>
          <p:nvPr/>
        </p:nvSpPr>
        <p:spPr bwMode="auto">
          <a:xfrm>
            <a:off x="935072" y="339747"/>
            <a:ext cx="49477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eaLnBrk="1" hangingPunct="1">
              <a:buFont typeface="Wingdings" pitchFamily="2" charset="2"/>
              <a:buNone/>
            </a:pPr>
            <a:r>
              <a:rPr lang="en-US" altLang="zh-CN" sz="3600" dirty="0">
                <a:latin typeface="Arial Black" pitchFamily="34" charset="0"/>
              </a:rPr>
              <a:t>Chapter objectives</a:t>
            </a:r>
            <a:endParaRPr lang="zh-CN" altLang="en-US" sz="3600" dirty="0">
              <a:latin typeface="Arial Black" pitchFamily="34" charset="0"/>
            </a:endParaRPr>
          </a:p>
        </p:txBody>
      </p:sp>
      <p:sp>
        <p:nvSpPr>
          <p:cNvPr id="3" name="TextBox 2"/>
          <p:cNvSpPr txBox="1"/>
          <p:nvPr/>
        </p:nvSpPr>
        <p:spPr>
          <a:xfrm>
            <a:off x="952369" y="1412799"/>
            <a:ext cx="7021512" cy="4524315"/>
          </a:xfrm>
          <a:prstGeom prst="rect">
            <a:avLst/>
          </a:prstGeom>
          <a:noFill/>
        </p:spPr>
        <p:txBody>
          <a:bodyPr>
            <a:spAutoFit/>
          </a:bodyPr>
          <a:lstStyle/>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Know the difference between instantaneous power and average power</a:t>
            </a:r>
          </a:p>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Learn the AC version of maximum power transfer theorem</a:t>
            </a:r>
          </a:p>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Learn about the concepts of effective or </a:t>
            </a:r>
            <a:r>
              <a:rPr kumimoji="1" lang="en-US" altLang="zh-CN" sz="2400" b="1" dirty="0" err="1">
                <a:latin typeface="Verdana" pitchFamily="34" charset="0"/>
                <a:ea typeface="宋体" charset="-122"/>
              </a:rPr>
              <a:t>rms</a:t>
            </a:r>
            <a:r>
              <a:rPr kumimoji="1" lang="en-US" altLang="zh-CN" sz="2400" b="1" dirty="0">
                <a:latin typeface="Verdana" pitchFamily="34" charset="0"/>
                <a:ea typeface="宋体" charset="-122"/>
              </a:rPr>
              <a:t> value</a:t>
            </a:r>
          </a:p>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Learn about the complex power, apparent power and power factor</a:t>
            </a:r>
          </a:p>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Understand the principle of conservation of AC power</a:t>
            </a:r>
          </a:p>
          <a:p>
            <a:pPr marL="342900" indent="-342900" algn="just">
              <a:buClr>
                <a:schemeClr val="tx2">
                  <a:lumMod val="75000"/>
                </a:schemeClr>
              </a:buClr>
              <a:buSzPct val="100000"/>
              <a:buFont typeface="Wingdings" pitchFamily="2" charset="2"/>
              <a:buChar char="n"/>
              <a:defRPr/>
            </a:pPr>
            <a:r>
              <a:rPr kumimoji="1" lang="en-US" altLang="zh-CN" sz="2400" b="1" dirty="0">
                <a:latin typeface="Verdana" pitchFamily="34" charset="0"/>
                <a:ea typeface="宋体" charset="-122"/>
              </a:rPr>
              <a:t>Learn about power factor correction</a:t>
            </a:r>
          </a:p>
        </p:txBody>
      </p:sp>
    </p:spTree>
    <p:extLst>
      <p:ext uri="{BB962C8B-B14F-4D97-AF65-F5344CB8AC3E}">
        <p14:creationId xmlns:p14="http://schemas.microsoft.com/office/powerpoint/2010/main" val="37581948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TextBox 1"/>
          <p:cNvSpPr txBox="1">
            <a:spLocks noChangeArrowheads="1"/>
          </p:cNvSpPr>
          <p:nvPr/>
        </p:nvSpPr>
        <p:spPr bwMode="auto">
          <a:xfrm>
            <a:off x="971550" y="258785"/>
            <a:ext cx="7056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sz="3600" dirty="0">
                <a:latin typeface="Arial Black" pitchFamily="34" charset="0"/>
              </a:rPr>
              <a:t>Key points</a:t>
            </a:r>
            <a:endParaRPr lang="zh-CN" altLang="en-US" sz="3600" dirty="0">
              <a:latin typeface="Arial Black" pitchFamily="34" charset="0"/>
            </a:endParaRPr>
          </a:p>
        </p:txBody>
      </p:sp>
      <p:sp>
        <p:nvSpPr>
          <p:cNvPr id="3" name="TextBox 2"/>
          <p:cNvSpPr txBox="1"/>
          <p:nvPr/>
        </p:nvSpPr>
        <p:spPr>
          <a:xfrm>
            <a:off x="468313" y="1520847"/>
            <a:ext cx="8064500" cy="4524315"/>
          </a:xfrm>
          <a:prstGeom prst="rect">
            <a:avLst/>
          </a:prstGeom>
          <a:noFill/>
        </p:spPr>
        <p:txBody>
          <a:bodyPr>
            <a:spAutoFit/>
          </a:bodyPr>
          <a:lstStyle/>
          <a:p>
            <a:pPr algn="l">
              <a:buFont typeface="Wingdings" pitchFamily="2" charset="2"/>
              <a:buNone/>
              <a:defRPr/>
            </a:pPr>
            <a:endParaRPr kumimoji="1" lang="en-US" altLang="zh-CN" sz="2400" b="1" dirty="0">
              <a:latin typeface="Verdana" pitchFamily="34" charset="0"/>
              <a:ea typeface="宋体" charset="-122"/>
            </a:endParaRPr>
          </a:p>
          <a:p>
            <a:pPr marL="457200" indent="-457200" algn="just">
              <a:buSzPct val="100000"/>
              <a:buFont typeface="Wingdings" pitchFamily="2" charset="2"/>
              <a:buChar char="Ø"/>
              <a:defRPr/>
            </a:pPr>
            <a:r>
              <a:rPr kumimoji="1" lang="en-US" altLang="zh-CN" sz="2400" b="1" dirty="0">
                <a:latin typeface="Verdana" pitchFamily="34" charset="0"/>
                <a:ea typeface="宋体" charset="-122"/>
              </a:rPr>
              <a:t>Definitions of instantaneous power, average power, complex power, and apparent power</a:t>
            </a:r>
          </a:p>
          <a:p>
            <a:pPr marL="457200" indent="-457200" algn="just">
              <a:buSzPct val="100000"/>
              <a:buFont typeface="Wingdings" pitchFamily="2" charset="2"/>
              <a:buChar char="Ø"/>
              <a:defRPr/>
            </a:pPr>
            <a:endParaRPr kumimoji="1" lang="en-US" altLang="zh-CN" sz="2400" b="1" dirty="0">
              <a:latin typeface="Verdana" pitchFamily="34" charset="0"/>
              <a:ea typeface="宋体" charset="-122"/>
            </a:endParaRPr>
          </a:p>
          <a:p>
            <a:pPr algn="just">
              <a:buSzPct val="100000"/>
              <a:defRPr/>
            </a:pPr>
            <a:endParaRPr kumimoji="1" lang="en-US" altLang="zh-CN" sz="2400" b="1" dirty="0">
              <a:latin typeface="Verdana" pitchFamily="34" charset="0"/>
              <a:ea typeface="宋体" charset="-122"/>
            </a:endParaRPr>
          </a:p>
          <a:p>
            <a:pPr marL="457200" indent="-457200" algn="just">
              <a:buSzPct val="100000"/>
              <a:buFont typeface="Wingdings" pitchFamily="2" charset="2"/>
              <a:buChar char="Ø"/>
              <a:defRPr/>
            </a:pPr>
            <a:r>
              <a:rPr kumimoji="1" lang="en-US" altLang="zh-CN" sz="2400" b="1" dirty="0">
                <a:latin typeface="Verdana" pitchFamily="34" charset="0"/>
                <a:ea typeface="宋体" charset="-122"/>
              </a:rPr>
              <a:t>Sinusoidal steady-state power calculation </a:t>
            </a:r>
          </a:p>
          <a:p>
            <a:pPr marL="457200" indent="-457200" algn="just">
              <a:buSzPct val="100000"/>
              <a:buFont typeface="Wingdings" pitchFamily="2" charset="2"/>
              <a:buChar char="Ø"/>
              <a:defRPr/>
            </a:pPr>
            <a:endParaRPr kumimoji="1" lang="en-US" altLang="zh-CN" sz="2400" b="1" dirty="0">
              <a:latin typeface="Verdana" pitchFamily="34" charset="0"/>
              <a:ea typeface="宋体" charset="-122"/>
            </a:endParaRPr>
          </a:p>
          <a:p>
            <a:pPr algn="just">
              <a:buSzPct val="100000"/>
              <a:defRPr/>
            </a:pPr>
            <a:endParaRPr kumimoji="1" lang="en-US" altLang="zh-CN" sz="2400" b="1" dirty="0">
              <a:latin typeface="Verdana" pitchFamily="34" charset="0"/>
              <a:ea typeface="宋体" charset="-122"/>
            </a:endParaRPr>
          </a:p>
          <a:p>
            <a:pPr algn="just">
              <a:buFont typeface="Wingdings" pitchFamily="2" charset="2"/>
              <a:buNone/>
              <a:defRPr/>
            </a:pPr>
            <a:endParaRPr kumimoji="1" lang="en-US" altLang="zh-CN" sz="2400" b="1" dirty="0">
              <a:latin typeface="Verdana" pitchFamily="34" charset="0"/>
              <a:ea typeface="宋体" charset="-122"/>
            </a:endParaRPr>
          </a:p>
          <a:p>
            <a:pPr marL="457200" indent="-457200" algn="just">
              <a:buSzPct val="100000"/>
              <a:buFont typeface="Wingdings" pitchFamily="2" charset="2"/>
              <a:buChar char="Ø"/>
              <a:defRPr/>
            </a:pPr>
            <a:r>
              <a:rPr kumimoji="1" lang="en-US" altLang="zh-CN" sz="2400" b="1" dirty="0">
                <a:latin typeface="Verdana" pitchFamily="34" charset="0"/>
                <a:ea typeface="宋体" charset="-122"/>
              </a:rPr>
              <a:t>Maximum average power transfer</a:t>
            </a:r>
          </a:p>
          <a:p>
            <a:pPr marL="457200" indent="-457200" algn="l">
              <a:buSzPct val="100000"/>
              <a:buFont typeface="Wingdings" pitchFamily="2" charset="2"/>
              <a:buChar char="Ø"/>
              <a:defRPr/>
            </a:pPr>
            <a:endParaRPr kumimoji="1" lang="en-US" altLang="zh-CN" sz="2400" b="1" dirty="0">
              <a:latin typeface="Verdana" pitchFamily="34" charset="0"/>
              <a:ea typeface="宋体" charset="-122"/>
            </a:endParaRPr>
          </a:p>
        </p:txBody>
      </p:sp>
    </p:spTree>
    <p:extLst>
      <p:ext uri="{BB962C8B-B14F-4D97-AF65-F5344CB8AC3E}">
        <p14:creationId xmlns:p14="http://schemas.microsoft.com/office/powerpoint/2010/main" val="25360880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矩形 1"/>
          <p:cNvSpPr>
            <a:spLocks noChangeArrowheads="1"/>
          </p:cNvSpPr>
          <p:nvPr/>
        </p:nvSpPr>
        <p:spPr bwMode="auto">
          <a:xfrm>
            <a:off x="957263" y="188934"/>
            <a:ext cx="4514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buFont typeface="Wingdings" pitchFamily="2" charset="2"/>
              <a:buNone/>
            </a:pPr>
            <a:r>
              <a:rPr lang="en-US" altLang="zh-CN" sz="3600" dirty="0">
                <a:latin typeface="Arial Black" pitchFamily="34" charset="0"/>
              </a:rPr>
              <a:t>Difficult points</a:t>
            </a:r>
            <a:endParaRPr lang="zh-CN" altLang="en-US" sz="3600" dirty="0">
              <a:latin typeface="Arial Black" pitchFamily="34" charset="0"/>
            </a:endParaRPr>
          </a:p>
        </p:txBody>
      </p:sp>
      <p:sp>
        <p:nvSpPr>
          <p:cNvPr id="3" name="TextBox 2"/>
          <p:cNvSpPr txBox="1"/>
          <p:nvPr/>
        </p:nvSpPr>
        <p:spPr>
          <a:xfrm>
            <a:off x="468313" y="1520825"/>
            <a:ext cx="8064500" cy="4154984"/>
          </a:xfrm>
          <a:prstGeom prst="rect">
            <a:avLst/>
          </a:prstGeom>
          <a:noFill/>
        </p:spPr>
        <p:txBody>
          <a:bodyPr>
            <a:spAutoFit/>
          </a:bodyPr>
          <a:lstStyle/>
          <a:p>
            <a:pPr>
              <a:buSzPct val="100000"/>
              <a:defRPr/>
            </a:pPr>
            <a:endParaRPr kumimoji="1" lang="en-US" altLang="zh-CN" sz="2400" b="1" dirty="0">
              <a:latin typeface="Verdana" pitchFamily="34" charset="0"/>
              <a:ea typeface="宋体" charset="-122"/>
            </a:endParaRPr>
          </a:p>
          <a:p>
            <a:pPr marL="457200" indent="-457200" algn="just">
              <a:buSzPct val="100000"/>
              <a:buFont typeface="Wingdings" pitchFamily="2" charset="2"/>
              <a:buChar char="Ø"/>
              <a:defRPr/>
            </a:pPr>
            <a:r>
              <a:rPr kumimoji="1" lang="en-US" altLang="zh-CN" sz="2400" b="1" dirty="0">
                <a:latin typeface="Verdana" pitchFamily="34" charset="0"/>
                <a:ea typeface="宋体" charset="-122"/>
              </a:rPr>
              <a:t>Understand the definitions of these powers</a:t>
            </a:r>
          </a:p>
          <a:p>
            <a:pPr algn="just">
              <a:buSzPct val="100000"/>
              <a:defRPr/>
            </a:pPr>
            <a:endParaRPr kumimoji="1" lang="en-US" altLang="zh-CN" sz="2400" b="1" dirty="0">
              <a:latin typeface="Verdana" pitchFamily="34" charset="0"/>
              <a:ea typeface="宋体" charset="-122"/>
            </a:endParaRPr>
          </a:p>
          <a:p>
            <a:pPr marL="457200" indent="-457200" algn="just">
              <a:buSzPct val="100000"/>
              <a:buFont typeface="Wingdings" pitchFamily="2" charset="2"/>
              <a:buChar char="Ø"/>
              <a:defRPr/>
            </a:pPr>
            <a:r>
              <a:rPr kumimoji="1" lang="en-US" altLang="zh-CN" sz="2400" b="1" dirty="0">
                <a:latin typeface="Verdana" pitchFamily="34" charset="0"/>
                <a:ea typeface="宋体" charset="-122"/>
              </a:rPr>
              <a:t>Understand the concept of power factor and the method of power factor correction</a:t>
            </a:r>
          </a:p>
          <a:p>
            <a:pPr algn="just">
              <a:buSzPct val="100000"/>
              <a:buFont typeface="Wingdings" pitchFamily="2" charset="2"/>
              <a:buNone/>
              <a:defRPr/>
            </a:pPr>
            <a:endParaRPr kumimoji="1" lang="en-US" altLang="zh-CN" sz="2400" b="1" dirty="0">
              <a:latin typeface="Verdana" pitchFamily="34" charset="0"/>
              <a:ea typeface="宋体" charset="-122"/>
            </a:endParaRPr>
          </a:p>
          <a:p>
            <a:pPr algn="just">
              <a:buFont typeface="Wingdings" pitchFamily="2" charset="2"/>
              <a:buNone/>
              <a:defRPr/>
            </a:pPr>
            <a:endParaRPr kumimoji="1" lang="en-US" altLang="zh-CN" sz="2400" b="1" dirty="0">
              <a:latin typeface="Verdana" pitchFamily="34" charset="0"/>
              <a:ea typeface="宋体" charset="-122"/>
            </a:endParaRPr>
          </a:p>
          <a:p>
            <a:pPr lvl="1" indent="-457200" algn="just">
              <a:buSzPct val="100000"/>
              <a:buFont typeface="Wingdings" pitchFamily="2" charset="2"/>
              <a:buChar char="Ø"/>
              <a:defRPr/>
            </a:pPr>
            <a:r>
              <a:rPr kumimoji="1" lang="en-US" altLang="zh-CN" sz="2400" b="1" dirty="0">
                <a:latin typeface="Verdana" pitchFamily="34" charset="0"/>
                <a:ea typeface="宋体" charset="-122"/>
              </a:rPr>
              <a:t>Understand the condition of maximum average power transfer</a:t>
            </a:r>
          </a:p>
          <a:p>
            <a:pPr marL="457200" indent="-457200">
              <a:buSzPct val="100000"/>
              <a:buFont typeface="Wingdings" pitchFamily="2" charset="2"/>
              <a:buChar char="Ø"/>
              <a:defRPr/>
            </a:pPr>
            <a:endParaRPr kumimoji="1" lang="en-US" altLang="zh-CN" sz="2400" b="1" dirty="0">
              <a:latin typeface="Verdana" pitchFamily="34" charset="0"/>
              <a:ea typeface="宋体" charset="-122"/>
            </a:endParaRPr>
          </a:p>
        </p:txBody>
      </p:sp>
    </p:spTree>
    <p:extLst>
      <p:ext uri="{BB962C8B-B14F-4D97-AF65-F5344CB8AC3E}">
        <p14:creationId xmlns:p14="http://schemas.microsoft.com/office/powerpoint/2010/main" val="20191490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7474" name="Rectangle 2"/>
          <p:cNvSpPr>
            <a:spLocks noChangeArrowheads="1"/>
          </p:cNvSpPr>
          <p:nvPr/>
        </p:nvSpPr>
        <p:spPr bwMode="auto">
          <a:xfrm>
            <a:off x="774170" y="1268783"/>
            <a:ext cx="775827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just">
              <a:buFont typeface="Wingdings" pitchFamily="2" charset="2"/>
              <a:buChar char="n"/>
            </a:pPr>
            <a:r>
              <a:rPr kumimoji="1" lang="en-US" altLang="zh-CN" sz="2400" b="1" dirty="0">
                <a:latin typeface="Verdana" pitchFamily="34" charset="0"/>
                <a:ea typeface="宋体" charset="-122"/>
              </a:rPr>
              <a:t>Our major concern in this chapter is power analysis;</a:t>
            </a:r>
          </a:p>
          <a:p>
            <a:pPr algn="just"/>
            <a:endParaRPr kumimoji="1" lang="en-US" altLang="zh-CN" sz="2400" b="1" dirty="0">
              <a:latin typeface="Verdana" pitchFamily="34" charset="0"/>
              <a:ea typeface="宋体" charset="-122"/>
            </a:endParaRPr>
          </a:p>
          <a:p>
            <a:pPr marL="342900" indent="-342900" algn="just">
              <a:buFont typeface="Wingdings" pitchFamily="2" charset="2"/>
              <a:buChar char="n"/>
            </a:pPr>
            <a:r>
              <a:rPr kumimoji="1" lang="en-US" altLang="zh-CN" sz="2400" b="1" dirty="0">
                <a:latin typeface="Verdana" pitchFamily="34" charset="0"/>
                <a:ea typeface="宋体" charset="-122"/>
              </a:rPr>
              <a:t>Power analysis is of paramount importance;</a:t>
            </a:r>
          </a:p>
          <a:p>
            <a:pPr algn="just"/>
            <a:endParaRPr kumimoji="1" lang="en-US" altLang="zh-CN" sz="2400" b="1" dirty="0">
              <a:latin typeface="Verdana" pitchFamily="34" charset="0"/>
              <a:ea typeface="宋体" charset="-122"/>
            </a:endParaRPr>
          </a:p>
          <a:p>
            <a:pPr marL="342900" indent="-342900" algn="just">
              <a:buFont typeface="Wingdings" pitchFamily="2" charset="2"/>
              <a:buChar char="n"/>
            </a:pPr>
            <a:r>
              <a:rPr kumimoji="1" lang="en-US" altLang="zh-CN" sz="2400" b="1" dirty="0">
                <a:latin typeface="Verdana" pitchFamily="34" charset="0"/>
                <a:ea typeface="宋体" charset="-122"/>
              </a:rPr>
              <a:t>every industrial and household electrical device has a power rating that indicates how much power the equipment requires;</a:t>
            </a:r>
          </a:p>
          <a:p>
            <a:pPr algn="just"/>
            <a:endParaRPr kumimoji="1" lang="en-US" altLang="zh-CN" sz="2400" b="1" dirty="0">
              <a:latin typeface="Verdana" pitchFamily="34" charset="0"/>
              <a:ea typeface="宋体" charset="-122"/>
            </a:endParaRPr>
          </a:p>
          <a:p>
            <a:pPr marL="342900" indent="-342900" algn="just">
              <a:buFont typeface="Wingdings" pitchFamily="2" charset="2"/>
              <a:buChar char="n"/>
            </a:pPr>
            <a:r>
              <a:rPr kumimoji="1" lang="en-US" altLang="zh-CN" sz="2400" b="1" dirty="0">
                <a:latin typeface="Verdana" pitchFamily="34" charset="0"/>
                <a:ea typeface="宋体" charset="-122"/>
              </a:rPr>
              <a:t>The choice of ac over dc allowed high-voltage power transmission from the power generating plant to the consumer.</a:t>
            </a:r>
          </a:p>
        </p:txBody>
      </p:sp>
      <p:sp>
        <p:nvSpPr>
          <p:cNvPr id="4" name="Text Box 43"/>
          <p:cNvSpPr txBox="1">
            <a:spLocks noChangeArrowheads="1"/>
          </p:cNvSpPr>
          <p:nvPr/>
        </p:nvSpPr>
        <p:spPr bwMode="auto">
          <a:xfrm>
            <a:off x="971550" y="204811"/>
            <a:ext cx="46805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sz="3600" dirty="0">
                <a:latin typeface="Arial Black" pitchFamily="34" charset="0"/>
              </a:rPr>
              <a:t>11.1  Introduction</a:t>
            </a:r>
          </a:p>
        </p:txBody>
      </p:sp>
    </p:spTree>
    <p:extLst>
      <p:ext uri="{BB962C8B-B14F-4D97-AF65-F5344CB8AC3E}">
        <p14:creationId xmlns:p14="http://schemas.microsoft.com/office/powerpoint/2010/main" val="15661202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97474"/>
                                        </p:tgtEl>
                                        <p:attrNameLst>
                                          <p:attrName>style.visibility</p:attrName>
                                        </p:attrNameLst>
                                      </p:cBhvr>
                                      <p:to>
                                        <p:strVal val="visible"/>
                                      </p:to>
                                    </p:set>
                                    <p:animEffect transition="in" filter="wipe(down)">
                                      <p:cBhvr>
                                        <p:cTn id="7" dur="500"/>
                                        <p:tgtEl>
                                          <p:spTgt spid="1897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74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9" name="Group 11"/>
          <p:cNvGrpSpPr>
            <a:grpSpLocks/>
          </p:cNvGrpSpPr>
          <p:nvPr/>
        </p:nvGrpSpPr>
        <p:grpSpPr bwMode="auto">
          <a:xfrm>
            <a:off x="4896036" y="1253972"/>
            <a:ext cx="2366962" cy="542925"/>
            <a:chOff x="1247" y="1480"/>
            <a:chExt cx="1497" cy="408"/>
          </a:xfrm>
        </p:grpSpPr>
        <p:graphicFrame>
          <p:nvGraphicFramePr>
            <p:cNvPr id="7174" name="Object 6"/>
            <p:cNvGraphicFramePr>
              <a:graphicFrameLocks noChangeAspect="1"/>
            </p:cNvGraphicFramePr>
            <p:nvPr/>
          </p:nvGraphicFramePr>
          <p:xfrm>
            <a:off x="1338" y="1525"/>
            <a:ext cx="1330" cy="308"/>
          </p:xfrm>
          <a:graphic>
            <a:graphicData uri="http://schemas.openxmlformats.org/presentationml/2006/ole">
              <mc:AlternateContent xmlns:mc="http://schemas.openxmlformats.org/markup-compatibility/2006">
                <mc:Choice xmlns:v="urn:schemas-microsoft-com:vml" Requires="v">
                  <p:oleObj spid="_x0000_s1086" name="公式" r:id="rId3" imgW="876240" imgH="203040" progId="Equation.3">
                    <p:embed/>
                  </p:oleObj>
                </mc:Choice>
                <mc:Fallback>
                  <p:oleObj name="公式" r:id="rId3" imgW="87624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 y="1525"/>
                          <a:ext cx="1330"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 name="Rectangle 10"/>
            <p:cNvSpPr>
              <a:spLocks noChangeArrowheads="1"/>
            </p:cNvSpPr>
            <p:nvPr/>
          </p:nvSpPr>
          <p:spPr bwMode="auto">
            <a:xfrm>
              <a:off x="1247" y="1480"/>
              <a:ext cx="1497" cy="4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80" name="Text Box 12"/>
          <p:cNvSpPr txBox="1">
            <a:spLocks noChangeArrowheads="1"/>
          </p:cNvSpPr>
          <p:nvPr/>
        </p:nvSpPr>
        <p:spPr bwMode="auto">
          <a:xfrm>
            <a:off x="827617" y="1340768"/>
            <a:ext cx="37094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b="1" dirty="0"/>
              <a:t>The instantaneous power </a:t>
            </a:r>
            <a:r>
              <a:rPr lang="en-US" altLang="zh-CN" b="1" i="1" dirty="0">
                <a:latin typeface="Times New Roman" panose="02020603050405020304" pitchFamily="18" charset="0"/>
                <a:cs typeface="Times New Roman" panose="02020603050405020304" pitchFamily="18" charset="0"/>
              </a:rPr>
              <a:t>p</a:t>
            </a:r>
            <a:r>
              <a:rPr lang="en-US" altLang="zh-CN" b="1" dirty="0">
                <a:latin typeface="Times New Roman" panose="02020603050405020304" pitchFamily="18" charset="0"/>
                <a:cs typeface="Times New Roman" panose="02020603050405020304" pitchFamily="18" charset="0"/>
              </a:rPr>
              <a:t> (t)</a:t>
            </a:r>
            <a:r>
              <a:rPr lang="en-US" altLang="zh-CN" b="1" dirty="0"/>
              <a:t>:</a:t>
            </a:r>
          </a:p>
        </p:txBody>
      </p:sp>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1988862"/>
            <a:ext cx="5760640" cy="2426937"/>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43"/>
          <p:cNvSpPr txBox="1">
            <a:spLocks noChangeArrowheads="1"/>
          </p:cNvSpPr>
          <p:nvPr/>
        </p:nvSpPr>
        <p:spPr bwMode="auto">
          <a:xfrm>
            <a:off x="971600" y="317399"/>
            <a:ext cx="784887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defRPr kumimoji="1" sz="2400">
                <a:solidFill>
                  <a:schemeClr val="tx1"/>
                </a:solidFill>
                <a:latin typeface="Arial" charset="0"/>
                <a:ea typeface="宋体" charset="-122"/>
              </a:defRPr>
            </a:lvl1pPr>
            <a:lvl2pPr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nSpc>
                <a:spcPct val="120000"/>
              </a:lnSpc>
              <a:buFont typeface="Wingdings" pitchFamily="2" charset="2"/>
              <a:buNone/>
            </a:pPr>
            <a:r>
              <a:rPr lang="en-US" altLang="zh-CN" sz="2800" dirty="0">
                <a:latin typeface="Arial Black" pitchFamily="34" charset="0"/>
              </a:rPr>
              <a:t>11.2 Instantaneous and average power </a:t>
            </a:r>
          </a:p>
        </p:txBody>
      </p:sp>
      <p:graphicFrame>
        <p:nvGraphicFramePr>
          <p:cNvPr id="4" name="对象 3"/>
          <p:cNvGraphicFramePr>
            <a:graphicFrameLocks noChangeAspect="1"/>
          </p:cNvGraphicFramePr>
          <p:nvPr>
            <p:extLst>
              <p:ext uri="{D42A27DB-BD31-4B8C-83A1-F6EECF244321}">
                <p14:modId xmlns:p14="http://schemas.microsoft.com/office/powerpoint/2010/main" val="4043297200"/>
              </p:ext>
            </p:extLst>
          </p:nvPr>
        </p:nvGraphicFramePr>
        <p:xfrm>
          <a:off x="2123762" y="4581151"/>
          <a:ext cx="4479925" cy="1665287"/>
        </p:xfrm>
        <a:graphic>
          <a:graphicData uri="http://schemas.openxmlformats.org/presentationml/2006/ole">
            <mc:AlternateContent xmlns:mc="http://schemas.openxmlformats.org/markup-compatibility/2006">
              <mc:Choice xmlns:v="urn:schemas-microsoft-com:vml" Requires="v">
                <p:oleObj spid="_x0000_s1087" name="Equation" r:id="rId6" imgW="1434960" imgH="533160" progId="Equation.DSMT4">
                  <p:embed/>
                </p:oleObj>
              </mc:Choice>
              <mc:Fallback>
                <p:oleObj name="Equation" r:id="rId6" imgW="1434960" imgH="533160" progId="Equation.DSMT4">
                  <p:embed/>
                  <p:pic>
                    <p:nvPicPr>
                      <p:cNvPr id="0" name="Object 50"/>
                      <p:cNvPicPr>
                        <a:picLocks noChangeAspect="1" noChangeArrowheads="1"/>
                      </p:cNvPicPr>
                      <p:nvPr/>
                    </p:nvPicPr>
                    <p:blipFill>
                      <a:blip r:embed="rId7"/>
                      <a:srcRect/>
                      <a:stretch>
                        <a:fillRect/>
                      </a:stretch>
                    </p:blipFill>
                    <p:spPr bwMode="auto">
                      <a:xfrm>
                        <a:off x="2123762" y="4581151"/>
                        <a:ext cx="4479925" cy="166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1366125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5" name="Group 15"/>
          <p:cNvGrpSpPr>
            <a:grpSpLocks/>
          </p:cNvGrpSpPr>
          <p:nvPr/>
        </p:nvGrpSpPr>
        <p:grpSpPr bwMode="auto">
          <a:xfrm>
            <a:off x="4212141" y="2256992"/>
            <a:ext cx="3276600" cy="979488"/>
            <a:chOff x="2688" y="1584"/>
            <a:chExt cx="2064" cy="617"/>
          </a:xfrm>
        </p:grpSpPr>
        <p:sp>
          <p:nvSpPr>
            <p:cNvPr id="358412" name="Rectangle 12"/>
            <p:cNvSpPr>
              <a:spLocks noChangeArrowheads="1"/>
            </p:cNvSpPr>
            <p:nvPr/>
          </p:nvSpPr>
          <p:spPr bwMode="auto">
            <a:xfrm>
              <a:off x="3024" y="1584"/>
              <a:ext cx="1680" cy="432"/>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13" name="Text Box 13"/>
            <p:cNvSpPr txBox="1">
              <a:spLocks noChangeArrowheads="1"/>
            </p:cNvSpPr>
            <p:nvPr/>
          </p:nvSpPr>
          <p:spPr bwMode="auto">
            <a:xfrm>
              <a:off x="2688" y="1968"/>
              <a:ext cx="20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r>
                <a:rPr lang="en-US" altLang="zh-CN" b="1" u="sng" dirty="0">
                  <a:solidFill>
                    <a:srgbClr val="FF3300"/>
                  </a:solidFill>
                  <a:ea typeface="宋体" pitchFamily="2" charset="-122"/>
                </a:rPr>
                <a:t>Sinusoidal power at 2</a:t>
              </a:r>
              <a:r>
                <a:rPr lang="en-US" altLang="zh-CN" b="1" u="sng" dirty="0">
                  <a:solidFill>
                    <a:srgbClr val="FF3300"/>
                  </a:solidFill>
                  <a:latin typeface="Symbol" pitchFamily="18" charset="2"/>
                  <a:ea typeface="宋体" pitchFamily="2" charset="-122"/>
                </a:rPr>
                <a:t>w</a:t>
              </a:r>
              <a:r>
                <a:rPr lang="en-US" altLang="zh-CN" dirty="0">
                  <a:ea typeface="宋体" pitchFamily="2" charset="-122"/>
                </a:rPr>
                <a:t> </a:t>
              </a:r>
            </a:p>
          </p:txBody>
        </p:sp>
      </p:grpSp>
      <p:grpSp>
        <p:nvGrpSpPr>
          <p:cNvPr id="358414" name="Group 14"/>
          <p:cNvGrpSpPr>
            <a:grpSpLocks/>
          </p:cNvGrpSpPr>
          <p:nvPr/>
        </p:nvGrpSpPr>
        <p:grpSpPr bwMode="auto">
          <a:xfrm>
            <a:off x="2123728" y="2270170"/>
            <a:ext cx="2438400" cy="993775"/>
            <a:chOff x="1392" y="1584"/>
            <a:chExt cx="1536" cy="626"/>
          </a:xfrm>
        </p:grpSpPr>
        <p:sp>
          <p:nvSpPr>
            <p:cNvPr id="358409" name="Rectangle 9"/>
            <p:cNvSpPr>
              <a:spLocks noChangeArrowheads="1"/>
            </p:cNvSpPr>
            <p:nvPr/>
          </p:nvSpPr>
          <p:spPr bwMode="auto">
            <a:xfrm>
              <a:off x="1632" y="1584"/>
              <a:ext cx="1296" cy="432"/>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10" name="Text Box 10"/>
            <p:cNvSpPr txBox="1">
              <a:spLocks noChangeArrowheads="1"/>
            </p:cNvSpPr>
            <p:nvPr/>
          </p:nvSpPr>
          <p:spPr bwMode="auto">
            <a:xfrm>
              <a:off x="1392" y="1977"/>
              <a:ext cx="15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r>
                <a:rPr lang="en-US" altLang="zh-CN" b="1" u="sng" dirty="0">
                  <a:solidFill>
                    <a:srgbClr val="FF3300"/>
                  </a:solidFill>
                  <a:ea typeface="宋体" pitchFamily="2" charset="-122"/>
                </a:rPr>
                <a:t>Constant power</a:t>
              </a:r>
            </a:p>
          </p:txBody>
        </p:sp>
      </p:grpSp>
      <p:graphicFrame>
        <p:nvGraphicFramePr>
          <p:cNvPr id="358404" name="Object 4"/>
          <p:cNvGraphicFramePr>
            <a:graphicFrameLocks noChangeAspect="1"/>
          </p:cNvGraphicFramePr>
          <p:nvPr>
            <p:extLst>
              <p:ext uri="{D42A27DB-BD31-4B8C-83A1-F6EECF244321}">
                <p14:modId xmlns:p14="http://schemas.microsoft.com/office/powerpoint/2010/main" val="37026757"/>
              </p:ext>
            </p:extLst>
          </p:nvPr>
        </p:nvGraphicFramePr>
        <p:xfrm>
          <a:off x="1700212" y="1789869"/>
          <a:ext cx="5767388" cy="1095375"/>
        </p:xfrm>
        <a:graphic>
          <a:graphicData uri="http://schemas.openxmlformats.org/presentationml/2006/ole">
            <mc:AlternateContent xmlns:mc="http://schemas.openxmlformats.org/markup-compatibility/2006">
              <mc:Choice xmlns:v="urn:schemas-microsoft-com:vml" Requires="v">
                <p:oleObj spid="_x0000_s2080" name="Equation" r:id="rId4" imgW="3352680" imgH="634680" progId="Equation.3">
                  <p:embed/>
                </p:oleObj>
              </mc:Choice>
              <mc:Fallback>
                <p:oleObj name="Equation" r:id="rId4" imgW="3352680" imgH="6346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0212" y="1789869"/>
                        <a:ext cx="5767388"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03" name="Rectangle 3"/>
          <p:cNvSpPr>
            <a:spLocks noGrp="1" noChangeArrowheads="1"/>
          </p:cNvSpPr>
          <p:nvPr>
            <p:ph type="body" sz="half" idx="1"/>
          </p:nvPr>
        </p:nvSpPr>
        <p:spPr>
          <a:xfrm>
            <a:off x="419100" y="1277166"/>
            <a:ext cx="7696200" cy="4456113"/>
          </a:xfrm>
        </p:spPr>
        <p:txBody>
          <a:bodyPr/>
          <a:lstStyle/>
          <a:p>
            <a:r>
              <a:rPr lang="en-US" altLang="zh-CN" sz="2000" b="1" dirty="0">
                <a:ea typeface="宋体" pitchFamily="2" charset="-122"/>
              </a:rPr>
              <a:t>The instantaneous power</a:t>
            </a:r>
            <a:r>
              <a:rPr lang="en-US" altLang="zh-CN" sz="2000" dirty="0">
                <a:ea typeface="宋体" pitchFamily="2" charset="-122"/>
              </a:rPr>
              <a:t>, </a:t>
            </a:r>
            <a:r>
              <a:rPr lang="en-US" altLang="zh-CN" sz="2000" b="1" i="1" dirty="0">
                <a:ea typeface="宋体" pitchFamily="2" charset="-122"/>
              </a:rPr>
              <a:t>p</a:t>
            </a:r>
            <a:r>
              <a:rPr lang="en-US" altLang="zh-CN" sz="2000" b="1" dirty="0">
                <a:ea typeface="宋体" pitchFamily="2" charset="-122"/>
              </a:rPr>
              <a:t>(t)</a:t>
            </a:r>
          </a:p>
        </p:txBody>
      </p:sp>
      <p:pic>
        <p:nvPicPr>
          <p:cNvPr id="358406" name="Picture 6"/>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rcRect/>
          <a:stretch>
            <a:fillRect/>
          </a:stretch>
        </p:blipFill>
        <p:spPr>
          <a:xfrm>
            <a:off x="1468941" y="3260750"/>
            <a:ext cx="6019800" cy="2365375"/>
          </a:xfrm>
          <a:ln/>
        </p:spPr>
      </p:pic>
      <p:sp>
        <p:nvSpPr>
          <p:cNvPr id="358408" name="Rectangle 8"/>
          <p:cNvSpPr>
            <a:spLocks noChangeArrowheads="1"/>
          </p:cNvSpPr>
          <p:nvPr/>
        </p:nvSpPr>
        <p:spPr bwMode="auto">
          <a:xfrm>
            <a:off x="228600" y="5738492"/>
            <a:ext cx="84582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57200" algn="l"/>
              </a:tabLst>
              <a:defRPr>
                <a:solidFill>
                  <a:schemeClr val="tx1"/>
                </a:solidFill>
                <a:latin typeface="Arial" pitchFamily="34" charset="0"/>
              </a:defRPr>
            </a:lvl1pPr>
            <a:lvl2pPr>
              <a:tabLst>
                <a:tab pos="457200" algn="l"/>
              </a:tabLst>
              <a:defRPr>
                <a:solidFill>
                  <a:schemeClr val="tx1"/>
                </a:solidFill>
                <a:latin typeface="Arial" pitchFamily="34" charset="0"/>
              </a:defRPr>
            </a:lvl2pPr>
            <a:lvl3pPr>
              <a:tabLst>
                <a:tab pos="457200" algn="l"/>
              </a:tabLst>
              <a:defRPr>
                <a:solidFill>
                  <a:schemeClr val="tx1"/>
                </a:solidFill>
                <a:latin typeface="Arial" pitchFamily="34" charset="0"/>
              </a:defRPr>
            </a:lvl3pPr>
            <a:lvl4pPr>
              <a:tabLst>
                <a:tab pos="457200" algn="l"/>
              </a:tabLst>
              <a:defRPr>
                <a:solidFill>
                  <a:schemeClr val="tx1"/>
                </a:solidFill>
                <a:latin typeface="Arial" pitchFamily="34" charset="0"/>
              </a:defRPr>
            </a:lvl4pPr>
            <a:lvl5pPr>
              <a:tabLst>
                <a:tab pos="457200" algn="l"/>
              </a:tabLst>
              <a:defRPr>
                <a:solidFill>
                  <a:schemeClr val="tx1"/>
                </a:solidFill>
                <a:latin typeface="Arial" pitchFamily="34" charset="0"/>
              </a:defRPr>
            </a:lvl5pPr>
            <a:lvl6pPr fontAlgn="base">
              <a:spcBef>
                <a:spcPct val="0"/>
              </a:spcBef>
              <a:spcAft>
                <a:spcPct val="0"/>
              </a:spcAft>
              <a:tabLst>
                <a:tab pos="457200" algn="l"/>
              </a:tabLst>
              <a:defRPr>
                <a:solidFill>
                  <a:schemeClr val="tx1"/>
                </a:solidFill>
                <a:latin typeface="Arial" pitchFamily="34" charset="0"/>
              </a:defRPr>
            </a:lvl6pPr>
            <a:lvl7pPr fontAlgn="base">
              <a:spcBef>
                <a:spcPct val="0"/>
              </a:spcBef>
              <a:spcAft>
                <a:spcPct val="0"/>
              </a:spcAft>
              <a:tabLst>
                <a:tab pos="457200" algn="l"/>
              </a:tabLst>
              <a:defRPr>
                <a:solidFill>
                  <a:schemeClr val="tx1"/>
                </a:solidFill>
                <a:latin typeface="Arial" pitchFamily="34" charset="0"/>
              </a:defRPr>
            </a:lvl7pPr>
            <a:lvl8pPr fontAlgn="base">
              <a:spcBef>
                <a:spcPct val="0"/>
              </a:spcBef>
              <a:spcAft>
                <a:spcPct val="0"/>
              </a:spcAft>
              <a:tabLst>
                <a:tab pos="457200" algn="l"/>
              </a:tabLst>
              <a:defRPr>
                <a:solidFill>
                  <a:schemeClr val="tx1"/>
                </a:solidFill>
                <a:latin typeface="Arial" pitchFamily="34" charset="0"/>
              </a:defRPr>
            </a:lvl8pPr>
            <a:lvl9pPr fontAlgn="base">
              <a:spcBef>
                <a:spcPct val="0"/>
              </a:spcBef>
              <a:spcAft>
                <a:spcPct val="0"/>
              </a:spcAft>
              <a:tabLst>
                <a:tab pos="457200" algn="l"/>
              </a:tabLst>
              <a:defRPr>
                <a:solidFill>
                  <a:schemeClr val="tx1"/>
                </a:solidFill>
                <a:latin typeface="Arial" pitchFamily="34" charset="0"/>
              </a:defRPr>
            </a:lvl9pPr>
          </a:lstStyle>
          <a:p>
            <a:pPr algn="ctr"/>
            <a:r>
              <a:rPr lang="en-US" altLang="zh-CN" sz="1600" b="1" i="1" dirty="0">
                <a:latin typeface="Times New Roman" panose="02020603050405020304" pitchFamily="18" charset="0"/>
                <a:ea typeface="宋体" pitchFamily="2" charset="-122"/>
                <a:cs typeface="Times New Roman" panose="02020603050405020304" pitchFamily="18" charset="0"/>
              </a:rPr>
              <a:t>p</a:t>
            </a:r>
            <a:r>
              <a:rPr lang="en-US" altLang="zh-CN" sz="1600" b="1" dirty="0">
                <a:latin typeface="Times New Roman" panose="02020603050405020304" pitchFamily="18" charset="0"/>
                <a:ea typeface="宋体" pitchFamily="2" charset="-122"/>
                <a:cs typeface="Times New Roman" panose="02020603050405020304" pitchFamily="18" charset="0"/>
              </a:rPr>
              <a:t>(t) &gt; 0</a:t>
            </a:r>
            <a:r>
              <a:rPr lang="en-US" altLang="zh-CN" sz="1600" b="1" dirty="0">
                <a:ea typeface="宋体" pitchFamily="2" charset="-122"/>
              </a:rPr>
              <a:t>: power is absorbed by the circuit; </a:t>
            </a:r>
            <a:r>
              <a:rPr lang="en-US" altLang="zh-CN" sz="1600" b="1" i="1" dirty="0">
                <a:latin typeface="Times New Roman" panose="02020603050405020304" pitchFamily="18" charset="0"/>
                <a:ea typeface="宋体" pitchFamily="2" charset="-122"/>
                <a:cs typeface="Times New Roman" panose="02020603050405020304" pitchFamily="18" charset="0"/>
              </a:rPr>
              <a:t>p</a:t>
            </a:r>
            <a:r>
              <a:rPr lang="en-US" altLang="zh-CN" sz="1600" b="1" dirty="0">
                <a:latin typeface="Times New Roman" panose="02020603050405020304" pitchFamily="18" charset="0"/>
                <a:ea typeface="宋体" pitchFamily="2" charset="-122"/>
                <a:cs typeface="Times New Roman" panose="02020603050405020304" pitchFamily="18" charset="0"/>
              </a:rPr>
              <a:t>(t) &lt; 0</a:t>
            </a:r>
            <a:r>
              <a:rPr lang="en-US" altLang="zh-CN" sz="1600" b="1" dirty="0">
                <a:ea typeface="宋体" pitchFamily="2" charset="-122"/>
              </a:rPr>
              <a:t>: power is absorbed by the source.</a:t>
            </a:r>
          </a:p>
        </p:txBody>
      </p:sp>
      <p:sp>
        <p:nvSpPr>
          <p:cNvPr id="358411" name="Text Box 11"/>
          <p:cNvSpPr txBox="1">
            <a:spLocks noChangeArrowheads="1"/>
          </p:cNvSpPr>
          <p:nvPr/>
        </p:nvSpPr>
        <p:spPr bwMode="auto">
          <a:xfrm>
            <a:off x="3489332" y="239871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endParaRPr lang="zh-CN" altLang="zh-CN" dirty="0"/>
          </a:p>
        </p:txBody>
      </p:sp>
    </p:spTree>
    <p:extLst>
      <p:ext uri="{BB962C8B-B14F-4D97-AF65-F5344CB8AC3E}">
        <p14:creationId xmlns:p14="http://schemas.microsoft.com/office/powerpoint/2010/main" val="1916683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0456" name="Object 8"/>
          <p:cNvGraphicFramePr>
            <a:graphicFrameLocks noChangeAspect="1"/>
          </p:cNvGraphicFramePr>
          <p:nvPr/>
        </p:nvGraphicFramePr>
        <p:xfrm>
          <a:off x="1590675" y="2362201"/>
          <a:ext cx="5200650" cy="842963"/>
        </p:xfrm>
        <a:graphic>
          <a:graphicData uri="http://schemas.openxmlformats.org/presentationml/2006/ole">
            <mc:AlternateContent xmlns:mc="http://schemas.openxmlformats.org/markup-compatibility/2006">
              <mc:Choice xmlns:v="urn:schemas-microsoft-com:vml" Requires="v">
                <p:oleObj spid="_x0000_s3104" name="Equation" r:id="rId4" imgW="2438280" imgH="393480" progId="Equation.3">
                  <p:embed/>
                </p:oleObj>
              </mc:Choice>
              <mc:Fallback>
                <p:oleObj name="Equation" r:id="rId4" imgW="243828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675" y="2362201"/>
                        <a:ext cx="5200650" cy="842963"/>
                      </a:xfrm>
                      <a:prstGeom prst="rect">
                        <a:avLst/>
                      </a:prstGeom>
                      <a:solidFill>
                        <a:srgbClr val="FFFF00"/>
                      </a:solidFill>
                      <a:ln w="9525">
                        <a:solidFill>
                          <a:srgbClr val="FF0000"/>
                        </a:solidFill>
                        <a:miter lim="800000"/>
                        <a:headEnd/>
                        <a:tailEnd/>
                      </a:ln>
                    </p:spPr>
                  </p:pic>
                </p:oleObj>
              </mc:Fallback>
            </mc:AlternateContent>
          </a:graphicData>
        </a:graphic>
      </p:graphicFrame>
      <p:sp>
        <p:nvSpPr>
          <p:cNvPr id="360458" name="Rectangle 10"/>
          <p:cNvSpPr>
            <a:spLocks noGrp="1" noChangeArrowheads="1"/>
          </p:cNvSpPr>
          <p:nvPr>
            <p:ph type="body" sz="half" idx="1"/>
          </p:nvPr>
        </p:nvSpPr>
        <p:spPr>
          <a:xfrm>
            <a:off x="457200" y="1381727"/>
            <a:ext cx="8382000" cy="4456113"/>
          </a:xfrm>
        </p:spPr>
        <p:txBody>
          <a:bodyPr/>
          <a:lstStyle/>
          <a:p>
            <a:r>
              <a:rPr lang="en-US" altLang="zh-CN" sz="2000" b="1" dirty="0">
                <a:ea typeface="宋体" pitchFamily="2" charset="-122"/>
              </a:rPr>
              <a:t>The </a:t>
            </a:r>
            <a:r>
              <a:rPr lang="en-US" altLang="zh-CN" sz="2000" b="1" dirty="0">
                <a:solidFill>
                  <a:srgbClr val="FF0000"/>
                </a:solidFill>
                <a:ea typeface="宋体" pitchFamily="2" charset="-122"/>
              </a:rPr>
              <a:t>average power</a:t>
            </a:r>
            <a:r>
              <a:rPr lang="en-US" altLang="zh-CN" sz="2000" b="1" dirty="0">
                <a:ea typeface="宋体" pitchFamily="2" charset="-122"/>
              </a:rPr>
              <a:t>, </a:t>
            </a:r>
            <a:r>
              <a:rPr lang="en-US" altLang="zh-CN" sz="2000" b="1" dirty="0">
                <a:solidFill>
                  <a:srgbClr val="FF0000"/>
                </a:solidFill>
                <a:ea typeface="宋体" pitchFamily="2" charset="-122"/>
              </a:rPr>
              <a:t>P</a:t>
            </a:r>
            <a:r>
              <a:rPr lang="en-US" altLang="zh-CN" sz="2000" b="1" dirty="0">
                <a:ea typeface="宋体" pitchFamily="2" charset="-122"/>
              </a:rPr>
              <a:t>, </a:t>
            </a:r>
            <a:r>
              <a:rPr lang="en-US" altLang="zh-CN" sz="2000" b="1" i="1" dirty="0">
                <a:ea typeface="宋体" pitchFamily="2" charset="-122"/>
              </a:rPr>
              <a:t>is the average of the instantaneous power over one period, </a:t>
            </a:r>
            <a:r>
              <a:rPr lang="en-US" altLang="zh-CN" sz="2000" b="1" dirty="0">
                <a:ea typeface="宋体" pitchFamily="2" charset="-122"/>
              </a:rPr>
              <a:t>measured in </a:t>
            </a:r>
            <a:r>
              <a:rPr lang="en-US" altLang="zh-CN" sz="2000" b="1" dirty="0">
                <a:solidFill>
                  <a:srgbClr val="FF0000"/>
                </a:solidFill>
                <a:ea typeface="宋体" pitchFamily="2" charset="-122"/>
              </a:rPr>
              <a:t>watts</a:t>
            </a:r>
            <a:r>
              <a:rPr lang="en-US" altLang="zh-CN" sz="2000" b="1" dirty="0">
                <a:ea typeface="宋体" pitchFamily="2" charset="-122"/>
              </a:rPr>
              <a:t> (</a:t>
            </a:r>
            <a:r>
              <a:rPr lang="en-US" altLang="zh-CN" sz="2000" b="1" dirty="0">
                <a:solidFill>
                  <a:srgbClr val="FF0000"/>
                </a:solidFill>
                <a:ea typeface="宋体" pitchFamily="2" charset="-122"/>
              </a:rPr>
              <a:t>w</a:t>
            </a:r>
            <a:r>
              <a:rPr lang="en-US" altLang="zh-CN" sz="2000" b="1" dirty="0">
                <a:ea typeface="宋体" pitchFamily="2" charset="-122"/>
              </a:rPr>
              <a:t>).</a:t>
            </a:r>
          </a:p>
        </p:txBody>
      </p:sp>
      <p:sp>
        <p:nvSpPr>
          <p:cNvPr id="360460" name="Rectangle 12"/>
          <p:cNvSpPr>
            <a:spLocks noChangeArrowheads="1"/>
          </p:cNvSpPr>
          <p:nvPr/>
        </p:nvSpPr>
        <p:spPr bwMode="auto">
          <a:xfrm>
            <a:off x="4876800" y="3422764"/>
            <a:ext cx="3962400"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tabLst>
                <a:tab pos="457200" algn="l"/>
              </a:tabLst>
              <a:defRPr>
                <a:solidFill>
                  <a:schemeClr val="tx1"/>
                </a:solidFill>
                <a:latin typeface="Arial" pitchFamily="34" charset="0"/>
              </a:defRPr>
            </a:lvl1pPr>
            <a:lvl2pPr marL="800100" indent="-342900">
              <a:tabLst>
                <a:tab pos="457200" algn="l"/>
              </a:tabLst>
              <a:defRPr>
                <a:solidFill>
                  <a:schemeClr val="tx1"/>
                </a:solidFill>
                <a:latin typeface="Arial" pitchFamily="34" charset="0"/>
              </a:defRPr>
            </a:lvl2pPr>
            <a:lvl3pPr marL="1257300" indent="-342900">
              <a:tabLst>
                <a:tab pos="457200" algn="l"/>
              </a:tabLst>
              <a:defRPr>
                <a:solidFill>
                  <a:schemeClr val="tx1"/>
                </a:solidFill>
                <a:latin typeface="Arial" pitchFamily="34" charset="0"/>
              </a:defRPr>
            </a:lvl3pPr>
            <a:lvl4pPr marL="1714500" indent="-342900">
              <a:tabLst>
                <a:tab pos="457200" algn="l"/>
              </a:tabLst>
              <a:defRPr>
                <a:solidFill>
                  <a:schemeClr val="tx1"/>
                </a:solidFill>
                <a:latin typeface="Arial" pitchFamily="34" charset="0"/>
              </a:defRPr>
            </a:lvl4pPr>
            <a:lvl5pPr marL="2171700" indent="-342900">
              <a:tabLst>
                <a:tab pos="457200" algn="l"/>
              </a:tabLst>
              <a:defRPr>
                <a:solidFill>
                  <a:schemeClr val="tx1"/>
                </a:solidFill>
                <a:latin typeface="Arial" pitchFamily="34" charset="0"/>
              </a:defRPr>
            </a:lvl5pPr>
            <a:lvl6pPr marL="2628900" indent="-342900" fontAlgn="base">
              <a:spcBef>
                <a:spcPct val="0"/>
              </a:spcBef>
              <a:spcAft>
                <a:spcPct val="0"/>
              </a:spcAft>
              <a:tabLst>
                <a:tab pos="457200" algn="l"/>
              </a:tabLst>
              <a:defRPr>
                <a:solidFill>
                  <a:schemeClr val="tx1"/>
                </a:solidFill>
                <a:latin typeface="Arial" pitchFamily="34" charset="0"/>
              </a:defRPr>
            </a:lvl6pPr>
            <a:lvl7pPr marL="3086100" indent="-342900" fontAlgn="base">
              <a:spcBef>
                <a:spcPct val="0"/>
              </a:spcBef>
              <a:spcAft>
                <a:spcPct val="0"/>
              </a:spcAft>
              <a:tabLst>
                <a:tab pos="457200" algn="l"/>
              </a:tabLst>
              <a:defRPr>
                <a:solidFill>
                  <a:schemeClr val="tx1"/>
                </a:solidFill>
                <a:latin typeface="Arial" pitchFamily="34" charset="0"/>
              </a:defRPr>
            </a:lvl7pPr>
            <a:lvl8pPr marL="3543300" indent="-342900" fontAlgn="base">
              <a:spcBef>
                <a:spcPct val="0"/>
              </a:spcBef>
              <a:spcAft>
                <a:spcPct val="0"/>
              </a:spcAft>
              <a:tabLst>
                <a:tab pos="457200" algn="l"/>
              </a:tabLst>
              <a:defRPr>
                <a:solidFill>
                  <a:schemeClr val="tx1"/>
                </a:solidFill>
                <a:latin typeface="Arial" pitchFamily="34" charset="0"/>
              </a:defRPr>
            </a:lvl8pPr>
            <a:lvl9pPr marL="4000500" indent="-342900" fontAlgn="base">
              <a:spcBef>
                <a:spcPct val="0"/>
              </a:spcBef>
              <a:spcAft>
                <a:spcPct val="0"/>
              </a:spcAft>
              <a:tabLst>
                <a:tab pos="457200" algn="l"/>
              </a:tabLst>
              <a:defRPr>
                <a:solidFill>
                  <a:schemeClr val="tx1"/>
                </a:solidFill>
                <a:latin typeface="Arial" pitchFamily="34" charset="0"/>
              </a:defRPr>
            </a:lvl9pPr>
          </a:lstStyle>
          <a:p>
            <a:pPr lvl="1">
              <a:lnSpc>
                <a:spcPct val="120000"/>
              </a:lnSpc>
              <a:buFontTx/>
              <a:buAutoNum type="arabicPeriod"/>
            </a:pPr>
            <a:r>
              <a:rPr lang="en-US" altLang="zh-CN" b="1" dirty="0">
                <a:ea typeface="宋体" pitchFamily="2" charset="-122"/>
              </a:rPr>
              <a:t>P is not </a:t>
            </a:r>
            <a:r>
              <a:rPr lang="en-US" altLang="zh-CN" b="1" u="sng" dirty="0">
                <a:solidFill>
                  <a:srgbClr val="FF3300"/>
                </a:solidFill>
                <a:ea typeface="宋体" pitchFamily="2" charset="-122"/>
              </a:rPr>
              <a:t>time dependent</a:t>
            </a:r>
            <a:r>
              <a:rPr lang="en-US" altLang="zh-CN" b="1" dirty="0">
                <a:solidFill>
                  <a:srgbClr val="FF3300"/>
                </a:solidFill>
                <a:ea typeface="宋体" pitchFamily="2" charset="-122"/>
              </a:rPr>
              <a:t>. </a:t>
            </a:r>
          </a:p>
          <a:p>
            <a:pPr lvl="1">
              <a:lnSpc>
                <a:spcPct val="120000"/>
              </a:lnSpc>
              <a:buFontTx/>
              <a:buAutoNum type="arabicPeriod"/>
            </a:pPr>
            <a:r>
              <a:rPr lang="en-US" altLang="zh-CN" b="1" dirty="0">
                <a:ea typeface="宋体" pitchFamily="2" charset="-122"/>
              </a:rPr>
              <a:t>When </a:t>
            </a:r>
            <a:r>
              <a:rPr lang="en-US" altLang="zh-CN" b="1" dirty="0" err="1">
                <a:ea typeface="宋体" pitchFamily="2" charset="-122"/>
              </a:rPr>
              <a:t>θ</a:t>
            </a:r>
            <a:r>
              <a:rPr lang="en-US" altLang="zh-CN" b="1" baseline="-25000" dirty="0" err="1">
                <a:ea typeface="宋体" pitchFamily="2" charset="-122"/>
              </a:rPr>
              <a:t>v</a:t>
            </a:r>
            <a:r>
              <a:rPr lang="en-US" altLang="zh-CN" b="1" dirty="0">
                <a:ea typeface="宋体" pitchFamily="2" charset="-122"/>
              </a:rPr>
              <a:t> = </a:t>
            </a:r>
            <a:r>
              <a:rPr lang="en-US" altLang="zh-CN" b="1" dirty="0" err="1">
                <a:ea typeface="宋体" pitchFamily="2" charset="-122"/>
              </a:rPr>
              <a:t>θ</a:t>
            </a:r>
            <a:r>
              <a:rPr lang="en-US" altLang="zh-CN" b="1" baseline="-25000" dirty="0" err="1">
                <a:ea typeface="宋体" pitchFamily="2" charset="-122"/>
              </a:rPr>
              <a:t>i</a:t>
            </a:r>
            <a:r>
              <a:rPr lang="en-US" altLang="zh-CN" b="1" baseline="-25000" dirty="0">
                <a:ea typeface="宋体" pitchFamily="2" charset="-122"/>
              </a:rPr>
              <a:t> </a:t>
            </a:r>
            <a:r>
              <a:rPr lang="en-US" altLang="zh-CN" b="1" dirty="0">
                <a:ea typeface="宋体" pitchFamily="2" charset="-122"/>
              </a:rPr>
              <a:t>, it is a </a:t>
            </a:r>
            <a:r>
              <a:rPr lang="en-US" altLang="zh-CN" b="1" u="sng" dirty="0">
                <a:solidFill>
                  <a:srgbClr val="FF3300"/>
                </a:solidFill>
                <a:ea typeface="宋体" pitchFamily="2" charset="-122"/>
              </a:rPr>
              <a:t>purely resistive</a:t>
            </a:r>
            <a:r>
              <a:rPr lang="en-US" altLang="zh-CN" b="1" dirty="0">
                <a:ea typeface="宋体" pitchFamily="2" charset="-122"/>
              </a:rPr>
              <a:t> load case. </a:t>
            </a:r>
          </a:p>
          <a:p>
            <a:pPr lvl="1">
              <a:lnSpc>
                <a:spcPct val="120000"/>
              </a:lnSpc>
              <a:buFontTx/>
              <a:buAutoNum type="arabicPeriod"/>
            </a:pPr>
            <a:r>
              <a:rPr lang="en-US" altLang="zh-CN" b="1" dirty="0">
                <a:ea typeface="宋体" pitchFamily="2" charset="-122"/>
              </a:rPr>
              <a:t>When </a:t>
            </a:r>
            <a:r>
              <a:rPr lang="en-US" altLang="zh-CN" b="1" dirty="0" err="1">
                <a:ea typeface="宋体" pitchFamily="2" charset="-122"/>
              </a:rPr>
              <a:t>θ</a:t>
            </a:r>
            <a:r>
              <a:rPr lang="en-US" altLang="zh-CN" b="1" baseline="-25000" dirty="0" err="1">
                <a:ea typeface="宋体" pitchFamily="2" charset="-122"/>
              </a:rPr>
              <a:t>v</a:t>
            </a:r>
            <a:r>
              <a:rPr lang="en-US" altLang="zh-CN" b="1" dirty="0">
                <a:ea typeface="宋体" pitchFamily="2" charset="-122"/>
                <a:cs typeface="Arial" pitchFamily="34" charset="0"/>
              </a:rPr>
              <a:t>–</a:t>
            </a:r>
            <a:r>
              <a:rPr lang="en-US" altLang="zh-CN" b="1" dirty="0">
                <a:ea typeface="宋体" pitchFamily="2" charset="-122"/>
              </a:rPr>
              <a:t> </a:t>
            </a:r>
            <a:r>
              <a:rPr lang="en-US" altLang="zh-CN" b="1" dirty="0" err="1">
                <a:ea typeface="宋体" pitchFamily="2" charset="-122"/>
              </a:rPr>
              <a:t>θ</a:t>
            </a:r>
            <a:r>
              <a:rPr lang="en-US" altLang="zh-CN" b="1" baseline="-25000" dirty="0" err="1">
                <a:ea typeface="宋体" pitchFamily="2" charset="-122"/>
              </a:rPr>
              <a:t>i</a:t>
            </a:r>
            <a:r>
              <a:rPr lang="en-US" altLang="zh-CN" b="1" dirty="0">
                <a:ea typeface="宋体" pitchFamily="2" charset="-122"/>
              </a:rPr>
              <a:t> = ±90</a:t>
            </a:r>
            <a:r>
              <a:rPr lang="en-US" altLang="zh-CN" b="1" baseline="30000" dirty="0">
                <a:ea typeface="宋体" pitchFamily="2" charset="-122"/>
              </a:rPr>
              <a:t>o</a:t>
            </a:r>
            <a:r>
              <a:rPr lang="en-US" altLang="zh-CN" b="1" dirty="0">
                <a:ea typeface="宋体" pitchFamily="2" charset="-122"/>
              </a:rPr>
              <a:t>, it is a </a:t>
            </a:r>
            <a:r>
              <a:rPr lang="en-US" altLang="zh-CN" b="1" u="sng" dirty="0">
                <a:solidFill>
                  <a:srgbClr val="FF3300"/>
                </a:solidFill>
                <a:ea typeface="宋体" pitchFamily="2" charset="-122"/>
              </a:rPr>
              <a:t>purely reactive</a:t>
            </a:r>
            <a:r>
              <a:rPr lang="en-US" altLang="zh-CN" b="1" dirty="0">
                <a:ea typeface="宋体" pitchFamily="2" charset="-122"/>
              </a:rPr>
              <a:t> load case. </a:t>
            </a:r>
          </a:p>
          <a:p>
            <a:pPr lvl="1">
              <a:lnSpc>
                <a:spcPct val="120000"/>
              </a:lnSpc>
              <a:buFontTx/>
              <a:buAutoNum type="arabicPeriod"/>
            </a:pPr>
            <a:r>
              <a:rPr lang="en-US" altLang="zh-CN" b="1" dirty="0">
                <a:ea typeface="宋体" pitchFamily="2" charset="-122"/>
              </a:rPr>
              <a:t>P = 0 means that the circuit absorbs </a:t>
            </a:r>
            <a:r>
              <a:rPr lang="en-US" altLang="zh-CN" b="1" u="sng" dirty="0">
                <a:solidFill>
                  <a:srgbClr val="FF3300"/>
                </a:solidFill>
                <a:ea typeface="宋体" pitchFamily="2" charset="-122"/>
              </a:rPr>
              <a:t>no average power</a:t>
            </a:r>
            <a:r>
              <a:rPr lang="en-US" altLang="zh-CN" b="1" dirty="0">
                <a:solidFill>
                  <a:srgbClr val="FF3300"/>
                </a:solidFill>
                <a:ea typeface="宋体" pitchFamily="2" charset="-122"/>
              </a:rPr>
              <a:t>.</a:t>
            </a:r>
            <a:r>
              <a:rPr lang="en-US" altLang="zh-CN" dirty="0">
                <a:solidFill>
                  <a:srgbClr val="FF3300"/>
                </a:solidFill>
                <a:ea typeface="宋体" pitchFamily="2" charset="-122"/>
              </a:rPr>
              <a:t> </a:t>
            </a:r>
          </a:p>
        </p:txBody>
      </p:sp>
      <p:grpSp>
        <p:nvGrpSpPr>
          <p:cNvPr id="360463" name="Group 15"/>
          <p:cNvGrpSpPr>
            <a:grpSpLocks/>
          </p:cNvGrpSpPr>
          <p:nvPr/>
        </p:nvGrpSpPr>
        <p:grpSpPr bwMode="auto">
          <a:xfrm>
            <a:off x="457200" y="3048000"/>
            <a:ext cx="4495800" cy="2624139"/>
            <a:chOff x="288" y="1920"/>
            <a:chExt cx="2832" cy="1653"/>
          </a:xfrm>
        </p:grpSpPr>
        <p:pic>
          <p:nvPicPr>
            <p:cNvPr id="360459"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 y="2304"/>
              <a:ext cx="2640" cy="1269"/>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360462" name="Line 14"/>
            <p:cNvSpPr>
              <a:spLocks noChangeShapeType="1"/>
            </p:cNvSpPr>
            <p:nvPr/>
          </p:nvSpPr>
          <p:spPr bwMode="auto">
            <a:xfrm flipH="1">
              <a:off x="2496" y="1920"/>
              <a:ext cx="624" cy="1104"/>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 name="Text Box 12"/>
          <p:cNvSpPr txBox="1">
            <a:spLocks noChangeArrowheads="1"/>
          </p:cNvSpPr>
          <p:nvPr/>
        </p:nvSpPr>
        <p:spPr bwMode="auto">
          <a:xfrm>
            <a:off x="931639" y="476672"/>
            <a:ext cx="4648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31813" indent="-531813">
              <a:spcBef>
                <a:spcPct val="50000"/>
              </a:spcBef>
              <a:buClr>
                <a:schemeClr val="tx2"/>
              </a:buClr>
            </a:pPr>
            <a:r>
              <a:rPr kumimoji="1" lang="en-US" altLang="zh-CN" sz="2800" b="1" dirty="0">
                <a:latin typeface="Arial" charset="0"/>
                <a:ea typeface="宋体" charset="-122"/>
              </a:rPr>
              <a:t>Average Power</a:t>
            </a:r>
          </a:p>
        </p:txBody>
      </p:sp>
      <p:pic>
        <p:nvPicPr>
          <p:cNvPr id="3" name="图片 2">
            <a:extLst>
              <a:ext uri="{FF2B5EF4-FFF2-40B4-BE49-F238E27FC236}">
                <a16:creationId xmlns:a16="http://schemas.microsoft.com/office/drawing/2014/main" id="{DC65808B-7C45-C844-AF6E-2F39C98A76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45269" y="601965"/>
            <a:ext cx="4152900" cy="622300"/>
          </a:xfrm>
          <a:prstGeom prst="rect">
            <a:avLst/>
          </a:prstGeom>
        </p:spPr>
      </p:pic>
      <p:cxnSp>
        <p:nvCxnSpPr>
          <p:cNvPr id="7" name="直线箭头连接符 6">
            <a:extLst>
              <a:ext uri="{FF2B5EF4-FFF2-40B4-BE49-F238E27FC236}">
                <a16:creationId xmlns:a16="http://schemas.microsoft.com/office/drawing/2014/main" id="{7C1DA17C-CE41-404F-AFF8-9D1C4832DEC1}"/>
              </a:ext>
            </a:extLst>
          </p:cNvPr>
          <p:cNvCxnSpPr/>
          <p:nvPr/>
        </p:nvCxnSpPr>
        <p:spPr bwMode="auto">
          <a:xfrm flipV="1">
            <a:off x="3059832" y="1224265"/>
            <a:ext cx="1385437" cy="1412647"/>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845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1065979" y="548680"/>
            <a:ext cx="2485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b="1" dirty="0">
                <a:latin typeface="Verdana" pitchFamily="34" charset="0"/>
                <a:ea typeface="宋体" charset="-122"/>
              </a:rPr>
              <a:t>average power  </a:t>
            </a:r>
          </a:p>
        </p:txBody>
      </p:sp>
      <p:graphicFrame>
        <p:nvGraphicFramePr>
          <p:cNvPr id="7173" name="Object 5"/>
          <p:cNvGraphicFramePr>
            <a:graphicFrameLocks noChangeAspect="1"/>
          </p:cNvGraphicFramePr>
          <p:nvPr>
            <p:extLst>
              <p:ext uri="{D42A27DB-BD31-4B8C-83A1-F6EECF244321}">
                <p14:modId xmlns:p14="http://schemas.microsoft.com/office/powerpoint/2010/main" val="3025174531"/>
              </p:ext>
            </p:extLst>
          </p:nvPr>
        </p:nvGraphicFramePr>
        <p:xfrm>
          <a:off x="3776663" y="85748"/>
          <a:ext cx="3765550" cy="925513"/>
        </p:xfrm>
        <a:graphic>
          <a:graphicData uri="http://schemas.openxmlformats.org/presentationml/2006/ole">
            <mc:AlternateContent xmlns:mc="http://schemas.openxmlformats.org/markup-compatibility/2006">
              <mc:Choice xmlns:v="urn:schemas-microsoft-com:vml" Requires="v">
                <p:oleObj spid="_x0000_s4248" name="Equation" r:id="rId3" imgW="1650960" imgH="406080" progId="Equation.DSMT4">
                  <p:embed/>
                </p:oleObj>
              </mc:Choice>
              <mc:Fallback>
                <p:oleObj name="Equation" r:id="rId3" imgW="1650960" imgH="406080" progId="Equation.DSMT4">
                  <p:embed/>
                  <p:pic>
                    <p:nvPicPr>
                      <p:cNvPr id="0" name=""/>
                      <p:cNvPicPr>
                        <a:picLocks noChangeAspect="1" noChangeArrowheads="1"/>
                      </p:cNvPicPr>
                      <p:nvPr/>
                    </p:nvPicPr>
                    <p:blipFill>
                      <a:blip r:embed="rId4"/>
                      <a:srcRect/>
                      <a:stretch>
                        <a:fillRect/>
                      </a:stretch>
                    </p:blipFill>
                    <p:spPr bwMode="auto">
                      <a:xfrm>
                        <a:off x="3776663" y="85748"/>
                        <a:ext cx="3765550" cy="925513"/>
                      </a:xfrm>
                      <a:prstGeom prst="rect">
                        <a:avLst/>
                      </a:prstGeom>
                      <a:solidFill>
                        <a:srgbClr val="FFFF00"/>
                      </a:solidFill>
                      <a:ln w="9525">
                        <a:solidFill>
                          <a:srgbClr val="FF0000"/>
                        </a:solidFill>
                        <a:miter lim="800000"/>
                        <a:headEnd/>
                        <a:tailEnd/>
                      </a:ln>
                      <a:effectLst/>
                    </p:spPr>
                  </p:pic>
                </p:oleObj>
              </mc:Fallback>
            </mc:AlternateContent>
          </a:graphicData>
        </a:graphic>
      </p:graphicFrame>
      <p:sp>
        <p:nvSpPr>
          <p:cNvPr id="7174" name="Rectangle 6"/>
          <p:cNvSpPr>
            <a:spLocks noChangeArrowheads="1"/>
          </p:cNvSpPr>
          <p:nvPr/>
        </p:nvSpPr>
        <p:spPr bwMode="auto">
          <a:xfrm>
            <a:off x="325112" y="1484784"/>
            <a:ext cx="73628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solidFill>
                  <a:srgbClr val="A50021"/>
                </a:solidFill>
              </a:rPr>
              <a:t> </a:t>
            </a:r>
            <a:r>
              <a:rPr kumimoji="1" lang="en-US" altLang="zh-CN" sz="2000" b="1" dirty="0">
                <a:latin typeface="Verdana" pitchFamily="34" charset="0"/>
                <a:ea typeface="宋体" charset="-122"/>
              </a:rPr>
              <a:t>Average Power absorbed by R,L,C:</a:t>
            </a:r>
          </a:p>
        </p:txBody>
      </p:sp>
      <p:grpSp>
        <p:nvGrpSpPr>
          <p:cNvPr id="7176" name="Group 8"/>
          <p:cNvGrpSpPr>
            <a:grpSpLocks/>
          </p:cNvGrpSpPr>
          <p:nvPr/>
        </p:nvGrpSpPr>
        <p:grpSpPr bwMode="auto">
          <a:xfrm>
            <a:off x="376373" y="2168492"/>
            <a:ext cx="8500181" cy="519887"/>
            <a:chOff x="144" y="1011"/>
            <a:chExt cx="4819" cy="309"/>
          </a:xfrm>
        </p:grpSpPr>
        <p:sp>
          <p:nvSpPr>
            <p:cNvPr id="7177" name="Text Box 9"/>
            <p:cNvSpPr txBox="1">
              <a:spLocks noChangeArrowheads="1"/>
            </p:cNvSpPr>
            <p:nvPr/>
          </p:nvSpPr>
          <p:spPr bwMode="auto">
            <a:xfrm>
              <a:off x="144" y="1056"/>
              <a:ext cx="672"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latin typeface="Verdana" pitchFamily="34" charset="0"/>
                  <a:ea typeface="宋体" charset="-122"/>
                </a:rPr>
                <a:t>When </a:t>
              </a:r>
            </a:p>
          </p:txBody>
        </p:sp>
        <p:graphicFrame>
          <p:nvGraphicFramePr>
            <p:cNvPr id="7178" name="Object 10"/>
            <p:cNvGraphicFramePr>
              <a:graphicFrameLocks noChangeAspect="1"/>
            </p:cNvGraphicFramePr>
            <p:nvPr>
              <p:extLst>
                <p:ext uri="{D42A27DB-BD31-4B8C-83A1-F6EECF244321}">
                  <p14:modId xmlns:p14="http://schemas.microsoft.com/office/powerpoint/2010/main" val="311815683"/>
                </p:ext>
              </p:extLst>
            </p:nvPr>
          </p:nvGraphicFramePr>
          <p:xfrm>
            <a:off x="661" y="1011"/>
            <a:ext cx="1422" cy="309"/>
          </p:xfrm>
          <a:graphic>
            <a:graphicData uri="http://schemas.openxmlformats.org/presentationml/2006/ole">
              <mc:AlternateContent xmlns:mc="http://schemas.openxmlformats.org/markup-compatibility/2006">
                <mc:Choice xmlns:v="urn:schemas-microsoft-com:vml" Requires="v">
                  <p:oleObj spid="_x0000_s4249" name="Equation" r:id="rId5" imgW="1155600" imgH="241200" progId="Equation.DSMT4">
                    <p:embed/>
                  </p:oleObj>
                </mc:Choice>
                <mc:Fallback>
                  <p:oleObj name="Equation" r:id="rId5" imgW="1155600" imgH="241200" progId="Equation.DSMT4">
                    <p:embed/>
                    <p:pic>
                      <p:nvPicPr>
                        <p:cNvPr id="0" name=""/>
                        <p:cNvPicPr>
                          <a:picLocks noChangeAspect="1" noChangeArrowheads="1"/>
                        </p:cNvPicPr>
                        <p:nvPr/>
                      </p:nvPicPr>
                      <p:blipFill>
                        <a:blip r:embed="rId6"/>
                        <a:srcRect/>
                        <a:stretch>
                          <a:fillRect/>
                        </a:stretch>
                      </p:blipFill>
                      <p:spPr bwMode="auto">
                        <a:xfrm>
                          <a:off x="661" y="1011"/>
                          <a:ext cx="1422" cy="309"/>
                        </a:xfrm>
                        <a:prstGeom prst="rect">
                          <a:avLst/>
                        </a:prstGeom>
                        <a:noFill/>
                        <a:ln>
                          <a:noFill/>
                        </a:ln>
                        <a:effectLst/>
                      </p:spPr>
                    </p:pic>
                  </p:oleObj>
                </mc:Fallback>
              </mc:AlternateContent>
            </a:graphicData>
          </a:graphic>
        </p:graphicFrame>
        <p:sp>
          <p:nvSpPr>
            <p:cNvPr id="7179" name="Text Box 11"/>
            <p:cNvSpPr txBox="1">
              <a:spLocks noChangeArrowheads="1"/>
            </p:cNvSpPr>
            <p:nvPr/>
          </p:nvSpPr>
          <p:spPr bwMode="auto">
            <a:xfrm>
              <a:off x="2083" y="1056"/>
              <a:ext cx="2880"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latin typeface="Verdana" pitchFamily="34" charset="0"/>
                  <a:ea typeface="宋体" charset="-122"/>
                </a:rPr>
                <a:t>Voltage and  current  are </a:t>
              </a:r>
              <a:r>
                <a:rPr kumimoji="1" lang="en-US" altLang="zh-CN" sz="2000" b="1" dirty="0">
                  <a:solidFill>
                    <a:srgbClr val="FF0000"/>
                  </a:solidFill>
                  <a:latin typeface="Verdana" pitchFamily="34" charset="0"/>
                  <a:ea typeface="宋体" charset="-122"/>
                </a:rPr>
                <a:t>in phase</a:t>
              </a:r>
            </a:p>
          </p:txBody>
        </p:sp>
      </p:grpSp>
      <p:grpSp>
        <p:nvGrpSpPr>
          <p:cNvPr id="7187" name="Group 19"/>
          <p:cNvGrpSpPr>
            <a:grpSpLocks/>
          </p:cNvGrpSpPr>
          <p:nvPr/>
        </p:nvGrpSpPr>
        <p:grpSpPr bwMode="auto">
          <a:xfrm>
            <a:off x="34" y="4078793"/>
            <a:ext cx="8893175" cy="563674"/>
            <a:chOff x="45" y="2393"/>
            <a:chExt cx="5670" cy="336"/>
          </a:xfrm>
        </p:grpSpPr>
        <p:sp>
          <p:nvSpPr>
            <p:cNvPr id="7182" name="Text Box 14"/>
            <p:cNvSpPr txBox="1">
              <a:spLocks noChangeArrowheads="1"/>
            </p:cNvSpPr>
            <p:nvPr/>
          </p:nvSpPr>
          <p:spPr bwMode="auto">
            <a:xfrm>
              <a:off x="45" y="2490"/>
              <a:ext cx="67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latin typeface="Verdana" pitchFamily="34" charset="0"/>
                  <a:ea typeface="宋体" charset="-122"/>
                </a:rPr>
                <a:t>When </a:t>
              </a:r>
            </a:p>
          </p:txBody>
        </p:sp>
        <p:graphicFrame>
          <p:nvGraphicFramePr>
            <p:cNvPr id="7183" name="Object 15"/>
            <p:cNvGraphicFramePr>
              <a:graphicFrameLocks noChangeAspect="1"/>
            </p:cNvGraphicFramePr>
            <p:nvPr>
              <p:extLst>
                <p:ext uri="{D42A27DB-BD31-4B8C-83A1-F6EECF244321}">
                  <p14:modId xmlns:p14="http://schemas.microsoft.com/office/powerpoint/2010/main" val="2880094684"/>
                </p:ext>
              </p:extLst>
            </p:nvPr>
          </p:nvGraphicFramePr>
          <p:xfrm>
            <a:off x="665" y="2393"/>
            <a:ext cx="1749" cy="336"/>
          </p:xfrm>
          <a:graphic>
            <a:graphicData uri="http://schemas.openxmlformats.org/presentationml/2006/ole">
              <mc:AlternateContent xmlns:mc="http://schemas.openxmlformats.org/markup-compatibility/2006">
                <mc:Choice xmlns:v="urn:schemas-microsoft-com:vml" Requires="v">
                  <p:oleObj spid="_x0000_s4250" name="Equation" r:id="rId7" imgW="1371600" imgH="253800" progId="Equation.DSMT4">
                    <p:embed/>
                  </p:oleObj>
                </mc:Choice>
                <mc:Fallback>
                  <p:oleObj name="Equation" r:id="rId7" imgW="1371600" imgH="253800" progId="Equation.DSMT4">
                    <p:embed/>
                    <p:pic>
                      <p:nvPicPr>
                        <p:cNvPr id="0" name=""/>
                        <p:cNvPicPr>
                          <a:picLocks noChangeAspect="1" noChangeArrowheads="1"/>
                        </p:cNvPicPr>
                        <p:nvPr/>
                      </p:nvPicPr>
                      <p:blipFill>
                        <a:blip r:embed="rId8"/>
                        <a:srcRect/>
                        <a:stretch>
                          <a:fillRect/>
                        </a:stretch>
                      </p:blipFill>
                      <p:spPr bwMode="auto">
                        <a:xfrm>
                          <a:off x="665" y="2393"/>
                          <a:ext cx="1749" cy="336"/>
                        </a:xfrm>
                        <a:prstGeom prst="rect">
                          <a:avLst/>
                        </a:prstGeom>
                        <a:noFill/>
                        <a:ln>
                          <a:noFill/>
                        </a:ln>
                        <a:effectLst/>
                      </p:spPr>
                    </p:pic>
                  </p:oleObj>
                </mc:Fallback>
              </mc:AlternateContent>
            </a:graphicData>
          </a:graphic>
        </p:graphicFrame>
        <p:sp>
          <p:nvSpPr>
            <p:cNvPr id="7184" name="Text Box 16"/>
            <p:cNvSpPr txBox="1">
              <a:spLocks noChangeArrowheads="1"/>
            </p:cNvSpPr>
            <p:nvPr/>
          </p:nvSpPr>
          <p:spPr bwMode="auto">
            <a:xfrm>
              <a:off x="2541" y="2490"/>
              <a:ext cx="3174"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latin typeface="Verdana" pitchFamily="34" charset="0"/>
                  <a:ea typeface="宋体" charset="-122"/>
                </a:rPr>
                <a:t>We have a purely  reactive circuit </a:t>
              </a:r>
            </a:p>
          </p:txBody>
        </p:sp>
      </p:grpSp>
      <p:graphicFrame>
        <p:nvGraphicFramePr>
          <p:cNvPr id="7185" name="Object 17"/>
          <p:cNvGraphicFramePr>
            <a:graphicFrameLocks noChangeAspect="1"/>
          </p:cNvGraphicFramePr>
          <p:nvPr>
            <p:extLst>
              <p:ext uri="{D42A27DB-BD31-4B8C-83A1-F6EECF244321}">
                <p14:modId xmlns:p14="http://schemas.microsoft.com/office/powerpoint/2010/main" val="4134193188"/>
              </p:ext>
            </p:extLst>
          </p:nvPr>
        </p:nvGraphicFramePr>
        <p:xfrm>
          <a:off x="1561728" y="4941191"/>
          <a:ext cx="5292725" cy="1019175"/>
        </p:xfrm>
        <a:graphic>
          <a:graphicData uri="http://schemas.openxmlformats.org/presentationml/2006/ole">
            <mc:AlternateContent xmlns:mc="http://schemas.openxmlformats.org/markup-compatibility/2006">
              <mc:Choice xmlns:v="urn:schemas-microsoft-com:vml" Requires="v">
                <p:oleObj spid="_x0000_s4251" name="Equation" r:id="rId9" imgW="2044440" imgH="393480" progId="Equation.3">
                  <p:embed/>
                </p:oleObj>
              </mc:Choice>
              <mc:Fallback>
                <p:oleObj name="Equation" r:id="rId9" imgW="2044440" imgH="393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1728" y="4941191"/>
                        <a:ext cx="5292725" cy="10191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94533241"/>
              </p:ext>
            </p:extLst>
          </p:nvPr>
        </p:nvGraphicFramePr>
        <p:xfrm>
          <a:off x="517559" y="2773363"/>
          <a:ext cx="7967663" cy="1143000"/>
        </p:xfrm>
        <a:graphic>
          <a:graphicData uri="http://schemas.openxmlformats.org/presentationml/2006/ole">
            <mc:AlternateContent xmlns:mc="http://schemas.openxmlformats.org/markup-compatibility/2006">
              <mc:Choice xmlns:v="urn:schemas-microsoft-com:vml" Requires="v">
                <p:oleObj spid="_x0000_s4252" name="Equation" r:id="rId11" imgW="3187440" imgH="457200" progId="Equation.DSMT4">
                  <p:embed/>
                </p:oleObj>
              </mc:Choice>
              <mc:Fallback>
                <p:oleObj name="Equation" r:id="rId11" imgW="3187440" imgH="4572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7559" y="2773363"/>
                        <a:ext cx="7967663" cy="11430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259339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wipe(up)">
                                      <p:cBhvr>
                                        <p:cTn id="7" dur="500"/>
                                        <p:tgtEl>
                                          <p:spTgt spid="71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76"/>
                                        </p:tgtEl>
                                        <p:attrNameLst>
                                          <p:attrName>style.visibility</p:attrName>
                                        </p:attrNameLst>
                                      </p:cBhvr>
                                      <p:to>
                                        <p:strVal val="visible"/>
                                      </p:to>
                                    </p:set>
                                    <p:animEffect transition="in" filter="wipe(up)">
                                      <p:cBhvr>
                                        <p:cTn id="12" dur="500"/>
                                        <p:tgtEl>
                                          <p:spTgt spid="71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87"/>
                                        </p:tgtEl>
                                        <p:attrNameLst>
                                          <p:attrName>style.visibility</p:attrName>
                                        </p:attrNameLst>
                                      </p:cBhvr>
                                      <p:to>
                                        <p:strVal val="visible"/>
                                      </p:to>
                                    </p:set>
                                    <p:animEffect transition="in" filter="wipe(up)">
                                      <p:cBhvr>
                                        <p:cTn id="22" dur="500"/>
                                        <p:tgtEl>
                                          <p:spTgt spid="71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185"/>
                                        </p:tgtEl>
                                        <p:attrNameLst>
                                          <p:attrName>style.visibility</p:attrName>
                                        </p:attrNameLst>
                                      </p:cBhvr>
                                      <p:to>
                                        <p:strVal val="visible"/>
                                      </p:to>
                                    </p:set>
                                    <p:animEffect transition="in" filter="wipe(up)">
                                      <p:cBhvr>
                                        <p:cTn id="27" dur="500"/>
                                        <p:tgtEl>
                                          <p:spTgt spid="7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4"/>
          <p:cNvSpPr txBox="1">
            <a:spLocks noChangeArrowheads="1"/>
          </p:cNvSpPr>
          <p:nvPr/>
        </p:nvSpPr>
        <p:spPr bwMode="auto">
          <a:xfrm>
            <a:off x="503238" y="1124744"/>
            <a:ext cx="8280400" cy="113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spcBef>
                <a:spcPct val="50000"/>
              </a:spcBef>
            </a:pPr>
            <a:r>
              <a:rPr kumimoji="1" lang="en-US" altLang="zh-CN" sz="2400" b="1" dirty="0">
                <a:latin typeface="Times New Roman" panose="02020603050405020304" pitchFamily="18" charset="0"/>
                <a:ea typeface="宋体" charset="-122"/>
                <a:cs typeface="Times New Roman" panose="02020603050405020304" pitchFamily="18" charset="0"/>
              </a:rPr>
              <a:t>A resistive load (R) absorbs power at all times, while a reactive load (L or C ) absorbs zero average power.</a:t>
            </a:r>
          </a:p>
        </p:txBody>
      </p:sp>
      <p:sp>
        <p:nvSpPr>
          <p:cNvPr id="3" name="Text Box 33"/>
          <p:cNvSpPr txBox="1">
            <a:spLocks noChangeArrowheads="1"/>
          </p:cNvSpPr>
          <p:nvPr/>
        </p:nvSpPr>
        <p:spPr bwMode="auto">
          <a:xfrm>
            <a:off x="503238" y="2194163"/>
            <a:ext cx="81012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49263" indent="-449263" algn="l">
              <a:defRPr kumimoji="1" sz="2400">
                <a:solidFill>
                  <a:schemeClr val="tx1"/>
                </a:solidFill>
                <a:latin typeface="Arial" charset="0"/>
                <a:ea typeface="宋体" charset="-122"/>
              </a:defRPr>
            </a:lvl1pPr>
            <a:lvl2pPr marL="628650"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buClr>
                <a:schemeClr val="tx2"/>
              </a:buClr>
              <a:buSzTx/>
            </a:pPr>
            <a:r>
              <a:rPr lang="en-US" altLang="zh-CN" b="1" i="1" dirty="0">
                <a:solidFill>
                  <a:srgbClr val="FF0000"/>
                </a:solidFill>
                <a:latin typeface="Times New Roman" panose="02020603050405020304" pitchFamily="18" charset="0"/>
                <a:cs typeface="Times New Roman" panose="02020603050405020304" pitchFamily="18" charset="0"/>
              </a:rPr>
              <a:t>P</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dirty="0">
                <a:solidFill>
                  <a:schemeClr val="tx2"/>
                </a:solidFill>
                <a:latin typeface="Times New Roman" panose="02020603050405020304" pitchFamily="18" charset="0"/>
                <a:cs typeface="Times New Roman" panose="02020603050405020304" pitchFamily="18" charset="0"/>
              </a:rPr>
              <a:t>Average power</a:t>
            </a:r>
            <a:r>
              <a:rPr lang="en-US" altLang="zh-CN" b="1" dirty="0">
                <a:latin typeface="Times New Roman" panose="02020603050405020304" pitchFamily="18" charset="0"/>
                <a:cs typeface="Times New Roman" panose="02020603050405020304" pitchFamily="18" charset="0"/>
              </a:rPr>
              <a:t>, </a:t>
            </a:r>
            <a:r>
              <a:rPr lang="en-US" altLang="zh-CN" b="1" dirty="0">
                <a:solidFill>
                  <a:schemeClr val="tx2"/>
                </a:solidFill>
                <a:latin typeface="Times New Roman" panose="02020603050405020304" pitchFamily="18" charset="0"/>
                <a:cs typeface="Times New Roman" panose="02020603050405020304" pitchFamily="18" charset="0"/>
              </a:rPr>
              <a:t>Real Power</a:t>
            </a:r>
            <a:r>
              <a:rPr lang="en-US" altLang="zh-CN" b="1" dirty="0">
                <a:latin typeface="Times New Roman" panose="02020603050405020304" pitchFamily="18" charset="0"/>
                <a:cs typeface="Times New Roman" panose="02020603050405020304" pitchFamily="18" charset="0"/>
              </a:rPr>
              <a:t>, or </a:t>
            </a:r>
            <a:r>
              <a:rPr lang="en-US" altLang="zh-CN" b="1" dirty="0">
                <a:solidFill>
                  <a:schemeClr val="tx2"/>
                </a:solidFill>
                <a:latin typeface="Times New Roman" panose="02020603050405020304" pitchFamily="18" charset="0"/>
                <a:cs typeface="Times New Roman" panose="02020603050405020304" pitchFamily="18" charset="0"/>
              </a:rPr>
              <a:t>Active Power</a:t>
            </a:r>
            <a:r>
              <a:rPr lang="en-US" altLang="zh-CN" b="1" dirty="0">
                <a:latin typeface="Times New Roman" panose="02020603050405020304" pitchFamily="18" charset="0"/>
                <a:cs typeface="Times New Roman" panose="02020603050405020304" pitchFamily="18" charset="0"/>
              </a:rPr>
              <a:t>; Watts (</a:t>
            </a:r>
            <a:r>
              <a:rPr lang="en-US" altLang="zh-CN" b="1" i="1" dirty="0">
                <a:latin typeface="Times New Roman" panose="02020603050405020304" pitchFamily="18" charset="0"/>
                <a:cs typeface="Times New Roman" panose="02020603050405020304" pitchFamily="18" charset="0"/>
              </a:rPr>
              <a:t>W</a:t>
            </a:r>
            <a:r>
              <a:rPr lang="en-US" altLang="zh-CN" b="1" dirty="0">
                <a:latin typeface="Times New Roman" panose="02020603050405020304" pitchFamily="18" charset="0"/>
                <a:cs typeface="Times New Roman" panose="02020603050405020304" pitchFamily="18" charset="0"/>
              </a:rPr>
              <a:t>)  </a:t>
            </a:r>
          </a:p>
        </p:txBody>
      </p:sp>
      <p:sp>
        <p:nvSpPr>
          <p:cNvPr id="2" name="矩形 1"/>
          <p:cNvSpPr/>
          <p:nvPr/>
        </p:nvSpPr>
        <p:spPr>
          <a:xfrm>
            <a:off x="827584" y="661447"/>
            <a:ext cx="1883849" cy="369332"/>
          </a:xfrm>
          <a:prstGeom prst="rect">
            <a:avLst/>
          </a:prstGeom>
        </p:spPr>
        <p:txBody>
          <a:bodyPr wrap="none">
            <a:spAutoFit/>
          </a:bodyPr>
          <a:lstStyle/>
          <a:p>
            <a:pPr algn="just">
              <a:spcBef>
                <a:spcPct val="50000"/>
              </a:spcBef>
            </a:pPr>
            <a:r>
              <a:rPr kumimoji="1" lang="en-US" altLang="zh-CN" b="1" dirty="0">
                <a:solidFill>
                  <a:srgbClr val="FF0000"/>
                </a:solidFill>
                <a:latin typeface="Verdana" pitchFamily="34" charset="0"/>
                <a:ea typeface="宋体" charset="-122"/>
              </a:rPr>
              <a:t>In Summary:</a:t>
            </a:r>
          </a:p>
        </p:txBody>
      </p:sp>
      <p:graphicFrame>
        <p:nvGraphicFramePr>
          <p:cNvPr id="5" name="Object 5"/>
          <p:cNvGraphicFramePr>
            <a:graphicFrameLocks noChangeAspect="1"/>
          </p:cNvGraphicFramePr>
          <p:nvPr>
            <p:extLst>
              <p:ext uri="{D42A27DB-BD31-4B8C-83A1-F6EECF244321}">
                <p14:modId xmlns:p14="http://schemas.microsoft.com/office/powerpoint/2010/main" val="3996273718"/>
              </p:ext>
            </p:extLst>
          </p:nvPr>
        </p:nvGraphicFramePr>
        <p:xfrm>
          <a:off x="2843808" y="105266"/>
          <a:ext cx="3765550" cy="925513"/>
        </p:xfrm>
        <a:graphic>
          <a:graphicData uri="http://schemas.openxmlformats.org/presentationml/2006/ole">
            <mc:AlternateContent xmlns:mc="http://schemas.openxmlformats.org/markup-compatibility/2006">
              <mc:Choice xmlns:v="urn:schemas-microsoft-com:vml" Requires="v">
                <p:oleObj spid="_x0000_s50280" name="Equation" r:id="rId3" imgW="1650960" imgH="406080" progId="Equation.DSMT4">
                  <p:embed/>
                </p:oleObj>
              </mc:Choice>
              <mc:Fallback>
                <p:oleObj name="Equation" r:id="rId3" imgW="1650960" imgH="406080" progId="Equation.DSMT4">
                  <p:embed/>
                  <p:pic>
                    <p:nvPicPr>
                      <p:cNvPr id="7173" name="Object 5"/>
                      <p:cNvPicPr>
                        <a:picLocks noChangeAspect="1" noChangeArrowheads="1"/>
                      </p:cNvPicPr>
                      <p:nvPr/>
                    </p:nvPicPr>
                    <p:blipFill>
                      <a:blip r:embed="rId4"/>
                      <a:srcRect/>
                      <a:stretch>
                        <a:fillRect/>
                      </a:stretch>
                    </p:blipFill>
                    <p:spPr bwMode="auto">
                      <a:xfrm>
                        <a:off x="2843808" y="105266"/>
                        <a:ext cx="3765550" cy="925513"/>
                      </a:xfrm>
                      <a:prstGeom prst="rect">
                        <a:avLst/>
                      </a:prstGeom>
                      <a:solidFill>
                        <a:srgbClr val="FFFF00"/>
                      </a:solidFill>
                      <a:ln w="9525">
                        <a:solidFill>
                          <a:srgbClr val="FF0000"/>
                        </a:solidFill>
                        <a:miter lim="800000"/>
                        <a:headEnd/>
                        <a:tailEnd/>
                      </a:ln>
                      <a:effectLst/>
                    </p:spPr>
                  </p:pic>
                </p:oleObj>
              </mc:Fallback>
            </mc:AlternateContent>
          </a:graphicData>
        </a:graphic>
      </p:graphicFrame>
      <p:grpSp>
        <p:nvGrpSpPr>
          <p:cNvPr id="6" name="Group 73">
            <a:extLst>
              <a:ext uri="{FF2B5EF4-FFF2-40B4-BE49-F238E27FC236}">
                <a16:creationId xmlns:a16="http://schemas.microsoft.com/office/drawing/2014/main" id="{EFE20390-4842-8949-9C0E-E7758D658DD1}"/>
              </a:ext>
            </a:extLst>
          </p:cNvPr>
          <p:cNvGrpSpPr>
            <a:grpSpLocks/>
          </p:cNvGrpSpPr>
          <p:nvPr/>
        </p:nvGrpSpPr>
        <p:grpSpPr bwMode="auto">
          <a:xfrm>
            <a:off x="536511" y="2645246"/>
            <a:ext cx="1992313" cy="3448050"/>
            <a:chOff x="559" y="612"/>
            <a:chExt cx="1255" cy="2172"/>
          </a:xfrm>
        </p:grpSpPr>
        <p:sp>
          <p:nvSpPr>
            <p:cNvPr id="7" name="Line 74">
              <a:extLst>
                <a:ext uri="{FF2B5EF4-FFF2-40B4-BE49-F238E27FC236}">
                  <a16:creationId xmlns:a16="http://schemas.microsoft.com/office/drawing/2014/main" id="{C7F678E4-4D96-674F-8641-05BCCA9CB3E6}"/>
                </a:ext>
              </a:extLst>
            </p:cNvPr>
            <p:cNvSpPr>
              <a:spLocks noChangeShapeType="1"/>
            </p:cNvSpPr>
            <p:nvPr/>
          </p:nvSpPr>
          <p:spPr bwMode="auto">
            <a:xfrm>
              <a:off x="854" y="746"/>
              <a:ext cx="32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5">
              <a:extLst>
                <a:ext uri="{FF2B5EF4-FFF2-40B4-BE49-F238E27FC236}">
                  <a16:creationId xmlns:a16="http://schemas.microsoft.com/office/drawing/2014/main" id="{DADD026F-6EFF-4742-B1EB-502E8A974218}"/>
                </a:ext>
              </a:extLst>
            </p:cNvPr>
            <p:cNvSpPr>
              <a:spLocks noChangeShapeType="1"/>
            </p:cNvSpPr>
            <p:nvPr/>
          </p:nvSpPr>
          <p:spPr bwMode="auto">
            <a:xfrm>
              <a:off x="1385" y="2044"/>
              <a:ext cx="0" cy="2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76">
              <a:extLst>
                <a:ext uri="{FF2B5EF4-FFF2-40B4-BE49-F238E27FC236}">
                  <a16:creationId xmlns:a16="http://schemas.microsoft.com/office/drawing/2014/main" id="{7341E6EE-76D8-EA4B-B702-9D812F163BC0}"/>
                </a:ext>
              </a:extLst>
            </p:cNvPr>
            <p:cNvSpPr>
              <a:spLocks noChangeShapeType="1"/>
            </p:cNvSpPr>
            <p:nvPr/>
          </p:nvSpPr>
          <p:spPr bwMode="auto">
            <a:xfrm>
              <a:off x="1385" y="2387"/>
              <a:ext cx="0" cy="3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77">
              <a:extLst>
                <a:ext uri="{FF2B5EF4-FFF2-40B4-BE49-F238E27FC236}">
                  <a16:creationId xmlns:a16="http://schemas.microsoft.com/office/drawing/2014/main" id="{AB6218F7-682A-474D-A57B-2EEA390277BB}"/>
                </a:ext>
              </a:extLst>
            </p:cNvPr>
            <p:cNvSpPr>
              <a:spLocks noChangeShapeType="1"/>
            </p:cNvSpPr>
            <p:nvPr/>
          </p:nvSpPr>
          <p:spPr bwMode="auto">
            <a:xfrm>
              <a:off x="1267" y="2292"/>
              <a:ext cx="2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78">
              <a:extLst>
                <a:ext uri="{FF2B5EF4-FFF2-40B4-BE49-F238E27FC236}">
                  <a16:creationId xmlns:a16="http://schemas.microsoft.com/office/drawing/2014/main" id="{E04D075A-159B-5748-808B-F307A93ECA12}"/>
                </a:ext>
              </a:extLst>
            </p:cNvPr>
            <p:cNvSpPr>
              <a:spLocks noChangeShapeType="1"/>
            </p:cNvSpPr>
            <p:nvPr/>
          </p:nvSpPr>
          <p:spPr bwMode="auto">
            <a:xfrm>
              <a:off x="1267" y="2387"/>
              <a:ext cx="2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Rectangle 79">
              <a:extLst>
                <a:ext uri="{FF2B5EF4-FFF2-40B4-BE49-F238E27FC236}">
                  <a16:creationId xmlns:a16="http://schemas.microsoft.com/office/drawing/2014/main" id="{DA2EC2FE-EBB1-D247-80D8-C56D1DDBA447}"/>
                </a:ext>
              </a:extLst>
            </p:cNvPr>
            <p:cNvSpPr>
              <a:spLocks noChangeArrowheads="1"/>
            </p:cNvSpPr>
            <p:nvPr/>
          </p:nvSpPr>
          <p:spPr bwMode="auto">
            <a:xfrm>
              <a:off x="1326" y="1100"/>
              <a:ext cx="118" cy="25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sp>
          <p:nvSpPr>
            <p:cNvPr id="13" name="Line 80">
              <a:extLst>
                <a:ext uri="{FF2B5EF4-FFF2-40B4-BE49-F238E27FC236}">
                  <a16:creationId xmlns:a16="http://schemas.microsoft.com/office/drawing/2014/main" id="{6D2F1D39-36E3-7347-82D0-5D780AA8DD9C}"/>
                </a:ext>
              </a:extLst>
            </p:cNvPr>
            <p:cNvSpPr>
              <a:spLocks noChangeShapeType="1"/>
            </p:cNvSpPr>
            <p:nvPr/>
          </p:nvSpPr>
          <p:spPr bwMode="auto">
            <a:xfrm flipH="1">
              <a:off x="736" y="864"/>
              <a:ext cx="6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81">
              <a:extLst>
                <a:ext uri="{FF2B5EF4-FFF2-40B4-BE49-F238E27FC236}">
                  <a16:creationId xmlns:a16="http://schemas.microsoft.com/office/drawing/2014/main" id="{3E6876BD-F131-344B-978B-D41B2012B892}"/>
                </a:ext>
              </a:extLst>
            </p:cNvPr>
            <p:cNvSpPr txBox="1">
              <a:spLocks noChangeArrowheads="1"/>
            </p:cNvSpPr>
            <p:nvPr/>
          </p:nvSpPr>
          <p:spPr bwMode="auto">
            <a:xfrm>
              <a:off x="1031" y="1080"/>
              <a:ext cx="26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a:ea typeface="楷体_GB2312" pitchFamily="49" charset="-122"/>
                </a:rPr>
                <a:t>R</a:t>
              </a:r>
            </a:p>
          </p:txBody>
        </p:sp>
        <p:sp>
          <p:nvSpPr>
            <p:cNvPr id="15" name="Text Box 82">
              <a:extLst>
                <a:ext uri="{FF2B5EF4-FFF2-40B4-BE49-F238E27FC236}">
                  <a16:creationId xmlns:a16="http://schemas.microsoft.com/office/drawing/2014/main" id="{0C28CC65-3923-1440-B07E-A9E213A91D2B}"/>
                </a:ext>
              </a:extLst>
            </p:cNvPr>
            <p:cNvSpPr txBox="1">
              <a:spLocks noChangeArrowheads="1"/>
            </p:cNvSpPr>
            <p:nvPr/>
          </p:nvSpPr>
          <p:spPr bwMode="auto">
            <a:xfrm>
              <a:off x="905" y="1589"/>
              <a:ext cx="42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dirty="0" err="1">
                  <a:ea typeface="楷体_GB2312" pitchFamily="49" charset="-122"/>
                </a:rPr>
                <a:t>jX</a:t>
              </a:r>
              <a:r>
                <a:rPr lang="en-US" altLang="zh-CN" i="1" baseline="-25000" dirty="0" err="1">
                  <a:ea typeface="楷体_GB2312" pitchFamily="49" charset="-122"/>
                </a:rPr>
                <a:t>L</a:t>
              </a:r>
              <a:endParaRPr lang="en-US" altLang="zh-CN" i="1" baseline="-25000" dirty="0">
                <a:ea typeface="楷体_GB2312" pitchFamily="49" charset="-122"/>
              </a:endParaRPr>
            </a:p>
          </p:txBody>
        </p:sp>
        <p:sp>
          <p:nvSpPr>
            <p:cNvPr id="16" name="Text Box 83">
              <a:extLst>
                <a:ext uri="{FF2B5EF4-FFF2-40B4-BE49-F238E27FC236}">
                  <a16:creationId xmlns:a16="http://schemas.microsoft.com/office/drawing/2014/main" id="{B3091729-FFC3-7D42-8DCA-CD2D30E8CAF1}"/>
                </a:ext>
              </a:extLst>
            </p:cNvPr>
            <p:cNvSpPr txBox="1">
              <a:spLocks noChangeArrowheads="1"/>
            </p:cNvSpPr>
            <p:nvPr/>
          </p:nvSpPr>
          <p:spPr bwMode="auto">
            <a:xfrm>
              <a:off x="816" y="2201"/>
              <a:ext cx="506"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a:ea typeface="楷体_GB2312" pitchFamily="49" charset="-122"/>
                </a:rPr>
                <a:t>-jX</a:t>
              </a:r>
              <a:r>
                <a:rPr lang="en-US" altLang="zh-CN" i="1" baseline="-25000">
                  <a:ea typeface="楷体_GB2312" pitchFamily="49" charset="-122"/>
                </a:rPr>
                <a:t>C</a:t>
              </a:r>
            </a:p>
          </p:txBody>
        </p:sp>
        <p:grpSp>
          <p:nvGrpSpPr>
            <p:cNvPr id="17" name="Group 84">
              <a:extLst>
                <a:ext uri="{FF2B5EF4-FFF2-40B4-BE49-F238E27FC236}">
                  <a16:creationId xmlns:a16="http://schemas.microsoft.com/office/drawing/2014/main" id="{9F41E0AB-6688-2942-8723-98EC3FC04130}"/>
                </a:ext>
              </a:extLst>
            </p:cNvPr>
            <p:cNvGrpSpPr>
              <a:grpSpLocks/>
            </p:cNvGrpSpPr>
            <p:nvPr/>
          </p:nvGrpSpPr>
          <p:grpSpPr bwMode="auto">
            <a:xfrm>
              <a:off x="1356" y="1631"/>
              <a:ext cx="114" cy="413"/>
              <a:chOff x="433" y="3084"/>
              <a:chExt cx="95" cy="612"/>
            </a:xfrm>
          </p:grpSpPr>
          <p:sp>
            <p:nvSpPr>
              <p:cNvPr id="36" name="AutoShape 85">
                <a:extLst>
                  <a:ext uri="{FF2B5EF4-FFF2-40B4-BE49-F238E27FC236}">
                    <a16:creationId xmlns:a16="http://schemas.microsoft.com/office/drawing/2014/main" id="{FD389FC6-1818-DA42-BFA3-395808868DC3}"/>
                  </a:ext>
                </a:extLst>
              </p:cNvPr>
              <p:cNvSpPr>
                <a:spLocks noChangeArrowheads="1"/>
              </p:cNvSpPr>
              <p:nvPr/>
            </p:nvSpPr>
            <p:spPr bwMode="auto">
              <a:xfrm flipH="1">
                <a:off x="433" y="3276"/>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sp>
            <p:nvSpPr>
              <p:cNvPr id="37" name="AutoShape 86">
                <a:extLst>
                  <a:ext uri="{FF2B5EF4-FFF2-40B4-BE49-F238E27FC236}">
                    <a16:creationId xmlns:a16="http://schemas.microsoft.com/office/drawing/2014/main" id="{50126B62-1053-A34E-AF81-0D9E7DFCA95D}"/>
                  </a:ext>
                </a:extLst>
              </p:cNvPr>
              <p:cNvSpPr>
                <a:spLocks noChangeArrowheads="1"/>
              </p:cNvSpPr>
              <p:nvPr/>
            </p:nvSpPr>
            <p:spPr bwMode="auto">
              <a:xfrm flipH="1">
                <a:off x="445" y="3084"/>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sp>
            <p:nvSpPr>
              <p:cNvPr id="38" name="AutoShape 87">
                <a:extLst>
                  <a:ext uri="{FF2B5EF4-FFF2-40B4-BE49-F238E27FC236}">
                    <a16:creationId xmlns:a16="http://schemas.microsoft.com/office/drawing/2014/main" id="{2201F21E-47F0-914D-B084-FD3D39C91242}"/>
                  </a:ext>
                </a:extLst>
              </p:cNvPr>
              <p:cNvSpPr>
                <a:spLocks noChangeArrowheads="1"/>
              </p:cNvSpPr>
              <p:nvPr/>
            </p:nvSpPr>
            <p:spPr bwMode="auto">
              <a:xfrm flipH="1">
                <a:off x="433" y="3492"/>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grpSp>
        <p:graphicFrame>
          <p:nvGraphicFramePr>
            <p:cNvPr id="18" name="Object 88">
              <a:extLst>
                <a:ext uri="{FF2B5EF4-FFF2-40B4-BE49-F238E27FC236}">
                  <a16:creationId xmlns:a16="http://schemas.microsoft.com/office/drawing/2014/main" id="{27E8DFAB-ADAD-FC4B-9396-7F9B9C1A914A}"/>
                </a:ext>
              </a:extLst>
            </p:cNvPr>
            <p:cNvGraphicFramePr>
              <a:graphicFrameLocks noChangeAspect="1"/>
            </p:cNvGraphicFramePr>
            <p:nvPr/>
          </p:nvGraphicFramePr>
          <p:xfrm>
            <a:off x="1477" y="1056"/>
            <a:ext cx="290" cy="284"/>
          </p:xfrm>
          <a:graphic>
            <a:graphicData uri="http://schemas.openxmlformats.org/presentationml/2006/ole">
              <mc:AlternateContent xmlns:mc="http://schemas.openxmlformats.org/markup-compatibility/2006">
                <mc:Choice xmlns:v="urn:schemas-microsoft-com:vml" Requires="v">
                  <p:oleObj spid="_x0000_s50281" name="Equation" r:id="rId5" imgW="200026" imgH="209468" progId="Equation.3">
                    <p:embed/>
                  </p:oleObj>
                </mc:Choice>
                <mc:Fallback>
                  <p:oleObj name="Equation" r:id="rId5" imgW="200026" imgH="209468" progId="Equation.3">
                    <p:embed/>
                    <p:pic>
                      <p:nvPicPr>
                        <p:cNvPr id="46" name="Object 88">
                          <a:extLst>
                            <a:ext uri="{FF2B5EF4-FFF2-40B4-BE49-F238E27FC236}">
                              <a16:creationId xmlns:a16="http://schemas.microsoft.com/office/drawing/2014/main" id="{27E8DFAB-ADAD-FC4B-9396-7F9B9C1A91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7" y="1056"/>
                          <a:ext cx="29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89">
              <a:extLst>
                <a:ext uri="{FF2B5EF4-FFF2-40B4-BE49-F238E27FC236}">
                  <a16:creationId xmlns:a16="http://schemas.microsoft.com/office/drawing/2014/main" id="{5CE3651C-6FD2-AA4F-8546-279AFB90DFD9}"/>
                </a:ext>
              </a:extLst>
            </p:cNvPr>
            <p:cNvSpPr txBox="1">
              <a:spLocks noChangeArrowheads="1"/>
            </p:cNvSpPr>
            <p:nvPr/>
          </p:nvSpPr>
          <p:spPr bwMode="auto">
            <a:xfrm>
              <a:off x="1444" y="80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20" name="Text Box 90">
              <a:extLst>
                <a:ext uri="{FF2B5EF4-FFF2-40B4-BE49-F238E27FC236}">
                  <a16:creationId xmlns:a16="http://schemas.microsoft.com/office/drawing/2014/main" id="{F038E1A2-ED69-314D-BBD0-990BB694F98A}"/>
                </a:ext>
              </a:extLst>
            </p:cNvPr>
            <p:cNvSpPr txBox="1">
              <a:spLocks noChangeArrowheads="1"/>
            </p:cNvSpPr>
            <p:nvPr/>
          </p:nvSpPr>
          <p:spPr bwMode="auto">
            <a:xfrm>
              <a:off x="1444" y="1159"/>
              <a:ext cx="29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21" name="Line 91">
              <a:extLst>
                <a:ext uri="{FF2B5EF4-FFF2-40B4-BE49-F238E27FC236}">
                  <a16:creationId xmlns:a16="http://schemas.microsoft.com/office/drawing/2014/main" id="{30ECCD71-352A-104F-922A-94FCC65E588F}"/>
                </a:ext>
              </a:extLst>
            </p:cNvPr>
            <p:cNvSpPr>
              <a:spLocks noChangeShapeType="1"/>
            </p:cNvSpPr>
            <p:nvPr/>
          </p:nvSpPr>
          <p:spPr bwMode="auto">
            <a:xfrm>
              <a:off x="1385" y="864"/>
              <a:ext cx="0"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92">
              <a:extLst>
                <a:ext uri="{FF2B5EF4-FFF2-40B4-BE49-F238E27FC236}">
                  <a16:creationId xmlns:a16="http://schemas.microsoft.com/office/drawing/2014/main" id="{9A27DD29-5E9F-5546-A6E2-5F1E5C8EDAD0}"/>
                </a:ext>
              </a:extLst>
            </p:cNvPr>
            <p:cNvSpPr>
              <a:spLocks noChangeShapeType="1"/>
            </p:cNvSpPr>
            <p:nvPr/>
          </p:nvSpPr>
          <p:spPr bwMode="auto">
            <a:xfrm>
              <a:off x="1385" y="1363"/>
              <a:ext cx="0" cy="2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 name="Object 93">
              <a:extLst>
                <a:ext uri="{FF2B5EF4-FFF2-40B4-BE49-F238E27FC236}">
                  <a16:creationId xmlns:a16="http://schemas.microsoft.com/office/drawing/2014/main" id="{7EA2FFD3-749C-AB49-8C9B-58989D599AD0}"/>
                </a:ext>
              </a:extLst>
            </p:cNvPr>
            <p:cNvGraphicFramePr>
              <a:graphicFrameLocks noChangeAspect="1"/>
            </p:cNvGraphicFramePr>
            <p:nvPr/>
          </p:nvGraphicFramePr>
          <p:xfrm>
            <a:off x="1465" y="1632"/>
            <a:ext cx="302" cy="293"/>
          </p:xfrm>
          <a:graphic>
            <a:graphicData uri="http://schemas.openxmlformats.org/presentationml/2006/ole">
              <mc:AlternateContent xmlns:mc="http://schemas.openxmlformats.org/markup-compatibility/2006">
                <mc:Choice xmlns:v="urn:schemas-microsoft-com:vml" Requires="v">
                  <p:oleObj spid="_x0000_s50282" name="Equation" r:id="rId7" imgW="200026" imgH="209468" progId="Equation.3">
                    <p:embed/>
                  </p:oleObj>
                </mc:Choice>
                <mc:Fallback>
                  <p:oleObj name="Equation" r:id="rId7" imgW="200026" imgH="209468" progId="Equation.3">
                    <p:embed/>
                    <p:pic>
                      <p:nvPicPr>
                        <p:cNvPr id="51" name="Object 93">
                          <a:extLst>
                            <a:ext uri="{FF2B5EF4-FFF2-40B4-BE49-F238E27FC236}">
                              <a16:creationId xmlns:a16="http://schemas.microsoft.com/office/drawing/2014/main" id="{7EA2FFD3-749C-AB49-8C9B-58989D599A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5" y="1632"/>
                          <a:ext cx="30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 Box 94">
              <a:extLst>
                <a:ext uri="{FF2B5EF4-FFF2-40B4-BE49-F238E27FC236}">
                  <a16:creationId xmlns:a16="http://schemas.microsoft.com/office/drawing/2014/main" id="{DA1DBA80-5349-9548-AFD2-3C4987775551}"/>
                </a:ext>
              </a:extLst>
            </p:cNvPr>
            <p:cNvSpPr txBox="1">
              <a:spLocks noChangeArrowheads="1"/>
            </p:cNvSpPr>
            <p:nvPr/>
          </p:nvSpPr>
          <p:spPr bwMode="auto">
            <a:xfrm>
              <a:off x="1444" y="198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25" name="Text Box 95">
              <a:extLst>
                <a:ext uri="{FF2B5EF4-FFF2-40B4-BE49-F238E27FC236}">
                  <a16:creationId xmlns:a16="http://schemas.microsoft.com/office/drawing/2014/main" id="{DEA71004-30DD-6F4A-91AC-A771E14071AF}"/>
                </a:ext>
              </a:extLst>
            </p:cNvPr>
            <p:cNvSpPr txBox="1">
              <a:spLocks noChangeArrowheads="1"/>
            </p:cNvSpPr>
            <p:nvPr/>
          </p:nvSpPr>
          <p:spPr bwMode="auto">
            <a:xfrm>
              <a:off x="1444" y="1749"/>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graphicFrame>
          <p:nvGraphicFramePr>
            <p:cNvPr id="26" name="Object 96">
              <a:extLst>
                <a:ext uri="{FF2B5EF4-FFF2-40B4-BE49-F238E27FC236}">
                  <a16:creationId xmlns:a16="http://schemas.microsoft.com/office/drawing/2014/main" id="{D6C40DAF-C96B-4E46-B130-1931B2D8C871}"/>
                </a:ext>
              </a:extLst>
            </p:cNvPr>
            <p:cNvGraphicFramePr>
              <a:graphicFrameLocks noChangeAspect="1"/>
            </p:cNvGraphicFramePr>
            <p:nvPr/>
          </p:nvGraphicFramePr>
          <p:xfrm>
            <a:off x="1467" y="2197"/>
            <a:ext cx="347" cy="344"/>
          </p:xfrm>
          <a:graphic>
            <a:graphicData uri="http://schemas.openxmlformats.org/presentationml/2006/ole">
              <mc:AlternateContent xmlns:mc="http://schemas.openxmlformats.org/markup-compatibility/2006">
                <mc:Choice xmlns:v="urn:schemas-microsoft-com:vml" Requires="v">
                  <p:oleObj spid="_x0000_s50283" name="Equation" r:id="rId9" imgW="200026" imgH="219186" progId="Equation.3">
                    <p:embed/>
                  </p:oleObj>
                </mc:Choice>
                <mc:Fallback>
                  <p:oleObj name="Equation" r:id="rId9" imgW="200026" imgH="219186" progId="Equation.3">
                    <p:embed/>
                    <p:pic>
                      <p:nvPicPr>
                        <p:cNvPr id="54" name="Object 96">
                          <a:extLst>
                            <a:ext uri="{FF2B5EF4-FFF2-40B4-BE49-F238E27FC236}">
                              <a16:creationId xmlns:a16="http://schemas.microsoft.com/office/drawing/2014/main" id="{D6C40DAF-C96B-4E46-B130-1931B2D8C87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7" y="2197"/>
                          <a:ext cx="347"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Text Box 97">
              <a:extLst>
                <a:ext uri="{FF2B5EF4-FFF2-40B4-BE49-F238E27FC236}">
                  <a16:creationId xmlns:a16="http://schemas.microsoft.com/office/drawing/2014/main" id="{8DDC64BF-CF7A-354E-818F-A8897BC9F439}"/>
                </a:ext>
              </a:extLst>
            </p:cNvPr>
            <p:cNvSpPr txBox="1">
              <a:spLocks noChangeArrowheads="1"/>
            </p:cNvSpPr>
            <p:nvPr/>
          </p:nvSpPr>
          <p:spPr bwMode="auto">
            <a:xfrm>
              <a:off x="1444" y="139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28" name="Text Box 98">
              <a:extLst>
                <a:ext uri="{FF2B5EF4-FFF2-40B4-BE49-F238E27FC236}">
                  <a16:creationId xmlns:a16="http://schemas.microsoft.com/office/drawing/2014/main" id="{C3EDE3FD-29C7-544B-9E91-F6F378318F4F}"/>
                </a:ext>
              </a:extLst>
            </p:cNvPr>
            <p:cNvSpPr txBox="1">
              <a:spLocks noChangeArrowheads="1"/>
            </p:cNvSpPr>
            <p:nvPr/>
          </p:nvSpPr>
          <p:spPr bwMode="auto">
            <a:xfrm>
              <a:off x="1444" y="2339"/>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29" name="Line 99">
              <a:extLst>
                <a:ext uri="{FF2B5EF4-FFF2-40B4-BE49-F238E27FC236}">
                  <a16:creationId xmlns:a16="http://schemas.microsoft.com/office/drawing/2014/main" id="{70B42572-235F-DF4A-AB08-2A29D824925F}"/>
                </a:ext>
              </a:extLst>
            </p:cNvPr>
            <p:cNvSpPr>
              <a:spLocks noChangeShapeType="1"/>
            </p:cNvSpPr>
            <p:nvPr/>
          </p:nvSpPr>
          <p:spPr bwMode="auto">
            <a:xfrm flipH="1">
              <a:off x="736" y="2752"/>
              <a:ext cx="6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 name="Object 100">
              <a:extLst>
                <a:ext uri="{FF2B5EF4-FFF2-40B4-BE49-F238E27FC236}">
                  <a16:creationId xmlns:a16="http://schemas.microsoft.com/office/drawing/2014/main" id="{1FA698F2-C975-AD44-97DA-C9029DB2DD9F}"/>
                </a:ext>
              </a:extLst>
            </p:cNvPr>
            <p:cNvGraphicFramePr>
              <a:graphicFrameLocks noChangeAspect="1"/>
            </p:cNvGraphicFramePr>
            <p:nvPr/>
          </p:nvGraphicFramePr>
          <p:xfrm>
            <a:off x="564" y="1659"/>
            <a:ext cx="252" cy="261"/>
          </p:xfrm>
          <a:graphic>
            <a:graphicData uri="http://schemas.openxmlformats.org/presentationml/2006/ole">
              <mc:AlternateContent xmlns:mc="http://schemas.openxmlformats.org/markup-compatibility/2006">
                <mc:Choice xmlns:v="urn:schemas-microsoft-com:vml" Requires="v">
                  <p:oleObj spid="_x0000_s50284" name="Equation" r:id="rId11" imgW="142799" imgH="180855" progId="Equation.3">
                    <p:embed/>
                  </p:oleObj>
                </mc:Choice>
                <mc:Fallback>
                  <p:oleObj name="Equation" r:id="rId11" imgW="142799" imgH="180855" progId="Equation.3">
                    <p:embed/>
                    <p:pic>
                      <p:nvPicPr>
                        <p:cNvPr id="58" name="Object 100">
                          <a:extLst>
                            <a:ext uri="{FF2B5EF4-FFF2-40B4-BE49-F238E27FC236}">
                              <a16:creationId xmlns:a16="http://schemas.microsoft.com/office/drawing/2014/main" id="{1FA698F2-C975-AD44-97DA-C9029DB2DD9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4" y="1659"/>
                          <a:ext cx="252"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Text Box 101">
              <a:extLst>
                <a:ext uri="{FF2B5EF4-FFF2-40B4-BE49-F238E27FC236}">
                  <a16:creationId xmlns:a16="http://schemas.microsoft.com/office/drawing/2014/main" id="{F469BF11-5412-A547-8B10-58EF5ED25D5A}"/>
                </a:ext>
              </a:extLst>
            </p:cNvPr>
            <p:cNvSpPr txBox="1">
              <a:spLocks noChangeArrowheads="1"/>
            </p:cNvSpPr>
            <p:nvPr/>
          </p:nvSpPr>
          <p:spPr bwMode="auto">
            <a:xfrm>
              <a:off x="559" y="80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32" name="Text Box 102">
              <a:extLst>
                <a:ext uri="{FF2B5EF4-FFF2-40B4-BE49-F238E27FC236}">
                  <a16:creationId xmlns:a16="http://schemas.microsoft.com/office/drawing/2014/main" id="{C642CEC8-768C-E042-A44B-4D9A8AEEA657}"/>
                </a:ext>
              </a:extLst>
            </p:cNvPr>
            <p:cNvSpPr txBox="1">
              <a:spLocks noChangeArrowheads="1"/>
            </p:cNvSpPr>
            <p:nvPr/>
          </p:nvSpPr>
          <p:spPr bwMode="auto">
            <a:xfrm>
              <a:off x="559" y="2280"/>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33" name="Oval 103">
              <a:extLst>
                <a:ext uri="{FF2B5EF4-FFF2-40B4-BE49-F238E27FC236}">
                  <a16:creationId xmlns:a16="http://schemas.microsoft.com/office/drawing/2014/main" id="{5882F905-3197-2E44-B2E0-20A25D97A5A2}"/>
                </a:ext>
              </a:extLst>
            </p:cNvPr>
            <p:cNvSpPr>
              <a:spLocks noChangeArrowheads="1"/>
            </p:cNvSpPr>
            <p:nvPr/>
          </p:nvSpPr>
          <p:spPr bwMode="auto">
            <a:xfrm>
              <a:off x="677" y="835"/>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sp>
          <p:nvSpPr>
            <p:cNvPr id="34" name="Oval 104">
              <a:extLst>
                <a:ext uri="{FF2B5EF4-FFF2-40B4-BE49-F238E27FC236}">
                  <a16:creationId xmlns:a16="http://schemas.microsoft.com/office/drawing/2014/main" id="{16A3992B-B8CB-A94D-8C83-785443803536}"/>
                </a:ext>
              </a:extLst>
            </p:cNvPr>
            <p:cNvSpPr>
              <a:spLocks noChangeArrowheads="1"/>
            </p:cNvSpPr>
            <p:nvPr/>
          </p:nvSpPr>
          <p:spPr bwMode="auto">
            <a:xfrm>
              <a:off x="677" y="2723"/>
              <a:ext cx="61" cy="6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graphicFrame>
          <p:nvGraphicFramePr>
            <p:cNvPr id="35" name="Object 105">
              <a:extLst>
                <a:ext uri="{FF2B5EF4-FFF2-40B4-BE49-F238E27FC236}">
                  <a16:creationId xmlns:a16="http://schemas.microsoft.com/office/drawing/2014/main" id="{1E2B149B-D8F8-A047-AFF0-34FBAB31775D}"/>
                </a:ext>
              </a:extLst>
            </p:cNvPr>
            <p:cNvGraphicFramePr>
              <a:graphicFrameLocks noChangeAspect="1"/>
            </p:cNvGraphicFramePr>
            <p:nvPr/>
          </p:nvGraphicFramePr>
          <p:xfrm>
            <a:off x="1179" y="612"/>
            <a:ext cx="192" cy="252"/>
          </p:xfrm>
          <a:graphic>
            <a:graphicData uri="http://schemas.openxmlformats.org/presentationml/2006/ole">
              <mc:AlternateContent xmlns:mc="http://schemas.openxmlformats.org/markup-compatibility/2006">
                <mc:Choice xmlns:v="urn:schemas-microsoft-com:vml" Requires="v">
                  <p:oleObj spid="_x0000_s50285" name="Equation" r:id="rId13" imgW="104737" imgH="171408" progId="Equation.3">
                    <p:embed/>
                  </p:oleObj>
                </mc:Choice>
                <mc:Fallback>
                  <p:oleObj name="Equation" r:id="rId13" imgW="104737" imgH="171408" progId="Equation.3">
                    <p:embed/>
                    <p:pic>
                      <p:nvPicPr>
                        <p:cNvPr id="63" name="Object 105">
                          <a:extLst>
                            <a:ext uri="{FF2B5EF4-FFF2-40B4-BE49-F238E27FC236}">
                              <a16:creationId xmlns:a16="http://schemas.microsoft.com/office/drawing/2014/main" id="{1E2B149B-D8F8-A047-AFF0-34FBAB31775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79" y="612"/>
                          <a:ext cx="19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0512225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bwMode="auto">
          <a:xfrm>
            <a:off x="889909" y="260651"/>
            <a:ext cx="8229600" cy="63341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800" kern="1200" dirty="0">
                <a:latin typeface="Arial Black" pitchFamily="34" charset="0"/>
                <a:ea typeface="宋体" charset="-122"/>
                <a:cs typeface="+mn-cs"/>
              </a:rPr>
              <a:t>11.3  Maximum Average Power Transfer</a:t>
            </a:r>
          </a:p>
        </p:txBody>
      </p:sp>
      <p:graphicFrame>
        <p:nvGraphicFramePr>
          <p:cNvPr id="15365" name="Object 5"/>
          <p:cNvGraphicFramePr>
            <a:graphicFrameLocks noChangeAspect="1"/>
          </p:cNvGraphicFramePr>
          <p:nvPr>
            <p:extLst>
              <p:ext uri="{D42A27DB-BD31-4B8C-83A1-F6EECF244321}">
                <p14:modId xmlns:p14="http://schemas.microsoft.com/office/powerpoint/2010/main" val="1425225498"/>
              </p:ext>
            </p:extLst>
          </p:nvPr>
        </p:nvGraphicFramePr>
        <p:xfrm>
          <a:off x="3340418" y="1340788"/>
          <a:ext cx="2756495" cy="1137295"/>
        </p:xfrm>
        <a:graphic>
          <a:graphicData uri="http://schemas.openxmlformats.org/presentationml/2006/ole">
            <mc:AlternateContent xmlns:mc="http://schemas.openxmlformats.org/markup-compatibility/2006">
              <mc:Choice xmlns:v="urn:schemas-microsoft-com:vml" Requires="v">
                <p:oleObj spid="_x0000_s5182" name="Equation" r:id="rId3" imgW="1117440" imgH="507960" progId="Equation.DSMT4">
                  <p:embed/>
                </p:oleObj>
              </mc:Choice>
              <mc:Fallback>
                <p:oleObj name="Equation" r:id="rId3" imgW="1117440" imgH="507960" progId="Equation.DSMT4">
                  <p:embed/>
                  <p:pic>
                    <p:nvPicPr>
                      <p:cNvPr id="0" name=""/>
                      <p:cNvPicPr>
                        <a:picLocks noChangeAspect="1" noChangeArrowheads="1"/>
                      </p:cNvPicPr>
                      <p:nvPr/>
                    </p:nvPicPr>
                    <p:blipFill>
                      <a:blip r:embed="rId4"/>
                      <a:srcRect/>
                      <a:stretch>
                        <a:fillRect/>
                      </a:stretch>
                    </p:blipFill>
                    <p:spPr bwMode="auto">
                      <a:xfrm>
                        <a:off x="3340418" y="1340788"/>
                        <a:ext cx="2756495" cy="1137295"/>
                      </a:xfrm>
                      <a:prstGeom prst="rect">
                        <a:avLst/>
                      </a:prstGeom>
                      <a:noFill/>
                      <a:ln>
                        <a:noFill/>
                      </a:ln>
                      <a:effectLst/>
                    </p:spPr>
                  </p:pic>
                </p:oleObj>
              </mc:Fallback>
            </mc:AlternateContent>
          </a:graphicData>
        </a:graphic>
      </p:graphicFrame>
      <p:sp>
        <p:nvSpPr>
          <p:cNvPr id="15366" name="Text Box 6"/>
          <p:cNvSpPr txBox="1">
            <a:spLocks noChangeArrowheads="1"/>
          </p:cNvSpPr>
          <p:nvPr/>
        </p:nvSpPr>
        <p:spPr bwMode="auto">
          <a:xfrm>
            <a:off x="3275860" y="2706711"/>
            <a:ext cx="5406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dirty="0">
                <a:latin typeface="Arial" charset="0"/>
                <a:ea typeface="宋体" charset="-122"/>
              </a:rPr>
              <a:t>The current through the load is </a:t>
            </a:r>
          </a:p>
        </p:txBody>
      </p:sp>
      <p:graphicFrame>
        <p:nvGraphicFramePr>
          <p:cNvPr id="15367" name="Object 7"/>
          <p:cNvGraphicFramePr>
            <a:graphicFrameLocks noChangeAspect="1"/>
          </p:cNvGraphicFramePr>
          <p:nvPr>
            <p:extLst>
              <p:ext uri="{D42A27DB-BD31-4B8C-83A1-F6EECF244321}">
                <p14:modId xmlns:p14="http://schemas.microsoft.com/office/powerpoint/2010/main" val="1931824696"/>
              </p:ext>
            </p:extLst>
          </p:nvPr>
        </p:nvGraphicFramePr>
        <p:xfrm>
          <a:off x="3255573" y="3429000"/>
          <a:ext cx="5576888" cy="2590800"/>
        </p:xfrm>
        <a:graphic>
          <a:graphicData uri="http://schemas.openxmlformats.org/presentationml/2006/ole">
            <mc:AlternateContent xmlns:mc="http://schemas.openxmlformats.org/markup-compatibility/2006">
              <mc:Choice xmlns:v="urn:schemas-microsoft-com:vml" Requires="v">
                <p:oleObj spid="_x0000_s5183" name="Equation" r:id="rId5" imgW="1879560" imgH="965160" progId="Equation.DSMT4">
                  <p:embed/>
                </p:oleObj>
              </mc:Choice>
              <mc:Fallback>
                <p:oleObj name="Equation" r:id="rId5" imgW="1879560" imgH="965160" progId="Equation.DSMT4">
                  <p:embed/>
                  <p:pic>
                    <p:nvPicPr>
                      <p:cNvPr id="0" name=""/>
                      <p:cNvPicPr>
                        <a:picLocks noChangeAspect="1" noChangeArrowheads="1"/>
                      </p:cNvPicPr>
                      <p:nvPr/>
                    </p:nvPicPr>
                    <p:blipFill>
                      <a:blip r:embed="rId6"/>
                      <a:srcRect/>
                      <a:stretch>
                        <a:fillRect/>
                      </a:stretch>
                    </p:blipFill>
                    <p:spPr bwMode="auto">
                      <a:xfrm>
                        <a:off x="3255573" y="3429000"/>
                        <a:ext cx="5576888" cy="2590800"/>
                      </a:xfrm>
                      <a:prstGeom prst="rect">
                        <a:avLst/>
                      </a:prstGeom>
                      <a:noFill/>
                      <a:ln>
                        <a:noFill/>
                      </a:ln>
                      <a:effectLst/>
                    </p:spPr>
                  </p:pic>
                </p:oleObj>
              </mc:Fallback>
            </mc:AlternateContent>
          </a:graphicData>
        </a:graphic>
      </p:graphicFrame>
      <p:pic>
        <p:nvPicPr>
          <p:cNvPr id="27" name="Picture 14" descr="11-00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772816"/>
            <a:ext cx="2938462"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5978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5365"/>
                                        </p:tgtEl>
                                        <p:attrNameLst>
                                          <p:attrName>style.visibility</p:attrName>
                                        </p:attrNameLst>
                                      </p:cBhvr>
                                      <p:to>
                                        <p:strVal val="visible"/>
                                      </p:to>
                                    </p:set>
                                    <p:animEffect transition="in" filter="wipe(up)">
                                      <p:cBhvr>
                                        <p:cTn id="11" dur="500"/>
                                        <p:tgtEl>
                                          <p:spTgt spid="153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5366"/>
                                        </p:tgtEl>
                                        <p:attrNameLst>
                                          <p:attrName>style.visibility</p:attrName>
                                        </p:attrNameLst>
                                      </p:cBhvr>
                                      <p:to>
                                        <p:strVal val="visible"/>
                                      </p:to>
                                    </p:set>
                                    <p:animEffect transition="in" filter="wipe(up)">
                                      <p:cBhvr>
                                        <p:cTn id="16" dur="500"/>
                                        <p:tgtEl>
                                          <p:spTgt spid="153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5367"/>
                                        </p:tgtEl>
                                        <p:attrNameLst>
                                          <p:attrName>style.visibility</p:attrName>
                                        </p:attrNameLst>
                                      </p:cBhvr>
                                      <p:to>
                                        <p:strVal val="visible"/>
                                      </p:to>
                                    </p:set>
                                    <p:animEffect transition="in" filter="wipe(up)">
                                      <p:cBhvr>
                                        <p:cTn id="21"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210" name="Object 10"/>
          <p:cNvGraphicFramePr>
            <a:graphicFrameLocks noChangeAspect="1"/>
          </p:cNvGraphicFramePr>
          <p:nvPr>
            <p:extLst>
              <p:ext uri="{D42A27DB-BD31-4B8C-83A1-F6EECF244321}">
                <p14:modId xmlns:p14="http://schemas.microsoft.com/office/powerpoint/2010/main" val="3631312098"/>
              </p:ext>
            </p:extLst>
          </p:nvPr>
        </p:nvGraphicFramePr>
        <p:xfrm>
          <a:off x="1691714" y="1196760"/>
          <a:ext cx="5458327" cy="4844703"/>
        </p:xfrm>
        <a:graphic>
          <a:graphicData uri="http://schemas.openxmlformats.org/presentationml/2006/ole">
            <mc:AlternateContent xmlns:mc="http://schemas.openxmlformats.org/markup-compatibility/2006">
              <mc:Choice xmlns:v="urn:schemas-microsoft-com:vml" Requires="v">
                <p:oleObj spid="_x0000_s6176" name="Equation" r:id="rId3" imgW="2260440" imgH="2006280" progId="Equation.DSMT4">
                  <p:embed/>
                </p:oleObj>
              </mc:Choice>
              <mc:Fallback>
                <p:oleObj name="Equation" r:id="rId3" imgW="2260440" imgH="2006280" progId="Equation.DSMT4">
                  <p:embed/>
                  <p:pic>
                    <p:nvPicPr>
                      <p:cNvPr id="0" name=""/>
                      <p:cNvPicPr>
                        <a:picLocks noChangeAspect="1" noChangeArrowheads="1"/>
                      </p:cNvPicPr>
                      <p:nvPr/>
                    </p:nvPicPr>
                    <p:blipFill>
                      <a:blip r:embed="rId4"/>
                      <a:srcRect/>
                      <a:stretch>
                        <a:fillRect/>
                      </a:stretch>
                    </p:blipFill>
                    <p:spPr bwMode="auto">
                      <a:xfrm>
                        <a:off x="1691714" y="1196760"/>
                        <a:ext cx="5458327" cy="4844703"/>
                      </a:xfrm>
                      <a:prstGeom prst="rect">
                        <a:avLst/>
                      </a:prstGeom>
                      <a:noFill/>
                      <a:ln>
                        <a:noFill/>
                      </a:ln>
                      <a:effectLst/>
                    </p:spPr>
                  </p:pic>
                </p:oleObj>
              </mc:Fallback>
            </mc:AlternateContent>
          </a:graphicData>
        </a:graphic>
      </p:graphicFrame>
      <p:sp>
        <p:nvSpPr>
          <p:cNvPr id="3" name="Rectangle 4"/>
          <p:cNvSpPr>
            <a:spLocks noChangeArrowheads="1"/>
          </p:cNvSpPr>
          <p:nvPr/>
        </p:nvSpPr>
        <p:spPr bwMode="auto">
          <a:xfrm>
            <a:off x="1050804" y="450251"/>
            <a:ext cx="71849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kumimoji="1" lang="en-US" altLang="zh-CN" sz="2800" dirty="0">
                <a:latin typeface="Arial" charset="0"/>
                <a:ea typeface="宋体" charset="-122"/>
              </a:rPr>
              <a:t>The</a:t>
            </a:r>
            <a:r>
              <a:rPr kumimoji="1" lang="zh-CN" altLang="en-US" sz="2800" dirty="0">
                <a:latin typeface="Arial" charset="0"/>
                <a:ea typeface="宋体" charset="-122"/>
              </a:rPr>
              <a:t> </a:t>
            </a:r>
            <a:r>
              <a:rPr kumimoji="1" lang="en-US" altLang="zh-CN" sz="2800" dirty="0">
                <a:latin typeface="Arial" charset="0"/>
                <a:ea typeface="宋体" charset="-122"/>
              </a:rPr>
              <a:t>average power delivered to the</a:t>
            </a:r>
            <a:r>
              <a:rPr kumimoji="1" lang="zh-CN" altLang="en-US" sz="2800" dirty="0">
                <a:latin typeface="Arial" charset="0"/>
                <a:ea typeface="宋体" charset="-122"/>
              </a:rPr>
              <a:t> </a:t>
            </a:r>
            <a:r>
              <a:rPr kumimoji="1" lang="en-US" altLang="zh-CN" sz="2800" dirty="0">
                <a:latin typeface="Arial" charset="0"/>
                <a:ea typeface="宋体" charset="-122"/>
              </a:rPr>
              <a:t>load is :</a:t>
            </a:r>
          </a:p>
        </p:txBody>
      </p:sp>
    </p:spTree>
    <p:extLst>
      <p:ext uri="{BB962C8B-B14F-4D97-AF65-F5344CB8AC3E}">
        <p14:creationId xmlns:p14="http://schemas.microsoft.com/office/powerpoint/2010/main" val="216812784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9"/>
          <p:cNvSpPr>
            <a:spLocks noChangeArrowheads="1"/>
          </p:cNvSpPr>
          <p:nvPr/>
        </p:nvSpPr>
        <p:spPr bwMode="auto">
          <a:xfrm>
            <a:off x="2627784" y="1928164"/>
            <a:ext cx="762000" cy="38100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18"/>
          <p:cNvSpPr>
            <a:spLocks noChangeArrowheads="1"/>
          </p:cNvSpPr>
          <p:nvPr/>
        </p:nvSpPr>
        <p:spPr bwMode="auto">
          <a:xfrm>
            <a:off x="259496" y="1772838"/>
            <a:ext cx="20810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latin typeface="Times New Roman" pitchFamily="18" charset="0"/>
                <a:sym typeface="Symbol" pitchFamily="18" charset="2"/>
              </a:rPr>
              <a:t></a:t>
            </a:r>
            <a:r>
              <a:rPr kumimoji="1" lang="en-US" altLang="zh-CN" sz="3200" i="1" baseline="30000" dirty="0">
                <a:latin typeface="Times New Roman" pitchFamily="18" charset="0"/>
                <a:sym typeface="Symbol" pitchFamily="18" charset="2"/>
              </a:rPr>
              <a:t> </a:t>
            </a:r>
            <a:r>
              <a:rPr kumimoji="1" lang="en-US" altLang="zh-CN" sz="3200" i="1" dirty="0">
                <a:latin typeface="Times New Roman" pitchFamily="18" charset="0"/>
              </a:rPr>
              <a:t>P/ </a:t>
            </a:r>
            <a:r>
              <a:rPr kumimoji="1" lang="en-US" altLang="zh-CN" sz="3200" dirty="0">
                <a:latin typeface="Times New Roman" pitchFamily="18" charset="0"/>
                <a:sym typeface="Symbol" pitchFamily="18" charset="2"/>
              </a:rPr>
              <a:t></a:t>
            </a:r>
            <a:r>
              <a:rPr kumimoji="1" lang="en-US" altLang="zh-CN" sz="3200" i="1" baseline="30000" dirty="0">
                <a:latin typeface="Times New Roman" pitchFamily="18" charset="0"/>
              </a:rPr>
              <a:t> </a:t>
            </a:r>
            <a:r>
              <a:rPr kumimoji="1" lang="en-US" altLang="zh-CN" sz="3200" i="1" dirty="0">
                <a:latin typeface="Times New Roman" pitchFamily="18" charset="0"/>
              </a:rPr>
              <a:t>X</a:t>
            </a:r>
            <a:r>
              <a:rPr kumimoji="1" lang="en-US" altLang="zh-CN" sz="3200" i="1" baseline="-25000" dirty="0">
                <a:latin typeface="Times New Roman" pitchFamily="18" charset="0"/>
              </a:rPr>
              <a:t>L</a:t>
            </a:r>
            <a:r>
              <a:rPr kumimoji="1" lang="en-US" altLang="zh-CN" sz="3200" i="1" dirty="0">
                <a:latin typeface="Times New Roman" pitchFamily="18" charset="0"/>
              </a:rPr>
              <a:t>=0</a:t>
            </a:r>
          </a:p>
        </p:txBody>
      </p:sp>
      <p:graphicFrame>
        <p:nvGraphicFramePr>
          <p:cNvPr id="7" name="对象 6"/>
          <p:cNvGraphicFramePr>
            <a:graphicFrameLocks noChangeAspect="1"/>
          </p:cNvGraphicFramePr>
          <p:nvPr>
            <p:extLst>
              <p:ext uri="{D42A27DB-BD31-4B8C-83A1-F6EECF244321}">
                <p14:modId xmlns:p14="http://schemas.microsoft.com/office/powerpoint/2010/main" val="1198295779"/>
              </p:ext>
            </p:extLst>
          </p:nvPr>
        </p:nvGraphicFramePr>
        <p:xfrm>
          <a:off x="3724275" y="1833586"/>
          <a:ext cx="1862138" cy="573087"/>
        </p:xfrm>
        <a:graphic>
          <a:graphicData uri="http://schemas.openxmlformats.org/presentationml/2006/ole">
            <mc:AlternateContent xmlns:mc="http://schemas.openxmlformats.org/markup-compatibility/2006">
              <mc:Choice xmlns:v="urn:schemas-microsoft-com:vml" Requires="v">
                <p:oleObj spid="_x0000_s7290" name="Equation" r:id="rId3" imgW="711000" imgH="241200" progId="Equation.DSMT4">
                  <p:embed/>
                </p:oleObj>
              </mc:Choice>
              <mc:Fallback>
                <p:oleObj name="Equation" r:id="rId3" imgW="711000" imgH="241200" progId="Equation.DSMT4">
                  <p:embed/>
                  <p:pic>
                    <p:nvPicPr>
                      <p:cNvPr id="0" name="Object 23"/>
                      <p:cNvPicPr>
                        <a:picLocks noChangeAspect="1" noChangeArrowheads="1"/>
                      </p:cNvPicPr>
                      <p:nvPr/>
                    </p:nvPicPr>
                    <p:blipFill>
                      <a:blip r:embed="rId4"/>
                      <a:srcRect/>
                      <a:stretch>
                        <a:fillRect/>
                      </a:stretch>
                    </p:blipFill>
                    <p:spPr bwMode="auto">
                      <a:xfrm>
                        <a:off x="3724275" y="1833586"/>
                        <a:ext cx="1862138"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17"/>
          <p:cNvSpPr>
            <a:spLocks noChangeArrowheads="1"/>
          </p:cNvSpPr>
          <p:nvPr/>
        </p:nvSpPr>
        <p:spPr bwMode="auto">
          <a:xfrm>
            <a:off x="201753" y="3338053"/>
            <a:ext cx="23150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Symbol" pitchFamily="18" charset="2"/>
              </a:rPr>
              <a:t></a:t>
            </a:r>
            <a:r>
              <a:rPr kumimoji="1" lang="en-US" altLang="zh-CN" sz="3600" i="1" baseline="30000" dirty="0">
                <a:latin typeface="Times New Roman" pitchFamily="18" charset="0"/>
                <a:sym typeface="Symbol" pitchFamily="18" charset="2"/>
              </a:rPr>
              <a:t> </a:t>
            </a:r>
            <a:r>
              <a:rPr kumimoji="1" lang="en-US" altLang="zh-CN" sz="3600" i="1" dirty="0">
                <a:latin typeface="Times New Roman" pitchFamily="18" charset="0"/>
              </a:rPr>
              <a:t>P/ </a:t>
            </a:r>
            <a:r>
              <a:rPr kumimoji="1" lang="en-US" altLang="zh-CN" sz="3600" dirty="0">
                <a:latin typeface="Times New Roman" pitchFamily="18" charset="0"/>
                <a:sym typeface="Symbol" pitchFamily="18" charset="2"/>
              </a:rPr>
              <a:t></a:t>
            </a:r>
            <a:r>
              <a:rPr kumimoji="1" lang="en-US" altLang="zh-CN" sz="3600" i="1" baseline="30000" dirty="0">
                <a:latin typeface="Times New Roman" pitchFamily="18" charset="0"/>
              </a:rPr>
              <a:t> </a:t>
            </a:r>
            <a:r>
              <a:rPr kumimoji="1" lang="en-US" altLang="zh-CN" sz="3600" i="1" dirty="0">
                <a:latin typeface="Times New Roman" pitchFamily="18" charset="0"/>
              </a:rPr>
              <a:t>R</a:t>
            </a:r>
            <a:r>
              <a:rPr kumimoji="1" lang="en-US" altLang="zh-CN" sz="3600" i="1" baseline="-25000" dirty="0">
                <a:latin typeface="Times New Roman" pitchFamily="18" charset="0"/>
              </a:rPr>
              <a:t>L</a:t>
            </a:r>
            <a:r>
              <a:rPr kumimoji="1" lang="en-US" altLang="zh-CN" sz="3600" i="1" dirty="0">
                <a:latin typeface="Times New Roman" pitchFamily="18" charset="0"/>
              </a:rPr>
              <a:t>=0</a:t>
            </a:r>
            <a:endParaRPr kumimoji="1" lang="en-US" altLang="zh-CN" sz="3600" i="1" baseline="-25000" dirty="0">
              <a:latin typeface="Times New Roman" pitchFamily="18" charset="0"/>
            </a:endParaRPr>
          </a:p>
        </p:txBody>
      </p:sp>
      <p:sp>
        <p:nvSpPr>
          <p:cNvPr id="9" name="AutoShape 20"/>
          <p:cNvSpPr>
            <a:spLocks noChangeArrowheads="1"/>
          </p:cNvSpPr>
          <p:nvPr/>
        </p:nvSpPr>
        <p:spPr bwMode="auto">
          <a:xfrm>
            <a:off x="2771800" y="3470695"/>
            <a:ext cx="762000" cy="38100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 name="Group 24"/>
          <p:cNvGrpSpPr>
            <a:grpSpLocks/>
          </p:cNvGrpSpPr>
          <p:nvPr/>
        </p:nvGrpSpPr>
        <p:grpSpPr bwMode="auto">
          <a:xfrm>
            <a:off x="3644036" y="3338760"/>
            <a:ext cx="4620267" cy="672263"/>
            <a:chOff x="2245" y="951"/>
            <a:chExt cx="3125" cy="438"/>
          </a:xfrm>
        </p:grpSpPr>
        <p:sp>
          <p:nvSpPr>
            <p:cNvPr id="11" name="Line 25"/>
            <p:cNvSpPr>
              <a:spLocks noChangeShapeType="1"/>
            </p:cNvSpPr>
            <p:nvPr/>
          </p:nvSpPr>
          <p:spPr bwMode="auto">
            <a:xfrm>
              <a:off x="3749" y="1349"/>
              <a:ext cx="1104"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 name="Object 26"/>
            <p:cNvGraphicFramePr>
              <a:graphicFrameLocks noChangeAspect="1"/>
            </p:cNvGraphicFramePr>
            <p:nvPr>
              <p:extLst>
                <p:ext uri="{D42A27DB-BD31-4B8C-83A1-F6EECF244321}">
                  <p14:modId xmlns:p14="http://schemas.microsoft.com/office/powerpoint/2010/main" val="504643524"/>
                </p:ext>
              </p:extLst>
            </p:nvPr>
          </p:nvGraphicFramePr>
          <p:xfrm>
            <a:off x="2245" y="951"/>
            <a:ext cx="3125" cy="438"/>
          </p:xfrm>
          <a:graphic>
            <a:graphicData uri="http://schemas.openxmlformats.org/presentationml/2006/ole">
              <mc:AlternateContent xmlns:mc="http://schemas.openxmlformats.org/markup-compatibility/2006">
                <mc:Choice xmlns:v="urn:schemas-microsoft-com:vml" Requires="v">
                  <p:oleObj spid="_x0000_s7291" name="Equation" r:id="rId5" imgW="1892160" imgH="291960" progId="Equation.DSMT4">
                    <p:embed/>
                  </p:oleObj>
                </mc:Choice>
                <mc:Fallback>
                  <p:oleObj name="Equation" r:id="rId5" imgW="1892160" imgH="291960" progId="Equation.DSMT4">
                    <p:embed/>
                    <p:pic>
                      <p:nvPicPr>
                        <p:cNvPr id="0" name=""/>
                        <p:cNvPicPr>
                          <a:picLocks noChangeAspect="1" noChangeArrowheads="1"/>
                        </p:cNvPicPr>
                        <p:nvPr/>
                      </p:nvPicPr>
                      <p:blipFill>
                        <a:blip r:embed="rId6"/>
                        <a:srcRect/>
                        <a:stretch>
                          <a:fillRect/>
                        </a:stretch>
                      </p:blipFill>
                      <p:spPr bwMode="auto">
                        <a:xfrm>
                          <a:off x="2245" y="951"/>
                          <a:ext cx="3125"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 name="AutoShape 21"/>
          <p:cNvSpPr>
            <a:spLocks noChangeArrowheads="1"/>
          </p:cNvSpPr>
          <p:nvPr/>
        </p:nvSpPr>
        <p:spPr bwMode="auto">
          <a:xfrm rot="10800000" flipH="1">
            <a:off x="5537610" y="2298845"/>
            <a:ext cx="834601" cy="770137"/>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9"/>
          <p:cNvSpPr>
            <a:spLocks noChangeArrowheads="1"/>
          </p:cNvSpPr>
          <p:nvPr/>
        </p:nvSpPr>
        <p:spPr bwMode="auto">
          <a:xfrm>
            <a:off x="471351" y="5301211"/>
            <a:ext cx="828675" cy="611188"/>
          </a:xfrm>
          <a:prstGeom prst="rightArrow">
            <a:avLst>
              <a:gd name="adj1" fmla="val 50000"/>
              <a:gd name="adj2" fmla="val 33896"/>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802431138"/>
              </p:ext>
            </p:extLst>
          </p:nvPr>
        </p:nvGraphicFramePr>
        <p:xfrm>
          <a:off x="1547666" y="5194868"/>
          <a:ext cx="6391275" cy="823913"/>
        </p:xfrm>
        <a:graphic>
          <a:graphicData uri="http://schemas.openxmlformats.org/presentationml/2006/ole">
            <mc:AlternateContent xmlns:mc="http://schemas.openxmlformats.org/markup-compatibility/2006">
              <mc:Choice xmlns:v="urn:schemas-microsoft-com:vml" Requires="v">
                <p:oleObj spid="_x0000_s7292" name="Equation" r:id="rId7" imgW="2019240" imgH="253800" progId="Equation.DSMT4">
                  <p:embed/>
                </p:oleObj>
              </mc:Choice>
              <mc:Fallback>
                <p:oleObj name="Equation" r:id="rId7" imgW="2019240" imgH="2538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666" y="5194868"/>
                        <a:ext cx="63912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AutoShape 20"/>
          <p:cNvSpPr>
            <a:spLocks noChangeArrowheads="1"/>
          </p:cNvSpPr>
          <p:nvPr/>
        </p:nvSpPr>
        <p:spPr bwMode="auto">
          <a:xfrm>
            <a:off x="415113" y="4339580"/>
            <a:ext cx="762000" cy="38100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 name="Object 26"/>
          <p:cNvGraphicFramePr>
            <a:graphicFrameLocks noChangeAspect="1"/>
          </p:cNvGraphicFramePr>
          <p:nvPr>
            <p:extLst>
              <p:ext uri="{D42A27DB-BD31-4B8C-83A1-F6EECF244321}">
                <p14:modId xmlns:p14="http://schemas.microsoft.com/office/powerpoint/2010/main" val="835463500"/>
              </p:ext>
            </p:extLst>
          </p:nvPr>
        </p:nvGraphicFramePr>
        <p:xfrm>
          <a:off x="1363392" y="4253083"/>
          <a:ext cx="1489075" cy="554039"/>
        </p:xfrm>
        <a:graphic>
          <a:graphicData uri="http://schemas.openxmlformats.org/presentationml/2006/ole">
            <mc:AlternateContent xmlns:mc="http://schemas.openxmlformats.org/markup-compatibility/2006">
              <mc:Choice xmlns:v="urn:schemas-microsoft-com:vml" Requires="v">
                <p:oleObj spid="_x0000_s7293" name="Equation" r:id="rId9" imgW="609480" imgH="241200" progId="Equation.DSMT4">
                  <p:embed/>
                </p:oleObj>
              </mc:Choice>
              <mc:Fallback>
                <p:oleObj name="Equation" r:id="rId9" imgW="609480" imgH="241200" progId="Equation.DSMT4">
                  <p:embed/>
                  <p:pic>
                    <p:nvPicPr>
                      <p:cNvPr id="0" name=""/>
                      <p:cNvPicPr>
                        <a:picLocks noChangeAspect="1" noChangeArrowheads="1"/>
                      </p:cNvPicPr>
                      <p:nvPr/>
                    </p:nvPicPr>
                    <p:blipFill>
                      <a:blip r:embed="rId10"/>
                      <a:srcRect/>
                      <a:stretch>
                        <a:fillRect/>
                      </a:stretch>
                    </p:blipFill>
                    <p:spPr bwMode="auto">
                      <a:xfrm>
                        <a:off x="1363392" y="4253083"/>
                        <a:ext cx="1489075" cy="554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D3F81574-5DE3-6043-BD7D-0DCA14306D6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38118" y="15687"/>
            <a:ext cx="3378200" cy="1498600"/>
          </a:xfrm>
          <a:prstGeom prst="rect">
            <a:avLst/>
          </a:prstGeom>
        </p:spPr>
      </p:pic>
      <p:sp>
        <p:nvSpPr>
          <p:cNvPr id="2" name="文本框 1">
            <a:extLst>
              <a:ext uri="{FF2B5EF4-FFF2-40B4-BE49-F238E27FC236}">
                <a16:creationId xmlns:a16="http://schemas.microsoft.com/office/drawing/2014/main" id="{BFDFB4A3-4AE9-F94D-9574-714544D9AA62}"/>
              </a:ext>
            </a:extLst>
          </p:cNvPr>
          <p:cNvSpPr txBox="1"/>
          <p:nvPr/>
        </p:nvSpPr>
        <p:spPr>
          <a:xfrm>
            <a:off x="1706629" y="657696"/>
            <a:ext cx="802599" cy="523220"/>
          </a:xfrm>
          <a:prstGeom prst="rect">
            <a:avLst/>
          </a:prstGeom>
          <a:noFill/>
        </p:spPr>
        <p:txBody>
          <a:bodyPr wrap="square" rtlCol="0">
            <a:spAutoFit/>
          </a:bodyPr>
          <a:lstStyle/>
          <a:p>
            <a:r>
              <a:rPr kumimoji="1" lang="en-US" altLang="zh-CN" sz="2800" dirty="0">
                <a:latin typeface="Times New Roman" panose="02020603050405020304" pitchFamily="18" charset="0"/>
                <a:cs typeface="Times New Roman" panose="02020603050405020304" pitchFamily="18" charset="0"/>
              </a:rPr>
              <a:t>P=</a:t>
            </a:r>
            <a:endParaRPr kumimoji="1"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54065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slide(from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slide(from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randombar(horizontal)">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8" grpId="0" autoUpdateAnimBg="0"/>
      <p:bldP spid="9" grpId="0" animBg="1"/>
      <p:bldP spid="13" grpId="0" animBg="1"/>
      <p:bldP spid="14"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4246" name="Object 22"/>
          <p:cNvGraphicFramePr>
            <a:graphicFrameLocks noChangeAspect="1"/>
          </p:cNvGraphicFramePr>
          <p:nvPr>
            <p:extLst>
              <p:ext uri="{D42A27DB-BD31-4B8C-83A1-F6EECF244321}">
                <p14:modId xmlns:p14="http://schemas.microsoft.com/office/powerpoint/2010/main" val="1449740086"/>
              </p:ext>
            </p:extLst>
          </p:nvPr>
        </p:nvGraphicFramePr>
        <p:xfrm>
          <a:off x="1619672" y="1268760"/>
          <a:ext cx="4766220" cy="3175645"/>
        </p:xfrm>
        <a:graphic>
          <a:graphicData uri="http://schemas.openxmlformats.org/presentationml/2006/ole">
            <mc:AlternateContent xmlns:mc="http://schemas.openxmlformats.org/markup-compatibility/2006">
              <mc:Choice xmlns:v="urn:schemas-microsoft-com:vml" Requires="v">
                <p:oleObj spid="_x0000_s8254" name="Equation" r:id="rId3" imgW="2133360" imgH="1422360" progId="Equation.DSMT4">
                  <p:embed/>
                </p:oleObj>
              </mc:Choice>
              <mc:Fallback>
                <p:oleObj name="Equation" r:id="rId3" imgW="2133360" imgH="1422360" progId="Equation.DSMT4">
                  <p:embed/>
                  <p:pic>
                    <p:nvPicPr>
                      <p:cNvPr id="0" name=""/>
                      <p:cNvPicPr>
                        <a:picLocks noChangeAspect="1" noChangeArrowheads="1"/>
                      </p:cNvPicPr>
                      <p:nvPr/>
                    </p:nvPicPr>
                    <p:blipFill>
                      <a:blip r:embed="rId4"/>
                      <a:srcRect/>
                      <a:stretch>
                        <a:fillRect/>
                      </a:stretch>
                    </p:blipFill>
                    <p:spPr bwMode="auto">
                      <a:xfrm>
                        <a:off x="1619672" y="1268760"/>
                        <a:ext cx="4766220" cy="3175645"/>
                      </a:xfrm>
                      <a:prstGeom prst="rect">
                        <a:avLst/>
                      </a:prstGeom>
                      <a:noFill/>
                      <a:ln>
                        <a:noFill/>
                      </a:ln>
                      <a:effectLst/>
                    </p:spPr>
                  </p:pic>
                </p:oleObj>
              </mc:Fallback>
            </mc:AlternateContent>
          </a:graphicData>
        </a:graphic>
      </p:graphicFrame>
      <p:grpSp>
        <p:nvGrpSpPr>
          <p:cNvPr id="1844256" name="Group 32"/>
          <p:cNvGrpSpPr>
            <a:grpSpLocks/>
          </p:cNvGrpSpPr>
          <p:nvPr/>
        </p:nvGrpSpPr>
        <p:grpSpPr bwMode="auto">
          <a:xfrm>
            <a:off x="2124080" y="4111647"/>
            <a:ext cx="4032101" cy="1909663"/>
            <a:chOff x="1338" y="2577"/>
            <a:chExt cx="2767" cy="1453"/>
          </a:xfrm>
        </p:grpSpPr>
        <p:graphicFrame>
          <p:nvGraphicFramePr>
            <p:cNvPr id="1844252" name="Object 28"/>
            <p:cNvGraphicFramePr>
              <a:graphicFrameLocks noChangeAspect="1"/>
            </p:cNvGraphicFramePr>
            <p:nvPr>
              <p:extLst>
                <p:ext uri="{D42A27DB-BD31-4B8C-83A1-F6EECF244321}">
                  <p14:modId xmlns:p14="http://schemas.microsoft.com/office/powerpoint/2010/main" val="49114738"/>
                </p:ext>
              </p:extLst>
            </p:nvPr>
          </p:nvGraphicFramePr>
          <p:xfrm>
            <a:off x="2268" y="2577"/>
            <a:ext cx="1837" cy="1453"/>
          </p:xfrm>
          <a:graphic>
            <a:graphicData uri="http://schemas.openxmlformats.org/presentationml/2006/ole">
              <mc:AlternateContent xmlns:mc="http://schemas.openxmlformats.org/markup-compatibility/2006">
                <mc:Choice xmlns:v="urn:schemas-microsoft-com:vml" Requires="v">
                  <p:oleObj spid="_x0000_s8255" name="Equation" r:id="rId5" imgW="850680" imgH="672840" progId="Equation.DSMT4">
                    <p:embed/>
                  </p:oleObj>
                </mc:Choice>
                <mc:Fallback>
                  <p:oleObj name="Equation" r:id="rId5" imgW="850680" imgH="672840" progId="Equation.DSMT4">
                    <p:embed/>
                    <p:pic>
                      <p:nvPicPr>
                        <p:cNvPr id="0" name=""/>
                        <p:cNvPicPr>
                          <a:picLocks noChangeAspect="1" noChangeArrowheads="1"/>
                        </p:cNvPicPr>
                        <p:nvPr/>
                      </p:nvPicPr>
                      <p:blipFill>
                        <a:blip r:embed="rId6"/>
                        <a:srcRect/>
                        <a:stretch>
                          <a:fillRect/>
                        </a:stretch>
                      </p:blipFill>
                      <p:spPr bwMode="auto">
                        <a:xfrm>
                          <a:off x="2268" y="2577"/>
                          <a:ext cx="1837" cy="1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253" name="AutoShape 29"/>
            <p:cNvSpPr>
              <a:spLocks noChangeArrowheads="1"/>
            </p:cNvSpPr>
            <p:nvPr/>
          </p:nvSpPr>
          <p:spPr bwMode="auto">
            <a:xfrm>
              <a:off x="1338" y="3181"/>
              <a:ext cx="839" cy="408"/>
            </a:xfrm>
            <a:prstGeom prst="rightArrow">
              <a:avLst>
                <a:gd name="adj1" fmla="val 50000"/>
                <a:gd name="adj2" fmla="val 51409"/>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8941290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4246"/>
                                        </p:tgtEl>
                                        <p:attrNameLst>
                                          <p:attrName>style.visibility</p:attrName>
                                        </p:attrNameLst>
                                      </p:cBhvr>
                                      <p:to>
                                        <p:strVal val="visible"/>
                                      </p:to>
                                    </p:set>
                                    <p:animEffect transition="in" filter="wipe(left)">
                                      <p:cBhvr>
                                        <p:cTn id="7" dur="500"/>
                                        <p:tgtEl>
                                          <p:spTgt spid="18442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844256"/>
                                        </p:tgtEl>
                                        <p:attrNameLst>
                                          <p:attrName>style.visibility</p:attrName>
                                        </p:attrNameLst>
                                      </p:cBhvr>
                                      <p:to>
                                        <p:strVal val="visible"/>
                                      </p:to>
                                    </p:set>
                                    <p:anim calcmode="lin" valueType="num">
                                      <p:cBhvr additive="base">
                                        <p:cTn id="12" dur="500" fill="hold"/>
                                        <p:tgtEl>
                                          <p:spTgt spid="1844256"/>
                                        </p:tgtEl>
                                        <p:attrNameLst>
                                          <p:attrName>ppt_x</p:attrName>
                                        </p:attrNameLst>
                                      </p:cBhvr>
                                      <p:tavLst>
                                        <p:tav tm="0">
                                          <p:val>
                                            <p:strVal val="0-#ppt_w/2"/>
                                          </p:val>
                                        </p:tav>
                                        <p:tav tm="100000">
                                          <p:val>
                                            <p:strVal val="#ppt_x"/>
                                          </p:val>
                                        </p:tav>
                                      </p:tavLst>
                                    </p:anim>
                                    <p:anim calcmode="lin" valueType="num">
                                      <p:cBhvr additive="base">
                                        <p:cTn id="13" dur="500" fill="hold"/>
                                        <p:tgtEl>
                                          <p:spTgt spid="18442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5"/>
          <p:cNvSpPr>
            <a:spLocks noChangeArrowheads="1"/>
          </p:cNvSpPr>
          <p:nvPr/>
        </p:nvSpPr>
        <p:spPr bwMode="auto">
          <a:xfrm>
            <a:off x="396105" y="1602666"/>
            <a:ext cx="8172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tabLst>
                <a:tab pos="233363" algn="l"/>
              </a:tabLst>
            </a:pPr>
            <a:r>
              <a:rPr kumimoji="1" lang="en-US" altLang="zh-CN" sz="2400" b="1" dirty="0">
                <a:latin typeface="Verdana" pitchFamily="34" charset="0"/>
                <a:ea typeface="宋体" charset="-122"/>
              </a:rPr>
              <a:t>When the load is purely real, the condition for maximum power transfer is obtained from Eq. (2) by setting X</a:t>
            </a:r>
            <a:r>
              <a:rPr kumimoji="1" lang="en-US" altLang="zh-CN" sz="2400" b="1" baseline="-25000" dirty="0">
                <a:latin typeface="Verdana" pitchFamily="34" charset="0"/>
                <a:ea typeface="宋体" charset="-122"/>
              </a:rPr>
              <a:t>L</a:t>
            </a:r>
            <a:r>
              <a:rPr kumimoji="1" lang="en-US" altLang="zh-CN" sz="2400" b="1" dirty="0">
                <a:latin typeface="Verdana" pitchFamily="34" charset="0"/>
                <a:ea typeface="宋体" charset="-122"/>
              </a:rPr>
              <a:t> = 0; that is,</a:t>
            </a:r>
          </a:p>
        </p:txBody>
      </p:sp>
      <mc:AlternateContent xmlns:mc="http://schemas.openxmlformats.org/markup-compatibility/2006" xmlns:a14="http://schemas.microsoft.com/office/drawing/2010/main">
        <mc:Choice Requires="a14">
          <p:sp>
            <p:nvSpPr>
              <p:cNvPr id="2" name="TextBox 1"/>
              <p:cNvSpPr txBox="1"/>
              <p:nvPr/>
            </p:nvSpPr>
            <p:spPr>
              <a:xfrm>
                <a:off x="899592" y="4218437"/>
                <a:ext cx="4248472" cy="969176"/>
              </a:xfrm>
              <a:prstGeom prst="rect">
                <a:avLst/>
              </a:prstGeom>
              <a:noFill/>
            </p:spPr>
            <p:txBody>
              <a:bodyPr wrap="square"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𝑅</m:t>
                        </m:r>
                      </m:e>
                      <m:sub>
                        <m:r>
                          <a:rPr lang="en-US" altLang="zh-CN" sz="2800" b="0" i="1" smtClean="0">
                            <a:latin typeface="Cambria Math"/>
                          </a:rPr>
                          <m:t>𝐿</m:t>
                        </m:r>
                      </m:sub>
                    </m:sSub>
                  </m:oMath>
                </a14:m>
                <a:r>
                  <a:rPr lang="en-US" altLang="zh-CN" sz="2800" dirty="0"/>
                  <a:t>=</a:t>
                </a:r>
                <a14:m>
                  <m:oMath xmlns:m="http://schemas.openxmlformats.org/officeDocument/2006/math">
                    <m:rad>
                      <m:radPr>
                        <m:degHide m:val="on"/>
                        <m:ctrlPr>
                          <a:rPr lang="en-US" altLang="zh-CN" sz="2800" i="1" dirty="0" smtClean="0">
                            <a:latin typeface="Cambria Math" panose="02040503050406030204" pitchFamily="18" charset="0"/>
                          </a:rPr>
                        </m:ctrlPr>
                      </m:radPr>
                      <m:deg/>
                      <m:e>
                        <m:sSup>
                          <m:sSupPr>
                            <m:ctrlPr>
                              <a:rPr lang="en-US" altLang="zh-CN" sz="2800" i="1" dirty="0" smtClean="0">
                                <a:latin typeface="Cambria Math" panose="02040503050406030204" pitchFamily="18" charset="0"/>
                              </a:rPr>
                            </m:ctrlPr>
                          </m:sSupPr>
                          <m:e>
                            <m:sSub>
                              <m:sSubPr>
                                <m:ctrlPr>
                                  <a:rPr lang="en-US" altLang="zh-CN" sz="2800" i="1" dirty="0" smtClean="0">
                                    <a:latin typeface="Cambria Math" panose="02040503050406030204" pitchFamily="18" charset="0"/>
                                  </a:rPr>
                                </m:ctrlPr>
                              </m:sSubPr>
                              <m:e>
                                <m:r>
                                  <a:rPr lang="en-US" altLang="zh-CN" sz="2800" b="0" i="1" dirty="0" smtClean="0">
                                    <a:latin typeface="Cambria Math"/>
                                  </a:rPr>
                                  <m:t>𝑅</m:t>
                                </m:r>
                              </m:e>
                              <m:sub>
                                <m:r>
                                  <a:rPr lang="en-US" altLang="zh-CN" sz="2800" b="0" i="1" dirty="0" smtClean="0">
                                    <a:latin typeface="Cambria Math"/>
                                  </a:rPr>
                                  <m:t>𝑇h</m:t>
                                </m:r>
                              </m:sub>
                            </m:sSub>
                          </m:e>
                          <m:sup>
                            <m:r>
                              <a:rPr lang="en-US" altLang="zh-CN" sz="2800" b="0" i="1" dirty="0" smtClean="0">
                                <a:latin typeface="Cambria Math"/>
                              </a:rPr>
                              <m:t>2</m:t>
                            </m:r>
                          </m:sup>
                        </m:sSup>
                        <m:r>
                          <a:rPr lang="en-US" altLang="zh-CN" sz="2800" b="0" i="1" dirty="0" smtClean="0">
                            <a:latin typeface="Cambria Math"/>
                          </a:rPr>
                          <m:t>+</m:t>
                        </m:r>
                        <m:sSup>
                          <m:sSupPr>
                            <m:ctrlPr>
                              <a:rPr lang="en-US" altLang="zh-CN" sz="2800" b="0" i="1" dirty="0" smtClean="0">
                                <a:latin typeface="Cambria Math" panose="02040503050406030204" pitchFamily="18" charset="0"/>
                              </a:rPr>
                            </m:ctrlPr>
                          </m:sSupPr>
                          <m:e>
                            <m:d>
                              <m:dPr>
                                <m:ctrlPr>
                                  <a:rPr lang="en-US" altLang="zh-CN" sz="2800" b="0" i="1" dirty="0" smtClean="0">
                                    <a:latin typeface="Cambria Math" panose="02040503050406030204" pitchFamily="18" charset="0"/>
                                  </a:rPr>
                                </m:ctrlPr>
                              </m:dPr>
                              <m:e>
                                <m:r>
                                  <a:rPr lang="en-US" altLang="zh-CN" sz="2800" b="0" i="1" dirty="0" smtClean="0">
                                    <a:latin typeface="Cambria Math"/>
                                  </a:rPr>
                                  <m:t>0+</m:t>
                                </m:r>
                                <m:sSub>
                                  <m:sSubPr>
                                    <m:ctrlPr>
                                      <a:rPr lang="en-US" altLang="zh-CN" sz="2800" b="0" i="1" dirty="0" smtClean="0">
                                        <a:latin typeface="Cambria Math" panose="02040503050406030204" pitchFamily="18" charset="0"/>
                                      </a:rPr>
                                    </m:ctrlPr>
                                  </m:sSubPr>
                                  <m:e>
                                    <m:r>
                                      <a:rPr lang="en-US" altLang="zh-CN" sz="2800" b="0" i="1" dirty="0" smtClean="0">
                                        <a:latin typeface="Cambria Math"/>
                                      </a:rPr>
                                      <m:t>𝑋</m:t>
                                    </m:r>
                                  </m:e>
                                  <m:sub>
                                    <m:r>
                                      <a:rPr lang="en-US" altLang="zh-CN" sz="2800" b="0" i="1" dirty="0" smtClean="0">
                                        <a:latin typeface="Cambria Math"/>
                                      </a:rPr>
                                      <m:t>𝑇h</m:t>
                                    </m:r>
                                  </m:sub>
                                </m:sSub>
                              </m:e>
                            </m:d>
                          </m:e>
                          <m:sup>
                            <m:r>
                              <a:rPr lang="en-US" altLang="zh-CN" sz="2800" b="0" i="1" dirty="0" smtClean="0">
                                <a:latin typeface="Cambria Math"/>
                              </a:rPr>
                              <m:t>2</m:t>
                            </m:r>
                          </m:sup>
                        </m:sSup>
                      </m:e>
                    </m:rad>
                  </m:oMath>
                </a14:m>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899592" y="4218437"/>
                <a:ext cx="4248472" cy="969176"/>
              </a:xfrm>
              <a:prstGeom prst="rect">
                <a:avLst/>
              </a:prstGeom>
              <a:blipFill>
                <a:blip r:embed="rId3"/>
                <a:stretch>
                  <a:fillRect l="-8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4932040" y="4441415"/>
                <a:ext cx="1656184"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2800" b="0" i="1" smtClean="0">
                          <a:latin typeface="Cambria Math"/>
                        </a:rPr>
                        <m:t>=</m:t>
                      </m:r>
                      <m:d>
                        <m:dPr>
                          <m:begChr m:val="|"/>
                          <m:endChr m:val="|"/>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a:rPr>
                                <m:t>𝑍</m:t>
                              </m:r>
                            </m:e>
                            <m:sub>
                              <m:r>
                                <a:rPr lang="en-US" altLang="zh-CN" sz="2800" b="0" i="1" smtClean="0">
                                  <a:latin typeface="Cambria Math"/>
                                </a:rPr>
                                <m:t>𝑇h</m:t>
                              </m:r>
                            </m:sub>
                          </m:sSub>
                        </m:e>
                      </m:d>
                    </m:oMath>
                  </m:oMathPara>
                </a14:m>
                <a:endParaRPr lang="zh-CN" alt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4932040" y="4441415"/>
                <a:ext cx="1656184" cy="523220"/>
              </a:xfrm>
              <a:prstGeom prst="rect">
                <a:avLst/>
              </a:prstGeom>
              <a:blipFill>
                <a:blip r:embed="rId4"/>
                <a:stretch>
                  <a:fillRect b="-4762"/>
                </a:stretch>
              </a:blipFill>
            </p:spPr>
            <p:txBody>
              <a:bodyPr/>
              <a:lstStyle/>
              <a:p>
                <a:r>
                  <a:rPr lang="zh-CN" altLang="en-US">
                    <a:noFill/>
                  </a:rPr>
                  <a:t> </a:t>
                </a:r>
              </a:p>
            </p:txBody>
          </p:sp>
        </mc:Fallback>
      </mc:AlternateContent>
      <p:graphicFrame>
        <p:nvGraphicFramePr>
          <p:cNvPr id="5" name="Object 26"/>
          <p:cNvGraphicFramePr>
            <a:graphicFrameLocks noChangeAspect="1"/>
          </p:cNvGraphicFramePr>
          <p:nvPr>
            <p:extLst>
              <p:ext uri="{D42A27DB-BD31-4B8C-83A1-F6EECF244321}">
                <p14:modId xmlns:p14="http://schemas.microsoft.com/office/powerpoint/2010/main" val="1247075791"/>
              </p:ext>
            </p:extLst>
          </p:nvPr>
        </p:nvGraphicFramePr>
        <p:xfrm>
          <a:off x="2000250" y="3429022"/>
          <a:ext cx="4216400" cy="671513"/>
        </p:xfrm>
        <a:graphic>
          <a:graphicData uri="http://schemas.openxmlformats.org/presentationml/2006/ole">
            <mc:AlternateContent xmlns:mc="http://schemas.openxmlformats.org/markup-compatibility/2006">
              <mc:Choice xmlns:v="urn:schemas-microsoft-com:vml" Requires="v">
                <p:oleObj spid="_x0000_s9248" name="Equation" r:id="rId5" imgW="1726920" imgH="291960" progId="Equation.DSMT4">
                  <p:embed/>
                </p:oleObj>
              </mc:Choice>
              <mc:Fallback>
                <p:oleObj name="Equation" r:id="rId5" imgW="1726920" imgH="291960" progId="Equation.DSMT4">
                  <p:embed/>
                  <p:pic>
                    <p:nvPicPr>
                      <p:cNvPr id="0" name=""/>
                      <p:cNvPicPr>
                        <a:picLocks noChangeAspect="1" noChangeArrowheads="1"/>
                      </p:cNvPicPr>
                      <p:nvPr/>
                    </p:nvPicPr>
                    <p:blipFill>
                      <a:blip r:embed="rId6"/>
                      <a:srcRect/>
                      <a:stretch>
                        <a:fillRect/>
                      </a:stretch>
                    </p:blipFill>
                    <p:spPr bwMode="auto">
                      <a:xfrm>
                        <a:off x="2000250" y="3429022"/>
                        <a:ext cx="4216400"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 name="图片 6">
            <a:extLst>
              <a:ext uri="{FF2B5EF4-FFF2-40B4-BE49-F238E27FC236}">
                <a16:creationId xmlns:a16="http://schemas.microsoft.com/office/drawing/2014/main" id="{BF59F4EF-D295-2641-804A-D0EED53ADA0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3728" y="31752"/>
            <a:ext cx="3378200" cy="1498600"/>
          </a:xfrm>
          <a:prstGeom prst="rect">
            <a:avLst/>
          </a:prstGeom>
        </p:spPr>
      </p:pic>
      <p:sp>
        <p:nvSpPr>
          <p:cNvPr id="8" name="文本框 7">
            <a:extLst>
              <a:ext uri="{FF2B5EF4-FFF2-40B4-BE49-F238E27FC236}">
                <a16:creationId xmlns:a16="http://schemas.microsoft.com/office/drawing/2014/main" id="{03FD2C7B-9498-C940-9562-DF977745EA35}"/>
              </a:ext>
            </a:extLst>
          </p:cNvPr>
          <p:cNvSpPr txBox="1"/>
          <p:nvPr/>
        </p:nvSpPr>
        <p:spPr>
          <a:xfrm>
            <a:off x="6444208" y="3621571"/>
            <a:ext cx="792088" cy="369332"/>
          </a:xfrm>
          <a:prstGeom prst="rect">
            <a:avLst/>
          </a:prstGeom>
          <a:noFill/>
        </p:spPr>
        <p:txBody>
          <a:bodyPr wrap="square">
            <a:spAutoFit/>
          </a:bodyPr>
          <a:lstStyle/>
          <a:p>
            <a:r>
              <a:rPr kumimoji="1" lang="en-US" altLang="zh-CN" sz="1800" b="1" dirty="0">
                <a:latin typeface="Verdana" pitchFamily="34" charset="0"/>
                <a:ea typeface="宋体" charset="-122"/>
              </a:rPr>
              <a:t>(2)</a:t>
            </a:r>
            <a:endParaRPr lang="zh-CN" altLang="en-US" dirty="0"/>
          </a:p>
        </p:txBody>
      </p:sp>
    </p:spTree>
    <p:extLst>
      <p:ext uri="{BB962C8B-B14F-4D97-AF65-F5344CB8AC3E}">
        <p14:creationId xmlns:p14="http://schemas.microsoft.com/office/powerpoint/2010/main" val="23940419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5010" name="Text Box 2"/>
          <p:cNvSpPr txBox="1">
            <a:spLocks noChangeArrowheads="1"/>
          </p:cNvSpPr>
          <p:nvPr/>
        </p:nvSpPr>
        <p:spPr bwMode="auto">
          <a:xfrm>
            <a:off x="1043022" y="260351"/>
            <a:ext cx="3024187"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Arial" charset="0"/>
                <a:ea typeface="宋体" charset="-122"/>
              </a:defRPr>
            </a:lvl1pPr>
            <a:lvl2pPr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gn="ctr">
              <a:lnSpc>
                <a:spcPct val="120000"/>
              </a:lnSpc>
              <a:buFont typeface="Wingdings" pitchFamily="2" charset="2"/>
              <a:buNone/>
            </a:pPr>
            <a:r>
              <a:rPr lang="en-US" altLang="zh-CN" sz="3600">
                <a:latin typeface="Arial Black" pitchFamily="34" charset="0"/>
              </a:rPr>
              <a:t>Example</a:t>
            </a:r>
          </a:p>
        </p:txBody>
      </p:sp>
      <p:graphicFrame>
        <p:nvGraphicFramePr>
          <p:cNvPr id="1835017" name="Object 9"/>
          <p:cNvGraphicFramePr>
            <a:graphicFrameLocks noGrp="1" noChangeAspect="1"/>
          </p:cNvGraphicFramePr>
          <p:nvPr>
            <p:ph/>
            <p:extLst>
              <p:ext uri="{D42A27DB-BD31-4B8C-83A1-F6EECF244321}">
                <p14:modId xmlns:p14="http://schemas.microsoft.com/office/powerpoint/2010/main" val="3339065749"/>
              </p:ext>
            </p:extLst>
          </p:nvPr>
        </p:nvGraphicFramePr>
        <p:xfrm>
          <a:off x="1511300" y="1233510"/>
          <a:ext cx="5530850" cy="2811463"/>
        </p:xfrm>
        <a:graphic>
          <a:graphicData uri="http://schemas.openxmlformats.org/presentationml/2006/ole">
            <mc:AlternateContent xmlns:mc="http://schemas.openxmlformats.org/markup-compatibility/2006">
              <mc:Choice xmlns:v="urn:schemas-microsoft-com:vml" Requires="v">
                <p:oleObj spid="_x0000_s10272" name="Visio" r:id="rId3" imgW="2393026" imgH="1216051" progId="Visio.Drawing.11">
                  <p:embed/>
                </p:oleObj>
              </mc:Choice>
              <mc:Fallback>
                <p:oleObj name="Visio" r:id="rId3" imgW="2393026" imgH="1216051" progId="Visio.Drawing.11">
                  <p:embed/>
                  <p:pic>
                    <p:nvPicPr>
                      <p:cNvPr id="0" name=""/>
                      <p:cNvPicPr>
                        <a:picLocks noChangeAspect="1" noChangeArrowheads="1"/>
                      </p:cNvPicPr>
                      <p:nvPr/>
                    </p:nvPicPr>
                    <p:blipFill>
                      <a:blip r:embed="rId4"/>
                      <a:srcRect/>
                      <a:stretch>
                        <a:fillRect/>
                      </a:stretch>
                    </p:blipFill>
                    <p:spPr bwMode="auto">
                      <a:xfrm>
                        <a:off x="1511300" y="1233510"/>
                        <a:ext cx="5530850" cy="281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35020" name="Text Box 12"/>
          <p:cNvSpPr txBox="1">
            <a:spLocks noChangeArrowheads="1"/>
          </p:cNvSpPr>
          <p:nvPr/>
        </p:nvSpPr>
        <p:spPr bwMode="auto">
          <a:xfrm>
            <a:off x="322263" y="4184671"/>
            <a:ext cx="8534400" cy="17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Arial" charset="0"/>
                <a:ea typeface="宋体" charset="-122"/>
              </a:defRPr>
            </a:lvl1pPr>
            <a:lvl2pPr marL="711200"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nSpc>
                <a:spcPct val="130000"/>
              </a:lnSpc>
              <a:buClr>
                <a:schemeClr val="tx2"/>
              </a:buClr>
              <a:buSzTx/>
              <a:buFont typeface="Wingdings" pitchFamily="2" charset="2"/>
              <a:buNone/>
            </a:pPr>
            <a:r>
              <a:rPr lang="en-US" altLang="zh-CN" sz="2800" dirty="0"/>
              <a:t>For the circuit shown, what value of Z</a:t>
            </a:r>
            <a:r>
              <a:rPr lang="en-US" altLang="zh-CN" sz="2800" baseline="-25000" dirty="0"/>
              <a:t>L</a:t>
            </a:r>
            <a:r>
              <a:rPr lang="en-US" altLang="zh-CN" sz="2800" dirty="0"/>
              <a:t> results in maximum average power transferred to Z</a:t>
            </a:r>
            <a:r>
              <a:rPr lang="en-US" altLang="zh-CN" sz="2800" baseline="-25000" dirty="0"/>
              <a:t>L</a:t>
            </a:r>
            <a:r>
              <a:rPr lang="en-US" altLang="zh-CN" sz="2800" dirty="0"/>
              <a:t>? What is the maximum average power?</a:t>
            </a:r>
          </a:p>
        </p:txBody>
      </p:sp>
    </p:spTree>
    <p:extLst>
      <p:ext uri="{BB962C8B-B14F-4D97-AF65-F5344CB8AC3E}">
        <p14:creationId xmlns:p14="http://schemas.microsoft.com/office/powerpoint/2010/main" val="85298585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7300" name="Text Box 4"/>
          <p:cNvSpPr txBox="1">
            <a:spLocks noChangeArrowheads="1"/>
          </p:cNvSpPr>
          <p:nvPr/>
        </p:nvSpPr>
        <p:spPr bwMode="auto">
          <a:xfrm>
            <a:off x="1511300" y="296896"/>
            <a:ext cx="2916238"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Arial" charset="0"/>
                <a:ea typeface="宋体" charset="-122"/>
              </a:defRPr>
            </a:lvl1pPr>
            <a:lvl2pPr marL="711200"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nSpc>
                <a:spcPct val="110000"/>
              </a:lnSpc>
              <a:buClr>
                <a:schemeClr val="tx2"/>
              </a:buClr>
              <a:buSzTx/>
              <a:buFont typeface="Wingdings" pitchFamily="2" charset="2"/>
              <a:buNone/>
            </a:pPr>
            <a:r>
              <a:rPr lang="en-US" altLang="zh-CN" sz="3600">
                <a:latin typeface="Arial Black" pitchFamily="34" charset="0"/>
              </a:rPr>
              <a:t>Solution:</a:t>
            </a:r>
          </a:p>
        </p:txBody>
      </p:sp>
      <p:graphicFrame>
        <p:nvGraphicFramePr>
          <p:cNvPr id="1847308" name="Object 12"/>
          <p:cNvGraphicFramePr>
            <a:graphicFrameLocks noChangeAspect="1"/>
          </p:cNvGraphicFramePr>
          <p:nvPr>
            <p:extLst>
              <p:ext uri="{D42A27DB-BD31-4B8C-83A1-F6EECF244321}">
                <p14:modId xmlns:p14="http://schemas.microsoft.com/office/powerpoint/2010/main" val="3919379785"/>
              </p:ext>
            </p:extLst>
          </p:nvPr>
        </p:nvGraphicFramePr>
        <p:xfrm>
          <a:off x="500063" y="3727452"/>
          <a:ext cx="6908800" cy="1152525"/>
        </p:xfrm>
        <a:graphic>
          <a:graphicData uri="http://schemas.openxmlformats.org/presentationml/2006/ole">
            <mc:AlternateContent xmlns:mc="http://schemas.openxmlformats.org/markup-compatibility/2006">
              <mc:Choice xmlns:v="urn:schemas-microsoft-com:vml" Requires="v">
                <p:oleObj spid="_x0000_s11356" name="Equation" r:id="rId3" imgW="2514600" imgH="419040" progId="Equation.DSMT4">
                  <p:embed/>
                </p:oleObj>
              </mc:Choice>
              <mc:Fallback>
                <p:oleObj name="Equation" r:id="rId3" imgW="2514600" imgH="419040" progId="Equation.DSMT4">
                  <p:embed/>
                  <p:pic>
                    <p:nvPicPr>
                      <p:cNvPr id="0" name=""/>
                      <p:cNvPicPr>
                        <a:picLocks noChangeAspect="1" noChangeArrowheads="1"/>
                      </p:cNvPicPr>
                      <p:nvPr/>
                    </p:nvPicPr>
                    <p:blipFill>
                      <a:blip r:embed="rId4"/>
                      <a:srcRect/>
                      <a:stretch>
                        <a:fillRect/>
                      </a:stretch>
                    </p:blipFill>
                    <p:spPr bwMode="auto">
                      <a:xfrm>
                        <a:off x="500063" y="3727452"/>
                        <a:ext cx="69088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7310" name="Object 14"/>
          <p:cNvGraphicFramePr>
            <a:graphicFrameLocks noChangeAspect="1"/>
          </p:cNvGraphicFramePr>
          <p:nvPr/>
        </p:nvGraphicFramePr>
        <p:xfrm>
          <a:off x="585808" y="5024440"/>
          <a:ext cx="6911975" cy="1152525"/>
        </p:xfrm>
        <a:graphic>
          <a:graphicData uri="http://schemas.openxmlformats.org/presentationml/2006/ole">
            <mc:AlternateContent xmlns:mc="http://schemas.openxmlformats.org/markup-compatibility/2006">
              <mc:Choice xmlns:v="urn:schemas-microsoft-com:vml" Requires="v">
                <p:oleObj spid="_x0000_s11357" name="Equation" r:id="rId5" imgW="2514600" imgH="419040" progId="Equation.DSMT4">
                  <p:embed/>
                </p:oleObj>
              </mc:Choice>
              <mc:Fallback>
                <p:oleObj name="Equation" r:id="rId5" imgW="251460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808" y="5024440"/>
                        <a:ext cx="6911975"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7327" name="Group 31"/>
          <p:cNvGrpSpPr>
            <a:grpSpLocks/>
          </p:cNvGrpSpPr>
          <p:nvPr/>
        </p:nvGrpSpPr>
        <p:grpSpPr bwMode="auto">
          <a:xfrm>
            <a:off x="503254" y="1233510"/>
            <a:ext cx="8250237" cy="2241551"/>
            <a:chOff x="317" y="777"/>
            <a:chExt cx="5197" cy="1412"/>
          </a:xfrm>
        </p:grpSpPr>
        <p:grpSp>
          <p:nvGrpSpPr>
            <p:cNvPr id="1847321" name="Group 25"/>
            <p:cNvGrpSpPr>
              <a:grpSpLocks/>
            </p:cNvGrpSpPr>
            <p:nvPr/>
          </p:nvGrpSpPr>
          <p:grpSpPr bwMode="auto">
            <a:xfrm>
              <a:off x="3408" y="777"/>
              <a:ext cx="2106" cy="1412"/>
              <a:chOff x="839" y="816"/>
              <a:chExt cx="1947" cy="1344"/>
            </a:xfrm>
          </p:grpSpPr>
          <p:sp>
            <p:nvSpPr>
              <p:cNvPr id="1847322" name="Rectangle 26"/>
              <p:cNvSpPr>
                <a:spLocks noChangeArrowheads="1"/>
              </p:cNvSpPr>
              <p:nvPr/>
            </p:nvSpPr>
            <p:spPr bwMode="auto">
              <a:xfrm>
                <a:off x="839" y="816"/>
                <a:ext cx="1270" cy="1338"/>
              </a:xfrm>
              <a:prstGeom prst="rect">
                <a:avLst/>
              </a:prstGeom>
              <a:solidFill>
                <a:srgbClr val="99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7323" name="Object 27"/>
              <p:cNvGraphicFramePr>
                <a:graphicFrameLocks noChangeAspect="1"/>
              </p:cNvGraphicFramePr>
              <p:nvPr>
                <p:extLst>
                  <p:ext uri="{D42A27DB-BD31-4B8C-83A1-F6EECF244321}">
                    <p14:modId xmlns:p14="http://schemas.microsoft.com/office/powerpoint/2010/main" val="1206992165"/>
                  </p:ext>
                </p:extLst>
              </p:nvPr>
            </p:nvGraphicFramePr>
            <p:xfrm>
              <a:off x="906" y="872"/>
              <a:ext cx="1880" cy="1288"/>
            </p:xfrm>
            <a:graphic>
              <a:graphicData uri="http://schemas.openxmlformats.org/presentationml/2006/ole">
                <mc:AlternateContent xmlns:mc="http://schemas.openxmlformats.org/markup-compatibility/2006">
                  <mc:Choice xmlns:v="urn:schemas-microsoft-com:vml" Requires="v">
                    <p:oleObj spid="_x0000_s11358" name="Visio" r:id="rId7" imgW="1762984" imgH="1207413" progId="Visio.Drawing.11">
                      <p:embed/>
                    </p:oleObj>
                  </mc:Choice>
                  <mc:Fallback>
                    <p:oleObj name="Visio" r:id="rId7" imgW="1762984" imgH="1207413" progId="Visio.Drawing.11">
                      <p:embed/>
                      <p:pic>
                        <p:nvPicPr>
                          <p:cNvPr id="0" name=""/>
                          <p:cNvPicPr>
                            <a:picLocks noChangeAspect="1" noChangeArrowheads="1"/>
                          </p:cNvPicPr>
                          <p:nvPr/>
                        </p:nvPicPr>
                        <p:blipFill>
                          <a:blip r:embed="rId8"/>
                          <a:srcRect/>
                          <a:stretch>
                            <a:fillRect/>
                          </a:stretch>
                        </p:blipFill>
                        <p:spPr bwMode="auto">
                          <a:xfrm>
                            <a:off x="906" y="872"/>
                            <a:ext cx="1880" cy="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847326" name="Rectangle 30"/>
            <p:cNvSpPr>
              <a:spLocks noChangeArrowheads="1"/>
            </p:cNvSpPr>
            <p:nvPr/>
          </p:nvSpPr>
          <p:spPr bwMode="auto">
            <a:xfrm>
              <a:off x="317" y="955"/>
              <a:ext cx="3023"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 typeface="Wingdings" pitchFamily="2" charset="2"/>
                <a:buNone/>
              </a:pPr>
              <a:r>
                <a:rPr kumimoji="1" lang="en-US" altLang="zh-CN" sz="2800" dirty="0">
                  <a:latin typeface="Arial" charset="0"/>
                  <a:ea typeface="宋体" charset="-122"/>
                </a:rPr>
                <a:t>The </a:t>
              </a:r>
              <a:r>
                <a:rPr kumimoji="1" lang="en-US" altLang="zh-CN" sz="2800" dirty="0" err="1">
                  <a:latin typeface="Arial" charset="0"/>
                  <a:ea typeface="宋体" charset="-122"/>
                </a:rPr>
                <a:t>Thevenin</a:t>
              </a:r>
              <a:r>
                <a:rPr kumimoji="1" lang="en-US" altLang="zh-CN" sz="2800" dirty="0">
                  <a:latin typeface="Arial" charset="0"/>
                  <a:ea typeface="宋体" charset="-122"/>
                </a:rPr>
                <a:t> equivalent with respect to the two terminals of the load is:</a:t>
              </a:r>
              <a:endParaRPr kumimoji="1" lang="zh-CN" altLang="en-US" sz="2800" dirty="0">
                <a:latin typeface="Arial" charset="0"/>
                <a:ea typeface="宋体" charset="-122"/>
              </a:endParaRPr>
            </a:p>
          </p:txBody>
        </p:sp>
      </p:grpSp>
    </p:spTree>
    <p:extLst>
      <p:ext uri="{BB962C8B-B14F-4D97-AF65-F5344CB8AC3E}">
        <p14:creationId xmlns:p14="http://schemas.microsoft.com/office/powerpoint/2010/main" val="3763209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7308"/>
                                        </p:tgtEl>
                                        <p:attrNameLst>
                                          <p:attrName>style.visibility</p:attrName>
                                        </p:attrNameLst>
                                      </p:cBhvr>
                                      <p:to>
                                        <p:strVal val="visible"/>
                                      </p:to>
                                    </p:set>
                                    <p:animEffect transition="in" filter="wipe(left)">
                                      <p:cBhvr>
                                        <p:cTn id="7" dur="500"/>
                                        <p:tgtEl>
                                          <p:spTgt spid="1847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7310"/>
                                        </p:tgtEl>
                                        <p:attrNameLst>
                                          <p:attrName>style.visibility</p:attrName>
                                        </p:attrNameLst>
                                      </p:cBhvr>
                                      <p:to>
                                        <p:strVal val="visible"/>
                                      </p:to>
                                    </p:set>
                                    <p:animEffect transition="in" filter="wipe(left)">
                                      <p:cBhvr>
                                        <p:cTn id="12" dur="500"/>
                                        <p:tgtEl>
                                          <p:spTgt spid="1847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27" name="Object 7"/>
          <p:cNvGraphicFramePr>
            <a:graphicFrameLocks noChangeAspect="1"/>
          </p:cNvGraphicFramePr>
          <p:nvPr>
            <p:extLst>
              <p:ext uri="{D42A27DB-BD31-4B8C-83A1-F6EECF244321}">
                <p14:modId xmlns:p14="http://schemas.microsoft.com/office/powerpoint/2010/main" val="1480423361"/>
              </p:ext>
            </p:extLst>
          </p:nvPr>
        </p:nvGraphicFramePr>
        <p:xfrm>
          <a:off x="1427197" y="3829049"/>
          <a:ext cx="6249987" cy="2254251"/>
        </p:xfrm>
        <a:graphic>
          <a:graphicData uri="http://schemas.openxmlformats.org/presentationml/2006/ole">
            <mc:AlternateContent xmlns:mc="http://schemas.openxmlformats.org/markup-compatibility/2006">
              <mc:Choice xmlns:v="urn:schemas-microsoft-com:vml" Requires="v">
                <p:oleObj spid="_x0000_s12380" name="Equation" r:id="rId3" imgW="1866600" imgH="672840" progId="Equation.DSMT4">
                  <p:embed/>
                </p:oleObj>
              </mc:Choice>
              <mc:Fallback>
                <p:oleObj name="Equation" r:id="rId3" imgW="1866600" imgH="672840" progId="Equation.DSMT4">
                  <p:embed/>
                  <p:pic>
                    <p:nvPicPr>
                      <p:cNvPr id="0" name=""/>
                      <p:cNvPicPr>
                        <a:picLocks noChangeAspect="1" noChangeArrowheads="1"/>
                      </p:cNvPicPr>
                      <p:nvPr/>
                    </p:nvPicPr>
                    <p:blipFill>
                      <a:blip r:embed="rId4"/>
                      <a:srcRect/>
                      <a:stretch>
                        <a:fillRect/>
                      </a:stretch>
                    </p:blipFill>
                    <p:spPr bwMode="auto">
                      <a:xfrm>
                        <a:off x="1427197" y="3829049"/>
                        <a:ext cx="6249987" cy="2254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73931" name="Group 11"/>
          <p:cNvGrpSpPr>
            <a:grpSpLocks/>
          </p:cNvGrpSpPr>
          <p:nvPr/>
        </p:nvGrpSpPr>
        <p:grpSpPr bwMode="auto">
          <a:xfrm>
            <a:off x="395291" y="2209822"/>
            <a:ext cx="8459787" cy="1773239"/>
            <a:chOff x="272" y="1185"/>
            <a:chExt cx="5329" cy="1117"/>
          </a:xfrm>
        </p:grpSpPr>
        <p:sp>
          <p:nvSpPr>
            <p:cNvPr id="1873929" name="Text Box 9"/>
            <p:cNvSpPr txBox="1">
              <a:spLocks noChangeArrowheads="1"/>
            </p:cNvSpPr>
            <p:nvPr/>
          </p:nvSpPr>
          <p:spPr bwMode="auto">
            <a:xfrm>
              <a:off x="272" y="1185"/>
              <a:ext cx="5329" cy="1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Arial" charset="0"/>
                  <a:ea typeface="宋体" charset="-122"/>
                </a:defRPr>
              </a:lvl1pPr>
              <a:lvl2pPr marL="711200"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nSpc>
                  <a:spcPct val="130000"/>
                </a:lnSpc>
                <a:buClr>
                  <a:schemeClr val="tx2"/>
                </a:buClr>
                <a:buSzTx/>
                <a:buFont typeface="Wingdings" pitchFamily="2" charset="2"/>
                <a:buNone/>
              </a:pPr>
              <a:r>
                <a:rPr lang="en-US" altLang="zh-CN" sz="2800" dirty="0"/>
                <a:t>Hence,                               can result in maximum average power transferred to Z</a:t>
              </a:r>
              <a:r>
                <a:rPr lang="en-US" altLang="zh-CN" sz="2800" baseline="-25000" dirty="0"/>
                <a:t>L</a:t>
              </a:r>
              <a:r>
                <a:rPr lang="en-US" altLang="zh-CN" sz="2800" dirty="0"/>
                <a:t>. The maximum power is:</a:t>
              </a:r>
            </a:p>
          </p:txBody>
        </p:sp>
        <p:graphicFrame>
          <p:nvGraphicFramePr>
            <p:cNvPr id="1873930" name="Object 10"/>
            <p:cNvGraphicFramePr>
              <a:graphicFrameLocks noChangeAspect="1"/>
            </p:cNvGraphicFramePr>
            <p:nvPr/>
          </p:nvGraphicFramePr>
          <p:xfrm>
            <a:off x="1134" y="1275"/>
            <a:ext cx="1767" cy="372"/>
          </p:xfrm>
          <a:graphic>
            <a:graphicData uri="http://schemas.openxmlformats.org/presentationml/2006/ole">
              <mc:AlternateContent xmlns:mc="http://schemas.openxmlformats.org/markup-compatibility/2006">
                <mc:Choice xmlns:v="urn:schemas-microsoft-com:vml" Requires="v">
                  <p:oleObj spid="_x0000_s12381" name="Equation" r:id="rId5" imgW="1206360" imgH="253800" progId="Equation.DSMT4">
                    <p:embed/>
                  </p:oleObj>
                </mc:Choice>
                <mc:Fallback>
                  <p:oleObj name="Equation" r:id="rId5" imgW="1206360" imgH="253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4" y="1275"/>
                          <a:ext cx="1767" cy="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873933" name="Object 13"/>
          <p:cNvGraphicFramePr>
            <a:graphicFrameLocks noChangeAspect="1"/>
          </p:cNvGraphicFramePr>
          <p:nvPr/>
        </p:nvGraphicFramePr>
        <p:xfrm>
          <a:off x="1871697" y="1268413"/>
          <a:ext cx="4860925" cy="788987"/>
        </p:xfrm>
        <a:graphic>
          <a:graphicData uri="http://schemas.openxmlformats.org/presentationml/2006/ole">
            <mc:AlternateContent xmlns:mc="http://schemas.openxmlformats.org/markup-compatibility/2006">
              <mc:Choice xmlns:v="urn:schemas-microsoft-com:vml" Requires="v">
                <p:oleObj spid="_x0000_s12382" name="Equation" r:id="rId7" imgW="1562040" imgH="253800" progId="Equation.DSMT4">
                  <p:embed/>
                </p:oleObj>
              </mc:Choice>
              <mc:Fallback>
                <p:oleObj name="Equation" r:id="rId7" imgW="1562040" imgH="253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1697" y="1268413"/>
                        <a:ext cx="4860925"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792266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73931"/>
                                        </p:tgtEl>
                                        <p:attrNameLst>
                                          <p:attrName>style.visibility</p:attrName>
                                        </p:attrNameLst>
                                      </p:cBhvr>
                                      <p:to>
                                        <p:strVal val="visible"/>
                                      </p:to>
                                    </p:set>
                                    <p:animEffect transition="in" filter="wipe(left)">
                                      <p:cBhvr>
                                        <p:cTn id="7" dur="500"/>
                                        <p:tgtEl>
                                          <p:spTgt spid="1873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873927"/>
                                        </p:tgtEl>
                                        <p:attrNameLst>
                                          <p:attrName>style.visibility</p:attrName>
                                        </p:attrNameLst>
                                      </p:cBhvr>
                                      <p:to>
                                        <p:strVal val="visible"/>
                                      </p:to>
                                    </p:set>
                                    <p:anim calcmode="lin" valueType="num">
                                      <p:cBhvr additive="base">
                                        <p:cTn id="12" dur="500" fill="hold"/>
                                        <p:tgtEl>
                                          <p:spTgt spid="1873927"/>
                                        </p:tgtEl>
                                        <p:attrNameLst>
                                          <p:attrName>ppt_x</p:attrName>
                                        </p:attrNameLst>
                                      </p:cBhvr>
                                      <p:tavLst>
                                        <p:tav tm="0">
                                          <p:val>
                                            <p:strVal val="0-#ppt_w/2"/>
                                          </p:val>
                                        </p:tav>
                                        <p:tav tm="100000">
                                          <p:val>
                                            <p:strVal val="#ppt_x"/>
                                          </p:val>
                                        </p:tav>
                                      </p:tavLst>
                                    </p:anim>
                                    <p:anim calcmode="lin" valueType="num">
                                      <p:cBhvr additive="base">
                                        <p:cTn id="13" dur="500" fill="hold"/>
                                        <p:tgtEl>
                                          <p:spTgt spid="18739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9427EC14-ACE2-7F95-4ACF-121F2B6AC0EC}"/>
                  </a:ext>
                </a:extLst>
              </p14:cNvPr>
              <p14:cNvContentPartPr/>
              <p14:nvPr/>
            </p14:nvContentPartPr>
            <p14:xfrm>
              <a:off x="435600" y="598320"/>
              <a:ext cx="8649000" cy="2968200"/>
            </p14:xfrm>
          </p:contentPart>
        </mc:Choice>
        <mc:Fallback xmlns="">
          <p:pic>
            <p:nvPicPr>
              <p:cNvPr id="3" name="墨迹 2">
                <a:extLst>
                  <a:ext uri="{FF2B5EF4-FFF2-40B4-BE49-F238E27FC236}">
                    <a16:creationId xmlns:a16="http://schemas.microsoft.com/office/drawing/2014/main" id="{9427EC14-ACE2-7F95-4ACF-121F2B6AC0EC}"/>
                  </a:ext>
                </a:extLst>
              </p:cNvPr>
              <p:cNvPicPr/>
              <p:nvPr/>
            </p:nvPicPr>
            <p:blipFill>
              <a:blip r:embed="rId3"/>
              <a:stretch>
                <a:fillRect/>
              </a:stretch>
            </p:blipFill>
            <p:spPr>
              <a:xfrm>
                <a:off x="426240" y="588960"/>
                <a:ext cx="8667720" cy="2986920"/>
              </a:xfrm>
              <a:prstGeom prst="rect">
                <a:avLst/>
              </a:prstGeom>
            </p:spPr>
          </p:pic>
        </mc:Fallback>
      </mc:AlternateContent>
    </p:spTree>
    <p:extLst>
      <p:ext uri="{BB962C8B-B14F-4D97-AF65-F5344CB8AC3E}">
        <p14:creationId xmlns:p14="http://schemas.microsoft.com/office/powerpoint/2010/main" val="58584406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9512" y="2369208"/>
            <a:ext cx="2484438" cy="3810000"/>
          </a:xfrm>
          <a:noFill/>
          <a:ln/>
        </p:spPr>
      </p:pic>
      <p:sp>
        <p:nvSpPr>
          <p:cNvPr id="363527" name="Rectangle 7"/>
          <p:cNvSpPr>
            <a:spLocks noChangeArrowheads="1"/>
          </p:cNvSpPr>
          <p:nvPr/>
        </p:nvSpPr>
        <p:spPr bwMode="auto">
          <a:xfrm>
            <a:off x="6" y="293000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63526" name="Object 6"/>
          <p:cNvGraphicFramePr>
            <a:graphicFrameLocks noChangeAspect="1"/>
          </p:cNvGraphicFramePr>
          <p:nvPr>
            <p:extLst>
              <p:ext uri="{D42A27DB-BD31-4B8C-83A1-F6EECF244321}">
                <p14:modId xmlns:p14="http://schemas.microsoft.com/office/powerpoint/2010/main" val="1338578073"/>
              </p:ext>
            </p:extLst>
          </p:nvPr>
        </p:nvGraphicFramePr>
        <p:xfrm>
          <a:off x="4123443" y="2748778"/>
          <a:ext cx="3886200" cy="731839"/>
        </p:xfrm>
        <a:graphic>
          <a:graphicData uri="http://schemas.openxmlformats.org/presentationml/2006/ole">
            <mc:AlternateContent xmlns:mc="http://schemas.openxmlformats.org/markup-compatibility/2006">
              <mc:Choice xmlns:v="urn:schemas-microsoft-com:vml" Requires="v">
                <p:oleObj spid="_x0000_s13374" name="Equation" r:id="rId4" imgW="2082600" imgH="393480" progId="Equation.DSMT4">
                  <p:embed/>
                </p:oleObj>
              </mc:Choice>
              <mc:Fallback>
                <p:oleObj name="Equation" r:id="rId4" imgW="208260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3443" y="2748778"/>
                        <a:ext cx="3886200" cy="7318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3531" name="Rectangle 11"/>
          <p:cNvSpPr>
            <a:spLocks noChangeArrowheads="1"/>
          </p:cNvSpPr>
          <p:nvPr/>
        </p:nvSpPr>
        <p:spPr bwMode="auto">
          <a:xfrm>
            <a:off x="3240320" y="3573018"/>
            <a:ext cx="26522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000" dirty="0">
                <a:ea typeface="宋体" pitchFamily="2" charset="-122"/>
              </a:rPr>
              <a:t>Hence, </a:t>
            </a:r>
            <a:r>
              <a:rPr lang="en-US" altLang="zh-CN" sz="2000" dirty="0" err="1">
                <a:ea typeface="宋体" pitchFamily="2" charset="-122"/>
              </a:rPr>
              <a:t>I</a:t>
            </a:r>
            <a:r>
              <a:rPr lang="en-US" altLang="zh-CN" sz="2000" baseline="-25000" dirty="0" err="1">
                <a:ea typeface="宋体" pitchFamily="2" charset="-122"/>
              </a:rPr>
              <a:t>eff</a:t>
            </a:r>
            <a:r>
              <a:rPr lang="en-US" altLang="zh-CN" sz="2000" baseline="-25000" dirty="0">
                <a:ea typeface="宋体" pitchFamily="2" charset="-122"/>
              </a:rPr>
              <a:t> </a:t>
            </a:r>
            <a:r>
              <a:rPr lang="en-US" altLang="zh-CN" sz="2000" dirty="0">
                <a:ea typeface="宋体" pitchFamily="2" charset="-122"/>
              </a:rPr>
              <a:t>is equal to:</a:t>
            </a:r>
            <a:endParaRPr lang="en-US" altLang="zh-CN" sz="1600" dirty="0">
              <a:ea typeface="宋体" pitchFamily="2" charset="-122"/>
            </a:endParaRPr>
          </a:p>
        </p:txBody>
      </p:sp>
      <p:graphicFrame>
        <p:nvGraphicFramePr>
          <p:cNvPr id="363530" name="Object 10"/>
          <p:cNvGraphicFramePr>
            <a:graphicFrameLocks noChangeAspect="1"/>
          </p:cNvGraphicFramePr>
          <p:nvPr>
            <p:extLst>
              <p:ext uri="{D42A27DB-BD31-4B8C-83A1-F6EECF244321}">
                <p14:modId xmlns:p14="http://schemas.microsoft.com/office/powerpoint/2010/main" val="2708521105"/>
              </p:ext>
            </p:extLst>
          </p:nvPr>
        </p:nvGraphicFramePr>
        <p:xfrm>
          <a:off x="6031211" y="3581019"/>
          <a:ext cx="2911475" cy="912812"/>
        </p:xfrm>
        <a:graphic>
          <a:graphicData uri="http://schemas.openxmlformats.org/presentationml/2006/ole">
            <mc:AlternateContent xmlns:mc="http://schemas.openxmlformats.org/markup-compatibility/2006">
              <mc:Choice xmlns:v="urn:schemas-microsoft-com:vml" Requires="v">
                <p:oleObj spid="_x0000_s13375" name="Equation" r:id="rId6" imgW="1676160" imgH="520560" progId="Equation.3">
                  <p:embed/>
                </p:oleObj>
              </mc:Choice>
              <mc:Fallback>
                <p:oleObj name="Equation" r:id="rId6" imgW="1676160" imgH="5205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31211" y="3581019"/>
                        <a:ext cx="2911475" cy="912812"/>
                      </a:xfrm>
                      <a:prstGeom prst="rect">
                        <a:avLst/>
                      </a:prstGeom>
                      <a:solidFill>
                        <a:srgbClr val="FFFF00"/>
                      </a:solidFill>
                      <a:ln w="9525">
                        <a:solidFill>
                          <a:srgbClr val="FF0000"/>
                        </a:solidFill>
                        <a:miter lim="800000"/>
                        <a:headEnd/>
                        <a:tailEnd/>
                      </a:ln>
                    </p:spPr>
                  </p:pic>
                </p:oleObj>
              </mc:Fallback>
            </mc:AlternateContent>
          </a:graphicData>
        </a:graphic>
      </p:graphicFrame>
      <p:sp>
        <p:nvSpPr>
          <p:cNvPr id="363535" name="Text Box 15"/>
          <p:cNvSpPr txBox="1">
            <a:spLocks noChangeArrowheads="1"/>
          </p:cNvSpPr>
          <p:nvPr/>
        </p:nvSpPr>
        <p:spPr bwMode="auto">
          <a:xfrm>
            <a:off x="2991903" y="2123108"/>
            <a:ext cx="61492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lvl="1">
              <a:spcBef>
                <a:spcPct val="50000"/>
              </a:spcBef>
            </a:pPr>
            <a:r>
              <a:rPr lang="en-US" altLang="zh-CN" sz="2000" dirty="0">
                <a:ea typeface="宋体" pitchFamily="2" charset="-122"/>
              </a:rPr>
              <a:t>The average power dissipated by R is given by:</a:t>
            </a:r>
          </a:p>
        </p:txBody>
      </p:sp>
      <p:sp>
        <p:nvSpPr>
          <p:cNvPr id="14" name="Text Box 9"/>
          <p:cNvSpPr txBox="1">
            <a:spLocks noChangeArrowheads="1"/>
          </p:cNvSpPr>
          <p:nvPr/>
        </p:nvSpPr>
        <p:spPr bwMode="auto">
          <a:xfrm>
            <a:off x="971550" y="387384"/>
            <a:ext cx="7416874" cy="67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defRPr kumimoji="1" sz="2400">
                <a:solidFill>
                  <a:schemeClr val="tx1"/>
                </a:solidFill>
                <a:latin typeface="Arial" charset="0"/>
                <a:ea typeface="宋体" charset="-122"/>
              </a:defRPr>
            </a:lvl1pPr>
            <a:lvl2pPr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nSpc>
                <a:spcPct val="110000"/>
              </a:lnSpc>
            </a:pPr>
            <a:r>
              <a:rPr lang="en-US" altLang="zh-CN" sz="3600" b="1" dirty="0">
                <a:latin typeface="Arial Black" pitchFamily="34" charset="0"/>
              </a:rPr>
              <a:t>11.4  Effective or </a:t>
            </a:r>
            <a:r>
              <a:rPr lang="en-US" altLang="zh-CN" sz="3600" b="1" dirty="0" err="1">
                <a:latin typeface="Arial Black" pitchFamily="34" charset="0"/>
              </a:rPr>
              <a:t>rms</a:t>
            </a:r>
            <a:r>
              <a:rPr lang="en-US" altLang="zh-CN" sz="3600" b="1" dirty="0">
                <a:latin typeface="Arial Black" pitchFamily="34" charset="0"/>
              </a:rPr>
              <a:t> value </a:t>
            </a:r>
          </a:p>
        </p:txBody>
      </p:sp>
      <p:sp>
        <p:nvSpPr>
          <p:cNvPr id="15" name="Rectangle 13"/>
          <p:cNvSpPr>
            <a:spLocks noChangeArrowheads="1"/>
          </p:cNvSpPr>
          <p:nvPr/>
        </p:nvSpPr>
        <p:spPr bwMode="auto">
          <a:xfrm>
            <a:off x="723900" y="1199777"/>
            <a:ext cx="7696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lvl="1"/>
            <a:r>
              <a:rPr lang="en-US" altLang="zh-CN" b="1" dirty="0">
                <a:ea typeface="宋体" pitchFamily="2" charset="-122"/>
              </a:rPr>
              <a:t>The effective value of a periodic current is the </a:t>
            </a:r>
            <a:r>
              <a:rPr lang="en-US" altLang="zh-CN" b="1" u="sng" dirty="0">
                <a:solidFill>
                  <a:srgbClr val="FF3300"/>
                </a:solidFill>
                <a:ea typeface="宋体" pitchFamily="2" charset="-122"/>
              </a:rPr>
              <a:t>dc current</a:t>
            </a:r>
            <a:r>
              <a:rPr lang="en-US" altLang="zh-CN" b="1" dirty="0">
                <a:ea typeface="宋体" pitchFamily="2" charset="-122"/>
              </a:rPr>
              <a:t> that delivers the </a:t>
            </a:r>
            <a:r>
              <a:rPr lang="en-US" altLang="zh-CN" b="1" u="sng" dirty="0">
                <a:solidFill>
                  <a:srgbClr val="FF3300"/>
                </a:solidFill>
                <a:ea typeface="宋体" pitchFamily="2" charset="-122"/>
              </a:rPr>
              <a:t>same average power</a:t>
            </a:r>
            <a:r>
              <a:rPr lang="en-US" altLang="zh-CN" b="1" dirty="0">
                <a:ea typeface="宋体" pitchFamily="2" charset="-122"/>
              </a:rPr>
              <a:t> to a resistor as </a:t>
            </a:r>
            <a:r>
              <a:rPr lang="en-US" altLang="zh-CN" b="1" u="sng" dirty="0">
                <a:solidFill>
                  <a:srgbClr val="FF3300"/>
                </a:solidFill>
                <a:ea typeface="宋体" pitchFamily="2" charset="-122"/>
              </a:rPr>
              <a:t>the periodic current.</a:t>
            </a:r>
          </a:p>
        </p:txBody>
      </p:sp>
      <p:sp>
        <p:nvSpPr>
          <p:cNvPr id="16" name="Text Box 21"/>
          <p:cNvSpPr txBox="1">
            <a:spLocks noChangeArrowheads="1"/>
          </p:cNvSpPr>
          <p:nvPr/>
        </p:nvSpPr>
        <p:spPr bwMode="auto">
          <a:xfrm>
            <a:off x="2841519" y="4869182"/>
            <a:ext cx="6101967" cy="1200329"/>
          </a:xfrm>
          <a:prstGeom prst="rect">
            <a:avLst/>
          </a:prstGeom>
          <a:solidFill>
            <a:schemeClr val="bg1"/>
          </a:solidFill>
          <a:ln w="76200" cmpd="tri" algn="ctr">
            <a:solidFill>
              <a:srgbClr val="FF0000"/>
            </a:solidFill>
            <a:miter lim="800000"/>
            <a:headEnd/>
            <a:tailEnd/>
          </a:ln>
          <a:effectLst/>
        </p:spPr>
        <p:txBody>
          <a:bodyPr wrap="square">
            <a:spAutoFit/>
          </a:bodyPr>
          <a:lstStyle>
            <a:defPPr>
              <a:defRPr lang="zh-CN"/>
            </a:defPPr>
            <a:lvl1pPr algn="l" rtl="0" fontAlgn="base">
              <a:spcBef>
                <a:spcPct val="0"/>
              </a:spcBef>
              <a:spcAft>
                <a:spcPct val="0"/>
              </a:spcAft>
              <a:defRPr sz="20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0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0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0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000" kern="1200">
                <a:solidFill>
                  <a:schemeClr val="tx1"/>
                </a:solidFill>
                <a:latin typeface="Times New Roman" pitchFamily="18" charset="0"/>
                <a:ea typeface="宋体" pitchFamily="2" charset="-122"/>
                <a:cs typeface="+mn-cs"/>
              </a:defRPr>
            </a:lvl5pPr>
            <a:lvl6pPr marL="2286000" algn="l" defTabSz="914400" rtl="0" eaLnBrk="1" latinLnBrk="0" hangingPunct="1">
              <a:defRPr sz="2000" kern="1200">
                <a:solidFill>
                  <a:schemeClr val="tx1"/>
                </a:solidFill>
                <a:latin typeface="Times New Roman" pitchFamily="18" charset="0"/>
                <a:ea typeface="宋体" pitchFamily="2" charset="-122"/>
                <a:cs typeface="+mn-cs"/>
              </a:defRPr>
            </a:lvl6pPr>
            <a:lvl7pPr marL="2743200" algn="l" defTabSz="914400" rtl="0" eaLnBrk="1" latinLnBrk="0" hangingPunct="1">
              <a:defRPr sz="2000" kern="1200">
                <a:solidFill>
                  <a:schemeClr val="tx1"/>
                </a:solidFill>
                <a:latin typeface="Times New Roman" pitchFamily="18" charset="0"/>
                <a:ea typeface="宋体" pitchFamily="2" charset="-122"/>
                <a:cs typeface="+mn-cs"/>
              </a:defRPr>
            </a:lvl7pPr>
            <a:lvl8pPr marL="3200400" algn="l" defTabSz="914400" rtl="0" eaLnBrk="1" latinLnBrk="0" hangingPunct="1">
              <a:defRPr sz="2000" kern="1200">
                <a:solidFill>
                  <a:schemeClr val="tx1"/>
                </a:solidFill>
                <a:latin typeface="Times New Roman" pitchFamily="18" charset="0"/>
                <a:ea typeface="宋体" pitchFamily="2" charset="-122"/>
                <a:cs typeface="+mn-cs"/>
              </a:defRPr>
            </a:lvl8pPr>
            <a:lvl9pPr marL="3657600" algn="l" defTabSz="914400" rtl="0" eaLnBrk="1" latinLnBrk="0" hangingPunct="1">
              <a:defRPr sz="2000" kern="1200">
                <a:solidFill>
                  <a:schemeClr val="tx1"/>
                </a:solidFill>
                <a:latin typeface="Times New Roman" pitchFamily="18" charset="0"/>
                <a:ea typeface="宋体" pitchFamily="2" charset="-122"/>
                <a:cs typeface="+mn-cs"/>
              </a:defRPr>
            </a:lvl9pPr>
          </a:lstStyle>
          <a:p>
            <a:pPr>
              <a:spcBef>
                <a:spcPct val="50000"/>
              </a:spcBef>
            </a:pPr>
            <a:r>
              <a:rPr lang="en-US" altLang="zh-CN" sz="2400" dirty="0">
                <a:latin typeface="Arial Black" pitchFamily="34" charset="0"/>
              </a:rPr>
              <a:t>The </a:t>
            </a:r>
            <a:r>
              <a:rPr lang="en-US" altLang="zh-CN" sz="2400" dirty="0">
                <a:solidFill>
                  <a:srgbClr val="FF0000"/>
                </a:solidFill>
                <a:latin typeface="Arial Black" pitchFamily="34" charset="0"/>
              </a:rPr>
              <a:t>effective value </a:t>
            </a:r>
            <a:r>
              <a:rPr lang="en-US" altLang="zh-CN" sz="2400" dirty="0">
                <a:latin typeface="Arial Black" pitchFamily="34" charset="0"/>
              </a:rPr>
              <a:t>of a periodic signal is its </a:t>
            </a:r>
            <a:r>
              <a:rPr lang="en-US" altLang="zh-CN" sz="2400" dirty="0">
                <a:solidFill>
                  <a:srgbClr val="FF0000"/>
                </a:solidFill>
                <a:latin typeface="Arial Black" pitchFamily="34" charset="0"/>
              </a:rPr>
              <a:t>root mean square </a:t>
            </a:r>
            <a:r>
              <a:rPr lang="en-US" altLang="zh-CN" sz="2400" dirty="0">
                <a:latin typeface="Arial Black" pitchFamily="34" charset="0"/>
              </a:rPr>
              <a:t>(</a:t>
            </a:r>
            <a:r>
              <a:rPr lang="en-US" altLang="zh-CN" sz="2400" dirty="0" err="1">
                <a:solidFill>
                  <a:srgbClr val="FF0000"/>
                </a:solidFill>
                <a:latin typeface="Arial Black" pitchFamily="34" charset="0"/>
              </a:rPr>
              <a:t>rms</a:t>
            </a:r>
            <a:r>
              <a:rPr lang="en-US" altLang="zh-CN" sz="2400" dirty="0">
                <a:latin typeface="Arial Black" pitchFamily="34" charset="0"/>
              </a:rPr>
              <a:t>) value.</a:t>
            </a:r>
          </a:p>
        </p:txBody>
      </p:sp>
    </p:spTree>
    <p:extLst>
      <p:ext uri="{BB962C8B-B14F-4D97-AF65-F5344CB8AC3E}">
        <p14:creationId xmlns:p14="http://schemas.microsoft.com/office/powerpoint/2010/main" val="284621666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3836583483"/>
              </p:ext>
            </p:extLst>
          </p:nvPr>
        </p:nvGraphicFramePr>
        <p:xfrm>
          <a:off x="600075" y="1341439"/>
          <a:ext cx="4560888" cy="835025"/>
        </p:xfrm>
        <a:graphic>
          <a:graphicData uri="http://schemas.openxmlformats.org/presentationml/2006/ole">
            <mc:AlternateContent xmlns:mc="http://schemas.openxmlformats.org/markup-compatibility/2006">
              <mc:Choice xmlns:v="urn:schemas-microsoft-com:vml" Requires="v">
                <p:oleObj spid="_x0000_s14458" name="Equation" r:id="rId3" imgW="1384200" imgH="253800" progId="Equation.DSMT4">
                  <p:embed/>
                </p:oleObj>
              </mc:Choice>
              <mc:Fallback>
                <p:oleObj name="Equation" r:id="rId3" imgW="1384200" imgH="253800" progId="Equation.DSMT4">
                  <p:embed/>
                  <p:pic>
                    <p:nvPicPr>
                      <p:cNvPr id="0" name="Object 4"/>
                      <p:cNvPicPr>
                        <a:picLocks noChangeAspect="1" noChangeArrowheads="1"/>
                      </p:cNvPicPr>
                      <p:nvPr/>
                    </p:nvPicPr>
                    <p:blipFill>
                      <a:blip r:embed="rId4"/>
                      <a:srcRect/>
                      <a:stretch>
                        <a:fillRect/>
                      </a:stretch>
                    </p:blipFill>
                    <p:spPr bwMode="auto">
                      <a:xfrm>
                        <a:off x="600075" y="1341439"/>
                        <a:ext cx="4560888" cy="835025"/>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63805564"/>
              </p:ext>
            </p:extLst>
          </p:nvPr>
        </p:nvGraphicFramePr>
        <p:xfrm>
          <a:off x="409575" y="2349501"/>
          <a:ext cx="7316788" cy="1289051"/>
        </p:xfrm>
        <a:graphic>
          <a:graphicData uri="http://schemas.openxmlformats.org/presentationml/2006/ole">
            <mc:AlternateContent xmlns:mc="http://schemas.openxmlformats.org/markup-compatibility/2006">
              <mc:Choice xmlns:v="urn:schemas-microsoft-com:vml" Requires="v">
                <p:oleObj spid="_x0000_s14459" name="Equation" r:id="rId5" imgW="3174840" imgH="457200" progId="Equation.DSMT4">
                  <p:embed/>
                </p:oleObj>
              </mc:Choice>
              <mc:Fallback>
                <p:oleObj name="Equation" r:id="rId5" imgW="3174840" imgH="457200" progId="Equation.DSMT4">
                  <p:embed/>
                  <p:pic>
                    <p:nvPicPr>
                      <p:cNvPr id="0" name="Object 5"/>
                      <p:cNvPicPr>
                        <a:picLocks noChangeAspect="1" noChangeArrowheads="1"/>
                      </p:cNvPicPr>
                      <p:nvPr/>
                    </p:nvPicPr>
                    <p:blipFill>
                      <a:blip r:embed="rId6"/>
                      <a:srcRect/>
                      <a:stretch>
                        <a:fillRect/>
                      </a:stretch>
                    </p:blipFill>
                    <p:spPr bwMode="auto">
                      <a:xfrm>
                        <a:off x="409575" y="2349501"/>
                        <a:ext cx="7316788" cy="1289051"/>
                      </a:xfrm>
                      <a:prstGeom prst="rect">
                        <a:avLst/>
                      </a:prstGeom>
                      <a:noFill/>
                      <a:ln>
                        <a:noFill/>
                      </a:ln>
                      <a:effectLst/>
                    </p:spPr>
                  </p:pic>
                </p:oleObj>
              </mc:Fallback>
            </mc:AlternateContent>
          </a:graphicData>
        </a:graphic>
      </p:graphicFrame>
      <p:sp>
        <p:nvSpPr>
          <p:cNvPr id="9" name="TextBox 8"/>
          <p:cNvSpPr txBox="1"/>
          <p:nvPr/>
        </p:nvSpPr>
        <p:spPr>
          <a:xfrm>
            <a:off x="971600" y="404664"/>
            <a:ext cx="6696744" cy="523220"/>
          </a:xfrm>
          <a:prstGeom prst="rect">
            <a:avLst/>
          </a:prstGeom>
          <a:noFill/>
        </p:spPr>
        <p:txBody>
          <a:bodyPr wrap="square" rtlCol="0">
            <a:spAutoFit/>
          </a:bodyPr>
          <a:lstStyle/>
          <a:p>
            <a:r>
              <a:rPr kumimoji="1" lang="en-US" altLang="zh-CN" sz="2800" b="1" dirty="0">
                <a:latin typeface="Verdana" pitchFamily="34" charset="0"/>
                <a:ea typeface="宋体" charset="-122"/>
              </a:rPr>
              <a:t>The </a:t>
            </a:r>
            <a:r>
              <a:rPr kumimoji="1" lang="en-US" altLang="zh-CN" sz="2800" b="1" dirty="0" err="1">
                <a:latin typeface="Verdana" pitchFamily="34" charset="0"/>
                <a:ea typeface="宋体" charset="-122"/>
              </a:rPr>
              <a:t>rms</a:t>
            </a:r>
            <a:r>
              <a:rPr kumimoji="1" lang="en-US" altLang="zh-CN" sz="2800" b="1" dirty="0">
                <a:latin typeface="Verdana" pitchFamily="34" charset="0"/>
                <a:ea typeface="宋体" charset="-122"/>
              </a:rPr>
              <a:t> value of a sinusoid:</a:t>
            </a:r>
            <a:endParaRPr kumimoji="1" lang="zh-CN" altLang="en-US" sz="2800" b="1" dirty="0">
              <a:latin typeface="Verdana" pitchFamily="34" charset="0"/>
              <a:ea typeface="宋体" charset="-122"/>
            </a:endParaRPr>
          </a:p>
        </p:txBody>
      </p:sp>
      <p:sp>
        <p:nvSpPr>
          <p:cNvPr id="19" name="TextBox 18"/>
          <p:cNvSpPr txBox="1"/>
          <p:nvPr/>
        </p:nvSpPr>
        <p:spPr>
          <a:xfrm>
            <a:off x="539552" y="3789040"/>
            <a:ext cx="2124236" cy="523220"/>
          </a:xfrm>
          <a:prstGeom prst="rect">
            <a:avLst/>
          </a:prstGeom>
          <a:noFill/>
        </p:spPr>
        <p:txBody>
          <a:bodyPr wrap="square" rtlCol="0">
            <a:spAutoFit/>
          </a:bodyPr>
          <a:lstStyle/>
          <a:p>
            <a:r>
              <a:rPr kumimoji="1" lang="en-US" altLang="zh-CN" sz="2800" b="1" dirty="0">
                <a:latin typeface="Verdana" pitchFamily="34" charset="0"/>
                <a:ea typeface="宋体" charset="-122"/>
              </a:rPr>
              <a:t>Similarly</a:t>
            </a:r>
            <a:endParaRPr kumimoji="1" lang="zh-CN" altLang="en-US" sz="2800" b="1" dirty="0">
              <a:latin typeface="Verdana" pitchFamily="34" charset="0"/>
              <a:ea typeface="宋体" charset="-122"/>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3602864876"/>
              </p:ext>
            </p:extLst>
          </p:nvPr>
        </p:nvGraphicFramePr>
        <p:xfrm>
          <a:off x="2663788" y="3633160"/>
          <a:ext cx="4351338" cy="835025"/>
        </p:xfrm>
        <a:graphic>
          <a:graphicData uri="http://schemas.openxmlformats.org/presentationml/2006/ole">
            <mc:AlternateContent xmlns:mc="http://schemas.openxmlformats.org/markup-compatibility/2006">
              <mc:Choice xmlns:v="urn:schemas-microsoft-com:vml" Requires="v">
                <p:oleObj spid="_x0000_s14460" name="Equation" r:id="rId7" imgW="1320480" imgH="253800" progId="Equation.DSMT4">
                  <p:embed/>
                </p:oleObj>
              </mc:Choice>
              <mc:Fallback>
                <p:oleObj name="Equation" r:id="rId7" imgW="1320480" imgH="253800" progId="Equation.DSMT4">
                  <p:embed/>
                  <p:pic>
                    <p:nvPicPr>
                      <p:cNvPr id="0" name="对象 6"/>
                      <p:cNvPicPr>
                        <a:picLocks noChangeAspect="1" noChangeArrowheads="1"/>
                      </p:cNvPicPr>
                      <p:nvPr/>
                    </p:nvPicPr>
                    <p:blipFill>
                      <a:blip r:embed="rId8"/>
                      <a:srcRect/>
                      <a:stretch>
                        <a:fillRect/>
                      </a:stretch>
                    </p:blipFill>
                    <p:spPr bwMode="auto">
                      <a:xfrm>
                        <a:off x="2663788" y="3633160"/>
                        <a:ext cx="4351338"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156969859"/>
              </p:ext>
            </p:extLst>
          </p:nvPr>
        </p:nvGraphicFramePr>
        <p:xfrm>
          <a:off x="7164306" y="3721710"/>
          <a:ext cx="1463675" cy="1181100"/>
        </p:xfrm>
        <a:graphic>
          <a:graphicData uri="http://schemas.openxmlformats.org/presentationml/2006/ole">
            <mc:AlternateContent xmlns:mc="http://schemas.openxmlformats.org/markup-compatibility/2006">
              <mc:Choice xmlns:v="urn:schemas-microsoft-com:vml" Requires="v">
                <p:oleObj spid="_x0000_s14461" name="Equation" r:id="rId9" imgW="634680" imgH="419040" progId="Equation.DSMT4">
                  <p:embed/>
                </p:oleObj>
              </mc:Choice>
              <mc:Fallback>
                <p:oleObj name="Equation" r:id="rId9" imgW="634680" imgH="419040" progId="Equation.DSMT4">
                  <p:embed/>
                  <p:pic>
                    <p:nvPicPr>
                      <p:cNvPr id="0" name="对象 7"/>
                      <p:cNvPicPr>
                        <a:picLocks noChangeAspect="1" noChangeArrowheads="1"/>
                      </p:cNvPicPr>
                      <p:nvPr/>
                    </p:nvPicPr>
                    <p:blipFill>
                      <a:blip r:embed="rId10"/>
                      <a:srcRect/>
                      <a:stretch>
                        <a:fillRect/>
                      </a:stretch>
                    </p:blipFill>
                    <p:spPr bwMode="auto">
                      <a:xfrm>
                        <a:off x="7164306" y="3721710"/>
                        <a:ext cx="146367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14"/>
          <p:cNvSpPr txBox="1">
            <a:spLocks noChangeArrowheads="1"/>
          </p:cNvSpPr>
          <p:nvPr/>
        </p:nvSpPr>
        <p:spPr bwMode="auto">
          <a:xfrm>
            <a:off x="465400" y="4941200"/>
            <a:ext cx="820896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sz="20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0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0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0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000" kern="1200">
                <a:solidFill>
                  <a:schemeClr val="tx1"/>
                </a:solidFill>
                <a:latin typeface="Times New Roman" pitchFamily="18" charset="0"/>
                <a:ea typeface="宋体" pitchFamily="2" charset="-122"/>
                <a:cs typeface="+mn-cs"/>
              </a:defRPr>
            </a:lvl5pPr>
            <a:lvl6pPr marL="2286000" algn="l" defTabSz="914400" rtl="0" eaLnBrk="1" latinLnBrk="0" hangingPunct="1">
              <a:defRPr sz="2000" kern="1200">
                <a:solidFill>
                  <a:schemeClr val="tx1"/>
                </a:solidFill>
                <a:latin typeface="Times New Roman" pitchFamily="18" charset="0"/>
                <a:ea typeface="宋体" pitchFamily="2" charset="-122"/>
                <a:cs typeface="+mn-cs"/>
              </a:defRPr>
            </a:lvl6pPr>
            <a:lvl7pPr marL="2743200" algn="l" defTabSz="914400" rtl="0" eaLnBrk="1" latinLnBrk="0" hangingPunct="1">
              <a:defRPr sz="2000" kern="1200">
                <a:solidFill>
                  <a:schemeClr val="tx1"/>
                </a:solidFill>
                <a:latin typeface="Times New Roman" pitchFamily="18" charset="0"/>
                <a:ea typeface="宋体" pitchFamily="2" charset="-122"/>
                <a:cs typeface="+mn-cs"/>
              </a:defRPr>
            </a:lvl7pPr>
            <a:lvl8pPr marL="3200400" algn="l" defTabSz="914400" rtl="0" eaLnBrk="1" latinLnBrk="0" hangingPunct="1">
              <a:defRPr sz="2000" kern="1200">
                <a:solidFill>
                  <a:schemeClr val="tx1"/>
                </a:solidFill>
                <a:latin typeface="Times New Roman" pitchFamily="18" charset="0"/>
                <a:ea typeface="宋体" pitchFamily="2" charset="-122"/>
                <a:cs typeface="+mn-cs"/>
              </a:defRPr>
            </a:lvl8pPr>
            <a:lvl9pPr marL="3657600" algn="l" defTabSz="914400" rtl="0" eaLnBrk="1" latinLnBrk="0" hangingPunct="1">
              <a:defRPr sz="2000" kern="1200">
                <a:solidFill>
                  <a:schemeClr val="tx1"/>
                </a:solidFill>
                <a:latin typeface="Times New Roman" pitchFamily="18" charset="0"/>
                <a:ea typeface="宋体" pitchFamily="2" charset="-122"/>
                <a:cs typeface="+mn-cs"/>
              </a:defRPr>
            </a:lvl9pPr>
          </a:lstStyle>
          <a:p>
            <a:pPr>
              <a:spcBef>
                <a:spcPct val="50000"/>
              </a:spcBef>
            </a:pPr>
            <a:r>
              <a:rPr lang="en-US" altLang="zh-CN" b="1" u="sng" dirty="0">
                <a:solidFill>
                  <a:srgbClr val="FF0000"/>
                </a:solidFill>
              </a:rPr>
              <a:t>Note:</a:t>
            </a:r>
            <a:r>
              <a:rPr lang="en-US" altLang="zh-CN" b="1" dirty="0"/>
              <a:t> It is convenient in power analysis to express voltage and current in their </a:t>
            </a:r>
            <a:r>
              <a:rPr lang="en-US" altLang="zh-CN" b="1" dirty="0" err="1"/>
              <a:t>rms</a:t>
            </a:r>
            <a:r>
              <a:rPr lang="en-US" altLang="zh-CN" b="1" dirty="0"/>
              <a:t> values. Also, analog voltmeters and ammeters are designed to read directly the </a:t>
            </a:r>
            <a:r>
              <a:rPr lang="en-US" altLang="zh-CN" b="1"/>
              <a:t>rms value </a:t>
            </a:r>
            <a:r>
              <a:rPr lang="en-US" altLang="zh-CN" b="1" dirty="0"/>
              <a:t>of voltage and current, respectively.</a:t>
            </a:r>
          </a:p>
        </p:txBody>
      </p:sp>
    </p:spTree>
    <p:extLst>
      <p:ext uri="{BB962C8B-B14F-4D97-AF65-F5344CB8AC3E}">
        <p14:creationId xmlns:p14="http://schemas.microsoft.com/office/powerpoint/2010/main" val="18400787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randombar(horizontal)">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4717" name="Object 13"/>
          <p:cNvGraphicFramePr>
            <a:graphicFrameLocks noChangeAspect="1"/>
          </p:cNvGraphicFramePr>
          <p:nvPr>
            <p:extLst>
              <p:ext uri="{D42A27DB-BD31-4B8C-83A1-F6EECF244321}">
                <p14:modId xmlns:p14="http://schemas.microsoft.com/office/powerpoint/2010/main" val="1626220329"/>
              </p:ext>
            </p:extLst>
          </p:nvPr>
        </p:nvGraphicFramePr>
        <p:xfrm>
          <a:off x="848234" y="1433190"/>
          <a:ext cx="6526213" cy="2816225"/>
        </p:xfrm>
        <a:graphic>
          <a:graphicData uri="http://schemas.openxmlformats.org/presentationml/2006/ole">
            <mc:AlternateContent xmlns:mc="http://schemas.openxmlformats.org/markup-compatibility/2006">
              <mc:Choice xmlns:v="urn:schemas-microsoft-com:vml" Requires="v">
                <p:oleObj spid="_x0000_s15422" name="Equation" r:id="rId3" imgW="2730240" imgH="1091880" progId="Equation.DSMT4">
                  <p:embed/>
                </p:oleObj>
              </mc:Choice>
              <mc:Fallback>
                <p:oleObj name="Equation" r:id="rId3" imgW="2730240" imgH="1091880" progId="Equation.DSMT4">
                  <p:embed/>
                  <p:pic>
                    <p:nvPicPr>
                      <p:cNvPr id="0" name=""/>
                      <p:cNvPicPr>
                        <a:picLocks noChangeAspect="1" noChangeArrowheads="1"/>
                      </p:cNvPicPr>
                      <p:nvPr/>
                    </p:nvPicPr>
                    <p:blipFill>
                      <a:blip r:embed="rId4"/>
                      <a:srcRect/>
                      <a:stretch>
                        <a:fillRect/>
                      </a:stretch>
                    </p:blipFill>
                    <p:spPr bwMode="auto">
                      <a:xfrm>
                        <a:off x="848234" y="1433190"/>
                        <a:ext cx="6526213" cy="2816225"/>
                      </a:xfrm>
                      <a:prstGeom prst="rect">
                        <a:avLst/>
                      </a:prstGeom>
                      <a:noFill/>
                      <a:ln>
                        <a:noFill/>
                      </a:ln>
                      <a:effectLst/>
                    </p:spPr>
                  </p:pic>
                </p:oleObj>
              </mc:Fallback>
            </mc:AlternateContent>
          </a:graphicData>
        </a:graphic>
      </p:graphicFrame>
      <p:sp>
        <p:nvSpPr>
          <p:cNvPr id="2" name="矩形 1"/>
          <p:cNvSpPr/>
          <p:nvPr/>
        </p:nvSpPr>
        <p:spPr>
          <a:xfrm>
            <a:off x="1115648" y="476672"/>
            <a:ext cx="3379451" cy="523220"/>
          </a:xfrm>
          <a:prstGeom prst="rect">
            <a:avLst/>
          </a:prstGeom>
        </p:spPr>
        <p:txBody>
          <a:bodyPr wrap="none">
            <a:spAutoFit/>
          </a:bodyPr>
          <a:lstStyle/>
          <a:p>
            <a:pPr>
              <a:buClr>
                <a:schemeClr val="tx2"/>
              </a:buClr>
              <a:buSzTx/>
            </a:pPr>
            <a:r>
              <a:rPr kumimoji="1" lang="en-US" altLang="zh-CN" sz="2800" b="1" dirty="0">
                <a:latin typeface="Verdana" pitchFamily="34" charset="0"/>
                <a:ea typeface="宋体" charset="-122"/>
              </a:rPr>
              <a:t>Average power:</a:t>
            </a:r>
          </a:p>
        </p:txBody>
      </p:sp>
      <p:sp>
        <p:nvSpPr>
          <p:cNvPr id="19" name="矩形 18"/>
          <p:cNvSpPr/>
          <p:nvPr/>
        </p:nvSpPr>
        <p:spPr>
          <a:xfrm>
            <a:off x="135715" y="4272990"/>
            <a:ext cx="7951216" cy="461665"/>
          </a:xfrm>
          <a:prstGeom prst="rect">
            <a:avLst/>
          </a:prstGeom>
        </p:spPr>
        <p:txBody>
          <a:bodyPr wrap="none">
            <a:spAutoFit/>
          </a:bodyPr>
          <a:lstStyle/>
          <a:p>
            <a:pPr>
              <a:buClr>
                <a:schemeClr val="tx2"/>
              </a:buClr>
              <a:buSzTx/>
            </a:pPr>
            <a:r>
              <a:rPr kumimoji="1" lang="en-US" altLang="zh-CN" sz="2400" b="1" dirty="0">
                <a:latin typeface="Verdana" pitchFamily="34" charset="0"/>
                <a:ea typeface="宋体" charset="-122"/>
              </a:rPr>
              <a:t>The average power absorbed by a resistor R:</a:t>
            </a:r>
          </a:p>
        </p:txBody>
      </p:sp>
      <p:graphicFrame>
        <p:nvGraphicFramePr>
          <p:cNvPr id="3" name="对象 2"/>
          <p:cNvGraphicFramePr>
            <a:graphicFrameLocks noChangeAspect="1"/>
          </p:cNvGraphicFramePr>
          <p:nvPr>
            <p:extLst>
              <p:ext uri="{D42A27DB-BD31-4B8C-83A1-F6EECF244321}">
                <p14:modId xmlns:p14="http://schemas.microsoft.com/office/powerpoint/2010/main" val="1531757084"/>
              </p:ext>
            </p:extLst>
          </p:nvPr>
        </p:nvGraphicFramePr>
        <p:xfrm>
          <a:off x="1145916" y="4941191"/>
          <a:ext cx="3673475" cy="1081087"/>
        </p:xfrm>
        <a:graphic>
          <a:graphicData uri="http://schemas.openxmlformats.org/presentationml/2006/ole">
            <mc:AlternateContent xmlns:mc="http://schemas.openxmlformats.org/markup-compatibility/2006">
              <mc:Choice xmlns:v="urn:schemas-microsoft-com:vml" Requires="v">
                <p:oleObj spid="_x0000_s15423" name="Equation" r:id="rId5" imgW="1536480" imgH="419040" progId="Equation.DSMT4">
                  <p:embed/>
                </p:oleObj>
              </mc:Choice>
              <mc:Fallback>
                <p:oleObj name="Equation" r:id="rId5" imgW="1536480" imgH="419040" progId="Equation.DSMT4">
                  <p:embed/>
                  <p:pic>
                    <p:nvPicPr>
                      <p:cNvPr id="0" name="Object 13"/>
                      <p:cNvPicPr>
                        <a:picLocks noChangeAspect="1" noChangeArrowheads="1"/>
                      </p:cNvPicPr>
                      <p:nvPr/>
                    </p:nvPicPr>
                    <p:blipFill>
                      <a:blip r:embed="rId6"/>
                      <a:srcRect/>
                      <a:stretch>
                        <a:fillRect/>
                      </a:stretch>
                    </p:blipFill>
                    <p:spPr bwMode="auto">
                      <a:xfrm>
                        <a:off x="1145916" y="4941191"/>
                        <a:ext cx="36734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49085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64717"/>
                                        </p:tgtEl>
                                        <p:attrNameLst>
                                          <p:attrName>style.visibility</p:attrName>
                                        </p:attrNameLst>
                                      </p:cBhvr>
                                      <p:to>
                                        <p:strVal val="visible"/>
                                      </p:to>
                                    </p:set>
                                    <p:animEffect transition="in" filter="wipe(down)">
                                      <p:cBhvr>
                                        <p:cTn id="7" dur="500"/>
                                        <p:tgtEl>
                                          <p:spTgt spid="18647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a:extLst>
              <a:ext uri="{FF2B5EF4-FFF2-40B4-BE49-F238E27FC236}">
                <a16:creationId xmlns:a16="http://schemas.microsoft.com/office/drawing/2014/main" id="{59147E25-CC2D-DC41-88C8-9126B5D5E85D}"/>
              </a:ext>
            </a:extLst>
          </p:cNvPr>
          <p:cNvSpPr txBox="1">
            <a:spLocks noChangeArrowheads="1"/>
          </p:cNvSpPr>
          <p:nvPr/>
        </p:nvSpPr>
        <p:spPr bwMode="auto">
          <a:xfrm>
            <a:off x="899592" y="260350"/>
            <a:ext cx="8028508"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074738" indent="-1074738" algn="l">
              <a:defRPr kumimoji="1" sz="2400">
                <a:solidFill>
                  <a:schemeClr val="tx1"/>
                </a:solidFill>
                <a:latin typeface="Arial" charset="0"/>
                <a:ea typeface="宋体" charset="-122"/>
              </a:defRPr>
            </a:lvl1pPr>
            <a:lvl2pPr marL="1441450" algn="l">
              <a:defRPr kumimoji="1" sz="2400">
                <a:solidFill>
                  <a:schemeClr val="tx1"/>
                </a:solidFill>
                <a:latin typeface="Arial" charset="0"/>
                <a:ea typeface="宋体" charset="-122"/>
              </a:defRPr>
            </a:lvl2pPr>
            <a:lvl3pPr marL="1620838" algn="l">
              <a:defRPr kumimoji="1" sz="2400">
                <a:solidFill>
                  <a:schemeClr val="tx1"/>
                </a:solidFill>
                <a:latin typeface="Arial" charset="0"/>
                <a:ea typeface="宋体" charset="-122"/>
              </a:defRPr>
            </a:lvl3pPr>
            <a:lvl4pPr marL="1800225" algn="l">
              <a:defRPr kumimoji="1" sz="2400">
                <a:solidFill>
                  <a:schemeClr val="tx1"/>
                </a:solidFill>
                <a:latin typeface="Arial" charset="0"/>
                <a:ea typeface="宋体" charset="-122"/>
              </a:defRPr>
            </a:lvl4pPr>
            <a:lvl5pPr marL="1979613" algn="l">
              <a:defRPr kumimoji="1" sz="2400">
                <a:solidFill>
                  <a:schemeClr val="tx1"/>
                </a:solidFill>
                <a:latin typeface="Arial" charset="0"/>
                <a:ea typeface="宋体" charset="-122"/>
              </a:defRPr>
            </a:lvl5pPr>
            <a:lvl6pPr marL="2436813" fontAlgn="base">
              <a:spcBef>
                <a:spcPct val="0"/>
              </a:spcBef>
              <a:spcAft>
                <a:spcPct val="0"/>
              </a:spcAft>
              <a:defRPr kumimoji="1" sz="2400">
                <a:solidFill>
                  <a:schemeClr val="tx1"/>
                </a:solidFill>
                <a:latin typeface="Arial" charset="0"/>
                <a:ea typeface="宋体" charset="-122"/>
              </a:defRPr>
            </a:lvl6pPr>
            <a:lvl7pPr marL="2894013" fontAlgn="base">
              <a:spcBef>
                <a:spcPct val="0"/>
              </a:spcBef>
              <a:spcAft>
                <a:spcPct val="0"/>
              </a:spcAft>
              <a:defRPr kumimoji="1" sz="2400">
                <a:solidFill>
                  <a:schemeClr val="tx1"/>
                </a:solidFill>
                <a:latin typeface="Arial" charset="0"/>
                <a:ea typeface="宋体" charset="-122"/>
              </a:defRPr>
            </a:lvl7pPr>
            <a:lvl8pPr marL="3351213" fontAlgn="base">
              <a:spcBef>
                <a:spcPct val="0"/>
              </a:spcBef>
              <a:spcAft>
                <a:spcPct val="0"/>
              </a:spcAft>
              <a:defRPr kumimoji="1" sz="2400">
                <a:solidFill>
                  <a:schemeClr val="tx1"/>
                </a:solidFill>
                <a:latin typeface="Arial" charset="0"/>
                <a:ea typeface="宋体" charset="-122"/>
              </a:defRPr>
            </a:lvl8pPr>
            <a:lvl9pPr marL="3808413" fontAlgn="base">
              <a:spcBef>
                <a:spcPct val="0"/>
              </a:spcBef>
              <a:spcAft>
                <a:spcPct val="0"/>
              </a:spcAft>
              <a:defRPr kumimoji="1" sz="2400">
                <a:solidFill>
                  <a:schemeClr val="tx1"/>
                </a:solidFill>
                <a:latin typeface="Arial" charset="0"/>
                <a:ea typeface="宋体" charset="-122"/>
              </a:defRPr>
            </a:lvl9pPr>
          </a:lstStyle>
          <a:p>
            <a:pPr>
              <a:lnSpc>
                <a:spcPct val="130000"/>
              </a:lnSpc>
              <a:buFont typeface="Wingdings" pitchFamily="2" charset="2"/>
              <a:buNone/>
            </a:pPr>
            <a:r>
              <a:rPr lang="en-US" altLang="zh-CN" sz="2800" dirty="0">
                <a:latin typeface="Arial Black" pitchFamily="34" charset="0"/>
              </a:rPr>
              <a:t>11.5   Apparent power and power factor</a:t>
            </a:r>
          </a:p>
        </p:txBody>
      </p:sp>
      <p:graphicFrame>
        <p:nvGraphicFramePr>
          <p:cNvPr id="6" name="Object 4">
            <a:extLst>
              <a:ext uri="{FF2B5EF4-FFF2-40B4-BE49-F238E27FC236}">
                <a16:creationId xmlns:a16="http://schemas.microsoft.com/office/drawing/2014/main" id="{C2D7E6DB-52D6-6D42-99CF-6DE964186001}"/>
              </a:ext>
            </a:extLst>
          </p:cNvPr>
          <p:cNvGraphicFramePr>
            <a:graphicFrameLocks noChangeAspect="1"/>
          </p:cNvGraphicFramePr>
          <p:nvPr>
            <p:extLst>
              <p:ext uri="{D42A27DB-BD31-4B8C-83A1-F6EECF244321}">
                <p14:modId xmlns:p14="http://schemas.microsoft.com/office/powerpoint/2010/main" val="1976487295"/>
              </p:ext>
            </p:extLst>
          </p:nvPr>
        </p:nvGraphicFramePr>
        <p:xfrm>
          <a:off x="899592" y="1556792"/>
          <a:ext cx="5943600" cy="531813"/>
        </p:xfrm>
        <a:graphic>
          <a:graphicData uri="http://schemas.openxmlformats.org/presentationml/2006/ole">
            <mc:AlternateContent xmlns:mc="http://schemas.openxmlformats.org/markup-compatibility/2006">
              <mc:Choice xmlns:v="urn:schemas-microsoft-com:vml" Requires="v">
                <p:oleObj spid="_x0000_s48175" name="Equation" r:id="rId3" imgW="2552400" imgH="228600" progId="Equation.3">
                  <p:embed/>
                </p:oleObj>
              </mc:Choice>
              <mc:Fallback>
                <p:oleObj name="Equation" r:id="rId3" imgW="2552400" imgH="228600" progId="Equation.3">
                  <p:embed/>
                  <p:pic>
                    <p:nvPicPr>
                      <p:cNvPr id="3665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556792"/>
                        <a:ext cx="5943600" cy="531813"/>
                      </a:xfrm>
                      <a:prstGeom prst="rect">
                        <a:avLst/>
                      </a:prstGeom>
                      <a:solidFill>
                        <a:srgbClr val="FFFF00"/>
                      </a:solidFill>
                      <a:ln w="9525">
                        <a:solidFill>
                          <a:srgbClr val="FF0000"/>
                        </a:solidFill>
                        <a:miter lim="800000"/>
                        <a:headEnd/>
                        <a:tailEnd/>
                      </a:ln>
                    </p:spPr>
                  </p:pic>
                </p:oleObj>
              </mc:Fallback>
            </mc:AlternateContent>
          </a:graphicData>
        </a:graphic>
      </p:graphicFrame>
      <p:sp>
        <p:nvSpPr>
          <p:cNvPr id="7" name="Line 8">
            <a:extLst>
              <a:ext uri="{FF2B5EF4-FFF2-40B4-BE49-F238E27FC236}">
                <a16:creationId xmlns:a16="http://schemas.microsoft.com/office/drawing/2014/main" id="{E1CB92EC-B4FA-454C-9BE2-A6052AFAA716}"/>
              </a:ext>
            </a:extLst>
          </p:cNvPr>
          <p:cNvSpPr>
            <a:spLocks noChangeShapeType="1"/>
          </p:cNvSpPr>
          <p:nvPr/>
        </p:nvSpPr>
        <p:spPr bwMode="auto">
          <a:xfrm flipV="1">
            <a:off x="4267200" y="1928280"/>
            <a:ext cx="609600" cy="838200"/>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Text Box 6">
            <a:extLst>
              <a:ext uri="{FF2B5EF4-FFF2-40B4-BE49-F238E27FC236}">
                <a16:creationId xmlns:a16="http://schemas.microsoft.com/office/drawing/2014/main" id="{144103E1-0793-6448-9FD5-75839FD11108}"/>
              </a:ext>
            </a:extLst>
          </p:cNvPr>
          <p:cNvSpPr txBox="1">
            <a:spLocks noChangeArrowheads="1"/>
          </p:cNvSpPr>
          <p:nvPr/>
        </p:nvSpPr>
        <p:spPr bwMode="auto">
          <a:xfrm>
            <a:off x="2627784" y="2799601"/>
            <a:ext cx="2895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r>
              <a:rPr lang="en-US" altLang="zh-CN" b="1" dirty="0">
                <a:solidFill>
                  <a:srgbClr val="FF3300"/>
                </a:solidFill>
                <a:ea typeface="宋体" pitchFamily="2" charset="-122"/>
              </a:rPr>
              <a:t>Apparent Power, S</a:t>
            </a:r>
          </a:p>
        </p:txBody>
      </p:sp>
      <p:sp>
        <p:nvSpPr>
          <p:cNvPr id="9" name="AutoShape 10">
            <a:extLst>
              <a:ext uri="{FF2B5EF4-FFF2-40B4-BE49-F238E27FC236}">
                <a16:creationId xmlns:a16="http://schemas.microsoft.com/office/drawing/2014/main" id="{8CD30EA4-6A8A-1945-A03A-A32BF6AB48FE}"/>
              </a:ext>
            </a:extLst>
          </p:cNvPr>
          <p:cNvSpPr>
            <a:spLocks/>
          </p:cNvSpPr>
          <p:nvPr/>
        </p:nvSpPr>
        <p:spPr bwMode="auto">
          <a:xfrm rot="16200000">
            <a:off x="5814492" y="1415403"/>
            <a:ext cx="457200" cy="1600200"/>
          </a:xfrm>
          <a:prstGeom prst="leftBrace">
            <a:avLst>
              <a:gd name="adj1" fmla="val 29167"/>
              <a:gd name="adj2" fmla="val 50000"/>
            </a:avLst>
          </a:prstGeom>
          <a:noFill/>
          <a:ln w="9525">
            <a:solidFill>
              <a:srgbClr val="0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7">
            <a:extLst>
              <a:ext uri="{FF2B5EF4-FFF2-40B4-BE49-F238E27FC236}">
                <a16:creationId xmlns:a16="http://schemas.microsoft.com/office/drawing/2014/main" id="{9788603E-06E8-454C-BE09-5D539FB666CB}"/>
              </a:ext>
            </a:extLst>
          </p:cNvPr>
          <p:cNvSpPr txBox="1">
            <a:spLocks noChangeArrowheads="1"/>
          </p:cNvSpPr>
          <p:nvPr/>
        </p:nvSpPr>
        <p:spPr bwMode="auto">
          <a:xfrm>
            <a:off x="5134980" y="2458212"/>
            <a:ext cx="2743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r>
              <a:rPr lang="en-US" altLang="zh-CN" b="1" dirty="0">
                <a:solidFill>
                  <a:srgbClr val="FF3300"/>
                </a:solidFill>
                <a:ea typeface="宋体" pitchFamily="2" charset="-122"/>
              </a:rPr>
              <a:t>Power Factor, pf</a:t>
            </a:r>
          </a:p>
        </p:txBody>
      </p:sp>
      <p:sp>
        <p:nvSpPr>
          <p:cNvPr id="12" name="文本框 11">
            <a:extLst>
              <a:ext uri="{FF2B5EF4-FFF2-40B4-BE49-F238E27FC236}">
                <a16:creationId xmlns:a16="http://schemas.microsoft.com/office/drawing/2014/main" id="{05B05305-15A0-F54C-AE45-A4F910CDD336}"/>
              </a:ext>
            </a:extLst>
          </p:cNvPr>
          <p:cNvSpPr txBox="1"/>
          <p:nvPr/>
        </p:nvSpPr>
        <p:spPr>
          <a:xfrm>
            <a:off x="443912" y="3310266"/>
            <a:ext cx="2743200" cy="461665"/>
          </a:xfrm>
          <a:prstGeom prst="rect">
            <a:avLst/>
          </a:prstGeom>
          <a:noFill/>
        </p:spPr>
        <p:txBody>
          <a:bodyPr wrap="square">
            <a:spAutoFit/>
          </a:bodyPr>
          <a:lstStyle/>
          <a:p>
            <a:r>
              <a:rPr lang="en-US" altLang="zh-CN" sz="2400" b="1" u="sng" dirty="0">
                <a:solidFill>
                  <a:srgbClr val="FF3300"/>
                </a:solidFill>
                <a:latin typeface="Times New Roman" panose="02020603050405020304" pitchFamily="18" charset="0"/>
                <a:ea typeface="宋体" pitchFamily="2" charset="-122"/>
                <a:cs typeface="Times New Roman" panose="02020603050405020304" pitchFamily="18" charset="0"/>
              </a:rPr>
              <a:t>Apparent Power</a:t>
            </a:r>
            <a:r>
              <a:rPr lang="zh-CN" altLang="en-US" sz="2400" b="1" u="sng" dirty="0">
                <a:solidFill>
                  <a:srgbClr val="FF3300"/>
                </a:solidFill>
                <a:latin typeface="Times New Roman" panose="02020603050405020304" pitchFamily="18" charset="0"/>
                <a:ea typeface="宋体" pitchFamily="2" charset="-122"/>
                <a:cs typeface="Times New Roman" panose="02020603050405020304" pitchFamily="18" charset="0"/>
              </a:rPr>
              <a:t> </a:t>
            </a:r>
            <a:r>
              <a:rPr lang="en-US" altLang="zh-CN" sz="2400" b="1" u="sng" dirty="0">
                <a:solidFill>
                  <a:srgbClr val="FF3300"/>
                </a:solidFill>
                <a:latin typeface="Times New Roman" panose="02020603050405020304" pitchFamily="18" charset="0"/>
                <a:ea typeface="宋体" pitchFamily="2" charset="-122"/>
                <a:cs typeface="Times New Roman" panose="02020603050405020304" pitchFamily="18" charset="0"/>
              </a:rPr>
              <a:t>S</a:t>
            </a:r>
            <a:endParaRPr lang="zh-CN" alt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916A662-58C2-6342-BE29-AA09ACEBD1BD}"/>
                  </a:ext>
                </a:extLst>
              </p:cNvPr>
              <p:cNvSpPr txBox="1"/>
              <p:nvPr/>
            </p:nvSpPr>
            <p:spPr>
              <a:xfrm>
                <a:off x="3014690" y="3279489"/>
                <a:ext cx="27432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1" i="1" smtClean="0">
                          <a:latin typeface="Cambria Math" panose="02040503050406030204" pitchFamily="18" charset="0"/>
                        </a:rPr>
                        <m:t>𝑺</m:t>
                      </m:r>
                      <m:r>
                        <a:rPr kumimoji="1" lang="en-US" altLang="zh-CN" sz="2800" b="1" i="1" smtClean="0">
                          <a:latin typeface="Cambria Math" panose="02040503050406030204" pitchFamily="18" charset="0"/>
                        </a:rPr>
                        <m:t>=</m:t>
                      </m:r>
                      <m:sSub>
                        <m:sSubPr>
                          <m:ctrlPr>
                            <a:rPr kumimoji="1" lang="en-US" altLang="zh-CN" sz="2800" b="1" i="1" smtClean="0">
                              <a:latin typeface="Cambria Math" panose="02040503050406030204" pitchFamily="18" charset="0"/>
                            </a:rPr>
                          </m:ctrlPr>
                        </m:sSubPr>
                        <m:e>
                          <m:r>
                            <a:rPr kumimoji="1" lang="en-US" altLang="zh-CN" sz="2800" b="1" i="1" smtClean="0">
                              <a:latin typeface="Cambria Math" panose="02040503050406030204" pitchFamily="18" charset="0"/>
                            </a:rPr>
                            <m:t>𝑽</m:t>
                          </m:r>
                        </m:e>
                        <m:sub>
                          <m:r>
                            <a:rPr kumimoji="1" lang="en-US" altLang="zh-CN" sz="2800" b="1" i="1">
                              <a:latin typeface="Cambria Math" panose="02040503050406030204" pitchFamily="18" charset="0"/>
                            </a:rPr>
                            <m:t>𝒓𝒎</m:t>
                          </m:r>
                          <m:r>
                            <a:rPr kumimoji="1" lang="en-US" altLang="zh-CN" sz="2800" b="1" i="1" smtClean="0">
                              <a:latin typeface="Cambria Math" panose="02040503050406030204" pitchFamily="18" charset="0"/>
                            </a:rPr>
                            <m:t>𝒔</m:t>
                          </m:r>
                        </m:sub>
                      </m:sSub>
                      <m:sSub>
                        <m:sSubPr>
                          <m:ctrlPr>
                            <a:rPr kumimoji="1" lang="en-US" altLang="zh-CN" sz="2800" b="1" i="1" smtClean="0">
                              <a:latin typeface="Cambria Math" panose="02040503050406030204" pitchFamily="18" charset="0"/>
                            </a:rPr>
                          </m:ctrlPr>
                        </m:sSubPr>
                        <m:e>
                          <m:r>
                            <a:rPr kumimoji="1" lang="en-US" altLang="zh-CN" sz="2800" b="1" i="1" smtClean="0">
                              <a:latin typeface="Cambria Math" panose="02040503050406030204" pitchFamily="18" charset="0"/>
                            </a:rPr>
                            <m:t>𝑰</m:t>
                          </m:r>
                        </m:e>
                        <m:sub>
                          <m:r>
                            <a:rPr kumimoji="1" lang="en-US" altLang="zh-CN" sz="2800" b="1" i="1" smtClean="0">
                              <a:latin typeface="Cambria Math" panose="02040503050406030204" pitchFamily="18" charset="0"/>
                            </a:rPr>
                            <m:t>𝒓𝒎𝒔</m:t>
                          </m:r>
                        </m:sub>
                      </m:sSub>
                    </m:oMath>
                  </m:oMathPara>
                </a14:m>
                <a:endParaRPr kumimoji="1" lang="zh-CN" altLang="en-US" sz="2800" b="1" dirty="0"/>
              </a:p>
            </p:txBody>
          </p:sp>
        </mc:Choice>
        <mc:Fallback xmlns="">
          <p:sp>
            <p:nvSpPr>
              <p:cNvPr id="13" name="文本框 12">
                <a:extLst>
                  <a:ext uri="{FF2B5EF4-FFF2-40B4-BE49-F238E27FC236}">
                    <a16:creationId xmlns:a16="http://schemas.microsoft.com/office/drawing/2014/main" id="{C916A662-58C2-6342-BE29-AA09ACEBD1BD}"/>
                  </a:ext>
                </a:extLst>
              </p:cNvPr>
              <p:cNvSpPr txBox="1">
                <a:spLocks noRot="1" noChangeAspect="1" noMove="1" noResize="1" noEditPoints="1" noAdjustHandles="1" noChangeArrowheads="1" noChangeShapeType="1" noTextEdit="1"/>
              </p:cNvSpPr>
              <p:nvPr/>
            </p:nvSpPr>
            <p:spPr>
              <a:xfrm>
                <a:off x="3014690" y="3279489"/>
                <a:ext cx="2743200" cy="523220"/>
              </a:xfrm>
              <a:prstGeom prst="rect">
                <a:avLst/>
              </a:prstGeom>
              <a:blipFill>
                <a:blip r:embed="rId5"/>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9E011AC3-54B0-C74E-BB41-F3FE76B4B1CB}"/>
              </a:ext>
            </a:extLst>
          </p:cNvPr>
          <p:cNvSpPr txBox="1"/>
          <p:nvPr/>
        </p:nvSpPr>
        <p:spPr>
          <a:xfrm>
            <a:off x="5637786" y="3402599"/>
            <a:ext cx="2855525" cy="461665"/>
          </a:xfrm>
          <a:prstGeom prst="rect">
            <a:avLst/>
          </a:prstGeom>
          <a:noFill/>
        </p:spPr>
        <p:txBody>
          <a:bodyPr wrap="none" rtlCol="0">
            <a:spAutoFit/>
          </a:bodyPr>
          <a:lstStyle/>
          <a:p>
            <a:r>
              <a:rPr kumimoji="1" lang="en-US" altLang="zh-CN" sz="2000" dirty="0"/>
              <a:t>(</a:t>
            </a:r>
            <a:r>
              <a:rPr lang="en-US" altLang="zh-CN" sz="2400" u="sng" dirty="0">
                <a:solidFill>
                  <a:srgbClr val="FF3300"/>
                </a:solidFill>
                <a:latin typeface="Times New Roman" panose="02020603050405020304" pitchFamily="18" charset="0"/>
                <a:ea typeface="宋体" pitchFamily="2" charset="-122"/>
                <a:cs typeface="Times New Roman" panose="02020603050405020304" pitchFamily="18" charset="0"/>
              </a:rPr>
              <a:t>volt-amperes</a:t>
            </a:r>
            <a:r>
              <a:rPr lang="en-US" altLang="zh-CN" sz="2400" dirty="0">
                <a:latin typeface="Times New Roman" panose="02020603050405020304" pitchFamily="18" charset="0"/>
                <a:ea typeface="宋体" pitchFamily="2" charset="-122"/>
                <a:cs typeface="Times New Roman" panose="02020603050405020304" pitchFamily="18" charset="0"/>
              </a:rPr>
              <a:t> or </a:t>
            </a:r>
            <a:r>
              <a:rPr lang="en-US" altLang="zh-CN" sz="2400" dirty="0">
                <a:solidFill>
                  <a:srgbClr val="FF0000"/>
                </a:solidFill>
                <a:latin typeface="Times New Roman" panose="02020603050405020304" pitchFamily="18" charset="0"/>
                <a:ea typeface="宋体" pitchFamily="2" charset="-122"/>
                <a:cs typeface="Times New Roman" panose="02020603050405020304" pitchFamily="18" charset="0"/>
              </a:rPr>
              <a:t>VA</a:t>
            </a:r>
            <a:r>
              <a:rPr lang="en-US" altLang="zh-CN" sz="2400" dirty="0">
                <a:latin typeface="Times New Roman" panose="02020603050405020304" pitchFamily="18" charset="0"/>
                <a:ea typeface="宋体" pitchFamily="2" charset="-122"/>
                <a:cs typeface="Times New Roman" panose="02020603050405020304" pitchFamily="18" charset="0"/>
              </a:rPr>
              <a:t> </a:t>
            </a:r>
            <a:r>
              <a:rPr kumimoji="1" lang="en-US" altLang="zh-CN" sz="2000" dirty="0"/>
              <a:t>)</a:t>
            </a:r>
            <a:endParaRPr kumimoji="1" lang="zh-CN" altLang="en-US" sz="2000" dirty="0"/>
          </a:p>
        </p:txBody>
      </p:sp>
      <p:sp>
        <p:nvSpPr>
          <p:cNvPr id="16" name="文本框 15">
            <a:extLst>
              <a:ext uri="{FF2B5EF4-FFF2-40B4-BE49-F238E27FC236}">
                <a16:creationId xmlns:a16="http://schemas.microsoft.com/office/drawing/2014/main" id="{7E2068AD-3849-F543-B783-5041B3FC49A1}"/>
              </a:ext>
            </a:extLst>
          </p:cNvPr>
          <p:cNvSpPr txBox="1"/>
          <p:nvPr/>
        </p:nvSpPr>
        <p:spPr>
          <a:xfrm>
            <a:off x="458918" y="4340166"/>
            <a:ext cx="2539159" cy="461665"/>
          </a:xfrm>
          <a:prstGeom prst="rect">
            <a:avLst/>
          </a:prstGeom>
          <a:noFill/>
        </p:spPr>
        <p:txBody>
          <a:bodyPr wrap="square">
            <a:spAutoFit/>
          </a:bodyPr>
          <a:lstStyle/>
          <a:p>
            <a:r>
              <a:rPr lang="en-US" altLang="zh-CN" sz="2400" b="1" u="sng" dirty="0">
                <a:solidFill>
                  <a:srgbClr val="FF3300"/>
                </a:solidFill>
                <a:latin typeface="Times New Roman" panose="02020603050405020304" pitchFamily="18" charset="0"/>
                <a:ea typeface="宋体" pitchFamily="2" charset="-122"/>
                <a:cs typeface="Times New Roman" panose="02020603050405020304" pitchFamily="18" charset="0"/>
              </a:rPr>
              <a:t>Power factor</a:t>
            </a:r>
            <a:r>
              <a:rPr lang="zh-CN" altLang="en-US" sz="2400" b="1" u="sng" dirty="0">
                <a:solidFill>
                  <a:srgbClr val="FF3300"/>
                </a:solidFill>
                <a:latin typeface="Times New Roman" panose="02020603050405020304" pitchFamily="18" charset="0"/>
                <a:ea typeface="宋体" pitchFamily="2" charset="-122"/>
                <a:cs typeface="Times New Roman" panose="02020603050405020304" pitchFamily="18" charset="0"/>
              </a:rPr>
              <a:t> </a:t>
            </a:r>
            <a:r>
              <a:rPr lang="en-US" altLang="zh-CN" sz="2400" b="1" u="sng" dirty="0">
                <a:solidFill>
                  <a:srgbClr val="FF3300"/>
                </a:solidFill>
                <a:latin typeface="Times New Roman" panose="02020603050405020304" pitchFamily="18" charset="0"/>
                <a:ea typeface="宋体" pitchFamily="2" charset="-122"/>
                <a:cs typeface="Times New Roman" panose="02020603050405020304" pitchFamily="18" charset="0"/>
              </a:rPr>
              <a:t>(</a:t>
            </a:r>
            <a:r>
              <a:rPr lang="zh-CN" altLang="en-US" sz="2400" b="1" u="sng" dirty="0">
                <a:solidFill>
                  <a:srgbClr val="FF3300"/>
                </a:solidFill>
                <a:latin typeface="Times New Roman" panose="02020603050405020304" pitchFamily="18" charset="0"/>
                <a:ea typeface="宋体" pitchFamily="2" charset="-122"/>
                <a:cs typeface="Times New Roman" panose="02020603050405020304" pitchFamily="18" charset="0"/>
              </a:rPr>
              <a:t> </a:t>
            </a:r>
            <a:r>
              <a:rPr lang="en-US" altLang="zh-CN" sz="2400" b="1" i="1" u="sng" dirty="0">
                <a:solidFill>
                  <a:srgbClr val="FF3300"/>
                </a:solidFill>
                <a:latin typeface="Times New Roman" panose="02020603050405020304" pitchFamily="18" charset="0"/>
                <a:ea typeface="宋体" pitchFamily="2" charset="-122"/>
                <a:cs typeface="Times New Roman" panose="02020603050405020304" pitchFamily="18" charset="0"/>
              </a:rPr>
              <a:t>pf</a:t>
            </a:r>
            <a:r>
              <a:rPr lang="zh-CN" altLang="en-US" sz="2400" b="1" i="1" u="sng" dirty="0">
                <a:solidFill>
                  <a:srgbClr val="FF3300"/>
                </a:solidFill>
                <a:latin typeface="Times New Roman" panose="02020603050405020304" pitchFamily="18" charset="0"/>
                <a:ea typeface="宋体" pitchFamily="2" charset="-122"/>
                <a:cs typeface="Times New Roman" panose="02020603050405020304" pitchFamily="18" charset="0"/>
              </a:rPr>
              <a:t> </a:t>
            </a:r>
            <a:r>
              <a:rPr lang="en-US" altLang="zh-CN" sz="2400" b="1" u="sng" dirty="0">
                <a:solidFill>
                  <a:srgbClr val="FF3300"/>
                </a:solidFill>
                <a:latin typeface="Times New Roman" panose="02020603050405020304" pitchFamily="18" charset="0"/>
                <a:ea typeface="宋体" pitchFamily="2" charset="-122"/>
                <a:cs typeface="Times New Roman" panose="02020603050405020304" pitchFamily="18" charset="0"/>
              </a:rPr>
              <a:t>) </a:t>
            </a:r>
            <a:endParaRPr lang="zh-CN" altLang="en-US" sz="2400" b="1" u="sng" dirty="0">
              <a:solidFill>
                <a:srgbClr val="FF3300"/>
              </a:solidFill>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3E5FCFC-8E9D-F246-BFD5-270DB8EE74A7}"/>
                  </a:ext>
                </a:extLst>
              </p:cNvPr>
              <p:cNvSpPr txBox="1"/>
              <p:nvPr/>
            </p:nvSpPr>
            <p:spPr>
              <a:xfrm>
                <a:off x="3187112" y="4234194"/>
                <a:ext cx="381642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1" i="1" smtClean="0">
                          <a:latin typeface="Cambria Math" panose="02040503050406030204" pitchFamily="18" charset="0"/>
                        </a:rPr>
                        <m:t>𝒑𝒇</m:t>
                      </m:r>
                      <m:r>
                        <a:rPr kumimoji="1" lang="en-US" altLang="zh-CN" sz="2800" b="1" i="1" smtClean="0">
                          <a:latin typeface="Cambria Math" panose="02040503050406030204" pitchFamily="18" charset="0"/>
                        </a:rPr>
                        <m:t>=</m:t>
                      </m:r>
                      <m:r>
                        <a:rPr kumimoji="1" lang="en-US" altLang="zh-CN" sz="2800" b="1" i="1" smtClean="0">
                          <a:latin typeface="Cambria Math" panose="02040503050406030204" pitchFamily="18" charset="0"/>
                          <a:ea typeface="Cambria Math" panose="02040503050406030204" pitchFamily="18" charset="0"/>
                        </a:rPr>
                        <m:t>𝝀</m:t>
                      </m:r>
                      <m:r>
                        <a:rPr kumimoji="1" lang="en-US" altLang="zh-CN" sz="2800" b="1" i="1" smtClean="0">
                          <a:latin typeface="Cambria Math" panose="02040503050406030204" pitchFamily="18" charset="0"/>
                          <a:ea typeface="Cambria Math" panose="02040503050406030204" pitchFamily="18" charset="0"/>
                        </a:rPr>
                        <m:t>=</m:t>
                      </m:r>
                      <m:func>
                        <m:funcPr>
                          <m:ctrlPr>
                            <a:rPr kumimoji="1" lang="en-US" altLang="zh-CN" sz="2800" b="1" i="1" smtClean="0">
                              <a:latin typeface="Cambria Math" panose="02040503050406030204" pitchFamily="18" charset="0"/>
                              <a:ea typeface="Cambria Math" panose="02040503050406030204" pitchFamily="18" charset="0"/>
                            </a:rPr>
                          </m:ctrlPr>
                        </m:funcPr>
                        <m:fName>
                          <m:r>
                            <a:rPr kumimoji="1" lang="en-US" altLang="zh-CN" sz="2800" b="1" i="0" smtClean="0">
                              <a:latin typeface="Cambria Math" panose="02040503050406030204" pitchFamily="18" charset="0"/>
                              <a:ea typeface="Cambria Math" panose="02040503050406030204" pitchFamily="18" charset="0"/>
                            </a:rPr>
                            <m:t>𝐜𝐨𝐬</m:t>
                          </m:r>
                        </m:fName>
                        <m:e>
                          <m:r>
                            <a:rPr kumimoji="1" lang="en-US" altLang="zh-CN" sz="2800" b="1" i="1" smtClean="0">
                              <a:latin typeface="Cambria Math" panose="02040503050406030204" pitchFamily="18" charset="0"/>
                              <a:ea typeface="Cambria Math" panose="02040503050406030204" pitchFamily="18" charset="0"/>
                            </a:rPr>
                            <m:t>(</m:t>
                          </m:r>
                          <m:sSub>
                            <m:sSubPr>
                              <m:ctrlPr>
                                <a:rPr kumimoji="1" lang="en-US" altLang="zh-CN" sz="2800" b="1" i="1" smtClean="0">
                                  <a:latin typeface="Cambria Math" panose="02040503050406030204" pitchFamily="18" charset="0"/>
                                  <a:ea typeface="Cambria Math" panose="02040503050406030204" pitchFamily="18" charset="0"/>
                                </a:rPr>
                              </m:ctrlPr>
                            </m:sSubPr>
                            <m:e>
                              <m:r>
                                <a:rPr kumimoji="1" lang="en-US" altLang="zh-CN" sz="2800" b="1" i="1" smtClean="0">
                                  <a:latin typeface="Cambria Math" panose="02040503050406030204" pitchFamily="18" charset="0"/>
                                  <a:ea typeface="Cambria Math" panose="02040503050406030204" pitchFamily="18" charset="0"/>
                                </a:rPr>
                                <m:t>𝜽</m:t>
                              </m:r>
                            </m:e>
                            <m:sub>
                              <m:r>
                                <a:rPr kumimoji="1" lang="en-US" altLang="zh-CN" sz="2800" b="1" i="1" smtClean="0">
                                  <a:latin typeface="Cambria Math" panose="02040503050406030204" pitchFamily="18" charset="0"/>
                                  <a:ea typeface="Cambria Math" panose="02040503050406030204" pitchFamily="18" charset="0"/>
                                </a:rPr>
                                <m:t>𝒗</m:t>
                              </m:r>
                            </m:sub>
                          </m:sSub>
                          <m:r>
                            <a:rPr kumimoji="1" lang="en-US" altLang="zh-CN" sz="2800" b="1" i="1" smtClean="0">
                              <a:latin typeface="Cambria Math" panose="02040503050406030204" pitchFamily="18" charset="0"/>
                              <a:ea typeface="Cambria Math" panose="02040503050406030204" pitchFamily="18" charset="0"/>
                            </a:rPr>
                            <m:t>−</m:t>
                          </m:r>
                          <m:sSub>
                            <m:sSubPr>
                              <m:ctrlPr>
                                <a:rPr kumimoji="1" lang="en-US" altLang="zh-CN" sz="2800" b="1" i="1" smtClean="0">
                                  <a:latin typeface="Cambria Math" panose="02040503050406030204" pitchFamily="18" charset="0"/>
                                  <a:ea typeface="Cambria Math" panose="02040503050406030204" pitchFamily="18" charset="0"/>
                                </a:rPr>
                              </m:ctrlPr>
                            </m:sSubPr>
                            <m:e>
                              <m:r>
                                <a:rPr kumimoji="1" lang="en-US" altLang="zh-CN" sz="2800" b="1" i="1" smtClean="0">
                                  <a:latin typeface="Cambria Math" panose="02040503050406030204" pitchFamily="18" charset="0"/>
                                  <a:ea typeface="Cambria Math" panose="02040503050406030204" pitchFamily="18" charset="0"/>
                                </a:rPr>
                                <m:t>𝜽</m:t>
                              </m:r>
                            </m:e>
                            <m:sub>
                              <m:r>
                                <a:rPr kumimoji="1" lang="en-US" altLang="zh-CN" sz="2800" b="1" i="1" smtClean="0">
                                  <a:latin typeface="Cambria Math" panose="02040503050406030204" pitchFamily="18" charset="0"/>
                                  <a:ea typeface="Cambria Math" panose="02040503050406030204" pitchFamily="18" charset="0"/>
                                </a:rPr>
                                <m:t>𝒊</m:t>
                              </m:r>
                            </m:sub>
                          </m:sSub>
                          <m:r>
                            <a:rPr kumimoji="1" lang="en-US" altLang="zh-CN" sz="2800" b="1" i="1" smtClean="0">
                              <a:latin typeface="Cambria Math" panose="02040503050406030204" pitchFamily="18" charset="0"/>
                              <a:ea typeface="Cambria Math" panose="02040503050406030204" pitchFamily="18" charset="0"/>
                            </a:rPr>
                            <m:t>)</m:t>
                          </m:r>
                        </m:e>
                      </m:func>
                    </m:oMath>
                  </m:oMathPara>
                </a14:m>
                <a:endParaRPr kumimoji="1" lang="zh-CN" altLang="en-US" sz="2800" b="1" dirty="0"/>
              </a:p>
            </p:txBody>
          </p:sp>
        </mc:Choice>
        <mc:Fallback xmlns="">
          <p:sp>
            <p:nvSpPr>
              <p:cNvPr id="17" name="文本框 16">
                <a:extLst>
                  <a:ext uri="{FF2B5EF4-FFF2-40B4-BE49-F238E27FC236}">
                    <a16:creationId xmlns:a16="http://schemas.microsoft.com/office/drawing/2014/main" id="{F3E5FCFC-8E9D-F246-BFD5-270DB8EE74A7}"/>
                  </a:ext>
                </a:extLst>
              </p:cNvPr>
              <p:cNvSpPr txBox="1">
                <a:spLocks noRot="1" noChangeAspect="1" noMove="1" noResize="1" noEditPoints="1" noAdjustHandles="1" noChangeArrowheads="1" noChangeShapeType="1" noTextEdit="1"/>
              </p:cNvSpPr>
              <p:nvPr/>
            </p:nvSpPr>
            <p:spPr>
              <a:xfrm>
                <a:off x="3187112" y="4234194"/>
                <a:ext cx="3816424" cy="523220"/>
              </a:xfrm>
              <a:prstGeom prst="rect">
                <a:avLst/>
              </a:prstGeom>
              <a:blipFill>
                <a:blip r:embed="rId6"/>
                <a:stretch>
                  <a:fillRect l="-997" r="-664" b="-21429"/>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3DA05933-BC41-2A49-8D93-1985073FE3A7}"/>
              </a:ext>
            </a:extLst>
          </p:cNvPr>
          <p:cNvSpPr txBox="1"/>
          <p:nvPr/>
        </p:nvSpPr>
        <p:spPr>
          <a:xfrm>
            <a:off x="6843192" y="4264971"/>
            <a:ext cx="2084908" cy="461665"/>
          </a:xfrm>
          <a:prstGeom prst="rect">
            <a:avLst/>
          </a:prstGeom>
          <a:noFill/>
        </p:spPr>
        <p:txBody>
          <a:bodyPr wrap="square">
            <a:spAutoFit/>
          </a:bodyPr>
          <a:lstStyle/>
          <a:p>
            <a:r>
              <a:rPr lang="zh-CN" altLang="en-US" sz="2400" dirty="0">
                <a:solidFill>
                  <a:srgbClr val="FF3300"/>
                </a:solidFill>
                <a:ea typeface="宋体" pitchFamily="2" charset="-122"/>
              </a:rPr>
              <a:t>（</a:t>
            </a:r>
            <a:r>
              <a:rPr lang="en-US" altLang="zh-CN" sz="2000" b="1" i="1" dirty="0">
                <a:solidFill>
                  <a:srgbClr val="C00000"/>
                </a:solidFill>
                <a:latin typeface="Times New Roman" panose="02020603050405020304" pitchFamily="18" charset="0"/>
                <a:ea typeface="宋体" pitchFamily="2" charset="-122"/>
                <a:cs typeface="Times New Roman" panose="02020603050405020304" pitchFamily="18" charset="0"/>
              </a:rPr>
              <a:t>dimensionless</a:t>
            </a:r>
            <a:r>
              <a:rPr lang="zh-CN" altLang="en-US" sz="2400" dirty="0">
                <a:solidFill>
                  <a:srgbClr val="FF3300"/>
                </a:solidFill>
                <a:ea typeface="宋体" pitchFamily="2" charset="-122"/>
              </a:rPr>
              <a:t>）</a:t>
            </a:r>
            <a:endParaRPr lang="en-US" altLang="zh-CN" sz="2400" dirty="0">
              <a:solidFill>
                <a:srgbClr val="FF3300"/>
              </a:solidFill>
              <a:ea typeface="宋体" pitchFamily="2" charset="-122"/>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85CFEB3-0BB1-BE41-A4BE-217052CFD68B}"/>
                  </a:ext>
                </a:extLst>
              </p:cNvPr>
              <p:cNvSpPr txBox="1"/>
              <p:nvPr/>
            </p:nvSpPr>
            <p:spPr>
              <a:xfrm>
                <a:off x="475531" y="5335530"/>
                <a:ext cx="2991802" cy="461665"/>
              </a:xfrm>
              <a:prstGeom prst="rect">
                <a:avLst/>
              </a:prstGeom>
              <a:noFill/>
            </p:spPr>
            <p:txBody>
              <a:bodyPr wrap="square">
                <a:spAutoFit/>
              </a:bodyPr>
              <a:lstStyle/>
              <a:p>
                <a:r>
                  <a:rPr lang="en-US" altLang="zh-CN" sz="2400" b="1" i="1" u="sng" dirty="0">
                    <a:solidFill>
                      <a:srgbClr val="FF0000"/>
                    </a:solidFill>
                    <a:latin typeface="Times New Roman" panose="02020603050405020304" pitchFamily="18" charset="0"/>
                    <a:ea typeface="宋体" pitchFamily="2" charset="-122"/>
                    <a:cs typeface="Times New Roman" panose="02020603050405020304" pitchFamily="18" charset="0"/>
                  </a:rPr>
                  <a:t>Power factor angle</a:t>
                </a:r>
                <a:r>
                  <a:rPr lang="zh-CN" altLang="en-US" sz="2400" b="1" i="1" u="sng" dirty="0">
                    <a:solidFill>
                      <a:srgbClr val="FF0000"/>
                    </a:solidFill>
                    <a:latin typeface="Times New Roman" panose="02020603050405020304" pitchFamily="18" charset="0"/>
                    <a:ea typeface="宋体" pitchFamily="2" charset="-122"/>
                    <a:cs typeface="Times New Roman" panose="02020603050405020304" pitchFamily="18" charset="0"/>
                  </a:rPr>
                  <a:t> </a:t>
                </a:r>
                <a14:m>
                  <m:oMath xmlns:m="http://schemas.openxmlformats.org/officeDocument/2006/math">
                    <m:r>
                      <a:rPr kumimoji="1" lang="en-US" altLang="zh-CN" sz="2400" b="1" i="1" u="sng" smtClean="0">
                        <a:solidFill>
                          <a:srgbClr val="C00000"/>
                        </a:solidFill>
                        <a:latin typeface="Cambria Math" panose="02040503050406030204" pitchFamily="18" charset="0"/>
                        <a:ea typeface="Cambria Math" panose="02040503050406030204" pitchFamily="18" charset="0"/>
                      </a:rPr>
                      <m:t>𝜽</m:t>
                    </m:r>
                  </m:oMath>
                </a14:m>
                <a:r>
                  <a:rPr lang="zh-CN" altLang="en-US" sz="2400" b="1" i="1" u="sng" dirty="0">
                    <a:solidFill>
                      <a:srgbClr val="FF0000"/>
                    </a:solidFill>
                    <a:latin typeface="Times New Roman" panose="02020603050405020304" pitchFamily="18" charset="0"/>
                    <a:ea typeface="宋体" pitchFamily="2" charset="-122"/>
                    <a:cs typeface="Times New Roman" panose="02020603050405020304" pitchFamily="18" charset="0"/>
                  </a:rPr>
                  <a:t> </a:t>
                </a:r>
                <a:r>
                  <a:rPr lang="en-US" altLang="zh-CN" sz="2400" b="1" i="1" u="sng" dirty="0">
                    <a:latin typeface="Times New Roman" panose="02020603050405020304" pitchFamily="18" charset="0"/>
                    <a:ea typeface="宋体" pitchFamily="2" charset="-122"/>
                    <a:cs typeface="Times New Roman" panose="02020603050405020304" pitchFamily="18" charset="0"/>
                  </a:rPr>
                  <a:t> </a:t>
                </a:r>
                <a:endParaRPr lang="zh-CN" altLang="en-US" sz="2400" b="1" i="1" u="sng" dirty="0">
                  <a:latin typeface="Times New Roman" panose="02020603050405020304" pitchFamily="18" charset="0"/>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485CFEB3-0BB1-BE41-A4BE-217052CFD68B}"/>
                  </a:ext>
                </a:extLst>
              </p:cNvPr>
              <p:cNvSpPr txBox="1">
                <a:spLocks noRot="1" noChangeAspect="1" noMove="1" noResize="1" noEditPoints="1" noAdjustHandles="1" noChangeArrowheads="1" noChangeShapeType="1" noTextEdit="1"/>
              </p:cNvSpPr>
              <p:nvPr/>
            </p:nvSpPr>
            <p:spPr>
              <a:xfrm>
                <a:off x="475531" y="5335530"/>
                <a:ext cx="2991802" cy="461665"/>
              </a:xfrm>
              <a:prstGeom prst="rect">
                <a:avLst/>
              </a:prstGeom>
              <a:blipFill>
                <a:blip r:embed="rId7"/>
                <a:stretch>
                  <a:fillRect l="-3376" t="-10811" b="-29730"/>
                </a:stretch>
              </a:blipFill>
            </p:spPr>
            <p:txBody>
              <a:bodyPr/>
              <a:lstStyle/>
              <a:p>
                <a:r>
                  <a:rPr lang="zh-CN" altLang="en-US">
                    <a:noFill/>
                  </a:rPr>
                  <a:t> </a:t>
                </a:r>
              </a:p>
            </p:txBody>
          </p:sp>
        </mc:Fallback>
      </mc:AlternateContent>
      <p:graphicFrame>
        <p:nvGraphicFramePr>
          <p:cNvPr id="22" name="对象 21">
            <a:extLst>
              <a:ext uri="{FF2B5EF4-FFF2-40B4-BE49-F238E27FC236}">
                <a16:creationId xmlns:a16="http://schemas.microsoft.com/office/drawing/2014/main" id="{F18AAD41-205C-494D-843B-438EC19872CB}"/>
              </a:ext>
            </a:extLst>
          </p:cNvPr>
          <p:cNvGraphicFramePr>
            <a:graphicFrameLocks noChangeAspect="1"/>
          </p:cNvGraphicFramePr>
          <p:nvPr>
            <p:extLst>
              <p:ext uri="{D42A27DB-BD31-4B8C-83A1-F6EECF244321}">
                <p14:modId xmlns:p14="http://schemas.microsoft.com/office/powerpoint/2010/main" val="2310312401"/>
              </p:ext>
            </p:extLst>
          </p:nvPr>
        </p:nvGraphicFramePr>
        <p:xfrm>
          <a:off x="3467333" y="5335530"/>
          <a:ext cx="1323975" cy="503237"/>
        </p:xfrm>
        <a:graphic>
          <a:graphicData uri="http://schemas.openxmlformats.org/presentationml/2006/ole">
            <mc:AlternateContent xmlns:mc="http://schemas.openxmlformats.org/markup-compatibility/2006">
              <mc:Choice xmlns:v="urn:schemas-microsoft-com:vml" Requires="v">
                <p:oleObj spid="_x0000_s48176" name="Equation" r:id="rId8" imgW="647640" imgH="228600" progId="Equation.DSMT4">
                  <p:embed/>
                </p:oleObj>
              </mc:Choice>
              <mc:Fallback>
                <p:oleObj name="Equation" r:id="rId8" imgW="647640" imgH="228600" progId="Equation.DSMT4">
                  <p:embed/>
                  <p:pic>
                    <p:nvPicPr>
                      <p:cNvPr id="3" name="对象 2"/>
                      <p:cNvPicPr>
                        <a:picLocks noChangeAspect="1" noChangeArrowheads="1"/>
                      </p:cNvPicPr>
                      <p:nvPr/>
                    </p:nvPicPr>
                    <p:blipFill>
                      <a:blip r:embed="rId9"/>
                      <a:srcRect/>
                      <a:stretch>
                        <a:fillRect/>
                      </a:stretch>
                    </p:blipFill>
                    <p:spPr bwMode="auto">
                      <a:xfrm>
                        <a:off x="3467333" y="5335530"/>
                        <a:ext cx="13239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572682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P spid="12" grpId="0"/>
      <p:bldP spid="13" grpId="0"/>
      <p:bldP spid="14" grpId="0"/>
      <p:bldP spid="16" grpId="0"/>
      <p:bldP spid="17" grpId="0"/>
      <p:bldP spid="19"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1" name="Rectangle 11"/>
          <p:cNvSpPr>
            <a:spLocks noChangeArrowheads="1"/>
          </p:cNvSpPr>
          <p:nvPr/>
        </p:nvSpPr>
        <p:spPr bwMode="auto">
          <a:xfrm>
            <a:off x="2133633" y="198147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p>
        </p:txBody>
      </p:sp>
      <p:graphicFrame>
        <p:nvGraphicFramePr>
          <p:cNvPr id="368728" name="Group 88"/>
          <p:cNvGraphicFramePr>
            <a:graphicFrameLocks noGrp="1"/>
          </p:cNvGraphicFramePr>
          <p:nvPr>
            <p:extLst>
              <p:ext uri="{D42A27DB-BD31-4B8C-83A1-F6EECF244321}">
                <p14:modId xmlns:p14="http://schemas.microsoft.com/office/powerpoint/2010/main" val="1135654578"/>
              </p:ext>
            </p:extLst>
          </p:nvPr>
        </p:nvGraphicFramePr>
        <p:xfrm>
          <a:off x="611560" y="1484784"/>
          <a:ext cx="8153400" cy="3322320"/>
        </p:xfrm>
        <a:graphic>
          <a:graphicData uri="http://schemas.openxmlformats.org/drawingml/2006/table">
            <a:tbl>
              <a:tblPr/>
              <a:tblGrid>
                <a:gridCol w="21336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822960">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Purely resistive load (R)</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v</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i</a:t>
                      </a:r>
                      <a:r>
                        <a:rPr kumimoji="0" lang="en-US" altLang="zh-CN" sz="2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0,   pf = 1</a:t>
                      </a: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P=S</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80">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Purely reactive load (L or C)</a:t>
                      </a: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v</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θ</a:t>
                      </a:r>
                      <a:r>
                        <a:rPr kumimoji="0" lang="en-US" altLang="zh-CN" sz="28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i </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a:ln>
                            <a:noFill/>
                          </a:ln>
                          <a:solidFill>
                            <a:schemeClr val="tx1"/>
                          </a:solidFill>
                          <a:effectLst/>
                          <a:latin typeface="Myriad Condensed Web"/>
                          <a:ea typeface="宋体" pitchFamily="2" charset="-122"/>
                          <a:cs typeface="Times New Roman" pitchFamily="18" charset="0"/>
                        </a:rPr>
                        <a:t>±</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r>
                        <a:rPr kumimoji="0" lang="en-US" altLang="zh-CN" sz="28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o</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pf = 0</a:t>
                      </a:r>
                      <a:endParaRPr kumimoji="0" lang="en-US"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 = 0</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54480">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Resistive and reactive load  (R and L/C)</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v</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i</a:t>
                      </a:r>
                      <a:r>
                        <a:rPr kumimoji="0" lang="en-US" altLang="zh-CN" sz="2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&gt; 0</a:t>
                      </a:r>
                      <a:endPar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v</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θ</a:t>
                      </a:r>
                      <a:r>
                        <a:rPr kumimoji="0" lang="en-US" altLang="zh-CN" sz="2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i</a:t>
                      </a:r>
                      <a:r>
                        <a:rPr kumimoji="0" lang="en-US" altLang="zh-CN" sz="2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 </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 0</a:t>
                      </a: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174625" indent="-174625">
                        <a:spcBef>
                          <a:spcPct val="20000"/>
                        </a:spcBef>
                        <a:defRPr sz="2800">
                          <a:solidFill>
                            <a:schemeClr val="tx1"/>
                          </a:solidFill>
                          <a:latin typeface="Verdana" pitchFamily="34" charset="0"/>
                        </a:defRPr>
                      </a:lvl1pPr>
                      <a:lvl2pPr>
                        <a:spcBef>
                          <a:spcPct val="20000"/>
                        </a:spcBef>
                        <a:defRPr sz="2400">
                          <a:solidFill>
                            <a:schemeClr val="tx1"/>
                          </a:solidFill>
                          <a:latin typeface="Verdana" pitchFamily="34" charset="0"/>
                        </a:defRPr>
                      </a:lvl2pPr>
                      <a:lvl3pPr>
                        <a:spcBef>
                          <a:spcPct val="20000"/>
                        </a:spcBef>
                        <a:defRPr sz="2000">
                          <a:solidFill>
                            <a:schemeClr val="tx1"/>
                          </a:solidFill>
                          <a:latin typeface="Verdana" pitchFamily="34" charset="0"/>
                        </a:defRPr>
                      </a:lvl3pPr>
                      <a:lvl4pPr>
                        <a:spcBef>
                          <a:spcPct val="20000"/>
                        </a:spcBef>
                        <a:defRPr>
                          <a:solidFill>
                            <a:schemeClr val="tx1"/>
                          </a:solidFill>
                          <a:latin typeface="Verdana" pitchFamily="34" charset="0"/>
                        </a:defRPr>
                      </a:lvl4pPr>
                      <a:lvl5pPr>
                        <a:spcBef>
                          <a:spcPct val="20000"/>
                        </a:spcBef>
                        <a:defRPr>
                          <a:solidFill>
                            <a:schemeClr val="tx1"/>
                          </a:solidFill>
                          <a:latin typeface="Verdana" pitchFamily="34" charset="0"/>
                        </a:defRPr>
                      </a:lvl5pPr>
                      <a:lvl6pPr fontAlgn="base">
                        <a:spcBef>
                          <a:spcPct val="20000"/>
                        </a:spcBef>
                        <a:spcAft>
                          <a:spcPct val="0"/>
                        </a:spcAft>
                        <a:defRPr>
                          <a:solidFill>
                            <a:schemeClr val="tx1"/>
                          </a:solidFill>
                          <a:latin typeface="Verdana" pitchFamily="34" charset="0"/>
                        </a:defRPr>
                      </a:lvl6pPr>
                      <a:lvl7pPr fontAlgn="base">
                        <a:spcBef>
                          <a:spcPct val="20000"/>
                        </a:spcBef>
                        <a:spcAft>
                          <a:spcPct val="0"/>
                        </a:spcAft>
                        <a:defRPr>
                          <a:solidFill>
                            <a:schemeClr val="tx1"/>
                          </a:solidFill>
                          <a:latin typeface="Verdana" pitchFamily="34" charset="0"/>
                        </a:defRPr>
                      </a:lvl7pPr>
                      <a:lvl8pPr fontAlgn="base">
                        <a:spcBef>
                          <a:spcPct val="20000"/>
                        </a:spcBef>
                        <a:spcAft>
                          <a:spcPct val="0"/>
                        </a:spcAft>
                        <a:defRPr>
                          <a:solidFill>
                            <a:schemeClr val="tx1"/>
                          </a:solidFill>
                          <a:latin typeface="Verdana" pitchFamily="34" charset="0"/>
                        </a:defRPr>
                      </a:lvl8pPr>
                      <a:lvl9pPr fontAlgn="base">
                        <a:spcBef>
                          <a:spcPct val="20000"/>
                        </a:spcBef>
                        <a:spcAft>
                          <a:spcPct val="0"/>
                        </a:spcAft>
                        <a:defRPr>
                          <a:solidFill>
                            <a:schemeClr val="tx1"/>
                          </a:solidFill>
                          <a:latin typeface="Verdana" pitchFamily="34" charset="0"/>
                        </a:defRPr>
                      </a:lvl9pPr>
                    </a:lstStyle>
                    <a:p>
                      <a:pPr marL="174625" marR="0" lvl="0" indent="-174625" algn="l" defTabSz="914400" rtl="0" eaLnBrk="1" fontAlgn="base" latinLnBrk="0" hangingPunct="1">
                        <a:lnSpc>
                          <a:spcPct val="100000"/>
                        </a:lnSpc>
                        <a:spcBef>
                          <a:spcPct val="0"/>
                        </a:spcBef>
                        <a:spcAft>
                          <a:spcPct val="0"/>
                        </a:spcAft>
                        <a:buClr>
                          <a:schemeClr val="tx1"/>
                        </a:buClr>
                        <a:buSzTx/>
                        <a:buFontTx/>
                        <a:buChar char="•"/>
                        <a:tabLst/>
                      </a:pPr>
                      <a:r>
                        <a:rPr kumimoji="0" lang="en-US" altLang="zh-CN" sz="2400" b="0" i="0" u="sng" strike="noStrike" cap="none" normalizeH="0" baseline="0" dirty="0">
                          <a:ln>
                            <a:noFill/>
                          </a:ln>
                          <a:solidFill>
                            <a:srgbClr val="FF3300"/>
                          </a:solidFill>
                          <a:effectLst/>
                          <a:latin typeface="Times New Roman" pitchFamily="18" charset="0"/>
                          <a:ea typeface="宋体" pitchFamily="2" charset="-122"/>
                          <a:cs typeface="Times New Roman" pitchFamily="18" charset="0"/>
                        </a:rPr>
                        <a:t>Lagging</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 inductive load</a:t>
                      </a:r>
                      <a:endPar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174625" marR="0" lvl="0" indent="-174625" algn="l" defTabSz="914400" rtl="0" eaLnBrk="0" fontAlgn="base" latinLnBrk="0" hangingPunct="0">
                        <a:lnSpc>
                          <a:spcPct val="100000"/>
                        </a:lnSpc>
                        <a:spcBef>
                          <a:spcPct val="0"/>
                        </a:spcBef>
                        <a:spcAft>
                          <a:spcPct val="0"/>
                        </a:spcAft>
                        <a:buClr>
                          <a:schemeClr val="tx1"/>
                        </a:buClr>
                        <a:buSzTx/>
                        <a:buFontTx/>
                        <a:buChar char="•"/>
                        <a:tabLst/>
                      </a:pPr>
                      <a:r>
                        <a:rPr kumimoji="0" lang="en-US" altLang="zh-CN" sz="2400" b="0" i="0" u="sng" strike="noStrike" cap="none" normalizeH="0" baseline="0" dirty="0">
                          <a:ln>
                            <a:noFill/>
                          </a:ln>
                          <a:solidFill>
                            <a:srgbClr val="FF3300"/>
                          </a:solidFill>
                          <a:effectLst/>
                          <a:latin typeface="Times New Roman" pitchFamily="18" charset="0"/>
                          <a:ea typeface="宋体" pitchFamily="2" charset="-122"/>
                          <a:cs typeface="Times New Roman" pitchFamily="18" charset="0"/>
                        </a:rPr>
                        <a:t>Leading</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 capacitive load</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68710" name="Rectangle 70"/>
          <p:cNvSpPr>
            <a:spLocks noChangeArrowheads="1"/>
          </p:cNvSpPr>
          <p:nvPr/>
        </p:nvSpPr>
        <p:spPr bwMode="auto">
          <a:xfrm>
            <a:off x="6" y="43412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p>
        </p:txBody>
      </p:sp>
      <p:sp>
        <p:nvSpPr>
          <p:cNvPr id="8" name="Text Box 11"/>
          <p:cNvSpPr txBox="1">
            <a:spLocks noChangeArrowheads="1"/>
          </p:cNvSpPr>
          <p:nvPr/>
        </p:nvSpPr>
        <p:spPr bwMode="auto">
          <a:xfrm>
            <a:off x="576275" y="4941200"/>
            <a:ext cx="79914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sz="20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0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0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0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000" kern="1200">
                <a:solidFill>
                  <a:schemeClr val="tx1"/>
                </a:solidFill>
                <a:latin typeface="Times New Roman" pitchFamily="18" charset="0"/>
                <a:ea typeface="宋体" pitchFamily="2" charset="-122"/>
                <a:cs typeface="+mn-cs"/>
              </a:defRPr>
            </a:lvl5pPr>
            <a:lvl6pPr marL="2286000" algn="l" defTabSz="914400" rtl="0" eaLnBrk="1" latinLnBrk="0" hangingPunct="1">
              <a:defRPr sz="2000" kern="1200">
                <a:solidFill>
                  <a:schemeClr val="tx1"/>
                </a:solidFill>
                <a:latin typeface="Times New Roman" pitchFamily="18" charset="0"/>
                <a:ea typeface="宋体" pitchFamily="2" charset="-122"/>
                <a:cs typeface="+mn-cs"/>
              </a:defRPr>
            </a:lvl6pPr>
            <a:lvl7pPr marL="2743200" algn="l" defTabSz="914400" rtl="0" eaLnBrk="1" latinLnBrk="0" hangingPunct="1">
              <a:defRPr sz="2000" kern="1200">
                <a:solidFill>
                  <a:schemeClr val="tx1"/>
                </a:solidFill>
                <a:latin typeface="Times New Roman" pitchFamily="18" charset="0"/>
                <a:ea typeface="宋体" pitchFamily="2" charset="-122"/>
                <a:cs typeface="+mn-cs"/>
              </a:defRPr>
            </a:lvl7pPr>
            <a:lvl8pPr marL="3200400" algn="l" defTabSz="914400" rtl="0" eaLnBrk="1" latinLnBrk="0" hangingPunct="1">
              <a:defRPr sz="2000" kern="1200">
                <a:solidFill>
                  <a:schemeClr val="tx1"/>
                </a:solidFill>
                <a:latin typeface="Times New Roman" pitchFamily="18" charset="0"/>
                <a:ea typeface="宋体" pitchFamily="2" charset="-122"/>
                <a:cs typeface="+mn-cs"/>
              </a:defRPr>
            </a:lvl8pPr>
            <a:lvl9pPr marL="3657600" algn="l" defTabSz="914400" rtl="0" eaLnBrk="1" latinLnBrk="0" hangingPunct="1">
              <a:defRPr sz="2000" kern="1200">
                <a:solidFill>
                  <a:schemeClr val="tx1"/>
                </a:solidFill>
                <a:latin typeface="Times New Roman" pitchFamily="18" charset="0"/>
                <a:ea typeface="宋体" pitchFamily="2" charset="-122"/>
                <a:cs typeface="+mn-cs"/>
              </a:defRPr>
            </a:lvl9pPr>
          </a:lstStyle>
          <a:p>
            <a:pPr>
              <a:spcBef>
                <a:spcPct val="50000"/>
              </a:spcBef>
            </a:pPr>
            <a:r>
              <a:rPr lang="en-US" altLang="zh-CN" dirty="0"/>
              <a:t>Leading power factor means that current leads voltage, which implies a capacitive load. Lagging power factor means that current lags voltage implying an inductive load. </a:t>
            </a:r>
          </a:p>
        </p:txBody>
      </p:sp>
      <p:graphicFrame>
        <p:nvGraphicFramePr>
          <p:cNvPr id="3" name="对象 2"/>
          <p:cNvGraphicFramePr>
            <a:graphicFrameLocks noChangeAspect="1"/>
          </p:cNvGraphicFramePr>
          <p:nvPr>
            <p:extLst>
              <p:ext uri="{D42A27DB-BD31-4B8C-83A1-F6EECF244321}">
                <p14:modId xmlns:p14="http://schemas.microsoft.com/office/powerpoint/2010/main" val="3985397241"/>
              </p:ext>
            </p:extLst>
          </p:nvPr>
        </p:nvGraphicFramePr>
        <p:xfrm>
          <a:off x="3275856" y="453331"/>
          <a:ext cx="1866900" cy="642937"/>
        </p:xfrm>
        <a:graphic>
          <a:graphicData uri="http://schemas.openxmlformats.org/presentationml/2006/ole">
            <mc:AlternateContent xmlns:mc="http://schemas.openxmlformats.org/markup-compatibility/2006">
              <mc:Choice xmlns:v="urn:schemas-microsoft-com:vml" Requires="v">
                <p:oleObj spid="_x0000_s17440" name="Equation" r:id="rId3" imgW="622080" imgH="203040" progId="Equation.DSMT4">
                  <p:embed/>
                </p:oleObj>
              </mc:Choice>
              <mc:Fallback>
                <p:oleObj name="Equation" r:id="rId3" imgW="622080" imgH="2030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453331"/>
                        <a:ext cx="18669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950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7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6">
            <a:extLst>
              <a:ext uri="{FF2B5EF4-FFF2-40B4-BE49-F238E27FC236}">
                <a16:creationId xmlns:a16="http://schemas.microsoft.com/office/drawing/2014/main" id="{463CE953-7D84-6F45-814D-1610483BB6F2}"/>
              </a:ext>
            </a:extLst>
          </p:cNvPr>
          <p:cNvGrpSpPr>
            <a:grpSpLocks/>
          </p:cNvGrpSpPr>
          <p:nvPr/>
        </p:nvGrpSpPr>
        <p:grpSpPr bwMode="auto">
          <a:xfrm>
            <a:off x="2805812" y="1449552"/>
            <a:ext cx="3717925" cy="1981200"/>
            <a:chOff x="768" y="2496"/>
            <a:chExt cx="2342" cy="1248"/>
          </a:xfrm>
        </p:grpSpPr>
        <p:sp>
          <p:nvSpPr>
            <p:cNvPr id="6" name="Line 27">
              <a:extLst>
                <a:ext uri="{FF2B5EF4-FFF2-40B4-BE49-F238E27FC236}">
                  <a16:creationId xmlns:a16="http://schemas.microsoft.com/office/drawing/2014/main" id="{80D0DA18-844D-954F-834B-B7D35C2B7D81}"/>
                </a:ext>
              </a:extLst>
            </p:cNvPr>
            <p:cNvSpPr>
              <a:spLocks noChangeShapeType="1"/>
            </p:cNvSpPr>
            <p:nvPr/>
          </p:nvSpPr>
          <p:spPr bwMode="auto">
            <a:xfrm flipV="1">
              <a:off x="2001" y="2751"/>
              <a:ext cx="0" cy="745"/>
            </a:xfrm>
            <a:prstGeom prst="line">
              <a:avLst/>
            </a:prstGeom>
            <a:noFill/>
            <a:ln w="38100">
              <a:solidFill>
                <a:srgbClr val="00CC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 name="Object 28">
              <a:extLst>
                <a:ext uri="{FF2B5EF4-FFF2-40B4-BE49-F238E27FC236}">
                  <a16:creationId xmlns:a16="http://schemas.microsoft.com/office/drawing/2014/main" id="{E67C706E-4DED-E349-AA39-69ADE95D25C9}"/>
                </a:ext>
              </a:extLst>
            </p:cNvPr>
            <p:cNvGraphicFramePr>
              <a:graphicFrameLocks noChangeAspect="1"/>
            </p:cNvGraphicFramePr>
            <p:nvPr/>
          </p:nvGraphicFramePr>
          <p:xfrm>
            <a:off x="1776" y="2496"/>
            <a:ext cx="210" cy="290"/>
          </p:xfrm>
          <a:graphic>
            <a:graphicData uri="http://schemas.openxmlformats.org/presentationml/2006/ole">
              <mc:AlternateContent xmlns:mc="http://schemas.openxmlformats.org/markup-compatibility/2006">
                <mc:Choice xmlns:v="urn:schemas-microsoft-com:vml" Requires="v">
                  <p:oleObj spid="_x0000_s49429" name="公式" r:id="rId3" imgW="142799" imgH="180855" progId="Equation.3">
                    <p:embed/>
                  </p:oleObj>
                </mc:Choice>
                <mc:Fallback>
                  <p:oleObj name="公式" r:id="rId3" imgW="142799" imgH="180855" progId="Equation.3">
                    <p:embed/>
                    <p:pic>
                      <p:nvPicPr>
                        <p:cNvPr id="102485"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 y="2496"/>
                          <a:ext cx="210"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29">
              <a:extLst>
                <a:ext uri="{FF2B5EF4-FFF2-40B4-BE49-F238E27FC236}">
                  <a16:creationId xmlns:a16="http://schemas.microsoft.com/office/drawing/2014/main" id="{655D010C-CE35-D144-82CF-18152F64B5D4}"/>
                </a:ext>
              </a:extLst>
            </p:cNvPr>
            <p:cNvSpPr>
              <a:spLocks noChangeShapeType="1"/>
            </p:cNvSpPr>
            <p:nvPr/>
          </p:nvSpPr>
          <p:spPr bwMode="auto">
            <a:xfrm flipV="1">
              <a:off x="768" y="2751"/>
              <a:ext cx="1232" cy="75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 name="Object 30">
              <a:extLst>
                <a:ext uri="{FF2B5EF4-FFF2-40B4-BE49-F238E27FC236}">
                  <a16:creationId xmlns:a16="http://schemas.microsoft.com/office/drawing/2014/main" id="{5F605ECD-B868-3645-B256-E40E268FF01C}"/>
                </a:ext>
              </a:extLst>
            </p:cNvPr>
            <p:cNvGraphicFramePr>
              <a:graphicFrameLocks noChangeAspect="1"/>
            </p:cNvGraphicFramePr>
            <p:nvPr/>
          </p:nvGraphicFramePr>
          <p:xfrm>
            <a:off x="1992" y="3413"/>
            <a:ext cx="292" cy="331"/>
          </p:xfrm>
          <a:graphic>
            <a:graphicData uri="http://schemas.openxmlformats.org/presentationml/2006/ole">
              <mc:AlternateContent xmlns:mc="http://schemas.openxmlformats.org/markup-compatibility/2006">
                <mc:Choice xmlns:v="urn:schemas-microsoft-com:vml" Requires="v">
                  <p:oleObj spid="_x0000_s49430" name="公式" r:id="rId5" imgW="228600" imgH="228600" progId="Equation.3">
                    <p:embed/>
                  </p:oleObj>
                </mc:Choice>
                <mc:Fallback>
                  <p:oleObj name="公式" r:id="rId5" imgW="228600" imgH="228600" progId="Equation.3">
                    <p:embed/>
                    <p:pic>
                      <p:nvPicPr>
                        <p:cNvPr id="102487"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 y="3413"/>
                          <a:ext cx="292"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31">
              <a:extLst>
                <a:ext uri="{FF2B5EF4-FFF2-40B4-BE49-F238E27FC236}">
                  <a16:creationId xmlns:a16="http://schemas.microsoft.com/office/drawing/2014/main" id="{138F6A04-A63F-8F41-9130-7C9065FF747E}"/>
                </a:ext>
              </a:extLst>
            </p:cNvPr>
            <p:cNvSpPr>
              <a:spLocks noChangeShapeType="1"/>
            </p:cNvSpPr>
            <p:nvPr/>
          </p:nvSpPr>
          <p:spPr bwMode="auto">
            <a:xfrm>
              <a:off x="768" y="3496"/>
              <a:ext cx="1232"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 name="Object 32">
              <a:extLst>
                <a:ext uri="{FF2B5EF4-FFF2-40B4-BE49-F238E27FC236}">
                  <a16:creationId xmlns:a16="http://schemas.microsoft.com/office/drawing/2014/main" id="{7CEAFD89-A04E-0841-8F0B-C830AD794938}"/>
                </a:ext>
              </a:extLst>
            </p:cNvPr>
            <p:cNvGraphicFramePr>
              <a:graphicFrameLocks noChangeAspect="1"/>
            </p:cNvGraphicFramePr>
            <p:nvPr>
              <p:extLst>
                <p:ext uri="{D42A27DB-BD31-4B8C-83A1-F6EECF244321}">
                  <p14:modId xmlns:p14="http://schemas.microsoft.com/office/powerpoint/2010/main" val="1800237417"/>
                </p:ext>
              </p:extLst>
            </p:nvPr>
          </p:nvGraphicFramePr>
          <p:xfrm>
            <a:off x="2031" y="2751"/>
            <a:ext cx="624" cy="329"/>
          </p:xfrm>
          <a:graphic>
            <a:graphicData uri="http://schemas.openxmlformats.org/presentationml/2006/ole">
              <mc:AlternateContent xmlns:mc="http://schemas.openxmlformats.org/markup-compatibility/2006">
                <mc:Choice xmlns:v="urn:schemas-microsoft-com:vml" Requires="v">
                  <p:oleObj spid="_x0000_s49431" name="公式" r:id="rId7" imgW="558558" imgH="241195" progId="Equation.3">
                    <p:embed/>
                  </p:oleObj>
                </mc:Choice>
                <mc:Fallback>
                  <p:oleObj name="公式" r:id="rId7" imgW="558558" imgH="241195" progId="Equation.3">
                    <p:embed/>
                    <p:pic>
                      <p:nvPicPr>
                        <p:cNvPr id="102489"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1" y="2751"/>
                          <a:ext cx="624"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Arc 33">
              <a:extLst>
                <a:ext uri="{FF2B5EF4-FFF2-40B4-BE49-F238E27FC236}">
                  <a16:creationId xmlns:a16="http://schemas.microsoft.com/office/drawing/2014/main" id="{BC66B424-FB91-6145-A5EA-30C3440E3864}"/>
                </a:ext>
              </a:extLst>
            </p:cNvPr>
            <p:cNvSpPr>
              <a:spLocks/>
            </p:cNvSpPr>
            <p:nvPr/>
          </p:nvSpPr>
          <p:spPr bwMode="auto">
            <a:xfrm>
              <a:off x="1152" y="3264"/>
              <a:ext cx="53" cy="219"/>
            </a:xfrm>
            <a:custGeom>
              <a:avLst/>
              <a:gdLst>
                <a:gd name="T0" fmla="*/ 0 w 21600"/>
                <a:gd name="T1" fmla="*/ 0 h 23297"/>
                <a:gd name="T2" fmla="*/ 0 w 21600"/>
                <a:gd name="T3" fmla="*/ 0 h 23297"/>
                <a:gd name="T4" fmla="*/ 0 w 21600"/>
                <a:gd name="T5" fmla="*/ 0 h 23297"/>
                <a:gd name="T6" fmla="*/ 0 60000 65536"/>
                <a:gd name="T7" fmla="*/ 0 60000 65536"/>
                <a:gd name="T8" fmla="*/ 0 60000 65536"/>
                <a:gd name="T9" fmla="*/ 0 w 21600"/>
                <a:gd name="T10" fmla="*/ 0 h 23297"/>
                <a:gd name="T11" fmla="*/ 21600 w 21600"/>
                <a:gd name="T12" fmla="*/ 23297 h 23297"/>
              </a:gdLst>
              <a:ahLst/>
              <a:cxnLst>
                <a:cxn ang="T6">
                  <a:pos x="T0" y="T1"/>
                </a:cxn>
                <a:cxn ang="T7">
                  <a:pos x="T2" y="T3"/>
                </a:cxn>
                <a:cxn ang="T8">
                  <a:pos x="T4" y="T5"/>
                </a:cxn>
              </a:cxnLst>
              <a:rect l="T9" t="T10" r="T11" b="T12"/>
              <a:pathLst>
                <a:path w="21600" h="23297" fill="none" extrusionOk="0">
                  <a:moveTo>
                    <a:pt x="-1" y="0"/>
                  </a:moveTo>
                  <a:cubicBezTo>
                    <a:pt x="11929" y="0"/>
                    <a:pt x="21600" y="9670"/>
                    <a:pt x="21600" y="21600"/>
                  </a:cubicBezTo>
                  <a:cubicBezTo>
                    <a:pt x="21600" y="22166"/>
                    <a:pt x="21577" y="22732"/>
                    <a:pt x="21533" y="23297"/>
                  </a:cubicBezTo>
                </a:path>
                <a:path w="21600" h="23297" stroke="0" extrusionOk="0">
                  <a:moveTo>
                    <a:pt x="-1" y="0"/>
                  </a:moveTo>
                  <a:cubicBezTo>
                    <a:pt x="11929" y="0"/>
                    <a:pt x="21600" y="9670"/>
                    <a:pt x="21600" y="21600"/>
                  </a:cubicBezTo>
                  <a:cubicBezTo>
                    <a:pt x="21600" y="22166"/>
                    <a:pt x="21577" y="22732"/>
                    <a:pt x="21533" y="23297"/>
                  </a:cubicBezTo>
                  <a:lnTo>
                    <a:pt x="0" y="21600"/>
                  </a:lnTo>
                  <a:lnTo>
                    <a:pt x="-1" y="0"/>
                  </a:lnTo>
                  <a:close/>
                </a:path>
              </a:pathLst>
            </a:custGeom>
            <a:noFill/>
            <a:ln w="381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3" name="Object 34">
              <a:extLst>
                <a:ext uri="{FF2B5EF4-FFF2-40B4-BE49-F238E27FC236}">
                  <a16:creationId xmlns:a16="http://schemas.microsoft.com/office/drawing/2014/main" id="{CC627585-EC60-974D-A66F-38DE12460568}"/>
                </a:ext>
              </a:extLst>
            </p:cNvPr>
            <p:cNvGraphicFramePr>
              <a:graphicFrameLocks noChangeAspect="1"/>
            </p:cNvGraphicFramePr>
            <p:nvPr/>
          </p:nvGraphicFramePr>
          <p:xfrm>
            <a:off x="1244" y="3165"/>
            <a:ext cx="313" cy="331"/>
          </p:xfrm>
          <a:graphic>
            <a:graphicData uri="http://schemas.openxmlformats.org/presentationml/2006/ole">
              <mc:AlternateContent xmlns:mc="http://schemas.openxmlformats.org/markup-compatibility/2006">
                <mc:Choice xmlns:v="urn:schemas-microsoft-com:vml" Requires="v">
                  <p:oleObj spid="_x0000_s49432" name="Equation" r:id="rId9" imgW="123903" imgH="142795" progId="Equation.3">
                    <p:embed/>
                  </p:oleObj>
                </mc:Choice>
                <mc:Fallback>
                  <p:oleObj name="Equation" r:id="rId9" imgW="123903" imgH="142795" progId="Equation.3">
                    <p:embed/>
                    <p:pic>
                      <p:nvPicPr>
                        <p:cNvPr id="102491"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4" y="3165"/>
                          <a:ext cx="313"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35">
              <a:extLst>
                <a:ext uri="{FF2B5EF4-FFF2-40B4-BE49-F238E27FC236}">
                  <a16:creationId xmlns:a16="http://schemas.microsoft.com/office/drawing/2014/main" id="{41FA4365-06EE-4442-8703-25F219BE703A}"/>
                </a:ext>
              </a:extLst>
            </p:cNvPr>
            <p:cNvGraphicFramePr>
              <a:graphicFrameLocks noChangeAspect="1"/>
            </p:cNvGraphicFramePr>
            <p:nvPr/>
          </p:nvGraphicFramePr>
          <p:xfrm>
            <a:off x="2649" y="2773"/>
            <a:ext cx="461" cy="299"/>
          </p:xfrm>
          <a:graphic>
            <a:graphicData uri="http://schemas.openxmlformats.org/presentationml/2006/ole">
              <mc:AlternateContent xmlns:mc="http://schemas.openxmlformats.org/markup-compatibility/2006">
                <mc:Choice xmlns:v="urn:schemas-microsoft-com:vml" Requires="v">
                  <p:oleObj spid="_x0000_s49433" name="公式" r:id="rId11" imgW="355446" imgH="228501" progId="Equation.3">
                    <p:embed/>
                  </p:oleObj>
                </mc:Choice>
                <mc:Fallback>
                  <p:oleObj name="公式" r:id="rId11" imgW="355446" imgH="228501" progId="Equation.3">
                    <p:embed/>
                    <p:pic>
                      <p:nvPicPr>
                        <p:cNvPr id="102492" name="Object 3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9" y="2773"/>
                          <a:ext cx="461"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文本框 15">
            <a:extLst>
              <a:ext uri="{FF2B5EF4-FFF2-40B4-BE49-F238E27FC236}">
                <a16:creationId xmlns:a16="http://schemas.microsoft.com/office/drawing/2014/main" id="{CE43DAA5-3A52-AA4E-8D8D-F9AD7768670A}"/>
              </a:ext>
            </a:extLst>
          </p:cNvPr>
          <p:cNvSpPr txBox="1"/>
          <p:nvPr/>
        </p:nvSpPr>
        <p:spPr>
          <a:xfrm>
            <a:off x="1108075" y="545067"/>
            <a:ext cx="3319906" cy="461665"/>
          </a:xfrm>
          <a:prstGeom prst="rect">
            <a:avLst/>
          </a:prstGeom>
          <a:noFill/>
        </p:spPr>
        <p:txBody>
          <a:bodyPr wrap="square">
            <a:spAutoFit/>
          </a:bodyPr>
          <a:lstStyle/>
          <a:p>
            <a:r>
              <a:rPr lang="en-US" altLang="zh-CN" sz="2400" dirty="0">
                <a:latin typeface="Arial Black" pitchFamily="34" charset="0"/>
              </a:rPr>
              <a:t>Reactive power</a:t>
            </a:r>
            <a:r>
              <a:rPr lang="zh-CN" altLang="en-US" sz="2400" dirty="0">
                <a:latin typeface="Arial Black" pitchFamily="34" charset="0"/>
              </a:rPr>
              <a:t> </a:t>
            </a:r>
            <a:r>
              <a:rPr lang="en-US" altLang="zh-CN" sz="2400" dirty="0">
                <a:latin typeface="Arial Black" pitchFamily="34" charset="0"/>
              </a:rPr>
              <a:t>Q </a:t>
            </a:r>
            <a:endParaRPr lang="zh-CN" altLang="en-US" sz="2400" dirty="0"/>
          </a:p>
        </p:txBody>
      </p:sp>
      <p:grpSp>
        <p:nvGrpSpPr>
          <p:cNvPr id="17" name="Group 28">
            <a:extLst>
              <a:ext uri="{FF2B5EF4-FFF2-40B4-BE49-F238E27FC236}">
                <a16:creationId xmlns:a16="http://schemas.microsoft.com/office/drawing/2014/main" id="{243F01DC-1D2A-C142-9D56-FAB8926CBA81}"/>
              </a:ext>
            </a:extLst>
          </p:cNvPr>
          <p:cNvGrpSpPr>
            <a:grpSpLocks/>
          </p:cNvGrpSpPr>
          <p:nvPr/>
        </p:nvGrpSpPr>
        <p:grpSpPr bwMode="auto">
          <a:xfrm>
            <a:off x="5676712" y="2756412"/>
            <a:ext cx="990600" cy="1019175"/>
            <a:chOff x="1680" y="528"/>
            <a:chExt cx="624" cy="642"/>
          </a:xfrm>
        </p:grpSpPr>
        <p:sp>
          <p:nvSpPr>
            <p:cNvPr id="18" name="Text Box 29">
              <a:extLst>
                <a:ext uri="{FF2B5EF4-FFF2-40B4-BE49-F238E27FC236}">
                  <a16:creationId xmlns:a16="http://schemas.microsoft.com/office/drawing/2014/main" id="{6EBFA7FD-26BC-3045-8093-70F495EEAD62}"/>
                </a:ext>
              </a:extLst>
            </p:cNvPr>
            <p:cNvSpPr txBox="1">
              <a:spLocks noChangeArrowheads="1"/>
            </p:cNvSpPr>
            <p:nvPr/>
          </p:nvSpPr>
          <p:spPr bwMode="auto">
            <a:xfrm>
              <a:off x="1680" y="528"/>
              <a:ext cx="5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400" b="1" dirty="0">
                  <a:latin typeface="Times New Roman" pitchFamily="18" charset="0"/>
                </a:rPr>
                <a:t>×</a:t>
              </a:r>
            </a:p>
          </p:txBody>
        </p:sp>
        <p:sp>
          <p:nvSpPr>
            <p:cNvPr id="19" name="AutoShape 30">
              <a:extLst>
                <a:ext uri="{FF2B5EF4-FFF2-40B4-BE49-F238E27FC236}">
                  <a16:creationId xmlns:a16="http://schemas.microsoft.com/office/drawing/2014/main" id="{682F262C-422A-5F4F-96A7-0E741C8C9854}"/>
                </a:ext>
              </a:extLst>
            </p:cNvPr>
            <p:cNvSpPr>
              <a:spLocks noChangeArrowheads="1"/>
            </p:cNvSpPr>
            <p:nvPr/>
          </p:nvSpPr>
          <p:spPr bwMode="auto">
            <a:xfrm>
              <a:off x="1689" y="864"/>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524C69E-E5B9-0C40-9B5E-0553E9BE56F6}"/>
                  </a:ext>
                </a:extLst>
              </p:cNvPr>
              <p:cNvSpPr txBox="1"/>
              <p:nvPr/>
            </p:nvSpPr>
            <p:spPr>
              <a:xfrm>
                <a:off x="5832403" y="2763615"/>
                <a:ext cx="117740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b="1" i="1" smtClean="0">
                              <a:latin typeface="Cambria Math" panose="02040503050406030204" pitchFamily="18" charset="0"/>
                            </a:rPr>
                          </m:ctrlPr>
                        </m:sSubPr>
                        <m:e>
                          <m:r>
                            <a:rPr kumimoji="1" lang="en-US" altLang="zh-CN" sz="2400" b="1" i="1" smtClean="0">
                              <a:latin typeface="Cambria Math" panose="02040503050406030204" pitchFamily="18" charset="0"/>
                            </a:rPr>
                            <m:t>𝑰</m:t>
                          </m:r>
                        </m:e>
                        <m:sub>
                          <m:r>
                            <a:rPr kumimoji="1" lang="en-US" altLang="zh-CN" sz="2400" b="1" i="1" smtClean="0">
                              <a:latin typeface="Cambria Math" panose="02040503050406030204" pitchFamily="18" charset="0"/>
                            </a:rPr>
                            <m:t>𝒓𝒎𝒔</m:t>
                          </m:r>
                        </m:sub>
                      </m:sSub>
                    </m:oMath>
                  </m:oMathPara>
                </a14:m>
                <a:endParaRPr kumimoji="1" lang="zh-CN" altLang="en-US" sz="2400" b="1" dirty="0">
                  <a:latin typeface="Times New Roman" panose="02020603050405020304" pitchFamily="18" charset="0"/>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9524C69E-E5B9-0C40-9B5E-0553E9BE56F6}"/>
                  </a:ext>
                </a:extLst>
              </p:cNvPr>
              <p:cNvSpPr txBox="1">
                <a:spLocks noRot="1" noChangeAspect="1" noMove="1" noResize="1" noEditPoints="1" noAdjustHandles="1" noChangeArrowheads="1" noChangeShapeType="1" noTextEdit="1"/>
              </p:cNvSpPr>
              <p:nvPr/>
            </p:nvSpPr>
            <p:spPr>
              <a:xfrm>
                <a:off x="5832403" y="2763615"/>
                <a:ext cx="1177406" cy="461665"/>
              </a:xfrm>
              <a:prstGeom prst="rect">
                <a:avLst/>
              </a:prstGeom>
              <a:blipFill>
                <a:blip r:embed="rId13"/>
                <a:stretch>
                  <a:fillRect/>
                </a:stretch>
              </a:blipFill>
            </p:spPr>
            <p:txBody>
              <a:bodyPr/>
              <a:lstStyle/>
              <a:p>
                <a:r>
                  <a:rPr lang="zh-CN" altLang="en-US">
                    <a:noFill/>
                  </a:rPr>
                  <a:t> </a:t>
                </a:r>
              </a:p>
            </p:txBody>
          </p:sp>
        </mc:Fallback>
      </mc:AlternateContent>
      <p:grpSp>
        <p:nvGrpSpPr>
          <p:cNvPr id="22" name="Group 6">
            <a:extLst>
              <a:ext uri="{FF2B5EF4-FFF2-40B4-BE49-F238E27FC236}">
                <a16:creationId xmlns:a16="http://schemas.microsoft.com/office/drawing/2014/main" id="{9BC0392E-5542-D948-A09D-812047A5A6D9}"/>
              </a:ext>
            </a:extLst>
          </p:cNvPr>
          <p:cNvGrpSpPr>
            <a:grpSpLocks/>
          </p:cNvGrpSpPr>
          <p:nvPr/>
        </p:nvGrpSpPr>
        <p:grpSpPr bwMode="auto">
          <a:xfrm>
            <a:off x="6616699" y="2589783"/>
            <a:ext cx="2362201" cy="2366964"/>
            <a:chOff x="3889" y="768"/>
            <a:chExt cx="1488" cy="1491"/>
          </a:xfrm>
        </p:grpSpPr>
        <p:grpSp>
          <p:nvGrpSpPr>
            <p:cNvPr id="23" name="Group 7">
              <a:extLst>
                <a:ext uri="{FF2B5EF4-FFF2-40B4-BE49-F238E27FC236}">
                  <a16:creationId xmlns:a16="http://schemas.microsoft.com/office/drawing/2014/main" id="{0C963B24-0379-E045-8A22-20CF5182D02A}"/>
                </a:ext>
              </a:extLst>
            </p:cNvPr>
            <p:cNvGrpSpPr>
              <a:grpSpLocks/>
            </p:cNvGrpSpPr>
            <p:nvPr/>
          </p:nvGrpSpPr>
          <p:grpSpPr bwMode="auto">
            <a:xfrm>
              <a:off x="3889" y="768"/>
              <a:ext cx="1488" cy="1491"/>
              <a:chOff x="432" y="768"/>
              <a:chExt cx="1488" cy="1491"/>
            </a:xfrm>
          </p:grpSpPr>
          <p:sp>
            <p:nvSpPr>
              <p:cNvPr id="25" name="AutoShape 8">
                <a:extLst>
                  <a:ext uri="{FF2B5EF4-FFF2-40B4-BE49-F238E27FC236}">
                    <a16:creationId xmlns:a16="http://schemas.microsoft.com/office/drawing/2014/main" id="{9487C326-6FB6-D045-A264-84F9DBA0B422}"/>
                  </a:ext>
                </a:extLst>
              </p:cNvPr>
              <p:cNvSpPr>
                <a:spLocks noChangeArrowheads="1"/>
              </p:cNvSpPr>
              <p:nvPr/>
            </p:nvSpPr>
            <p:spPr bwMode="auto">
              <a:xfrm rot="-5400000">
                <a:off x="432" y="768"/>
                <a:ext cx="1128" cy="1128"/>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Text Box 9">
                <a:extLst>
                  <a:ext uri="{FF2B5EF4-FFF2-40B4-BE49-F238E27FC236}">
                    <a16:creationId xmlns:a16="http://schemas.microsoft.com/office/drawing/2014/main" id="{64AC257D-A37A-7944-9678-EC242137F85E}"/>
                  </a:ext>
                </a:extLst>
              </p:cNvPr>
              <p:cNvSpPr txBox="1">
                <a:spLocks noChangeArrowheads="1"/>
              </p:cNvSpPr>
              <p:nvPr/>
            </p:nvSpPr>
            <p:spPr bwMode="auto">
              <a:xfrm>
                <a:off x="720" y="1113"/>
                <a:ext cx="2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en-US" altLang="zh-CN" sz="2400">
                    <a:latin typeface="Times New Roman" pitchFamily="18" charset="0"/>
                  </a:rPr>
                  <a:t>S</a:t>
                </a:r>
              </a:p>
            </p:txBody>
          </p:sp>
          <p:sp>
            <p:nvSpPr>
              <p:cNvPr id="27" name="Rectangle 10">
                <a:extLst>
                  <a:ext uri="{FF2B5EF4-FFF2-40B4-BE49-F238E27FC236}">
                    <a16:creationId xmlns:a16="http://schemas.microsoft.com/office/drawing/2014/main" id="{28F9BDAB-8335-6048-82E0-F35E8FFDC069}"/>
                  </a:ext>
                </a:extLst>
              </p:cNvPr>
              <p:cNvSpPr>
                <a:spLocks noChangeArrowheads="1"/>
              </p:cNvSpPr>
              <p:nvPr/>
            </p:nvSpPr>
            <p:spPr bwMode="auto">
              <a:xfrm>
                <a:off x="1663" y="1248"/>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Q</a:t>
                </a:r>
              </a:p>
            </p:txBody>
          </p:sp>
          <p:sp>
            <p:nvSpPr>
              <p:cNvPr id="28" name="Rectangle 11">
                <a:extLst>
                  <a:ext uri="{FF2B5EF4-FFF2-40B4-BE49-F238E27FC236}">
                    <a16:creationId xmlns:a16="http://schemas.microsoft.com/office/drawing/2014/main" id="{0E753CA9-9C21-1C4A-AB80-619FAC93716D}"/>
                  </a:ext>
                </a:extLst>
              </p:cNvPr>
              <p:cNvSpPr>
                <a:spLocks noChangeArrowheads="1"/>
              </p:cNvSpPr>
              <p:nvPr/>
            </p:nvSpPr>
            <p:spPr bwMode="auto">
              <a:xfrm>
                <a:off x="1007" y="1968"/>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P</a:t>
                </a:r>
              </a:p>
            </p:txBody>
          </p:sp>
          <p:sp>
            <p:nvSpPr>
              <p:cNvPr id="29" name="Rectangle 12">
                <a:extLst>
                  <a:ext uri="{FF2B5EF4-FFF2-40B4-BE49-F238E27FC236}">
                    <a16:creationId xmlns:a16="http://schemas.microsoft.com/office/drawing/2014/main" id="{0F06074F-5ECE-754D-876A-C7ED82453ABD}"/>
                  </a:ext>
                </a:extLst>
              </p:cNvPr>
              <p:cNvSpPr>
                <a:spLocks noChangeArrowheads="1"/>
              </p:cNvSpPr>
              <p:nvPr/>
            </p:nvSpPr>
            <p:spPr bwMode="auto">
              <a:xfrm>
                <a:off x="864" y="1488"/>
                <a:ext cx="2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kumimoji="1" lang="en-US" altLang="zh-CN" sz="2400" dirty="0">
                    <a:latin typeface="Times New Roman" pitchFamily="18" charset="0"/>
                    <a:sym typeface="Symbol" pitchFamily="18" charset="2"/>
                  </a:rPr>
                  <a:t></a:t>
                </a:r>
                <a:endParaRPr kumimoji="1" lang="en-US" altLang="zh-CN" sz="2400" dirty="0">
                  <a:latin typeface="Times New Roman" pitchFamily="18" charset="0"/>
                </a:endParaRPr>
              </a:p>
            </p:txBody>
          </p:sp>
        </p:grpSp>
        <p:sp>
          <p:nvSpPr>
            <p:cNvPr id="24" name="Freeform 13">
              <a:extLst>
                <a:ext uri="{FF2B5EF4-FFF2-40B4-BE49-F238E27FC236}">
                  <a16:creationId xmlns:a16="http://schemas.microsoft.com/office/drawing/2014/main" id="{8052AB23-B165-4840-9748-184FC5D00799}"/>
                </a:ext>
              </a:extLst>
            </p:cNvPr>
            <p:cNvSpPr>
              <a:spLocks/>
            </p:cNvSpPr>
            <p:nvPr/>
          </p:nvSpPr>
          <p:spPr bwMode="auto">
            <a:xfrm>
              <a:off x="4160" y="1632"/>
              <a:ext cx="112" cy="240"/>
            </a:xfrm>
            <a:custGeom>
              <a:avLst/>
              <a:gdLst>
                <a:gd name="T0" fmla="*/ 0 w 112"/>
                <a:gd name="T1" fmla="*/ 0 h 240"/>
                <a:gd name="T2" fmla="*/ 96 w 112"/>
                <a:gd name="T3" fmla="*/ 96 h 240"/>
                <a:gd name="T4" fmla="*/ 96 w 112"/>
                <a:gd name="T5" fmla="*/ 240 h 240"/>
              </a:gdLst>
              <a:ahLst/>
              <a:cxnLst>
                <a:cxn ang="0">
                  <a:pos x="T0" y="T1"/>
                </a:cxn>
                <a:cxn ang="0">
                  <a:pos x="T2" y="T3"/>
                </a:cxn>
                <a:cxn ang="0">
                  <a:pos x="T4" y="T5"/>
                </a:cxn>
              </a:cxnLst>
              <a:rect l="0" t="0" r="r" b="b"/>
              <a:pathLst>
                <a:path w="112" h="240">
                  <a:moveTo>
                    <a:pt x="0" y="0"/>
                  </a:moveTo>
                  <a:cubicBezTo>
                    <a:pt x="40" y="28"/>
                    <a:pt x="80" y="56"/>
                    <a:pt x="96" y="96"/>
                  </a:cubicBezTo>
                  <a:cubicBezTo>
                    <a:pt x="112" y="136"/>
                    <a:pt x="104" y="144"/>
                    <a:pt x="96" y="240"/>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0" name="Group 23">
            <a:extLst>
              <a:ext uri="{FF2B5EF4-FFF2-40B4-BE49-F238E27FC236}">
                <a16:creationId xmlns:a16="http://schemas.microsoft.com/office/drawing/2014/main" id="{D029E268-AA4B-5D4A-86DE-D8ABC1A34E23}"/>
              </a:ext>
            </a:extLst>
          </p:cNvPr>
          <p:cNvGrpSpPr>
            <a:grpSpLocks/>
          </p:cNvGrpSpPr>
          <p:nvPr/>
        </p:nvGrpSpPr>
        <p:grpSpPr bwMode="auto">
          <a:xfrm>
            <a:off x="2762492" y="3623634"/>
            <a:ext cx="2438400" cy="1106487"/>
            <a:chOff x="3456" y="3072"/>
            <a:chExt cx="1632" cy="741"/>
          </a:xfrm>
          <a:solidFill>
            <a:schemeClr val="bg1"/>
          </a:solidFill>
        </p:grpSpPr>
        <p:graphicFrame>
          <p:nvGraphicFramePr>
            <p:cNvPr id="31" name="Object 24" descr="40%">
              <a:extLst>
                <a:ext uri="{FF2B5EF4-FFF2-40B4-BE49-F238E27FC236}">
                  <a16:creationId xmlns:a16="http://schemas.microsoft.com/office/drawing/2014/main" id="{284DA08B-0916-D541-93D5-FE5C006EC8DE}"/>
                </a:ext>
              </a:extLst>
            </p:cNvPr>
            <p:cNvGraphicFramePr>
              <a:graphicFrameLocks noChangeAspect="1"/>
            </p:cNvGraphicFramePr>
            <p:nvPr>
              <p:extLst>
                <p:ext uri="{D42A27DB-BD31-4B8C-83A1-F6EECF244321}">
                  <p14:modId xmlns:p14="http://schemas.microsoft.com/office/powerpoint/2010/main" val="3023111321"/>
                </p:ext>
              </p:extLst>
            </p:nvPr>
          </p:nvGraphicFramePr>
          <p:xfrm>
            <a:off x="3456" y="3072"/>
            <a:ext cx="1632" cy="379"/>
          </p:xfrm>
          <a:graphic>
            <a:graphicData uri="http://schemas.openxmlformats.org/presentationml/2006/ole">
              <mc:AlternateContent xmlns:mc="http://schemas.openxmlformats.org/markup-compatibility/2006">
                <mc:Choice xmlns:v="urn:schemas-microsoft-com:vml" Requires="v">
                  <p:oleObj spid="_x0000_s49434" name="Equation" r:id="rId14" imgW="780939" imgH="200021" progId="Equation.3">
                    <p:embed/>
                  </p:oleObj>
                </mc:Choice>
                <mc:Fallback>
                  <p:oleObj name="Equation" r:id="rId14" imgW="780939" imgH="200021" progId="Equation.3">
                    <p:embed/>
                    <p:pic>
                      <p:nvPicPr>
                        <p:cNvPr id="102493" name="Object 24" descr="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56" y="3072"/>
                          <a:ext cx="1632" cy="379"/>
                        </a:xfrm>
                        <a:prstGeom prst="rect">
                          <a:avLst/>
                        </a:prstGeom>
                        <a:solidFill>
                          <a:schemeClr val="bg1"/>
                        </a:solidFill>
                        <a:ln>
                          <a:noFill/>
                        </a:ln>
                        <a:effectLst/>
                      </p:spPr>
                    </p:pic>
                  </p:oleObj>
                </mc:Fallback>
              </mc:AlternateContent>
            </a:graphicData>
          </a:graphic>
        </p:graphicFrame>
        <p:graphicFrame>
          <p:nvGraphicFramePr>
            <p:cNvPr id="32" name="Object 25" descr="40%">
              <a:extLst>
                <a:ext uri="{FF2B5EF4-FFF2-40B4-BE49-F238E27FC236}">
                  <a16:creationId xmlns:a16="http://schemas.microsoft.com/office/drawing/2014/main" id="{6DD42B8F-EEA4-E84F-8BAB-C7BA8FEA4B67}"/>
                </a:ext>
              </a:extLst>
            </p:cNvPr>
            <p:cNvGraphicFramePr>
              <a:graphicFrameLocks noChangeAspect="1"/>
            </p:cNvGraphicFramePr>
            <p:nvPr>
              <p:extLst>
                <p:ext uri="{D42A27DB-BD31-4B8C-83A1-F6EECF244321}">
                  <p14:modId xmlns:p14="http://schemas.microsoft.com/office/powerpoint/2010/main" val="4173978327"/>
                </p:ext>
              </p:extLst>
            </p:nvPr>
          </p:nvGraphicFramePr>
          <p:xfrm>
            <a:off x="3456" y="3408"/>
            <a:ext cx="1632" cy="405"/>
          </p:xfrm>
          <a:graphic>
            <a:graphicData uri="http://schemas.openxmlformats.org/presentationml/2006/ole">
              <mc:AlternateContent xmlns:mc="http://schemas.openxmlformats.org/markup-compatibility/2006">
                <mc:Choice xmlns:v="urn:schemas-microsoft-com:vml" Requires="v">
                  <p:oleObj spid="_x0000_s49435" name="Equation" r:id="rId16" imgW="752595" imgH="209468" progId="Equation.3">
                    <p:embed/>
                  </p:oleObj>
                </mc:Choice>
                <mc:Fallback>
                  <p:oleObj name="Equation" r:id="rId16" imgW="752595" imgH="209468" progId="Equation.3">
                    <p:embed/>
                    <p:pic>
                      <p:nvPicPr>
                        <p:cNvPr id="102494" name="Object 25" descr="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56" y="3408"/>
                          <a:ext cx="1632" cy="405"/>
                        </a:xfrm>
                        <a:prstGeom prst="rect">
                          <a:avLst/>
                        </a:prstGeom>
                        <a:solidFill>
                          <a:schemeClr val="bg1"/>
                        </a:solidFill>
                        <a:ln>
                          <a:noFill/>
                        </a:ln>
                        <a:effectLst/>
                      </p:spPr>
                    </p:pic>
                  </p:oleObj>
                </mc:Fallback>
              </mc:AlternateContent>
            </a:graphicData>
          </a:graphic>
        </p:graphicFrame>
      </p:gr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2D0EFE2-8E29-3B4F-96C4-A544CF2413B9}"/>
                  </a:ext>
                </a:extLst>
              </p:cNvPr>
              <p:cNvSpPr txBox="1"/>
              <p:nvPr/>
            </p:nvSpPr>
            <p:spPr>
              <a:xfrm>
                <a:off x="2229079" y="4835427"/>
                <a:ext cx="439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400" b="1" i="1" smtClean="0">
                          <a:latin typeface="Cambria Math" panose="02040503050406030204" pitchFamily="18" charset="0"/>
                        </a:rPr>
                        <m:t>𝑷</m:t>
                      </m:r>
                      <m:r>
                        <a:rPr kumimoji="1" lang="en-US" altLang="zh-CN" sz="2400" b="0" i="1" smtClean="0">
                          <a:latin typeface="Cambria Math" panose="02040503050406030204" pitchFamily="18" charset="0"/>
                        </a:rPr>
                        <m:t>=</m:t>
                      </m:r>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𝑈</m:t>
                          </m:r>
                        </m:e>
                        <m:sub>
                          <m:r>
                            <a:rPr kumimoji="1" lang="en-US" altLang="zh-CN" sz="2400" b="0" i="1" smtClean="0">
                              <a:latin typeface="Cambria Math" panose="02040503050406030204" pitchFamily="18" charset="0"/>
                            </a:rPr>
                            <m:t>𝑅</m:t>
                          </m:r>
                        </m:sub>
                      </m:sSub>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𝐼</m:t>
                          </m:r>
                        </m:e>
                        <m:sub>
                          <m:r>
                            <a:rPr kumimoji="1" lang="en-US" altLang="zh-CN" sz="2400" b="0" i="1" smtClean="0">
                              <a:latin typeface="Cambria Math" panose="02040503050406030204" pitchFamily="18" charset="0"/>
                            </a:rPr>
                            <m:t>𝑟𝑚𝑠</m:t>
                          </m:r>
                        </m:sub>
                      </m:sSub>
                      <m:r>
                        <a:rPr kumimoji="1" lang="en-US" altLang="zh-CN" sz="2400" b="0" i="1" smtClean="0">
                          <a:latin typeface="Cambria Math" panose="02040503050406030204" pitchFamily="18" charset="0"/>
                        </a:rPr>
                        <m:t>=</m:t>
                      </m:r>
                      <m:sSub>
                        <m:sSubPr>
                          <m:ctrlPr>
                            <a:rPr kumimoji="1" lang="en-US" altLang="zh-CN" sz="2400" b="1" i="1" smtClean="0">
                              <a:solidFill>
                                <a:srgbClr val="002060"/>
                              </a:solidFill>
                              <a:latin typeface="Cambria Math" panose="02040503050406030204" pitchFamily="18" charset="0"/>
                            </a:rPr>
                          </m:ctrlPr>
                        </m:sSubPr>
                        <m:e>
                          <m:r>
                            <a:rPr kumimoji="1" lang="en-US" altLang="zh-CN" sz="2400" b="1" i="1" smtClean="0">
                              <a:solidFill>
                                <a:srgbClr val="002060"/>
                              </a:solidFill>
                              <a:latin typeface="Cambria Math" panose="02040503050406030204" pitchFamily="18" charset="0"/>
                            </a:rPr>
                            <m:t>𝑼</m:t>
                          </m:r>
                        </m:e>
                        <m:sub>
                          <m:r>
                            <a:rPr kumimoji="1" lang="en-US" altLang="zh-CN" sz="2400" b="1" i="1" smtClean="0">
                              <a:solidFill>
                                <a:srgbClr val="002060"/>
                              </a:solidFill>
                              <a:latin typeface="Cambria Math" panose="02040503050406030204" pitchFamily="18" charset="0"/>
                            </a:rPr>
                            <m:t>𝒓𝒎𝒔</m:t>
                          </m:r>
                        </m:sub>
                      </m:sSub>
                      <m:func>
                        <m:funcPr>
                          <m:ctrlPr>
                            <a:rPr kumimoji="1" lang="en-US" altLang="zh-CN" sz="2400" b="1" i="1" smtClean="0">
                              <a:solidFill>
                                <a:srgbClr val="002060"/>
                              </a:solidFill>
                              <a:latin typeface="Cambria Math" panose="02040503050406030204" pitchFamily="18" charset="0"/>
                            </a:rPr>
                          </m:ctrlPr>
                        </m:funcPr>
                        <m:fName>
                          <m:sSub>
                            <m:sSubPr>
                              <m:ctrlPr>
                                <a:rPr kumimoji="1" lang="en-US" altLang="zh-CN" sz="2400" b="1" i="1">
                                  <a:solidFill>
                                    <a:srgbClr val="002060"/>
                                  </a:solidFill>
                                  <a:latin typeface="Cambria Math" panose="02040503050406030204" pitchFamily="18" charset="0"/>
                                </a:rPr>
                              </m:ctrlPr>
                            </m:sSubPr>
                            <m:e>
                              <m:r>
                                <a:rPr kumimoji="1" lang="en-US" altLang="zh-CN" sz="2400" b="1" i="1">
                                  <a:solidFill>
                                    <a:srgbClr val="002060"/>
                                  </a:solidFill>
                                  <a:latin typeface="Cambria Math" panose="02040503050406030204" pitchFamily="18" charset="0"/>
                                </a:rPr>
                                <m:t>𝑰</m:t>
                              </m:r>
                            </m:e>
                            <m:sub>
                              <m:r>
                                <a:rPr kumimoji="1" lang="en-US" altLang="zh-CN" sz="2400" b="1" i="1">
                                  <a:solidFill>
                                    <a:srgbClr val="002060"/>
                                  </a:solidFill>
                                  <a:latin typeface="Cambria Math" panose="02040503050406030204" pitchFamily="18" charset="0"/>
                                </a:rPr>
                                <m:t>𝒓𝒎𝒔</m:t>
                              </m:r>
                            </m:sub>
                          </m:sSub>
                          <m:r>
                            <a:rPr kumimoji="1" lang="en-US" altLang="zh-CN" sz="2400" b="1" i="0" smtClean="0">
                              <a:solidFill>
                                <a:srgbClr val="002060"/>
                              </a:solidFill>
                              <a:latin typeface="Cambria Math" panose="02040503050406030204" pitchFamily="18" charset="0"/>
                            </a:rPr>
                            <m:t>𝐜𝐨𝐬</m:t>
                          </m:r>
                        </m:fName>
                        <m:e>
                          <m:r>
                            <a:rPr kumimoji="1" lang="en-US" altLang="zh-CN" sz="2400" b="1" i="1" smtClean="0">
                              <a:solidFill>
                                <a:srgbClr val="002060"/>
                              </a:solidFill>
                              <a:latin typeface="Cambria Math" panose="02040503050406030204" pitchFamily="18" charset="0"/>
                              <a:ea typeface="Cambria Math" panose="02040503050406030204" pitchFamily="18" charset="0"/>
                            </a:rPr>
                            <m:t>𝝋</m:t>
                          </m:r>
                        </m:e>
                      </m:func>
                    </m:oMath>
                  </m:oMathPara>
                </a14:m>
                <a:endParaRPr kumimoji="1" lang="zh-CN" altLang="en-US" sz="2400" b="1" dirty="0"/>
              </a:p>
            </p:txBody>
          </p:sp>
        </mc:Choice>
        <mc:Fallback xmlns="">
          <p:sp>
            <p:nvSpPr>
              <p:cNvPr id="33" name="文本框 32">
                <a:extLst>
                  <a:ext uri="{FF2B5EF4-FFF2-40B4-BE49-F238E27FC236}">
                    <a16:creationId xmlns:a16="http://schemas.microsoft.com/office/drawing/2014/main" id="{22D0EFE2-8E29-3B4F-96C4-A544CF2413B9}"/>
                  </a:ext>
                </a:extLst>
              </p:cNvPr>
              <p:cNvSpPr txBox="1">
                <a:spLocks noRot="1" noChangeAspect="1" noMove="1" noResize="1" noEditPoints="1" noAdjustHandles="1" noChangeArrowheads="1" noChangeShapeType="1" noTextEdit="1"/>
              </p:cNvSpPr>
              <p:nvPr/>
            </p:nvSpPr>
            <p:spPr>
              <a:xfrm>
                <a:off x="2229079" y="4835427"/>
                <a:ext cx="4397804" cy="461665"/>
              </a:xfrm>
              <a:prstGeom prst="rect">
                <a:avLst/>
              </a:prstGeom>
              <a:blipFill>
                <a:blip r:embed="rId18"/>
                <a:stretch>
                  <a:fillRect b="-10526"/>
                </a:stretch>
              </a:blipFill>
            </p:spPr>
            <p:txBody>
              <a:bodyPr/>
              <a:lstStyle/>
              <a:p>
                <a:r>
                  <a:rPr lang="zh-CN" altLang="en-US">
                    <a:noFill/>
                  </a:rPr>
                  <a:t> </a:t>
                </a:r>
              </a:p>
            </p:txBody>
          </p:sp>
        </mc:Fallback>
      </mc:AlternateContent>
      <p:grpSp>
        <p:nvGrpSpPr>
          <p:cNvPr id="34" name="Group 73">
            <a:extLst>
              <a:ext uri="{FF2B5EF4-FFF2-40B4-BE49-F238E27FC236}">
                <a16:creationId xmlns:a16="http://schemas.microsoft.com/office/drawing/2014/main" id="{EFE20390-4842-8949-9C0E-E7758D658DD1}"/>
              </a:ext>
            </a:extLst>
          </p:cNvPr>
          <p:cNvGrpSpPr>
            <a:grpSpLocks/>
          </p:cNvGrpSpPr>
          <p:nvPr/>
        </p:nvGrpSpPr>
        <p:grpSpPr bwMode="auto">
          <a:xfrm>
            <a:off x="222250" y="1443038"/>
            <a:ext cx="1992313" cy="3448050"/>
            <a:chOff x="559" y="612"/>
            <a:chExt cx="1255" cy="2172"/>
          </a:xfrm>
        </p:grpSpPr>
        <p:sp>
          <p:nvSpPr>
            <p:cNvPr id="35" name="Line 74">
              <a:extLst>
                <a:ext uri="{FF2B5EF4-FFF2-40B4-BE49-F238E27FC236}">
                  <a16:creationId xmlns:a16="http://schemas.microsoft.com/office/drawing/2014/main" id="{C7F678E4-4D96-674F-8641-05BCCA9CB3E6}"/>
                </a:ext>
              </a:extLst>
            </p:cNvPr>
            <p:cNvSpPr>
              <a:spLocks noChangeShapeType="1"/>
            </p:cNvSpPr>
            <p:nvPr/>
          </p:nvSpPr>
          <p:spPr bwMode="auto">
            <a:xfrm>
              <a:off x="854" y="746"/>
              <a:ext cx="32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75">
              <a:extLst>
                <a:ext uri="{FF2B5EF4-FFF2-40B4-BE49-F238E27FC236}">
                  <a16:creationId xmlns:a16="http://schemas.microsoft.com/office/drawing/2014/main" id="{DADD026F-6EFF-4742-B1EB-502E8A974218}"/>
                </a:ext>
              </a:extLst>
            </p:cNvPr>
            <p:cNvSpPr>
              <a:spLocks noChangeShapeType="1"/>
            </p:cNvSpPr>
            <p:nvPr/>
          </p:nvSpPr>
          <p:spPr bwMode="auto">
            <a:xfrm>
              <a:off x="1385" y="2044"/>
              <a:ext cx="0" cy="2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76">
              <a:extLst>
                <a:ext uri="{FF2B5EF4-FFF2-40B4-BE49-F238E27FC236}">
                  <a16:creationId xmlns:a16="http://schemas.microsoft.com/office/drawing/2014/main" id="{7341E6EE-76D8-EA4B-B702-9D812F163BC0}"/>
                </a:ext>
              </a:extLst>
            </p:cNvPr>
            <p:cNvSpPr>
              <a:spLocks noChangeShapeType="1"/>
            </p:cNvSpPr>
            <p:nvPr/>
          </p:nvSpPr>
          <p:spPr bwMode="auto">
            <a:xfrm>
              <a:off x="1385" y="2387"/>
              <a:ext cx="0" cy="3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77">
              <a:extLst>
                <a:ext uri="{FF2B5EF4-FFF2-40B4-BE49-F238E27FC236}">
                  <a16:creationId xmlns:a16="http://schemas.microsoft.com/office/drawing/2014/main" id="{AB6218F7-682A-474D-A57B-2EEA390277BB}"/>
                </a:ext>
              </a:extLst>
            </p:cNvPr>
            <p:cNvSpPr>
              <a:spLocks noChangeShapeType="1"/>
            </p:cNvSpPr>
            <p:nvPr/>
          </p:nvSpPr>
          <p:spPr bwMode="auto">
            <a:xfrm>
              <a:off x="1267" y="2292"/>
              <a:ext cx="2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78">
              <a:extLst>
                <a:ext uri="{FF2B5EF4-FFF2-40B4-BE49-F238E27FC236}">
                  <a16:creationId xmlns:a16="http://schemas.microsoft.com/office/drawing/2014/main" id="{E04D075A-159B-5748-808B-F307A93ECA12}"/>
                </a:ext>
              </a:extLst>
            </p:cNvPr>
            <p:cNvSpPr>
              <a:spLocks noChangeShapeType="1"/>
            </p:cNvSpPr>
            <p:nvPr/>
          </p:nvSpPr>
          <p:spPr bwMode="auto">
            <a:xfrm>
              <a:off x="1267" y="2387"/>
              <a:ext cx="2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Rectangle 79">
              <a:extLst>
                <a:ext uri="{FF2B5EF4-FFF2-40B4-BE49-F238E27FC236}">
                  <a16:creationId xmlns:a16="http://schemas.microsoft.com/office/drawing/2014/main" id="{DA2EC2FE-EBB1-D247-80D8-C56D1DDBA447}"/>
                </a:ext>
              </a:extLst>
            </p:cNvPr>
            <p:cNvSpPr>
              <a:spLocks noChangeArrowheads="1"/>
            </p:cNvSpPr>
            <p:nvPr/>
          </p:nvSpPr>
          <p:spPr bwMode="auto">
            <a:xfrm>
              <a:off x="1326" y="1100"/>
              <a:ext cx="118" cy="25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sp>
          <p:nvSpPr>
            <p:cNvPr id="41" name="Line 80">
              <a:extLst>
                <a:ext uri="{FF2B5EF4-FFF2-40B4-BE49-F238E27FC236}">
                  <a16:creationId xmlns:a16="http://schemas.microsoft.com/office/drawing/2014/main" id="{6D2F1D39-36E3-7347-82D0-5D780AA8DD9C}"/>
                </a:ext>
              </a:extLst>
            </p:cNvPr>
            <p:cNvSpPr>
              <a:spLocks noChangeShapeType="1"/>
            </p:cNvSpPr>
            <p:nvPr/>
          </p:nvSpPr>
          <p:spPr bwMode="auto">
            <a:xfrm flipH="1">
              <a:off x="736" y="864"/>
              <a:ext cx="6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Text Box 81">
              <a:extLst>
                <a:ext uri="{FF2B5EF4-FFF2-40B4-BE49-F238E27FC236}">
                  <a16:creationId xmlns:a16="http://schemas.microsoft.com/office/drawing/2014/main" id="{3E6876BD-F131-344B-978B-D41B2012B892}"/>
                </a:ext>
              </a:extLst>
            </p:cNvPr>
            <p:cNvSpPr txBox="1">
              <a:spLocks noChangeArrowheads="1"/>
            </p:cNvSpPr>
            <p:nvPr/>
          </p:nvSpPr>
          <p:spPr bwMode="auto">
            <a:xfrm>
              <a:off x="1031" y="1080"/>
              <a:ext cx="26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a:ea typeface="楷体_GB2312" pitchFamily="49" charset="-122"/>
                </a:rPr>
                <a:t>R</a:t>
              </a:r>
            </a:p>
          </p:txBody>
        </p:sp>
        <p:sp>
          <p:nvSpPr>
            <p:cNvPr id="43" name="Text Box 82">
              <a:extLst>
                <a:ext uri="{FF2B5EF4-FFF2-40B4-BE49-F238E27FC236}">
                  <a16:creationId xmlns:a16="http://schemas.microsoft.com/office/drawing/2014/main" id="{0C28CC65-3923-1440-B07E-A9E213A91D2B}"/>
                </a:ext>
              </a:extLst>
            </p:cNvPr>
            <p:cNvSpPr txBox="1">
              <a:spLocks noChangeArrowheads="1"/>
            </p:cNvSpPr>
            <p:nvPr/>
          </p:nvSpPr>
          <p:spPr bwMode="auto">
            <a:xfrm>
              <a:off x="960" y="1611"/>
              <a:ext cx="42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a:ea typeface="楷体_GB2312" pitchFamily="49" charset="-122"/>
                </a:rPr>
                <a:t>jX</a:t>
              </a:r>
              <a:r>
                <a:rPr lang="en-US" altLang="zh-CN" i="1" baseline="-25000">
                  <a:ea typeface="楷体_GB2312" pitchFamily="49" charset="-122"/>
                </a:rPr>
                <a:t>L</a:t>
              </a:r>
            </a:p>
          </p:txBody>
        </p:sp>
        <p:sp>
          <p:nvSpPr>
            <p:cNvPr id="44" name="Text Box 83">
              <a:extLst>
                <a:ext uri="{FF2B5EF4-FFF2-40B4-BE49-F238E27FC236}">
                  <a16:creationId xmlns:a16="http://schemas.microsoft.com/office/drawing/2014/main" id="{B3091729-FFC3-7D42-8DCA-CD2D30E8CAF1}"/>
                </a:ext>
              </a:extLst>
            </p:cNvPr>
            <p:cNvSpPr txBox="1">
              <a:spLocks noChangeArrowheads="1"/>
            </p:cNvSpPr>
            <p:nvPr/>
          </p:nvSpPr>
          <p:spPr bwMode="auto">
            <a:xfrm>
              <a:off x="816" y="2201"/>
              <a:ext cx="506"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defTabSz="762000" eaLnBrk="0" hangingPunct="0">
                <a:defRPr kumimoji="1" sz="2800" b="1">
                  <a:solidFill>
                    <a:schemeClr val="tx1"/>
                  </a:solidFill>
                  <a:latin typeface="Times New Roman" pitchFamily="18" charset="0"/>
                  <a:ea typeface="宋体" charset="-122"/>
                </a:defRPr>
              </a:lvl1pPr>
              <a:lvl2pPr marL="742950" indent="-285750" defTabSz="762000" eaLnBrk="0" hangingPunct="0">
                <a:defRPr kumimoji="1" sz="2800" b="1">
                  <a:solidFill>
                    <a:schemeClr val="tx1"/>
                  </a:solidFill>
                  <a:latin typeface="Times New Roman" pitchFamily="18" charset="0"/>
                  <a:ea typeface="宋体" charset="-122"/>
                </a:defRPr>
              </a:lvl2pPr>
              <a:lvl3pPr marL="1143000" indent="-228600" defTabSz="762000" eaLnBrk="0" hangingPunct="0">
                <a:defRPr kumimoji="1" sz="2800" b="1">
                  <a:solidFill>
                    <a:schemeClr val="tx1"/>
                  </a:solidFill>
                  <a:latin typeface="Times New Roman" pitchFamily="18" charset="0"/>
                  <a:ea typeface="宋体" charset="-122"/>
                </a:defRPr>
              </a:lvl3pPr>
              <a:lvl4pPr marL="1600200" indent="-228600" defTabSz="762000" eaLnBrk="0" hangingPunct="0">
                <a:defRPr kumimoji="1" sz="2800" b="1">
                  <a:solidFill>
                    <a:schemeClr val="tx1"/>
                  </a:solidFill>
                  <a:latin typeface="Times New Roman" pitchFamily="18" charset="0"/>
                  <a:ea typeface="宋体" charset="-122"/>
                </a:defRPr>
              </a:lvl4pPr>
              <a:lvl5pPr marL="2057400" indent="-228600" defTabSz="762000" eaLnBrk="0" hangingPunct="0">
                <a:defRPr kumimoji="1" sz="2800" b="1">
                  <a:solidFill>
                    <a:schemeClr val="tx1"/>
                  </a:solidFill>
                  <a:latin typeface="Times New Roman" pitchFamily="18" charset="0"/>
                  <a:ea typeface="宋体" charset="-122"/>
                </a:defRPr>
              </a:lvl5pPr>
              <a:lvl6pPr marL="25146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defTabSz="762000"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a:buFont typeface="Wingdings" pitchFamily="2" charset="2"/>
                <a:buNone/>
              </a:pPr>
              <a:r>
                <a:rPr lang="en-US" altLang="zh-CN" i="1">
                  <a:ea typeface="楷体_GB2312" pitchFamily="49" charset="-122"/>
                </a:rPr>
                <a:t>-jX</a:t>
              </a:r>
              <a:r>
                <a:rPr lang="en-US" altLang="zh-CN" i="1" baseline="-25000">
                  <a:ea typeface="楷体_GB2312" pitchFamily="49" charset="-122"/>
                </a:rPr>
                <a:t>C</a:t>
              </a:r>
            </a:p>
          </p:txBody>
        </p:sp>
        <p:grpSp>
          <p:nvGrpSpPr>
            <p:cNvPr id="45" name="Group 84">
              <a:extLst>
                <a:ext uri="{FF2B5EF4-FFF2-40B4-BE49-F238E27FC236}">
                  <a16:creationId xmlns:a16="http://schemas.microsoft.com/office/drawing/2014/main" id="{9F41E0AB-6688-2942-8723-98EC3FC04130}"/>
                </a:ext>
              </a:extLst>
            </p:cNvPr>
            <p:cNvGrpSpPr>
              <a:grpSpLocks/>
            </p:cNvGrpSpPr>
            <p:nvPr/>
          </p:nvGrpSpPr>
          <p:grpSpPr bwMode="auto">
            <a:xfrm>
              <a:off x="1356" y="1631"/>
              <a:ext cx="114" cy="413"/>
              <a:chOff x="433" y="3084"/>
              <a:chExt cx="95" cy="612"/>
            </a:xfrm>
          </p:grpSpPr>
          <p:sp>
            <p:nvSpPr>
              <p:cNvPr id="64" name="AutoShape 85">
                <a:extLst>
                  <a:ext uri="{FF2B5EF4-FFF2-40B4-BE49-F238E27FC236}">
                    <a16:creationId xmlns:a16="http://schemas.microsoft.com/office/drawing/2014/main" id="{FD389FC6-1818-DA42-BFA3-395808868DC3}"/>
                  </a:ext>
                </a:extLst>
              </p:cNvPr>
              <p:cNvSpPr>
                <a:spLocks noChangeArrowheads="1"/>
              </p:cNvSpPr>
              <p:nvPr/>
            </p:nvSpPr>
            <p:spPr bwMode="auto">
              <a:xfrm flipH="1">
                <a:off x="433" y="3276"/>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sp>
            <p:nvSpPr>
              <p:cNvPr id="65" name="AutoShape 86">
                <a:extLst>
                  <a:ext uri="{FF2B5EF4-FFF2-40B4-BE49-F238E27FC236}">
                    <a16:creationId xmlns:a16="http://schemas.microsoft.com/office/drawing/2014/main" id="{50126B62-1053-A34E-AF81-0D9E7DFCA95D}"/>
                  </a:ext>
                </a:extLst>
              </p:cNvPr>
              <p:cNvSpPr>
                <a:spLocks noChangeArrowheads="1"/>
              </p:cNvSpPr>
              <p:nvPr/>
            </p:nvSpPr>
            <p:spPr bwMode="auto">
              <a:xfrm flipH="1">
                <a:off x="445" y="3084"/>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sp>
            <p:nvSpPr>
              <p:cNvPr id="66" name="AutoShape 87">
                <a:extLst>
                  <a:ext uri="{FF2B5EF4-FFF2-40B4-BE49-F238E27FC236}">
                    <a16:creationId xmlns:a16="http://schemas.microsoft.com/office/drawing/2014/main" id="{2201F21E-47F0-914D-B084-FD3D39C91242}"/>
                  </a:ext>
                </a:extLst>
              </p:cNvPr>
              <p:cNvSpPr>
                <a:spLocks noChangeArrowheads="1"/>
              </p:cNvSpPr>
              <p:nvPr/>
            </p:nvSpPr>
            <p:spPr bwMode="auto">
              <a:xfrm flipH="1">
                <a:off x="433" y="3492"/>
                <a:ext cx="83" cy="204"/>
              </a:xfrm>
              <a:prstGeom prst="moon">
                <a:avLst>
                  <a:gd name="adj" fmla="val 0"/>
                </a:avLst>
              </a:prstGeom>
              <a:solidFill>
                <a:srgbClr val="FFFFFF"/>
              </a:solidFill>
              <a:ln w="38100">
                <a:solidFill>
                  <a:schemeClr val="tx1"/>
                </a:solidFill>
                <a:miter lim="800000"/>
                <a:headEnd/>
                <a:tailEnd/>
              </a:ln>
            </p:spPr>
            <p:txBody>
              <a:bodyPr wrap="none" anchor="ctr"/>
              <a:lstStyle/>
              <a:p>
                <a:pPr algn="l"/>
                <a:endParaRPr lang="zh-CN" altLang="en-US"/>
              </a:p>
            </p:txBody>
          </p:sp>
        </p:grpSp>
        <p:graphicFrame>
          <p:nvGraphicFramePr>
            <p:cNvPr id="46" name="Object 88">
              <a:extLst>
                <a:ext uri="{FF2B5EF4-FFF2-40B4-BE49-F238E27FC236}">
                  <a16:creationId xmlns:a16="http://schemas.microsoft.com/office/drawing/2014/main" id="{27E8DFAB-ADAD-FC4B-9396-7F9B9C1A914A}"/>
                </a:ext>
              </a:extLst>
            </p:cNvPr>
            <p:cNvGraphicFramePr>
              <a:graphicFrameLocks noChangeAspect="1"/>
            </p:cNvGraphicFramePr>
            <p:nvPr/>
          </p:nvGraphicFramePr>
          <p:xfrm>
            <a:off x="1477" y="1056"/>
            <a:ext cx="290" cy="284"/>
          </p:xfrm>
          <a:graphic>
            <a:graphicData uri="http://schemas.openxmlformats.org/presentationml/2006/ole">
              <mc:AlternateContent xmlns:mc="http://schemas.openxmlformats.org/markup-compatibility/2006">
                <mc:Choice xmlns:v="urn:schemas-microsoft-com:vml" Requires="v">
                  <p:oleObj spid="_x0000_s49436" name="Equation" r:id="rId19" imgW="200026" imgH="209468" progId="Equation.3">
                    <p:embed/>
                  </p:oleObj>
                </mc:Choice>
                <mc:Fallback>
                  <p:oleObj name="Equation" r:id="rId19" imgW="200026" imgH="209468" progId="Equation.3">
                    <p:embed/>
                    <p:pic>
                      <p:nvPicPr>
                        <p:cNvPr id="102441" name="Object 8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77" y="1056"/>
                          <a:ext cx="29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 Box 89">
              <a:extLst>
                <a:ext uri="{FF2B5EF4-FFF2-40B4-BE49-F238E27FC236}">
                  <a16:creationId xmlns:a16="http://schemas.microsoft.com/office/drawing/2014/main" id="{5CE3651C-6FD2-AA4F-8546-279AFB90DFD9}"/>
                </a:ext>
              </a:extLst>
            </p:cNvPr>
            <p:cNvSpPr txBox="1">
              <a:spLocks noChangeArrowheads="1"/>
            </p:cNvSpPr>
            <p:nvPr/>
          </p:nvSpPr>
          <p:spPr bwMode="auto">
            <a:xfrm>
              <a:off x="1444" y="80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48" name="Text Box 90">
              <a:extLst>
                <a:ext uri="{FF2B5EF4-FFF2-40B4-BE49-F238E27FC236}">
                  <a16:creationId xmlns:a16="http://schemas.microsoft.com/office/drawing/2014/main" id="{F038E1A2-ED69-314D-BBD0-990BB694F98A}"/>
                </a:ext>
              </a:extLst>
            </p:cNvPr>
            <p:cNvSpPr txBox="1">
              <a:spLocks noChangeArrowheads="1"/>
            </p:cNvSpPr>
            <p:nvPr/>
          </p:nvSpPr>
          <p:spPr bwMode="auto">
            <a:xfrm>
              <a:off x="1444" y="1159"/>
              <a:ext cx="29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49" name="Line 91">
              <a:extLst>
                <a:ext uri="{FF2B5EF4-FFF2-40B4-BE49-F238E27FC236}">
                  <a16:creationId xmlns:a16="http://schemas.microsoft.com/office/drawing/2014/main" id="{30ECCD71-352A-104F-922A-94FCC65E588F}"/>
                </a:ext>
              </a:extLst>
            </p:cNvPr>
            <p:cNvSpPr>
              <a:spLocks noChangeShapeType="1"/>
            </p:cNvSpPr>
            <p:nvPr/>
          </p:nvSpPr>
          <p:spPr bwMode="auto">
            <a:xfrm>
              <a:off x="1385" y="864"/>
              <a:ext cx="0"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92">
              <a:extLst>
                <a:ext uri="{FF2B5EF4-FFF2-40B4-BE49-F238E27FC236}">
                  <a16:creationId xmlns:a16="http://schemas.microsoft.com/office/drawing/2014/main" id="{9A27DD29-5E9F-5546-A6E2-5F1E5C8EDAD0}"/>
                </a:ext>
              </a:extLst>
            </p:cNvPr>
            <p:cNvSpPr>
              <a:spLocks noChangeShapeType="1"/>
            </p:cNvSpPr>
            <p:nvPr/>
          </p:nvSpPr>
          <p:spPr bwMode="auto">
            <a:xfrm>
              <a:off x="1385" y="1363"/>
              <a:ext cx="0" cy="26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1" name="Object 93">
              <a:extLst>
                <a:ext uri="{FF2B5EF4-FFF2-40B4-BE49-F238E27FC236}">
                  <a16:creationId xmlns:a16="http://schemas.microsoft.com/office/drawing/2014/main" id="{7EA2FFD3-749C-AB49-8C9B-58989D599AD0}"/>
                </a:ext>
              </a:extLst>
            </p:cNvPr>
            <p:cNvGraphicFramePr>
              <a:graphicFrameLocks noChangeAspect="1"/>
            </p:cNvGraphicFramePr>
            <p:nvPr/>
          </p:nvGraphicFramePr>
          <p:xfrm>
            <a:off x="1465" y="1632"/>
            <a:ext cx="302" cy="293"/>
          </p:xfrm>
          <a:graphic>
            <a:graphicData uri="http://schemas.openxmlformats.org/presentationml/2006/ole">
              <mc:AlternateContent xmlns:mc="http://schemas.openxmlformats.org/markup-compatibility/2006">
                <mc:Choice xmlns:v="urn:schemas-microsoft-com:vml" Requires="v">
                  <p:oleObj spid="_x0000_s49437" name="Equation" r:id="rId21" imgW="200026" imgH="209468" progId="Equation.3">
                    <p:embed/>
                  </p:oleObj>
                </mc:Choice>
                <mc:Fallback>
                  <p:oleObj name="Equation" r:id="rId21" imgW="200026" imgH="209468" progId="Equation.3">
                    <p:embed/>
                    <p:pic>
                      <p:nvPicPr>
                        <p:cNvPr id="102446" name="Object 9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65" y="1632"/>
                          <a:ext cx="30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Text Box 94">
              <a:extLst>
                <a:ext uri="{FF2B5EF4-FFF2-40B4-BE49-F238E27FC236}">
                  <a16:creationId xmlns:a16="http://schemas.microsoft.com/office/drawing/2014/main" id="{DA1DBA80-5349-9548-AFD2-3C4987775551}"/>
                </a:ext>
              </a:extLst>
            </p:cNvPr>
            <p:cNvSpPr txBox="1">
              <a:spLocks noChangeArrowheads="1"/>
            </p:cNvSpPr>
            <p:nvPr/>
          </p:nvSpPr>
          <p:spPr bwMode="auto">
            <a:xfrm>
              <a:off x="1444" y="198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53" name="Text Box 95">
              <a:extLst>
                <a:ext uri="{FF2B5EF4-FFF2-40B4-BE49-F238E27FC236}">
                  <a16:creationId xmlns:a16="http://schemas.microsoft.com/office/drawing/2014/main" id="{DEA71004-30DD-6F4A-91AC-A771E14071AF}"/>
                </a:ext>
              </a:extLst>
            </p:cNvPr>
            <p:cNvSpPr txBox="1">
              <a:spLocks noChangeArrowheads="1"/>
            </p:cNvSpPr>
            <p:nvPr/>
          </p:nvSpPr>
          <p:spPr bwMode="auto">
            <a:xfrm>
              <a:off x="1444" y="1749"/>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graphicFrame>
          <p:nvGraphicFramePr>
            <p:cNvPr id="54" name="Object 96">
              <a:extLst>
                <a:ext uri="{FF2B5EF4-FFF2-40B4-BE49-F238E27FC236}">
                  <a16:creationId xmlns:a16="http://schemas.microsoft.com/office/drawing/2014/main" id="{D6C40DAF-C96B-4E46-B130-1931B2D8C871}"/>
                </a:ext>
              </a:extLst>
            </p:cNvPr>
            <p:cNvGraphicFramePr>
              <a:graphicFrameLocks noChangeAspect="1"/>
            </p:cNvGraphicFramePr>
            <p:nvPr/>
          </p:nvGraphicFramePr>
          <p:xfrm>
            <a:off x="1467" y="2197"/>
            <a:ext cx="347" cy="344"/>
          </p:xfrm>
          <a:graphic>
            <a:graphicData uri="http://schemas.openxmlformats.org/presentationml/2006/ole">
              <mc:AlternateContent xmlns:mc="http://schemas.openxmlformats.org/markup-compatibility/2006">
                <mc:Choice xmlns:v="urn:schemas-microsoft-com:vml" Requires="v">
                  <p:oleObj spid="_x0000_s49438" name="Equation" r:id="rId23" imgW="200026" imgH="219186" progId="Equation.3">
                    <p:embed/>
                  </p:oleObj>
                </mc:Choice>
                <mc:Fallback>
                  <p:oleObj name="Equation" r:id="rId23" imgW="200026" imgH="219186" progId="Equation.3">
                    <p:embed/>
                    <p:pic>
                      <p:nvPicPr>
                        <p:cNvPr id="102449" name="Object 9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67" y="2197"/>
                          <a:ext cx="347"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Text Box 97">
              <a:extLst>
                <a:ext uri="{FF2B5EF4-FFF2-40B4-BE49-F238E27FC236}">
                  <a16:creationId xmlns:a16="http://schemas.microsoft.com/office/drawing/2014/main" id="{8DDC64BF-CF7A-354E-818F-A8897BC9F439}"/>
                </a:ext>
              </a:extLst>
            </p:cNvPr>
            <p:cNvSpPr txBox="1">
              <a:spLocks noChangeArrowheads="1"/>
            </p:cNvSpPr>
            <p:nvPr/>
          </p:nvSpPr>
          <p:spPr bwMode="auto">
            <a:xfrm>
              <a:off x="1444" y="139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56" name="Text Box 98">
              <a:extLst>
                <a:ext uri="{FF2B5EF4-FFF2-40B4-BE49-F238E27FC236}">
                  <a16:creationId xmlns:a16="http://schemas.microsoft.com/office/drawing/2014/main" id="{C3EDE3FD-29C7-544B-9E91-F6F378318F4F}"/>
                </a:ext>
              </a:extLst>
            </p:cNvPr>
            <p:cNvSpPr txBox="1">
              <a:spLocks noChangeArrowheads="1"/>
            </p:cNvSpPr>
            <p:nvPr/>
          </p:nvSpPr>
          <p:spPr bwMode="auto">
            <a:xfrm>
              <a:off x="1444" y="2339"/>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57" name="Line 99">
              <a:extLst>
                <a:ext uri="{FF2B5EF4-FFF2-40B4-BE49-F238E27FC236}">
                  <a16:creationId xmlns:a16="http://schemas.microsoft.com/office/drawing/2014/main" id="{70B42572-235F-DF4A-AB08-2A29D824925F}"/>
                </a:ext>
              </a:extLst>
            </p:cNvPr>
            <p:cNvSpPr>
              <a:spLocks noChangeShapeType="1"/>
            </p:cNvSpPr>
            <p:nvPr/>
          </p:nvSpPr>
          <p:spPr bwMode="auto">
            <a:xfrm flipH="1">
              <a:off x="736" y="2752"/>
              <a:ext cx="6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8" name="Object 100">
              <a:extLst>
                <a:ext uri="{FF2B5EF4-FFF2-40B4-BE49-F238E27FC236}">
                  <a16:creationId xmlns:a16="http://schemas.microsoft.com/office/drawing/2014/main" id="{1FA698F2-C975-AD44-97DA-C9029DB2DD9F}"/>
                </a:ext>
              </a:extLst>
            </p:cNvPr>
            <p:cNvGraphicFramePr>
              <a:graphicFrameLocks noChangeAspect="1"/>
            </p:cNvGraphicFramePr>
            <p:nvPr/>
          </p:nvGraphicFramePr>
          <p:xfrm>
            <a:off x="564" y="1659"/>
            <a:ext cx="252" cy="261"/>
          </p:xfrm>
          <a:graphic>
            <a:graphicData uri="http://schemas.openxmlformats.org/presentationml/2006/ole">
              <mc:AlternateContent xmlns:mc="http://schemas.openxmlformats.org/markup-compatibility/2006">
                <mc:Choice xmlns:v="urn:schemas-microsoft-com:vml" Requires="v">
                  <p:oleObj spid="_x0000_s49439" name="Equation" r:id="rId25" imgW="142799" imgH="180855" progId="Equation.3">
                    <p:embed/>
                  </p:oleObj>
                </mc:Choice>
                <mc:Fallback>
                  <p:oleObj name="Equation" r:id="rId25" imgW="142799" imgH="180855" progId="Equation.3">
                    <p:embed/>
                    <p:pic>
                      <p:nvPicPr>
                        <p:cNvPr id="102453" name="Object 10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4" y="1659"/>
                          <a:ext cx="252"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Text Box 101">
              <a:extLst>
                <a:ext uri="{FF2B5EF4-FFF2-40B4-BE49-F238E27FC236}">
                  <a16:creationId xmlns:a16="http://schemas.microsoft.com/office/drawing/2014/main" id="{F469BF11-5412-A547-8B10-58EF5ED25D5A}"/>
                </a:ext>
              </a:extLst>
            </p:cNvPr>
            <p:cNvSpPr txBox="1">
              <a:spLocks noChangeArrowheads="1"/>
            </p:cNvSpPr>
            <p:nvPr/>
          </p:nvSpPr>
          <p:spPr bwMode="auto">
            <a:xfrm>
              <a:off x="559" y="805"/>
              <a:ext cx="30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a:t>
              </a:r>
            </a:p>
          </p:txBody>
        </p:sp>
        <p:sp>
          <p:nvSpPr>
            <p:cNvPr id="60" name="Text Box 102">
              <a:extLst>
                <a:ext uri="{FF2B5EF4-FFF2-40B4-BE49-F238E27FC236}">
                  <a16:creationId xmlns:a16="http://schemas.microsoft.com/office/drawing/2014/main" id="{C642CEC8-768C-E042-A44B-4D9A8AEEA657}"/>
                </a:ext>
              </a:extLst>
            </p:cNvPr>
            <p:cNvSpPr txBox="1">
              <a:spLocks noChangeArrowheads="1"/>
            </p:cNvSpPr>
            <p:nvPr/>
          </p:nvSpPr>
          <p:spPr bwMode="auto">
            <a:xfrm>
              <a:off x="559" y="2280"/>
              <a:ext cx="22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宋体" charset="-122"/>
                </a:defRPr>
              </a:lvl1pPr>
              <a:lvl2pPr marL="742950" indent="-285750" eaLnBrk="0" hangingPunct="0">
                <a:defRPr kumimoji="1" sz="2800" b="1">
                  <a:solidFill>
                    <a:schemeClr val="tx1"/>
                  </a:solidFill>
                  <a:latin typeface="Times New Roman" pitchFamily="18" charset="0"/>
                  <a:ea typeface="宋体" charset="-122"/>
                </a:defRPr>
              </a:lvl2pPr>
              <a:lvl3pPr marL="1143000" indent="-228600" eaLnBrk="0" hangingPunct="0">
                <a:defRPr kumimoji="1" sz="2800" b="1">
                  <a:solidFill>
                    <a:schemeClr val="tx1"/>
                  </a:solidFill>
                  <a:latin typeface="Times New Roman" pitchFamily="18" charset="0"/>
                  <a:ea typeface="宋体" charset="-122"/>
                </a:defRPr>
              </a:lvl3pPr>
              <a:lvl4pPr marL="1600200" indent="-228600" eaLnBrk="0" hangingPunct="0">
                <a:defRPr kumimoji="1" sz="2800" b="1">
                  <a:solidFill>
                    <a:schemeClr val="tx1"/>
                  </a:solidFill>
                  <a:latin typeface="Times New Roman" pitchFamily="18" charset="0"/>
                  <a:ea typeface="宋体" charset="-122"/>
                </a:defRPr>
              </a:lvl4pPr>
              <a:lvl5pPr marL="2057400" indent="-228600" eaLnBrk="0" hangingPunct="0">
                <a:defRPr kumimoji="1" sz="2800" b="1">
                  <a:solidFill>
                    <a:schemeClr val="tx1"/>
                  </a:solidFill>
                  <a:latin typeface="Times New Roman" pitchFamily="18" charset="0"/>
                  <a:ea typeface="宋体" charset="-122"/>
                </a:defRPr>
              </a:lvl5pPr>
              <a:lvl6pPr marL="25146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6pPr>
              <a:lvl7pPr marL="29718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7pPr>
              <a:lvl8pPr marL="34290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8pPr>
              <a:lvl9pPr marL="3886200" indent="-228600" algn="ctr" eaLnBrk="0" fontAlgn="base" hangingPunct="0">
                <a:lnSpc>
                  <a:spcPct val="140000"/>
                </a:lnSpc>
                <a:spcBef>
                  <a:spcPct val="0"/>
                </a:spcBef>
                <a:spcAft>
                  <a:spcPct val="0"/>
                </a:spcAft>
                <a:buClr>
                  <a:srgbClr val="0066FF"/>
                </a:buClr>
                <a:buSzPct val="60000"/>
                <a:buFont typeface="Wingdings" pitchFamily="2" charset="2"/>
                <a:buChar char="n"/>
                <a:defRPr kumimoji="1" sz="2800" b="1">
                  <a:solidFill>
                    <a:schemeClr val="tx1"/>
                  </a:solidFill>
                  <a:latin typeface="Times New Roman" pitchFamily="18" charset="0"/>
                  <a:ea typeface="宋体" charset="-122"/>
                </a:defRPr>
              </a:lvl9pPr>
            </a:lstStyle>
            <a:p>
              <a:pPr algn="l" eaLnBrk="1" hangingPunct="1">
                <a:buFont typeface="Wingdings" pitchFamily="2" charset="2"/>
                <a:buNone/>
              </a:pPr>
              <a:r>
                <a:rPr lang="en-US" altLang="zh-CN" i="1">
                  <a:solidFill>
                    <a:srgbClr val="FF0000"/>
                  </a:solidFill>
                  <a:ea typeface="楷体_GB2312" pitchFamily="49" charset="-122"/>
                </a:rPr>
                <a:t>_</a:t>
              </a:r>
            </a:p>
          </p:txBody>
        </p:sp>
        <p:sp>
          <p:nvSpPr>
            <p:cNvPr id="61" name="Oval 103">
              <a:extLst>
                <a:ext uri="{FF2B5EF4-FFF2-40B4-BE49-F238E27FC236}">
                  <a16:creationId xmlns:a16="http://schemas.microsoft.com/office/drawing/2014/main" id="{5882F905-3197-2E44-B2E0-20A25D97A5A2}"/>
                </a:ext>
              </a:extLst>
            </p:cNvPr>
            <p:cNvSpPr>
              <a:spLocks noChangeArrowheads="1"/>
            </p:cNvSpPr>
            <p:nvPr/>
          </p:nvSpPr>
          <p:spPr bwMode="auto">
            <a:xfrm>
              <a:off x="677" y="835"/>
              <a:ext cx="61" cy="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sp>
          <p:nvSpPr>
            <p:cNvPr id="62" name="Oval 104">
              <a:extLst>
                <a:ext uri="{FF2B5EF4-FFF2-40B4-BE49-F238E27FC236}">
                  <a16:creationId xmlns:a16="http://schemas.microsoft.com/office/drawing/2014/main" id="{16A3992B-B8CB-A94D-8C83-785443803536}"/>
                </a:ext>
              </a:extLst>
            </p:cNvPr>
            <p:cNvSpPr>
              <a:spLocks noChangeArrowheads="1"/>
            </p:cNvSpPr>
            <p:nvPr/>
          </p:nvSpPr>
          <p:spPr bwMode="auto">
            <a:xfrm>
              <a:off x="677" y="2723"/>
              <a:ext cx="61" cy="6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a:p>
          </p:txBody>
        </p:sp>
        <p:graphicFrame>
          <p:nvGraphicFramePr>
            <p:cNvPr id="63" name="Object 105">
              <a:extLst>
                <a:ext uri="{FF2B5EF4-FFF2-40B4-BE49-F238E27FC236}">
                  <a16:creationId xmlns:a16="http://schemas.microsoft.com/office/drawing/2014/main" id="{1E2B149B-D8F8-A047-AFF0-34FBAB31775D}"/>
                </a:ext>
              </a:extLst>
            </p:cNvPr>
            <p:cNvGraphicFramePr>
              <a:graphicFrameLocks noChangeAspect="1"/>
            </p:cNvGraphicFramePr>
            <p:nvPr/>
          </p:nvGraphicFramePr>
          <p:xfrm>
            <a:off x="1179" y="612"/>
            <a:ext cx="192" cy="252"/>
          </p:xfrm>
          <a:graphic>
            <a:graphicData uri="http://schemas.openxmlformats.org/presentationml/2006/ole">
              <mc:AlternateContent xmlns:mc="http://schemas.openxmlformats.org/markup-compatibility/2006">
                <mc:Choice xmlns:v="urn:schemas-microsoft-com:vml" Requires="v">
                  <p:oleObj spid="_x0000_s49440" name="Equation" r:id="rId27" imgW="104737" imgH="171408" progId="Equation.3">
                    <p:embed/>
                  </p:oleObj>
                </mc:Choice>
                <mc:Fallback>
                  <p:oleObj name="Equation" r:id="rId27" imgW="104737" imgH="171408" progId="Equation.3">
                    <p:embed/>
                    <p:pic>
                      <p:nvPicPr>
                        <p:cNvPr id="102458" name="Object 10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79" y="612"/>
                          <a:ext cx="19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2E7ABA81-3C7F-6F4A-9F6B-C2D6554C78A9}"/>
                  </a:ext>
                </a:extLst>
              </p:cNvPr>
              <p:cNvSpPr txBox="1"/>
              <p:nvPr/>
            </p:nvSpPr>
            <p:spPr>
              <a:xfrm>
                <a:off x="2343392" y="5423989"/>
                <a:ext cx="4029569" cy="461665"/>
              </a:xfrm>
              <a:prstGeom prst="rect">
                <a:avLst/>
              </a:prstGeom>
              <a:noFill/>
            </p:spPr>
            <p:txBody>
              <a:bodyPr wrap="square" rtlCol="0">
                <a:spAutoFit/>
              </a:bodyPr>
              <a:lstStyle/>
              <a:p>
                <a:r>
                  <a:rPr kumimoji="1" lang="en-US" altLang="zh-CN" sz="2400" b="1" dirty="0"/>
                  <a:t>Q</a:t>
                </a:r>
                <a:r>
                  <a:rPr kumimoji="1" lang="zh-CN" altLang="en-US" sz="2400" b="1" dirty="0"/>
                  <a:t> </a:t>
                </a:r>
                <a:r>
                  <a:rPr kumimoji="1" lang="en-US" altLang="zh-CN" sz="2400" dirty="0"/>
                  <a:t>=</a:t>
                </a:r>
                <a14:m>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𝑈</m:t>
                        </m:r>
                      </m:e>
                      <m:sub>
                        <m:r>
                          <a:rPr kumimoji="1" lang="en-US" altLang="zh-CN" sz="2400" b="0" i="1" smtClean="0">
                            <a:latin typeface="Cambria Math" panose="02040503050406030204" pitchFamily="18" charset="0"/>
                          </a:rPr>
                          <m:t>𝑥</m:t>
                        </m:r>
                      </m:sub>
                    </m:sSub>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𝐼</m:t>
                        </m:r>
                      </m:e>
                      <m:sub>
                        <m:r>
                          <a:rPr kumimoji="1" lang="en-US" altLang="zh-CN" sz="2400" b="0" i="1" smtClean="0">
                            <a:latin typeface="Cambria Math" panose="02040503050406030204" pitchFamily="18" charset="0"/>
                          </a:rPr>
                          <m:t>𝑟𝑚𝑠</m:t>
                        </m:r>
                      </m:sub>
                    </m:sSub>
                  </m:oMath>
                </a14:m>
                <a:r>
                  <a:rPr kumimoji="1" lang="en-US" altLang="zh-CN" sz="2400" dirty="0"/>
                  <a:t>= </a:t>
                </a:r>
                <a14:m>
                  <m:oMath xmlns:m="http://schemas.openxmlformats.org/officeDocument/2006/math">
                    <m:sSub>
                      <m:sSubPr>
                        <m:ctrlPr>
                          <a:rPr kumimoji="1" lang="en-US" altLang="zh-CN" sz="2400" b="1" i="1" smtClean="0">
                            <a:solidFill>
                              <a:srgbClr val="002060"/>
                            </a:solidFill>
                            <a:latin typeface="Cambria Math" panose="02040503050406030204" pitchFamily="18" charset="0"/>
                          </a:rPr>
                        </m:ctrlPr>
                      </m:sSubPr>
                      <m:e>
                        <m:r>
                          <a:rPr kumimoji="1" lang="en-US" altLang="zh-CN" sz="2400" b="1" i="1" smtClean="0">
                            <a:solidFill>
                              <a:srgbClr val="002060"/>
                            </a:solidFill>
                            <a:latin typeface="Cambria Math" panose="02040503050406030204" pitchFamily="18" charset="0"/>
                          </a:rPr>
                          <m:t>𝑼</m:t>
                        </m:r>
                      </m:e>
                      <m:sub>
                        <m:r>
                          <a:rPr kumimoji="1" lang="en-US" altLang="zh-CN" sz="2400" b="1" i="1" smtClean="0">
                            <a:solidFill>
                              <a:srgbClr val="002060"/>
                            </a:solidFill>
                            <a:latin typeface="Cambria Math" panose="02040503050406030204" pitchFamily="18" charset="0"/>
                          </a:rPr>
                          <m:t>𝒓𝒎𝒔</m:t>
                        </m:r>
                      </m:sub>
                    </m:sSub>
                    <m:func>
                      <m:funcPr>
                        <m:ctrlPr>
                          <a:rPr kumimoji="1" lang="en-US" altLang="zh-CN" sz="2400" b="1" i="1">
                            <a:solidFill>
                              <a:srgbClr val="002060"/>
                            </a:solidFill>
                            <a:latin typeface="Cambria Math" panose="02040503050406030204" pitchFamily="18" charset="0"/>
                          </a:rPr>
                        </m:ctrlPr>
                      </m:funcPr>
                      <m:fName>
                        <m:sSub>
                          <m:sSubPr>
                            <m:ctrlPr>
                              <a:rPr kumimoji="1" lang="en-US" altLang="zh-CN" sz="2400" b="1" i="1">
                                <a:solidFill>
                                  <a:srgbClr val="002060"/>
                                </a:solidFill>
                                <a:latin typeface="Cambria Math" panose="02040503050406030204" pitchFamily="18" charset="0"/>
                              </a:rPr>
                            </m:ctrlPr>
                          </m:sSubPr>
                          <m:e>
                            <m:r>
                              <a:rPr kumimoji="1" lang="en-US" altLang="zh-CN" sz="2400" b="1" i="1">
                                <a:solidFill>
                                  <a:srgbClr val="002060"/>
                                </a:solidFill>
                                <a:latin typeface="Cambria Math" panose="02040503050406030204" pitchFamily="18" charset="0"/>
                              </a:rPr>
                              <m:t>𝑰</m:t>
                            </m:r>
                          </m:e>
                          <m:sub>
                            <m:r>
                              <a:rPr kumimoji="1" lang="en-US" altLang="zh-CN" sz="2400" b="1" i="1">
                                <a:solidFill>
                                  <a:srgbClr val="002060"/>
                                </a:solidFill>
                                <a:latin typeface="Cambria Math" panose="02040503050406030204" pitchFamily="18" charset="0"/>
                              </a:rPr>
                              <m:t>𝒓𝒎𝒔</m:t>
                            </m:r>
                          </m:sub>
                        </m:sSub>
                        <m:r>
                          <a:rPr kumimoji="1" lang="en-US" altLang="zh-CN" sz="2400" b="1" i="0" smtClean="0">
                            <a:solidFill>
                              <a:srgbClr val="002060"/>
                            </a:solidFill>
                            <a:latin typeface="Cambria Math" panose="02040503050406030204" pitchFamily="18" charset="0"/>
                          </a:rPr>
                          <m:t>𝐬𝐢𝐧</m:t>
                        </m:r>
                      </m:fName>
                      <m:e>
                        <m:r>
                          <a:rPr kumimoji="1" lang="en-US" altLang="zh-CN" sz="2400" b="1" i="1">
                            <a:solidFill>
                              <a:srgbClr val="002060"/>
                            </a:solidFill>
                            <a:latin typeface="Cambria Math" panose="02040503050406030204" pitchFamily="18" charset="0"/>
                            <a:ea typeface="Cambria Math" panose="02040503050406030204" pitchFamily="18" charset="0"/>
                          </a:rPr>
                          <m:t>𝝋</m:t>
                        </m:r>
                      </m:e>
                    </m:func>
                  </m:oMath>
                </a14:m>
                <a:endParaRPr kumimoji="1" lang="zh-CN" altLang="en-US" sz="2400" b="1" dirty="0"/>
              </a:p>
            </p:txBody>
          </p:sp>
        </mc:Choice>
        <mc:Fallback xmlns="">
          <p:sp>
            <p:nvSpPr>
              <p:cNvPr id="67" name="文本框 66">
                <a:extLst>
                  <a:ext uri="{FF2B5EF4-FFF2-40B4-BE49-F238E27FC236}">
                    <a16:creationId xmlns:a16="http://schemas.microsoft.com/office/drawing/2014/main" id="{2E7ABA81-3C7F-6F4A-9F6B-C2D6554C78A9}"/>
                  </a:ext>
                </a:extLst>
              </p:cNvPr>
              <p:cNvSpPr txBox="1">
                <a:spLocks noRot="1" noChangeAspect="1" noMove="1" noResize="1" noEditPoints="1" noAdjustHandles="1" noChangeArrowheads="1" noChangeShapeType="1" noTextEdit="1"/>
              </p:cNvSpPr>
              <p:nvPr/>
            </p:nvSpPr>
            <p:spPr>
              <a:xfrm>
                <a:off x="2343392" y="5423989"/>
                <a:ext cx="4029569" cy="461665"/>
              </a:xfrm>
              <a:prstGeom prst="rect">
                <a:avLst/>
              </a:prstGeom>
              <a:blipFill>
                <a:blip r:embed="rId29"/>
                <a:stretch>
                  <a:fillRect l="-2201" t="-10811" b="-29730"/>
                </a:stretch>
              </a:blipFill>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9D56FD0A-A2B5-654A-AD03-9142E3573B8A}"/>
              </a:ext>
            </a:extLst>
          </p:cNvPr>
          <p:cNvSpPr txBox="1"/>
          <p:nvPr/>
        </p:nvSpPr>
        <p:spPr>
          <a:xfrm>
            <a:off x="6499617" y="4866204"/>
            <a:ext cx="588703" cy="400110"/>
          </a:xfrm>
          <a:prstGeom prst="rect">
            <a:avLst/>
          </a:prstGeom>
          <a:noFill/>
        </p:spPr>
        <p:txBody>
          <a:bodyPr wrap="square" rtlCol="0">
            <a:spAutoFit/>
          </a:bodyPr>
          <a:lstStyle/>
          <a:p>
            <a:r>
              <a:rPr kumimoji="1" lang="en-US" altLang="zh-CN" sz="2000" b="1" dirty="0">
                <a:solidFill>
                  <a:srgbClr val="C00000"/>
                </a:solidFill>
              </a:rPr>
              <a:t>(W)</a:t>
            </a:r>
            <a:endParaRPr kumimoji="1" lang="zh-CN" altLang="en-US" sz="2000" b="1" dirty="0">
              <a:solidFill>
                <a:srgbClr val="C00000"/>
              </a:solidFill>
            </a:endParaRPr>
          </a:p>
        </p:txBody>
      </p:sp>
      <p:sp>
        <p:nvSpPr>
          <p:cNvPr id="69" name="文本框 68">
            <a:extLst>
              <a:ext uri="{FF2B5EF4-FFF2-40B4-BE49-F238E27FC236}">
                <a16:creationId xmlns:a16="http://schemas.microsoft.com/office/drawing/2014/main" id="{560B63B5-AEEE-594B-8A78-163A0F0EF765}"/>
              </a:ext>
            </a:extLst>
          </p:cNvPr>
          <p:cNvSpPr txBox="1"/>
          <p:nvPr/>
        </p:nvSpPr>
        <p:spPr>
          <a:xfrm>
            <a:off x="6421106" y="5590227"/>
            <a:ext cx="851751" cy="400110"/>
          </a:xfrm>
          <a:prstGeom prst="rect">
            <a:avLst/>
          </a:prstGeom>
          <a:noFill/>
        </p:spPr>
        <p:txBody>
          <a:bodyPr wrap="square" rtlCol="0">
            <a:spAutoFit/>
          </a:bodyPr>
          <a:lstStyle/>
          <a:p>
            <a:r>
              <a:rPr kumimoji="1" lang="en-US" altLang="zh-CN" sz="2000" b="1" dirty="0">
                <a:solidFill>
                  <a:srgbClr val="C00000"/>
                </a:solidFill>
              </a:rPr>
              <a:t>(VAR)</a:t>
            </a:r>
            <a:endParaRPr kumimoji="1" lang="zh-CN" altLang="en-US" sz="2000" b="1" dirty="0">
              <a:solidFill>
                <a:srgbClr val="C00000"/>
              </a:solidFill>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36D108B6-AAE3-7C4C-A34A-D1EFD33FB2DE}"/>
                  </a:ext>
                </a:extLst>
              </p:cNvPr>
              <p:cNvSpPr txBox="1"/>
              <p:nvPr/>
            </p:nvSpPr>
            <p:spPr>
              <a:xfrm>
                <a:off x="2574037" y="5905316"/>
                <a:ext cx="21748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rPr>
                        <m:t>=</m:t>
                      </m:r>
                      <m:d>
                        <m:dPr>
                          <m:ctrlPr>
                            <a:rPr kumimoji="1" lang="en-US" altLang="zh-CN" sz="2000" b="0" i="1" smtClean="0">
                              <a:latin typeface="Cambria Math" panose="02040503050406030204" pitchFamily="18" charset="0"/>
                            </a:rPr>
                          </m:ctrlPr>
                        </m:dP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𝑈</m:t>
                              </m:r>
                            </m:e>
                            <m:sub>
                              <m:r>
                                <a:rPr kumimoji="1" lang="en-US" altLang="zh-CN" sz="2000" b="0" i="1" smtClean="0">
                                  <a:latin typeface="Cambria Math" panose="02040503050406030204" pitchFamily="18" charset="0"/>
                                </a:rPr>
                                <m:t>𝐿</m:t>
                              </m:r>
                            </m:sub>
                          </m:sSub>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𝑈</m:t>
                              </m:r>
                            </m:e>
                            <m:sub>
                              <m:r>
                                <a:rPr kumimoji="1" lang="en-US" altLang="zh-CN" sz="2000" b="0" i="1" smtClean="0">
                                  <a:latin typeface="Cambria Math" panose="02040503050406030204" pitchFamily="18" charset="0"/>
                                </a:rPr>
                                <m:t>𝐶</m:t>
                              </m:r>
                            </m:sub>
                          </m:sSub>
                        </m:e>
                      </m:d>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𝐼</m:t>
                          </m:r>
                        </m:e>
                        <m:sub>
                          <m:r>
                            <a:rPr kumimoji="1" lang="en-US" altLang="zh-CN" sz="2000" b="0" i="1" smtClean="0">
                              <a:latin typeface="Cambria Math" panose="02040503050406030204" pitchFamily="18" charset="0"/>
                            </a:rPr>
                            <m:t>𝑟𝑚𝑠</m:t>
                          </m:r>
                        </m:sub>
                      </m:sSub>
                    </m:oMath>
                  </m:oMathPara>
                </a14:m>
                <a:endParaRPr kumimoji="1" lang="zh-CN" altLang="en-US" sz="2000" dirty="0"/>
              </a:p>
            </p:txBody>
          </p:sp>
        </mc:Choice>
        <mc:Fallback xmlns="">
          <p:sp>
            <p:nvSpPr>
              <p:cNvPr id="70" name="文本框 69">
                <a:extLst>
                  <a:ext uri="{FF2B5EF4-FFF2-40B4-BE49-F238E27FC236}">
                    <a16:creationId xmlns:a16="http://schemas.microsoft.com/office/drawing/2014/main" id="{36D108B6-AAE3-7C4C-A34A-D1EFD33FB2DE}"/>
                  </a:ext>
                </a:extLst>
              </p:cNvPr>
              <p:cNvSpPr txBox="1">
                <a:spLocks noRot="1" noChangeAspect="1" noMove="1" noResize="1" noEditPoints="1" noAdjustHandles="1" noChangeArrowheads="1" noChangeShapeType="1" noTextEdit="1"/>
              </p:cNvSpPr>
              <p:nvPr/>
            </p:nvSpPr>
            <p:spPr>
              <a:xfrm>
                <a:off x="2574037" y="5905316"/>
                <a:ext cx="2174875" cy="400110"/>
              </a:xfrm>
              <a:prstGeom prst="rect">
                <a:avLst/>
              </a:prstGeom>
              <a:blipFill>
                <a:blip r:embed="rId30"/>
                <a:stretch>
                  <a:fillRect b="-3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519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dissolv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7"/>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67" grpId="0"/>
      <p:bldP spid="68" grpId="0"/>
      <p:bldP spid="69" grpId="0"/>
      <p:bldP spid="7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000" y="884723"/>
            <a:ext cx="8820000" cy="48000"/>
          </a:xfrm>
          <a:prstGeom prst="rect">
            <a:avLst/>
          </a:prstGeom>
          <a:solidFill>
            <a:srgbClr val="25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Freeform 5"/>
          <p:cNvSpPr>
            <a:spLocks/>
          </p:cNvSpPr>
          <p:nvPr/>
        </p:nvSpPr>
        <p:spPr bwMode="auto">
          <a:xfrm>
            <a:off x="254632" y="283472"/>
            <a:ext cx="156984" cy="212544"/>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4" name="Freeform 6"/>
          <p:cNvSpPr>
            <a:spLocks/>
          </p:cNvSpPr>
          <p:nvPr/>
        </p:nvSpPr>
        <p:spPr bwMode="auto">
          <a:xfrm>
            <a:off x="355983" y="409077"/>
            <a:ext cx="156984" cy="21411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5" name="Freeform 7"/>
          <p:cNvSpPr>
            <a:spLocks/>
          </p:cNvSpPr>
          <p:nvPr/>
        </p:nvSpPr>
        <p:spPr bwMode="auto">
          <a:xfrm>
            <a:off x="251520" y="528157"/>
            <a:ext cx="155802" cy="212544"/>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7" name="椭圆 6">
            <a:hlinkClick r:id="" action="ppaction://hlinkshowjump?jump=previousslide"/>
          </p:cNvPr>
          <p:cNvSpPr/>
          <p:nvPr/>
        </p:nvSpPr>
        <p:spPr>
          <a:xfrm>
            <a:off x="8140027" y="213373"/>
            <a:ext cx="178944" cy="238592"/>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KSO_Shape">
            <a:hlinkClick r:id="" action="ppaction://hlinkshowjump?jump=previousslide"/>
          </p:cNvPr>
          <p:cNvSpPr>
            <a:spLocks noChangeAspect="1"/>
          </p:cNvSpPr>
          <p:nvPr/>
        </p:nvSpPr>
        <p:spPr>
          <a:xfrm flipH="1">
            <a:off x="8187787" y="275135"/>
            <a:ext cx="83424" cy="115068"/>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9" name="椭圆 8">
            <a:hlinkClick r:id="" action="ppaction://hlinkshowjump?jump=nextslide"/>
          </p:cNvPr>
          <p:cNvSpPr/>
          <p:nvPr/>
        </p:nvSpPr>
        <p:spPr>
          <a:xfrm flipH="1">
            <a:off x="8713535" y="213376"/>
            <a:ext cx="178944" cy="238592"/>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KSO_Shape">
            <a:hlinkClick r:id="" action="ppaction://hlinkshowjump?jump=nextslide"/>
          </p:cNvPr>
          <p:cNvSpPr>
            <a:spLocks noChangeAspect="1"/>
          </p:cNvSpPr>
          <p:nvPr/>
        </p:nvSpPr>
        <p:spPr>
          <a:xfrm>
            <a:off x="8761296" y="275147"/>
            <a:ext cx="83424" cy="115068"/>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1" name="Freeform 10">
            <a:hlinkClick r:id="" action="ppaction://hlinkshowjump?jump=firstslide"/>
          </p:cNvPr>
          <p:cNvSpPr>
            <a:spLocks noChangeAspect="1" noEditPoints="1"/>
          </p:cNvSpPr>
          <p:nvPr/>
        </p:nvSpPr>
        <p:spPr bwMode="auto">
          <a:xfrm>
            <a:off x="8426253" y="212669"/>
            <a:ext cx="180000" cy="2400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rgbClr val="256779"/>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3" name="TextBox 52"/>
          <p:cNvSpPr txBox="1"/>
          <p:nvPr/>
        </p:nvSpPr>
        <p:spPr>
          <a:xfrm>
            <a:off x="467028" y="204345"/>
            <a:ext cx="8366393" cy="492443"/>
          </a:xfrm>
          <a:prstGeom prst="rect">
            <a:avLst/>
          </a:prstGeom>
          <a:noFill/>
        </p:spPr>
        <p:txBody>
          <a:bodyPr wrap="none" rtlCol="0">
            <a:spAutoFit/>
          </a:bodyPr>
          <a:lstStyle/>
          <a:p>
            <a:r>
              <a:rPr lang="en-US" altLang="zh-CN" sz="2600" spc="100" dirty="0">
                <a:solidFill>
                  <a:srgbClr val="FF0000"/>
                </a:solidFill>
                <a:latin typeface="Comic Sans MS" panose="030F0702030302020204" pitchFamily="66" charset="0"/>
                <a:ea typeface="微软雅黑" panose="020B0503020204020204" pitchFamily="34" charset="-122"/>
              </a:rPr>
              <a:t>Active powers and reactive powers of R, L and C </a:t>
            </a:r>
            <a:endParaRPr lang="zh-CN" altLang="en-US" sz="2600" spc="100" dirty="0">
              <a:solidFill>
                <a:srgbClr val="FF0000"/>
              </a:solidFill>
              <a:latin typeface="Comic Sans MS" panose="030F0702030302020204" pitchFamily="66" charset="0"/>
              <a:ea typeface="微软雅黑" panose="020B0503020204020204" pitchFamily="34" charset="-122"/>
            </a:endParaRPr>
          </a:p>
        </p:txBody>
      </p:sp>
      <p:sp>
        <p:nvSpPr>
          <p:cNvPr id="55" name="Text Box 15"/>
          <p:cNvSpPr txBox="1">
            <a:spLocks noChangeArrowheads="1"/>
          </p:cNvSpPr>
          <p:nvPr/>
        </p:nvSpPr>
        <p:spPr bwMode="auto">
          <a:xfrm>
            <a:off x="1259631" y="1124750"/>
            <a:ext cx="2160241" cy="461665"/>
          </a:xfrm>
          <a:prstGeom prst="rect">
            <a:avLst/>
          </a:prstGeom>
          <a:solidFill>
            <a:srgbClr val="92D050"/>
          </a:solidFill>
          <a:ln w="9525">
            <a:noFill/>
            <a:miter lim="800000"/>
            <a:headEnd/>
            <a:tailEnd/>
          </a:ln>
          <a:effectLst/>
        </p:spPr>
        <p:txBody>
          <a:bodyPr wrap="square">
            <a:spAutoFit/>
          </a:bodyPr>
          <a:lstStyle/>
          <a:p>
            <a:r>
              <a:rPr kumimoji="1" lang="en-US" altLang="zh-CN" sz="2400" b="1" i="1" dirty="0">
                <a:solidFill>
                  <a:prstClr val="black"/>
                </a:solidFill>
                <a:latin typeface="Times New Roman" pitchFamily="18" charset="0"/>
              </a:rPr>
              <a:t>P=</a:t>
            </a:r>
            <a:r>
              <a:rPr kumimoji="1" lang="en-US" altLang="zh-CN" sz="2400" b="1" i="1" dirty="0" err="1">
                <a:solidFill>
                  <a:prstClr val="black"/>
                </a:solidFill>
                <a:latin typeface="Times New Roman" pitchFamily="18" charset="0"/>
              </a:rPr>
              <a:t>U</a:t>
            </a:r>
            <a:r>
              <a:rPr kumimoji="1" lang="en-US" altLang="zh-CN" sz="2400" b="1" i="1" baseline="-25000" dirty="0" err="1">
                <a:solidFill>
                  <a:prstClr val="black"/>
                </a:solidFill>
                <a:latin typeface="Times New Roman" pitchFamily="18" charset="0"/>
              </a:rPr>
              <a:t>rms</a:t>
            </a:r>
            <a:r>
              <a:rPr kumimoji="1" lang="en-US" altLang="zh-CN" sz="2400" b="1" i="1" dirty="0" err="1">
                <a:solidFill>
                  <a:prstClr val="black"/>
                </a:solidFill>
                <a:latin typeface="Times New Roman" pitchFamily="18" charset="0"/>
              </a:rPr>
              <a:t>I</a:t>
            </a:r>
            <a:r>
              <a:rPr kumimoji="1" lang="en-US" altLang="zh-CN" sz="2400" b="1" i="1" baseline="-25000" dirty="0" err="1">
                <a:solidFill>
                  <a:prstClr val="black"/>
                </a:solidFill>
                <a:latin typeface="Times New Roman" pitchFamily="18" charset="0"/>
              </a:rPr>
              <a:t>rms</a:t>
            </a:r>
            <a:r>
              <a:rPr kumimoji="1" lang="en-US" altLang="zh-CN" sz="2400" b="1" dirty="0" err="1">
                <a:solidFill>
                  <a:prstClr val="black"/>
                </a:solidFill>
                <a:latin typeface="Times New Roman" pitchFamily="18" charset="0"/>
              </a:rPr>
              <a:t>cos</a:t>
            </a:r>
            <a:r>
              <a:rPr kumimoji="1" lang="en-US" altLang="zh-CN" sz="2400" b="1" i="1" dirty="0">
                <a:solidFill>
                  <a:prstClr val="black"/>
                </a:solidFill>
                <a:latin typeface="Times New Roman" pitchFamily="18" charset="0"/>
                <a:sym typeface="Symbol" pitchFamily="18" charset="2"/>
              </a:rPr>
              <a:t></a:t>
            </a:r>
            <a:endParaRPr kumimoji="1" lang="en-US" altLang="zh-CN" sz="2400" b="1" dirty="0">
              <a:solidFill>
                <a:prstClr val="black"/>
              </a:solidFill>
              <a:latin typeface="Times New Roman" pitchFamily="18" charset="0"/>
            </a:endParaRPr>
          </a:p>
        </p:txBody>
      </p:sp>
      <p:sp>
        <p:nvSpPr>
          <p:cNvPr id="59" name="Text Box 15"/>
          <p:cNvSpPr txBox="1">
            <a:spLocks noChangeArrowheads="1"/>
          </p:cNvSpPr>
          <p:nvPr/>
        </p:nvSpPr>
        <p:spPr bwMode="auto">
          <a:xfrm>
            <a:off x="3829532" y="1124750"/>
            <a:ext cx="2160241" cy="461665"/>
          </a:xfrm>
          <a:prstGeom prst="rect">
            <a:avLst/>
          </a:prstGeom>
          <a:solidFill>
            <a:srgbClr val="92D050"/>
          </a:solidFill>
          <a:ln w="9525">
            <a:noFill/>
            <a:miter lim="800000"/>
            <a:headEnd/>
            <a:tailEnd/>
          </a:ln>
          <a:effectLst/>
        </p:spPr>
        <p:txBody>
          <a:bodyPr wrap="square">
            <a:spAutoFit/>
          </a:bodyPr>
          <a:lstStyle/>
          <a:p>
            <a:r>
              <a:rPr kumimoji="1" lang="en-US" altLang="zh-CN" sz="2400" b="1" i="1" dirty="0">
                <a:solidFill>
                  <a:prstClr val="black"/>
                </a:solidFill>
                <a:latin typeface="Times New Roman" pitchFamily="18" charset="0"/>
              </a:rPr>
              <a:t>Q=</a:t>
            </a:r>
            <a:r>
              <a:rPr kumimoji="1" lang="en-US" altLang="zh-CN" sz="2400" b="1" i="1" dirty="0" err="1">
                <a:solidFill>
                  <a:prstClr val="black"/>
                </a:solidFill>
                <a:latin typeface="Times New Roman" pitchFamily="18" charset="0"/>
              </a:rPr>
              <a:t>U</a:t>
            </a:r>
            <a:r>
              <a:rPr kumimoji="1" lang="en-US" altLang="zh-CN" sz="2400" b="1" i="1" baseline="-25000" dirty="0" err="1">
                <a:solidFill>
                  <a:prstClr val="black"/>
                </a:solidFill>
                <a:latin typeface="Times New Roman" pitchFamily="18" charset="0"/>
              </a:rPr>
              <a:t>rms</a:t>
            </a:r>
            <a:r>
              <a:rPr kumimoji="1" lang="en-US" altLang="zh-CN" sz="2400" b="1" i="1" dirty="0" err="1">
                <a:solidFill>
                  <a:prstClr val="black"/>
                </a:solidFill>
                <a:latin typeface="Times New Roman" pitchFamily="18" charset="0"/>
              </a:rPr>
              <a:t>I</a:t>
            </a:r>
            <a:r>
              <a:rPr kumimoji="1" lang="en-US" altLang="zh-CN" sz="2400" b="1" i="1" baseline="-25000" dirty="0" err="1">
                <a:solidFill>
                  <a:prstClr val="black"/>
                </a:solidFill>
                <a:latin typeface="Times New Roman" pitchFamily="18" charset="0"/>
              </a:rPr>
              <a:t>rms</a:t>
            </a:r>
            <a:r>
              <a:rPr kumimoji="1" lang="en-US" altLang="zh-CN" sz="2400" b="1" dirty="0" err="1">
                <a:solidFill>
                  <a:prstClr val="black"/>
                </a:solidFill>
                <a:latin typeface="Times New Roman" pitchFamily="18" charset="0"/>
              </a:rPr>
              <a:t>sin</a:t>
            </a:r>
            <a:r>
              <a:rPr kumimoji="1" lang="en-US" altLang="zh-CN" sz="2400" b="1" i="1" dirty="0">
                <a:solidFill>
                  <a:prstClr val="black"/>
                </a:solidFill>
                <a:latin typeface="Times New Roman" pitchFamily="18" charset="0"/>
                <a:sym typeface="Symbol" pitchFamily="18" charset="2"/>
              </a:rPr>
              <a:t></a:t>
            </a:r>
            <a:endParaRPr kumimoji="1" lang="en-US" altLang="zh-CN" sz="2400" b="1" dirty="0">
              <a:solidFill>
                <a:prstClr val="black"/>
              </a:solidFill>
              <a:latin typeface="Times New Roman"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1466904838"/>
              </p:ext>
            </p:extLst>
          </p:nvPr>
        </p:nvGraphicFramePr>
        <p:xfrm>
          <a:off x="6468194" y="1062275"/>
          <a:ext cx="1200150" cy="575733"/>
        </p:xfrm>
        <a:graphic>
          <a:graphicData uri="http://schemas.openxmlformats.org/presentationml/2006/ole">
            <mc:AlternateContent xmlns:mc="http://schemas.openxmlformats.org/markup-compatibility/2006">
              <mc:Choice xmlns:v="urn:schemas-microsoft-com:vml" Requires="v">
                <p:oleObj spid="_x0000_s19488" name="Equation" r:id="rId3" imgW="634680" imgH="228600" progId="Equation.DSMT4">
                  <p:embed/>
                </p:oleObj>
              </mc:Choice>
              <mc:Fallback>
                <p:oleObj name="Equation" r:id="rId3" imgW="63468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8194" y="1062275"/>
                        <a:ext cx="1200150" cy="575733"/>
                      </a:xfrm>
                      <a:prstGeom prst="rect">
                        <a:avLst/>
                      </a:prstGeom>
                      <a:solidFill>
                        <a:srgbClr val="92D050"/>
                      </a:solidFill>
                      <a:ln>
                        <a:noFill/>
                      </a:ln>
                    </p:spPr>
                  </p:pic>
                </p:oleObj>
              </mc:Fallback>
            </mc:AlternateContent>
          </a:graphicData>
        </a:graphic>
      </p:graphicFrame>
      <p:sp>
        <p:nvSpPr>
          <p:cNvPr id="15" name="TextBox 14"/>
          <p:cNvSpPr txBox="1"/>
          <p:nvPr/>
        </p:nvSpPr>
        <p:spPr>
          <a:xfrm>
            <a:off x="1259632" y="1700384"/>
            <a:ext cx="6408712" cy="400110"/>
          </a:xfrm>
          <a:prstGeom prst="rect">
            <a:avLst/>
          </a:prstGeom>
          <a:noFill/>
        </p:spPr>
        <p:txBody>
          <a:bodyPr wrap="square" rtlCol="0">
            <a:spAutoFit/>
          </a:bodyPr>
          <a:lstStyle/>
          <a:p>
            <a:pPr algn="ctr"/>
            <a:r>
              <a:rPr lang="en-US" altLang="zh-CN" sz="2000" b="1" dirty="0">
                <a:solidFill>
                  <a:srgbClr val="3CA5C2"/>
                </a:solidFill>
                <a:latin typeface="Times New Roman" pitchFamily="18" charset="0"/>
                <a:cs typeface="Times New Roman" pitchFamily="18" charset="0"/>
              </a:rPr>
              <a:t>Active powers and reactive powers of R , L and C</a:t>
            </a:r>
            <a:endParaRPr lang="zh-CN" altLang="en-US" sz="2000" b="1" dirty="0">
              <a:solidFill>
                <a:srgbClr val="3CA5C2"/>
              </a:solidFill>
              <a:latin typeface="Times New Roman" pitchFamily="18" charset="0"/>
              <a:cs typeface="Times New Roman" pitchFamily="18" charset="0"/>
            </a:endParaRPr>
          </a:p>
        </p:txBody>
      </p:sp>
      <p:graphicFrame>
        <p:nvGraphicFramePr>
          <p:cNvPr id="17" name="表格 16"/>
          <p:cNvGraphicFramePr>
            <a:graphicFrameLocks noGrp="1"/>
          </p:cNvGraphicFramePr>
          <p:nvPr>
            <p:extLst>
              <p:ext uri="{D42A27DB-BD31-4B8C-83A1-F6EECF244321}">
                <p14:modId xmlns:p14="http://schemas.microsoft.com/office/powerpoint/2010/main" val="4273082173"/>
              </p:ext>
            </p:extLst>
          </p:nvPr>
        </p:nvGraphicFramePr>
        <p:xfrm>
          <a:off x="1356320" y="2138313"/>
          <a:ext cx="6914890" cy="2197982"/>
        </p:xfrm>
        <a:graphic>
          <a:graphicData uri="http://schemas.openxmlformats.org/drawingml/2006/table">
            <a:tbl>
              <a:tblPr firstRow="1" bandRow="1">
                <a:tableStyleId>{22838BEF-8BB2-4498-84A7-C5851F593DF1}</a:tableStyleId>
              </a:tblPr>
              <a:tblGrid>
                <a:gridCol w="1631504">
                  <a:extLst>
                    <a:ext uri="{9D8B030D-6E8A-4147-A177-3AD203B41FA5}">
                      <a16:colId xmlns:a16="http://schemas.microsoft.com/office/drawing/2014/main" val="20000"/>
                    </a:ext>
                  </a:extLst>
                </a:gridCol>
                <a:gridCol w="1134452">
                  <a:extLst>
                    <a:ext uri="{9D8B030D-6E8A-4147-A177-3AD203B41FA5}">
                      <a16:colId xmlns:a16="http://schemas.microsoft.com/office/drawing/2014/main" val="20001"/>
                    </a:ext>
                  </a:extLst>
                </a:gridCol>
                <a:gridCol w="1382978">
                  <a:extLst>
                    <a:ext uri="{9D8B030D-6E8A-4147-A177-3AD203B41FA5}">
                      <a16:colId xmlns:a16="http://schemas.microsoft.com/office/drawing/2014/main" val="20002"/>
                    </a:ext>
                  </a:extLst>
                </a:gridCol>
                <a:gridCol w="1382978">
                  <a:extLst>
                    <a:ext uri="{9D8B030D-6E8A-4147-A177-3AD203B41FA5}">
                      <a16:colId xmlns:a16="http://schemas.microsoft.com/office/drawing/2014/main" val="20003"/>
                    </a:ext>
                  </a:extLst>
                </a:gridCol>
                <a:gridCol w="1382978">
                  <a:extLst>
                    <a:ext uri="{9D8B030D-6E8A-4147-A177-3AD203B41FA5}">
                      <a16:colId xmlns:a16="http://schemas.microsoft.com/office/drawing/2014/main" val="497918688"/>
                    </a:ext>
                  </a:extLst>
                </a:gridCol>
              </a:tblGrid>
              <a:tr h="714623">
                <a:tc>
                  <a:txBody>
                    <a:bodyPr/>
                    <a:lstStyle/>
                    <a:p>
                      <a:pPr algn="ctr"/>
                      <a:r>
                        <a:rPr lang="en-US" altLang="zh-CN" sz="3200" dirty="0">
                          <a:latin typeface="Times New Roman" pitchFamily="18" charset="0"/>
                          <a:cs typeface="Times New Roman" pitchFamily="18" charset="0"/>
                        </a:rPr>
                        <a:t>element</a:t>
                      </a:r>
                      <a:endParaRPr lang="zh-CN" altLang="en-US" sz="3200" dirty="0">
                        <a:latin typeface="Times New Roman" pitchFamily="18" charset="0"/>
                        <a:cs typeface="Times New Roman" pitchFamily="18" charset="0"/>
                      </a:endParaRPr>
                    </a:p>
                  </a:txBody>
                  <a:tcPr marT="60960" marB="60960"/>
                </a:tc>
                <a:tc>
                  <a:txBody>
                    <a:bodyPr/>
                    <a:lstStyle/>
                    <a:p>
                      <a:pPr algn="ctr"/>
                      <a:r>
                        <a:rPr lang="el-GR" altLang="zh-CN" sz="3200" i="1" dirty="0">
                          <a:latin typeface="Times New Roman" pitchFamily="18" charset="0"/>
                          <a:ea typeface="宋体"/>
                          <a:cs typeface="Times New Roman" pitchFamily="18" charset="0"/>
                        </a:rPr>
                        <a:t>φ</a:t>
                      </a:r>
                      <a:endParaRPr lang="zh-CN" altLang="en-US" sz="3200" i="1" dirty="0">
                        <a:latin typeface="Times New Roman" pitchFamily="18" charset="0"/>
                        <a:cs typeface="Times New Roman" pitchFamily="18" charset="0"/>
                      </a:endParaRPr>
                    </a:p>
                  </a:txBody>
                  <a:tcPr marT="60960" marB="60960"/>
                </a:tc>
                <a:tc>
                  <a:txBody>
                    <a:bodyPr/>
                    <a:lstStyle/>
                    <a:p>
                      <a:pPr algn="ctr"/>
                      <a:r>
                        <a:rPr lang="en-US" altLang="zh-CN" sz="3200" i="1" dirty="0">
                          <a:latin typeface="Times New Roman" pitchFamily="18" charset="0"/>
                          <a:cs typeface="Times New Roman" pitchFamily="18" charset="0"/>
                        </a:rPr>
                        <a:t>P</a:t>
                      </a:r>
                      <a:r>
                        <a:rPr lang="en-US" altLang="zh-CN" sz="3200" dirty="0">
                          <a:latin typeface="Times New Roman" pitchFamily="18" charset="0"/>
                          <a:cs typeface="Times New Roman" pitchFamily="18" charset="0"/>
                        </a:rPr>
                        <a:t>(w)</a:t>
                      </a:r>
                      <a:endParaRPr lang="zh-CN" altLang="en-US" sz="3200" dirty="0">
                        <a:latin typeface="Times New Roman" pitchFamily="18" charset="0"/>
                        <a:cs typeface="Times New Roman" pitchFamily="18" charset="0"/>
                      </a:endParaRPr>
                    </a:p>
                  </a:txBody>
                  <a:tcPr marT="60960" marB="60960"/>
                </a:tc>
                <a:tc>
                  <a:txBody>
                    <a:bodyPr/>
                    <a:lstStyle/>
                    <a:p>
                      <a:pPr algn="ctr"/>
                      <a:r>
                        <a:rPr lang="en-US" altLang="zh-CN" sz="3200" i="1" dirty="0">
                          <a:latin typeface="Times New Roman" pitchFamily="18" charset="0"/>
                          <a:cs typeface="Times New Roman" pitchFamily="18" charset="0"/>
                        </a:rPr>
                        <a:t>Q</a:t>
                      </a:r>
                      <a:r>
                        <a:rPr lang="en-US" altLang="zh-CN" sz="3200" dirty="0">
                          <a:latin typeface="Times New Roman" pitchFamily="18" charset="0"/>
                          <a:cs typeface="Times New Roman" pitchFamily="18" charset="0"/>
                        </a:rPr>
                        <a:t>(var)</a:t>
                      </a:r>
                      <a:endParaRPr lang="zh-CN" altLang="en-US" sz="3200" dirty="0">
                        <a:latin typeface="Times New Roman" pitchFamily="18" charset="0"/>
                        <a:cs typeface="Times New Roman" pitchFamily="18" charset="0"/>
                      </a:endParaRPr>
                    </a:p>
                  </a:txBody>
                  <a:tcPr marT="60960" marB="60960"/>
                </a:tc>
                <a:tc>
                  <a:txBody>
                    <a:bodyPr/>
                    <a:lstStyle/>
                    <a:p>
                      <a:pPr algn="ctr"/>
                      <a:r>
                        <a:rPr lang="en-US" altLang="zh-CN" sz="3200" i="1" dirty="0">
                          <a:latin typeface="Times New Roman" pitchFamily="18" charset="0"/>
                          <a:cs typeface="Times New Roman" pitchFamily="18" charset="0"/>
                        </a:rPr>
                        <a:t>pf</a:t>
                      </a:r>
                      <a:endParaRPr lang="zh-CN" altLang="en-US" sz="3200" i="1" dirty="0">
                        <a:latin typeface="Times New Roman" pitchFamily="18" charset="0"/>
                        <a:cs typeface="Times New Roman" pitchFamily="18" charset="0"/>
                      </a:endParaRPr>
                    </a:p>
                  </a:txBody>
                  <a:tcPr marT="60960" marB="60960"/>
                </a:tc>
                <a:extLst>
                  <a:ext uri="{0D108BD9-81ED-4DB2-BD59-A6C34878D82A}">
                    <a16:rowId xmlns:a16="http://schemas.microsoft.com/office/drawing/2014/main" val="10000"/>
                  </a:ext>
                </a:extLst>
              </a:tr>
              <a:tr h="494453">
                <a:tc>
                  <a:txBody>
                    <a:bodyPr/>
                    <a:lstStyle/>
                    <a:p>
                      <a:pPr algn="ctr"/>
                      <a:r>
                        <a:rPr lang="en-US" altLang="zh-CN" sz="2400" b="0" dirty="0">
                          <a:latin typeface="Times New Roman" pitchFamily="18" charset="0"/>
                          <a:cs typeface="Times New Roman" pitchFamily="18" charset="0"/>
                        </a:rPr>
                        <a:t>resistor</a:t>
                      </a:r>
                      <a:endParaRPr lang="zh-CN" altLang="en-US" sz="2400" b="0" dirty="0">
                        <a:latin typeface="Times New Roman" pitchFamily="18" charset="0"/>
                        <a:cs typeface="Times New Roman" pitchFamily="18" charset="0"/>
                      </a:endParaRPr>
                    </a:p>
                  </a:txBody>
                  <a:tcPr marT="60960" marB="60960"/>
                </a:tc>
                <a:tc>
                  <a:txBody>
                    <a:bodyPr/>
                    <a:lstStyle/>
                    <a:p>
                      <a:pPr algn="ctr"/>
                      <a:r>
                        <a:rPr lang="en-US" altLang="zh-CN" sz="2400" b="0" dirty="0">
                          <a:latin typeface="Times New Roman" pitchFamily="18" charset="0"/>
                          <a:cs typeface="Times New Roman" pitchFamily="18" charset="0"/>
                        </a:rPr>
                        <a:t>0</a:t>
                      </a:r>
                      <a:endParaRPr lang="zh-CN" altLang="en-US" sz="2400" b="0" dirty="0">
                        <a:latin typeface="Times New Roman" pitchFamily="18" charset="0"/>
                        <a:cs typeface="Times New Roman" pitchFamily="18" charset="0"/>
                      </a:endParaRPr>
                    </a:p>
                  </a:txBody>
                  <a:tcPr marT="60960" marB="60960"/>
                </a:tc>
                <a:tc>
                  <a:txBody>
                    <a:bodyPr/>
                    <a:lstStyle/>
                    <a:p>
                      <a:pPr algn="ctr"/>
                      <a:r>
                        <a:rPr lang="en-US" altLang="zh-CN" sz="2400" b="0" i="1" dirty="0">
                          <a:solidFill>
                            <a:srgbClr val="FF0000"/>
                          </a:solidFill>
                          <a:latin typeface="Times New Roman" pitchFamily="18" charset="0"/>
                          <a:cs typeface="Times New Roman" pitchFamily="18" charset="0"/>
                        </a:rPr>
                        <a:t>U</a:t>
                      </a:r>
                      <a:r>
                        <a:rPr lang="en-US" altLang="zh-CN" sz="2400" b="0" dirty="0">
                          <a:solidFill>
                            <a:srgbClr val="FF0000"/>
                          </a:solidFill>
                          <a:latin typeface="Times New Roman" pitchFamily="18" charset="0"/>
                          <a:cs typeface="Times New Roman" pitchFamily="18" charset="0"/>
                        </a:rPr>
                        <a:t> </a:t>
                      </a:r>
                      <a:r>
                        <a:rPr lang="en-US" altLang="zh-CN" sz="2400" b="0" i="1" dirty="0">
                          <a:solidFill>
                            <a:srgbClr val="FF0000"/>
                          </a:solidFill>
                          <a:latin typeface="Times New Roman" pitchFamily="18" charset="0"/>
                          <a:cs typeface="Times New Roman" pitchFamily="18" charset="0"/>
                        </a:rPr>
                        <a:t>I</a:t>
                      </a:r>
                      <a:r>
                        <a:rPr lang="en-US" altLang="zh-CN" sz="2400" b="0" dirty="0">
                          <a:solidFill>
                            <a:srgbClr val="FF0000"/>
                          </a:solidFill>
                          <a:latin typeface="Times New Roman" pitchFamily="18" charset="0"/>
                          <a:cs typeface="Times New Roman" pitchFamily="18" charset="0"/>
                        </a:rPr>
                        <a:t> &gt;0</a:t>
                      </a:r>
                      <a:endParaRPr lang="zh-CN" altLang="en-US" sz="2400" b="0" dirty="0">
                        <a:solidFill>
                          <a:srgbClr val="FF0000"/>
                        </a:solidFill>
                        <a:latin typeface="Times New Roman" pitchFamily="18" charset="0"/>
                        <a:cs typeface="Times New Roman" pitchFamily="18" charset="0"/>
                      </a:endParaRPr>
                    </a:p>
                  </a:txBody>
                  <a:tcPr marT="60960" marB="60960"/>
                </a:tc>
                <a:tc>
                  <a:txBody>
                    <a:bodyPr/>
                    <a:lstStyle/>
                    <a:p>
                      <a:pPr algn="ctr"/>
                      <a:r>
                        <a:rPr lang="en-US" altLang="zh-CN" sz="2400" b="0" dirty="0">
                          <a:solidFill>
                            <a:srgbClr val="3333FF"/>
                          </a:solidFill>
                          <a:latin typeface="Times New Roman" pitchFamily="18" charset="0"/>
                          <a:cs typeface="Times New Roman" pitchFamily="18" charset="0"/>
                        </a:rPr>
                        <a:t>0</a:t>
                      </a:r>
                      <a:endParaRPr lang="zh-CN" altLang="en-US" sz="2400" b="0" dirty="0">
                        <a:solidFill>
                          <a:srgbClr val="3333FF"/>
                        </a:solidFill>
                        <a:latin typeface="Times New Roman" pitchFamily="18" charset="0"/>
                        <a:cs typeface="Times New Roman" pitchFamily="18" charset="0"/>
                      </a:endParaRPr>
                    </a:p>
                  </a:txBody>
                  <a:tcPr marT="60960" marB="60960"/>
                </a:tc>
                <a:tc>
                  <a:txBody>
                    <a:bodyPr/>
                    <a:lstStyle/>
                    <a:p>
                      <a:pPr algn="ctr"/>
                      <a:r>
                        <a:rPr lang="en-US" altLang="zh-CN" sz="2400" b="0" dirty="0">
                          <a:solidFill>
                            <a:srgbClr val="3333FF"/>
                          </a:solidFill>
                          <a:latin typeface="Times New Roman" pitchFamily="18" charset="0"/>
                          <a:cs typeface="Times New Roman" pitchFamily="18" charset="0"/>
                        </a:rPr>
                        <a:t>1</a:t>
                      </a:r>
                      <a:endParaRPr lang="zh-CN" altLang="en-US" sz="2400" b="0" dirty="0">
                        <a:solidFill>
                          <a:srgbClr val="3333FF"/>
                        </a:solidFill>
                        <a:latin typeface="Times New Roman" pitchFamily="18" charset="0"/>
                        <a:cs typeface="Times New Roman" pitchFamily="18" charset="0"/>
                      </a:endParaRPr>
                    </a:p>
                  </a:txBody>
                  <a:tcPr marT="60960" marB="60960"/>
                </a:tc>
                <a:extLst>
                  <a:ext uri="{0D108BD9-81ED-4DB2-BD59-A6C34878D82A}">
                    <a16:rowId xmlns:a16="http://schemas.microsoft.com/office/drawing/2014/main" val="10001"/>
                  </a:ext>
                </a:extLst>
              </a:tr>
              <a:tr h="494453">
                <a:tc>
                  <a:txBody>
                    <a:bodyPr/>
                    <a:lstStyle/>
                    <a:p>
                      <a:pPr algn="ctr"/>
                      <a:r>
                        <a:rPr lang="en-US" altLang="zh-CN" sz="2400" b="0" dirty="0">
                          <a:latin typeface="Times New Roman" pitchFamily="18" charset="0"/>
                          <a:cs typeface="Times New Roman" pitchFamily="18" charset="0"/>
                        </a:rPr>
                        <a:t>capacitor</a:t>
                      </a:r>
                      <a:endParaRPr lang="zh-CN" altLang="en-US" sz="2400" b="0" dirty="0">
                        <a:latin typeface="Times New Roman" pitchFamily="18" charset="0"/>
                        <a:cs typeface="Times New Roman" pitchFamily="18" charset="0"/>
                      </a:endParaRPr>
                    </a:p>
                  </a:txBody>
                  <a:tcPr marT="60960" marB="60960"/>
                </a:tc>
                <a:tc>
                  <a:txBody>
                    <a:bodyPr/>
                    <a:lstStyle/>
                    <a:p>
                      <a:pPr algn="ctr"/>
                      <a:r>
                        <a:rPr lang="en-US" altLang="zh-CN" sz="2400" b="0" dirty="0">
                          <a:latin typeface="Times New Roman" pitchFamily="18" charset="0"/>
                          <a:cs typeface="Times New Roman" pitchFamily="18" charset="0"/>
                        </a:rPr>
                        <a:t>-90</a:t>
                      </a:r>
                      <a:r>
                        <a:rPr lang="en-US" altLang="zh-CN" sz="2400" b="0" baseline="30000" dirty="0">
                          <a:latin typeface="Times New Roman" pitchFamily="18" charset="0"/>
                          <a:cs typeface="Times New Roman" pitchFamily="18" charset="0"/>
                        </a:rPr>
                        <a:t>0</a:t>
                      </a:r>
                      <a:endParaRPr lang="zh-CN" altLang="en-US" sz="2400" b="0" baseline="30000" dirty="0">
                        <a:latin typeface="Times New Roman" pitchFamily="18" charset="0"/>
                        <a:cs typeface="Times New Roman" pitchFamily="18" charset="0"/>
                      </a:endParaRPr>
                    </a:p>
                  </a:txBody>
                  <a:tcPr marT="60960" marB="60960"/>
                </a:tc>
                <a:tc>
                  <a:txBody>
                    <a:bodyPr/>
                    <a:lstStyle/>
                    <a:p>
                      <a:pPr algn="ctr"/>
                      <a:r>
                        <a:rPr lang="en-US" altLang="zh-CN" sz="2400" b="0" dirty="0">
                          <a:solidFill>
                            <a:srgbClr val="FF0000"/>
                          </a:solidFill>
                          <a:latin typeface="Times New Roman" pitchFamily="18" charset="0"/>
                          <a:cs typeface="Times New Roman" pitchFamily="18" charset="0"/>
                        </a:rPr>
                        <a:t>0</a:t>
                      </a:r>
                      <a:endParaRPr lang="zh-CN" altLang="en-US" sz="2400" b="0" dirty="0">
                        <a:solidFill>
                          <a:srgbClr val="FF0000"/>
                        </a:solidFill>
                        <a:latin typeface="Times New Roman" pitchFamily="18" charset="0"/>
                        <a:cs typeface="Times New Roman" pitchFamily="18" charset="0"/>
                      </a:endParaRPr>
                    </a:p>
                  </a:txBody>
                  <a:tcPr marT="60960" marB="60960"/>
                </a:tc>
                <a:tc>
                  <a:txBody>
                    <a:bodyPr/>
                    <a:lstStyle/>
                    <a:p>
                      <a:pPr algn="ctr"/>
                      <a:r>
                        <a:rPr lang="en-US" altLang="zh-CN" sz="2400" b="0" dirty="0">
                          <a:solidFill>
                            <a:srgbClr val="3333FF"/>
                          </a:solidFill>
                          <a:latin typeface="Times New Roman" pitchFamily="18" charset="0"/>
                          <a:cs typeface="Times New Roman" pitchFamily="18" charset="0"/>
                        </a:rPr>
                        <a:t>-</a:t>
                      </a:r>
                      <a:r>
                        <a:rPr lang="en-US" altLang="zh-CN" sz="2400" b="0" i="1" dirty="0">
                          <a:solidFill>
                            <a:srgbClr val="3333FF"/>
                          </a:solidFill>
                          <a:latin typeface="Times New Roman" pitchFamily="18" charset="0"/>
                          <a:cs typeface="Times New Roman" pitchFamily="18" charset="0"/>
                        </a:rPr>
                        <a:t>U</a:t>
                      </a:r>
                      <a:r>
                        <a:rPr lang="en-US" altLang="zh-CN" sz="2400" b="0" dirty="0">
                          <a:solidFill>
                            <a:srgbClr val="3333FF"/>
                          </a:solidFill>
                          <a:latin typeface="Times New Roman" pitchFamily="18" charset="0"/>
                          <a:cs typeface="Times New Roman" pitchFamily="18" charset="0"/>
                        </a:rPr>
                        <a:t> </a:t>
                      </a:r>
                      <a:r>
                        <a:rPr lang="en-US" altLang="zh-CN" sz="2400" b="0" i="1" dirty="0">
                          <a:solidFill>
                            <a:srgbClr val="3333FF"/>
                          </a:solidFill>
                          <a:latin typeface="Times New Roman" pitchFamily="18" charset="0"/>
                          <a:cs typeface="Times New Roman" pitchFamily="18" charset="0"/>
                        </a:rPr>
                        <a:t>I</a:t>
                      </a:r>
                      <a:r>
                        <a:rPr lang="en-US" altLang="zh-CN" sz="2400" b="0" dirty="0">
                          <a:solidFill>
                            <a:srgbClr val="3333FF"/>
                          </a:solidFill>
                          <a:latin typeface="Times New Roman" pitchFamily="18" charset="0"/>
                          <a:cs typeface="Times New Roman" pitchFamily="18" charset="0"/>
                        </a:rPr>
                        <a:t> &lt; 0</a:t>
                      </a:r>
                      <a:endParaRPr lang="zh-CN" altLang="en-US" sz="2400" b="0" dirty="0">
                        <a:solidFill>
                          <a:srgbClr val="3333FF"/>
                        </a:solidFill>
                        <a:latin typeface="Times New Roman" pitchFamily="18" charset="0"/>
                        <a:cs typeface="Times New Roman" pitchFamily="18" charset="0"/>
                      </a:endParaRPr>
                    </a:p>
                  </a:txBody>
                  <a:tcPr marT="60960" marB="60960"/>
                </a:tc>
                <a:tc>
                  <a:txBody>
                    <a:bodyPr/>
                    <a:lstStyle/>
                    <a:p>
                      <a:pPr algn="ctr"/>
                      <a:r>
                        <a:rPr lang="en-US" altLang="zh-CN" sz="2400" b="0" dirty="0">
                          <a:solidFill>
                            <a:srgbClr val="3333FF"/>
                          </a:solidFill>
                          <a:latin typeface="Times New Roman" pitchFamily="18" charset="0"/>
                          <a:cs typeface="Times New Roman" pitchFamily="18" charset="0"/>
                        </a:rPr>
                        <a:t>leading</a:t>
                      </a:r>
                      <a:endParaRPr lang="zh-CN" altLang="en-US" sz="2400" b="0" dirty="0">
                        <a:solidFill>
                          <a:srgbClr val="3333FF"/>
                        </a:solidFill>
                        <a:latin typeface="Times New Roman" pitchFamily="18" charset="0"/>
                        <a:cs typeface="Times New Roman" pitchFamily="18" charset="0"/>
                      </a:endParaRPr>
                    </a:p>
                  </a:txBody>
                  <a:tcPr marT="60960" marB="60960"/>
                </a:tc>
                <a:extLst>
                  <a:ext uri="{0D108BD9-81ED-4DB2-BD59-A6C34878D82A}">
                    <a16:rowId xmlns:a16="http://schemas.microsoft.com/office/drawing/2014/main" val="10002"/>
                  </a:ext>
                </a:extLst>
              </a:tr>
              <a:tr h="494453">
                <a:tc>
                  <a:txBody>
                    <a:bodyPr/>
                    <a:lstStyle/>
                    <a:p>
                      <a:pPr algn="ctr"/>
                      <a:r>
                        <a:rPr lang="en-US" altLang="zh-CN" sz="2400" b="0" dirty="0">
                          <a:latin typeface="Times New Roman" pitchFamily="18" charset="0"/>
                          <a:cs typeface="Times New Roman" pitchFamily="18" charset="0"/>
                        </a:rPr>
                        <a:t>inductor</a:t>
                      </a:r>
                      <a:endParaRPr lang="zh-CN" altLang="en-US" sz="2400" b="0" dirty="0">
                        <a:latin typeface="Times New Roman" pitchFamily="18" charset="0"/>
                        <a:cs typeface="Times New Roman" pitchFamily="18"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0" dirty="0">
                          <a:latin typeface="Times New Roman" pitchFamily="18" charset="0"/>
                          <a:cs typeface="Times New Roman" pitchFamily="18" charset="0"/>
                        </a:rPr>
                        <a:t>90</a:t>
                      </a:r>
                      <a:r>
                        <a:rPr lang="en-US" altLang="zh-CN" sz="2400" b="0" baseline="30000" dirty="0">
                          <a:latin typeface="Times New Roman" pitchFamily="18" charset="0"/>
                          <a:cs typeface="Times New Roman" pitchFamily="18" charset="0"/>
                        </a:rPr>
                        <a:t>0</a:t>
                      </a:r>
                      <a:endParaRPr lang="zh-CN" altLang="en-US" sz="2400" b="0" baseline="30000" dirty="0">
                        <a:latin typeface="Times New Roman" pitchFamily="18" charset="0"/>
                        <a:cs typeface="Times New Roman" pitchFamily="18" charset="0"/>
                      </a:endParaRPr>
                    </a:p>
                  </a:txBody>
                  <a:tcPr marT="60960" marB="60960"/>
                </a:tc>
                <a:tc>
                  <a:txBody>
                    <a:bodyPr/>
                    <a:lstStyle/>
                    <a:p>
                      <a:pPr algn="ctr"/>
                      <a:r>
                        <a:rPr lang="en-US" altLang="zh-CN" sz="2400" b="0" dirty="0">
                          <a:solidFill>
                            <a:srgbClr val="FF0000"/>
                          </a:solidFill>
                          <a:latin typeface="Times New Roman" pitchFamily="18" charset="0"/>
                          <a:cs typeface="Times New Roman" pitchFamily="18" charset="0"/>
                        </a:rPr>
                        <a:t>0</a:t>
                      </a:r>
                      <a:endParaRPr lang="zh-CN" altLang="en-US" sz="2400" b="0" dirty="0">
                        <a:solidFill>
                          <a:srgbClr val="FF0000"/>
                        </a:solidFill>
                        <a:latin typeface="Times New Roman" pitchFamily="18" charset="0"/>
                        <a:cs typeface="Times New Roman" pitchFamily="18" charset="0"/>
                      </a:endParaRPr>
                    </a:p>
                  </a:txBody>
                  <a:tcPr marT="60960" marB="60960"/>
                </a:tc>
                <a:tc>
                  <a:txBody>
                    <a:bodyPr/>
                    <a:lstStyle/>
                    <a:p>
                      <a:pPr algn="ctr"/>
                      <a:r>
                        <a:rPr lang="en-US" altLang="zh-CN" sz="2400" b="0" i="1" dirty="0">
                          <a:solidFill>
                            <a:srgbClr val="3333FF"/>
                          </a:solidFill>
                          <a:latin typeface="Times New Roman" pitchFamily="18" charset="0"/>
                          <a:cs typeface="Times New Roman" pitchFamily="18" charset="0"/>
                        </a:rPr>
                        <a:t>U</a:t>
                      </a:r>
                      <a:r>
                        <a:rPr lang="en-US" altLang="zh-CN" sz="2400" b="0" dirty="0">
                          <a:solidFill>
                            <a:srgbClr val="3333FF"/>
                          </a:solidFill>
                          <a:latin typeface="Times New Roman" pitchFamily="18" charset="0"/>
                          <a:cs typeface="Times New Roman" pitchFamily="18" charset="0"/>
                        </a:rPr>
                        <a:t> </a:t>
                      </a:r>
                      <a:r>
                        <a:rPr lang="en-US" altLang="zh-CN" sz="2400" b="0" i="1" dirty="0">
                          <a:solidFill>
                            <a:srgbClr val="3333FF"/>
                          </a:solidFill>
                          <a:latin typeface="Times New Roman" pitchFamily="18" charset="0"/>
                          <a:cs typeface="Times New Roman" pitchFamily="18" charset="0"/>
                        </a:rPr>
                        <a:t>I</a:t>
                      </a:r>
                      <a:r>
                        <a:rPr lang="en-US" altLang="zh-CN" sz="2400" b="0" dirty="0">
                          <a:solidFill>
                            <a:srgbClr val="3333FF"/>
                          </a:solidFill>
                          <a:latin typeface="Times New Roman" pitchFamily="18" charset="0"/>
                          <a:cs typeface="Times New Roman" pitchFamily="18" charset="0"/>
                        </a:rPr>
                        <a:t> &gt; 0</a:t>
                      </a:r>
                      <a:endParaRPr lang="zh-CN" altLang="en-US" sz="2400" b="0" dirty="0">
                        <a:solidFill>
                          <a:srgbClr val="3333FF"/>
                        </a:solidFill>
                        <a:latin typeface="Times New Roman" pitchFamily="18" charset="0"/>
                        <a:cs typeface="Times New Roman" pitchFamily="18" charset="0"/>
                      </a:endParaRPr>
                    </a:p>
                  </a:txBody>
                  <a:tcPr marT="60960" marB="60960"/>
                </a:tc>
                <a:tc>
                  <a:txBody>
                    <a:bodyPr/>
                    <a:lstStyle/>
                    <a:p>
                      <a:pPr algn="ctr"/>
                      <a:r>
                        <a:rPr lang="en-US" altLang="zh-CN" sz="2400" b="0" dirty="0">
                          <a:solidFill>
                            <a:srgbClr val="3333FF"/>
                          </a:solidFill>
                          <a:latin typeface="Times New Roman" pitchFamily="18" charset="0"/>
                          <a:cs typeface="Times New Roman" pitchFamily="18" charset="0"/>
                        </a:rPr>
                        <a:t>lagging</a:t>
                      </a:r>
                      <a:endParaRPr lang="zh-CN" altLang="en-US" sz="2400" b="0" dirty="0">
                        <a:solidFill>
                          <a:srgbClr val="3333FF"/>
                        </a:solidFill>
                        <a:latin typeface="Times New Roman" pitchFamily="18" charset="0"/>
                        <a:cs typeface="Times New Roman" pitchFamily="18" charset="0"/>
                      </a:endParaRPr>
                    </a:p>
                  </a:txBody>
                  <a:tcPr marT="60960" marB="60960"/>
                </a:tc>
                <a:extLst>
                  <a:ext uri="{0D108BD9-81ED-4DB2-BD59-A6C34878D82A}">
                    <a16:rowId xmlns:a16="http://schemas.microsoft.com/office/drawing/2014/main" val="10003"/>
                  </a:ext>
                </a:extLst>
              </a:tr>
            </a:tbl>
          </a:graphicData>
        </a:graphic>
      </p:graphicFrame>
      <p:sp>
        <p:nvSpPr>
          <p:cNvPr id="18" name="矩形 17"/>
          <p:cNvSpPr/>
          <p:nvPr/>
        </p:nvSpPr>
        <p:spPr>
          <a:xfrm>
            <a:off x="4232896" y="2928728"/>
            <a:ext cx="2643360" cy="384043"/>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5687142" y="3440275"/>
            <a:ext cx="1044116" cy="86409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TextBox 19"/>
          <p:cNvSpPr txBox="1"/>
          <p:nvPr/>
        </p:nvSpPr>
        <p:spPr>
          <a:xfrm>
            <a:off x="1403647" y="4718949"/>
            <a:ext cx="6784139" cy="369332"/>
          </a:xfrm>
          <a:prstGeom prst="rect">
            <a:avLst/>
          </a:prstGeom>
          <a:noFill/>
        </p:spPr>
        <p:txBody>
          <a:bodyPr wrap="square" rtlCol="0">
            <a:spAutoFit/>
          </a:bodyPr>
          <a:lstStyle/>
          <a:p>
            <a:pPr marL="285750" indent="-285750">
              <a:buFont typeface="Wingdings" pitchFamily="2" charset="2"/>
              <a:buChar char="p"/>
            </a:pPr>
            <a:r>
              <a:rPr lang="en-US" altLang="zh-CN" b="1" dirty="0">
                <a:solidFill>
                  <a:srgbClr val="3333FF"/>
                </a:solidFill>
                <a:latin typeface="Times New Roman" pitchFamily="18" charset="0"/>
                <a:cs typeface="Times New Roman" pitchFamily="18" charset="0"/>
              </a:rPr>
              <a:t>Resistors  only absorb active power, the reactive power Q=0 </a:t>
            </a:r>
            <a:endParaRPr lang="zh-CN" altLang="en-US" b="1" dirty="0">
              <a:solidFill>
                <a:srgbClr val="3333FF"/>
              </a:solidFill>
              <a:latin typeface="Times New Roman" pitchFamily="18" charset="0"/>
              <a:cs typeface="Times New Roman" pitchFamily="18" charset="0"/>
            </a:endParaRPr>
          </a:p>
        </p:txBody>
      </p:sp>
      <p:sp>
        <p:nvSpPr>
          <p:cNvPr id="21" name="TextBox 20"/>
          <p:cNvSpPr txBox="1"/>
          <p:nvPr/>
        </p:nvSpPr>
        <p:spPr>
          <a:xfrm>
            <a:off x="1403648" y="5217833"/>
            <a:ext cx="7213632" cy="646331"/>
          </a:xfrm>
          <a:prstGeom prst="rect">
            <a:avLst/>
          </a:prstGeom>
          <a:noFill/>
        </p:spPr>
        <p:txBody>
          <a:bodyPr wrap="square" rtlCol="0">
            <a:spAutoFit/>
          </a:bodyPr>
          <a:lstStyle/>
          <a:p>
            <a:pPr marL="285750" indent="-285750">
              <a:buFont typeface="Wingdings" pitchFamily="2" charset="2"/>
              <a:buChar char="p"/>
            </a:pPr>
            <a:r>
              <a:rPr lang="en-US" altLang="zh-CN" b="1" dirty="0">
                <a:solidFill>
                  <a:srgbClr val="3333FF"/>
                </a:solidFill>
                <a:latin typeface="Times New Roman" pitchFamily="18" charset="0"/>
                <a:cs typeface="Times New Roman" pitchFamily="18" charset="0"/>
              </a:rPr>
              <a:t>Capacitors supply reactive power, inductors absorb reactive power.</a:t>
            </a:r>
          </a:p>
          <a:p>
            <a:r>
              <a:rPr lang="en-US" altLang="zh-CN" b="1" dirty="0">
                <a:solidFill>
                  <a:srgbClr val="3333FF"/>
                </a:solidFill>
                <a:latin typeface="Times New Roman" pitchFamily="18" charset="0"/>
                <a:cs typeface="Times New Roman" pitchFamily="18" charset="0"/>
              </a:rPr>
              <a:t>      They are  complementary in reactive power.</a:t>
            </a:r>
            <a:endParaRPr lang="zh-CN" altLang="en-US" b="1" dirty="0">
              <a:solidFill>
                <a:srgbClr val="3333FF"/>
              </a:solidFill>
              <a:latin typeface="Times New Roman" pitchFamily="18" charset="0"/>
              <a:cs typeface="Times New Roman" pitchFamily="18" charset="0"/>
            </a:endParaRPr>
          </a:p>
        </p:txBody>
      </p:sp>
      <p:sp>
        <p:nvSpPr>
          <p:cNvPr id="25" name="TextBox 24"/>
          <p:cNvSpPr txBox="1"/>
          <p:nvPr/>
        </p:nvSpPr>
        <p:spPr>
          <a:xfrm>
            <a:off x="1403657" y="6013699"/>
            <a:ext cx="7327623" cy="646331"/>
          </a:xfrm>
          <a:prstGeom prst="rect">
            <a:avLst/>
          </a:prstGeom>
          <a:noFill/>
        </p:spPr>
        <p:txBody>
          <a:bodyPr wrap="square" rtlCol="0">
            <a:spAutoFit/>
          </a:bodyPr>
          <a:lstStyle/>
          <a:p>
            <a:pPr marL="285750" indent="-285750">
              <a:buFont typeface="Wingdings" pitchFamily="2" charset="2"/>
              <a:buChar char="p"/>
            </a:pPr>
            <a:r>
              <a:rPr lang="en-US" altLang="zh-CN" b="1" dirty="0">
                <a:solidFill>
                  <a:srgbClr val="3333FF"/>
                </a:solidFill>
                <a:latin typeface="Times New Roman" pitchFamily="18" charset="0"/>
                <a:cs typeface="Times New Roman" pitchFamily="18" charset="0"/>
              </a:rPr>
              <a:t>Capacitors and inductors do not dissipate active power, but exchange power back  and forth with the source.</a:t>
            </a:r>
            <a:endParaRPr lang="zh-CN" altLang="en-US" b="1" dirty="0">
              <a:solidFill>
                <a:srgbClr val="3333FF"/>
              </a:solidFill>
              <a:latin typeface="Times New Roman" pitchFamily="18" charset="0"/>
              <a:cs typeface="Times New Roman" pitchFamily="18" charset="0"/>
            </a:endParaRPr>
          </a:p>
        </p:txBody>
      </p:sp>
      <p:sp>
        <p:nvSpPr>
          <p:cNvPr id="26" name="矩形 25"/>
          <p:cNvSpPr/>
          <p:nvPr/>
        </p:nvSpPr>
        <p:spPr>
          <a:xfrm>
            <a:off x="4232390" y="3429000"/>
            <a:ext cx="2643360" cy="864096"/>
          </a:xfrm>
          <a:prstGeom prst="rect">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1476255458"/>
      </p:ext>
    </p:extLst>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00" fill="hold"/>
                                        <p:tgtEl>
                                          <p:spTgt spid="4"/>
                                        </p:tgtEl>
                                        <p:attrNameLst>
                                          <p:attrName>ppt_x</p:attrName>
                                        </p:attrNameLst>
                                      </p:cBhvr>
                                      <p:tavLst>
                                        <p:tav tm="0">
                                          <p:val>
                                            <p:strVal val="0-#ppt_w/2"/>
                                          </p:val>
                                        </p:tav>
                                        <p:tav tm="100000">
                                          <p:val>
                                            <p:strVal val="#ppt_x"/>
                                          </p:val>
                                        </p:tav>
                                      </p:tavLst>
                                    </p:anim>
                                    <p:anim calcmode="lin" valueType="num">
                                      <p:cBhvr additive="base">
                                        <p:cTn id="13" dur="3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800"/>
                            </p:stCondLst>
                            <p:childTnLst>
                              <p:par>
                                <p:cTn id="15" presetID="2" presetClass="entr" presetSubtype="8"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300" fill="hold"/>
                                        <p:tgtEl>
                                          <p:spTgt spid="3"/>
                                        </p:tgtEl>
                                        <p:attrNameLst>
                                          <p:attrName>ppt_x</p:attrName>
                                        </p:attrNameLst>
                                      </p:cBhvr>
                                      <p:tavLst>
                                        <p:tav tm="0">
                                          <p:val>
                                            <p:strVal val="0-#ppt_w/2"/>
                                          </p:val>
                                        </p:tav>
                                        <p:tav tm="100000">
                                          <p:val>
                                            <p:strVal val="#ppt_x"/>
                                          </p:val>
                                        </p:tav>
                                      </p:tavLst>
                                    </p:anim>
                                    <p:anim calcmode="lin" valueType="num">
                                      <p:cBhvr additive="base">
                                        <p:cTn id="18" dur="300" fill="hold"/>
                                        <p:tgtEl>
                                          <p:spTgt spid="3"/>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300" fill="hold"/>
                                        <p:tgtEl>
                                          <p:spTgt spid="5"/>
                                        </p:tgtEl>
                                        <p:attrNameLst>
                                          <p:attrName>ppt_x</p:attrName>
                                        </p:attrNameLst>
                                      </p:cBhvr>
                                      <p:tavLst>
                                        <p:tav tm="0">
                                          <p:val>
                                            <p:strVal val="0-#ppt_w/2"/>
                                          </p:val>
                                        </p:tav>
                                        <p:tav tm="100000">
                                          <p:val>
                                            <p:strVal val="#ppt_x"/>
                                          </p:val>
                                        </p:tav>
                                      </p:tavLst>
                                    </p:anim>
                                    <p:anim calcmode="lin" valueType="num">
                                      <p:cBhvr additive="base">
                                        <p:cTn id="22" dur="300" fill="hold"/>
                                        <p:tgtEl>
                                          <p:spTgt spid="5"/>
                                        </p:tgtEl>
                                        <p:attrNameLst>
                                          <p:attrName>ppt_y</p:attrName>
                                        </p:attrNameLst>
                                      </p:cBhvr>
                                      <p:tavLst>
                                        <p:tav tm="0">
                                          <p:val>
                                            <p:strVal val="#ppt_y"/>
                                          </p:val>
                                        </p:tav>
                                        <p:tav tm="100000">
                                          <p:val>
                                            <p:strVal val="#ppt_y"/>
                                          </p:val>
                                        </p:tav>
                                      </p:tavLst>
                                    </p:anim>
                                  </p:childTnLst>
                                </p:cTn>
                              </p:par>
                            </p:childTnLst>
                          </p:cTn>
                        </p:par>
                        <p:par>
                          <p:cTn id="23" fill="hold">
                            <p:stCondLst>
                              <p:cond delay="1100"/>
                            </p:stCondLst>
                            <p:childTnLst>
                              <p:par>
                                <p:cTn id="24" presetID="53" presetClass="entr" presetSubtype="16"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2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50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grpId="0" nodeType="withEffect">
                                  <p:stCondLst>
                                    <p:cond delay="50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par>
                          <p:cTn id="49" fill="hold">
                            <p:stCondLst>
                              <p:cond delay="2100"/>
                            </p:stCondLst>
                            <p:childTnLst>
                              <p:par>
                                <p:cTn id="50" presetID="53" presetClass="entr" presetSubtype="16" fill="hold" grpId="0" nodeType="afterEffect">
                                  <p:stCondLst>
                                    <p:cond delay="0"/>
                                  </p:stCondLst>
                                  <p:iterate type="lt">
                                    <p:tmPct val="15000"/>
                                  </p:iterate>
                                  <p:childTnLst>
                                    <p:set>
                                      <p:cBhvr>
                                        <p:cTn id="51" dur="1" fill="hold">
                                          <p:stCondLst>
                                            <p:cond delay="0"/>
                                          </p:stCondLst>
                                        </p:cTn>
                                        <p:tgtEl>
                                          <p:spTgt spid="53"/>
                                        </p:tgtEl>
                                        <p:attrNameLst>
                                          <p:attrName>style.visibility</p:attrName>
                                        </p:attrNameLst>
                                      </p:cBhvr>
                                      <p:to>
                                        <p:strVal val="visible"/>
                                      </p:to>
                                    </p:set>
                                    <p:anim calcmode="lin" valueType="num">
                                      <p:cBhvr>
                                        <p:cTn id="52" dur="250" fill="hold"/>
                                        <p:tgtEl>
                                          <p:spTgt spid="53"/>
                                        </p:tgtEl>
                                        <p:attrNameLst>
                                          <p:attrName>ppt_w</p:attrName>
                                        </p:attrNameLst>
                                      </p:cBhvr>
                                      <p:tavLst>
                                        <p:tav tm="0">
                                          <p:val>
                                            <p:fltVal val="0"/>
                                          </p:val>
                                        </p:tav>
                                        <p:tav tm="100000">
                                          <p:val>
                                            <p:strVal val="#ppt_w"/>
                                          </p:val>
                                        </p:tav>
                                      </p:tavLst>
                                    </p:anim>
                                    <p:anim calcmode="lin" valueType="num">
                                      <p:cBhvr>
                                        <p:cTn id="53" dur="250" fill="hold"/>
                                        <p:tgtEl>
                                          <p:spTgt spid="53"/>
                                        </p:tgtEl>
                                        <p:attrNameLst>
                                          <p:attrName>ppt_h</p:attrName>
                                        </p:attrNameLst>
                                      </p:cBhvr>
                                      <p:tavLst>
                                        <p:tav tm="0">
                                          <p:val>
                                            <p:fltVal val="0"/>
                                          </p:val>
                                        </p:tav>
                                        <p:tav tm="100000">
                                          <p:val>
                                            <p:strVal val="#ppt_h"/>
                                          </p:val>
                                        </p:tav>
                                      </p:tavLst>
                                    </p:anim>
                                    <p:animEffect transition="in" filter="fade">
                                      <p:cBhvr>
                                        <p:cTn id="54" dur="25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randombar(horizontal)">
                                      <p:cBhvr>
                                        <p:cTn id="59" dur="500"/>
                                        <p:tgtEl>
                                          <p:spTgt spid="55"/>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59"/>
                                        </p:tgtEl>
                                        <p:attrNameLst>
                                          <p:attrName>style.visibility</p:attrName>
                                        </p:attrNameLst>
                                      </p:cBhvr>
                                      <p:to>
                                        <p:strVal val="visible"/>
                                      </p:to>
                                    </p:set>
                                    <p:animEffect transition="in" filter="randombar(horizontal)">
                                      <p:cBhvr>
                                        <p:cTn id="64" dur="500"/>
                                        <p:tgtEl>
                                          <p:spTgt spid="59"/>
                                        </p:tgtEl>
                                      </p:cBhvr>
                                    </p:animEffect>
                                  </p:childTnLst>
                                </p:cTn>
                              </p:par>
                              <p:par>
                                <p:cTn id="65" presetID="14" presetClass="entr" presetSubtype="10" fill="hold"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randombar(horizontal)">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randombar(horizontal)">
                                      <p:cBhvr>
                                        <p:cTn id="72" dur="500"/>
                                        <p:tgtEl>
                                          <p:spTgt spid="15"/>
                                        </p:tgtEl>
                                      </p:cBhvr>
                                    </p:animEffect>
                                  </p:childTnLst>
                                </p:cTn>
                              </p:par>
                            </p:childTnLst>
                          </p:cTn>
                        </p:par>
                        <p:par>
                          <p:cTn id="73" fill="hold">
                            <p:stCondLst>
                              <p:cond delay="500"/>
                            </p:stCondLst>
                            <p:childTnLst>
                              <p:par>
                                <p:cTn id="74" presetID="14" presetClass="entr" presetSubtype="10" fill="hold" nodeType="after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randombar(horizontal)">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randombar(horizontal)">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14" presetClass="entr" presetSubtype="10" fill="hold" grpId="0" nodeType="click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randombar(horizontal)">
                                      <p:cBhvr>
                                        <p:cTn id="86" dur="500"/>
                                        <p:tgtEl>
                                          <p:spTgt spid="20"/>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randombar(horizontal)">
                                      <p:cBhvr>
                                        <p:cTn id="91" dur="500"/>
                                        <p:tgtEl>
                                          <p:spTgt spid="19"/>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grpId="0" nodeType="click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randombar(horizontal)">
                                      <p:cBhvr>
                                        <p:cTn id="96"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99" presetID="14" presetClass="entr" presetSubtype="10" fill="hold" grpId="0" nodeType="click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randombar(horizontal)">
                                      <p:cBhvr>
                                        <p:cTn id="101" dur="50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14" presetClass="entr" presetSubtype="10" fill="hold" grpId="0" nodeType="click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randombar(horizontal)">
                                      <p:cBhvr>
                                        <p:cTn id="10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1" grpId="0" animBg="1"/>
      <p:bldP spid="53" grpId="0"/>
      <p:bldP spid="55" grpId="0" animBg="1"/>
      <p:bldP spid="59" grpId="0" animBg="1"/>
      <p:bldP spid="15" grpId="0"/>
      <p:bldP spid="18" grpId="0" animBg="1"/>
      <p:bldP spid="19" grpId="0" animBg="1"/>
      <p:bldP spid="20" grpId="0"/>
      <p:bldP spid="21" grpId="0"/>
      <p:bldP spid="25" grpId="0"/>
      <p:bldP spid="2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a:off x="899592" y="260350"/>
            <a:ext cx="8028508"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074738" indent="-1074738" algn="l">
              <a:defRPr kumimoji="1" sz="2400">
                <a:solidFill>
                  <a:schemeClr val="tx1"/>
                </a:solidFill>
                <a:latin typeface="Arial" charset="0"/>
                <a:ea typeface="宋体" charset="-122"/>
              </a:defRPr>
            </a:lvl1pPr>
            <a:lvl2pPr marL="1441450" algn="l">
              <a:defRPr kumimoji="1" sz="2400">
                <a:solidFill>
                  <a:schemeClr val="tx1"/>
                </a:solidFill>
                <a:latin typeface="Arial" charset="0"/>
                <a:ea typeface="宋体" charset="-122"/>
              </a:defRPr>
            </a:lvl2pPr>
            <a:lvl3pPr marL="1620838" algn="l">
              <a:defRPr kumimoji="1" sz="2400">
                <a:solidFill>
                  <a:schemeClr val="tx1"/>
                </a:solidFill>
                <a:latin typeface="Arial" charset="0"/>
                <a:ea typeface="宋体" charset="-122"/>
              </a:defRPr>
            </a:lvl3pPr>
            <a:lvl4pPr marL="1800225" algn="l">
              <a:defRPr kumimoji="1" sz="2400">
                <a:solidFill>
                  <a:schemeClr val="tx1"/>
                </a:solidFill>
                <a:latin typeface="Arial" charset="0"/>
                <a:ea typeface="宋体" charset="-122"/>
              </a:defRPr>
            </a:lvl4pPr>
            <a:lvl5pPr marL="1979613" algn="l">
              <a:defRPr kumimoji="1" sz="2400">
                <a:solidFill>
                  <a:schemeClr val="tx1"/>
                </a:solidFill>
                <a:latin typeface="Arial" charset="0"/>
                <a:ea typeface="宋体" charset="-122"/>
              </a:defRPr>
            </a:lvl5pPr>
            <a:lvl6pPr marL="2436813" fontAlgn="base">
              <a:spcBef>
                <a:spcPct val="0"/>
              </a:spcBef>
              <a:spcAft>
                <a:spcPct val="0"/>
              </a:spcAft>
              <a:defRPr kumimoji="1" sz="2400">
                <a:solidFill>
                  <a:schemeClr val="tx1"/>
                </a:solidFill>
                <a:latin typeface="Arial" charset="0"/>
                <a:ea typeface="宋体" charset="-122"/>
              </a:defRPr>
            </a:lvl6pPr>
            <a:lvl7pPr marL="2894013" fontAlgn="base">
              <a:spcBef>
                <a:spcPct val="0"/>
              </a:spcBef>
              <a:spcAft>
                <a:spcPct val="0"/>
              </a:spcAft>
              <a:defRPr kumimoji="1" sz="2400">
                <a:solidFill>
                  <a:schemeClr val="tx1"/>
                </a:solidFill>
                <a:latin typeface="Arial" charset="0"/>
                <a:ea typeface="宋体" charset="-122"/>
              </a:defRPr>
            </a:lvl7pPr>
            <a:lvl8pPr marL="3351213" fontAlgn="base">
              <a:spcBef>
                <a:spcPct val="0"/>
              </a:spcBef>
              <a:spcAft>
                <a:spcPct val="0"/>
              </a:spcAft>
              <a:defRPr kumimoji="1" sz="2400">
                <a:solidFill>
                  <a:schemeClr val="tx1"/>
                </a:solidFill>
                <a:latin typeface="Arial" charset="0"/>
                <a:ea typeface="宋体" charset="-122"/>
              </a:defRPr>
            </a:lvl8pPr>
            <a:lvl9pPr marL="3808413" fontAlgn="base">
              <a:spcBef>
                <a:spcPct val="0"/>
              </a:spcBef>
              <a:spcAft>
                <a:spcPct val="0"/>
              </a:spcAft>
              <a:defRPr kumimoji="1" sz="2400">
                <a:solidFill>
                  <a:schemeClr val="tx1"/>
                </a:solidFill>
                <a:latin typeface="Arial" charset="0"/>
                <a:ea typeface="宋体" charset="-122"/>
              </a:defRPr>
            </a:lvl9pPr>
          </a:lstStyle>
          <a:p>
            <a:pPr>
              <a:lnSpc>
                <a:spcPct val="130000"/>
              </a:lnSpc>
              <a:buFont typeface="Wingdings" pitchFamily="2" charset="2"/>
              <a:buNone/>
            </a:pPr>
            <a:r>
              <a:rPr lang="en-US" altLang="zh-CN" sz="3600" dirty="0">
                <a:latin typeface="Arial Black" pitchFamily="34" charset="0"/>
              </a:rPr>
              <a:t>11.6   Complex power </a:t>
            </a:r>
          </a:p>
        </p:txBody>
      </p:sp>
      <p:graphicFrame>
        <p:nvGraphicFramePr>
          <p:cNvPr id="3" name="对象 2"/>
          <p:cNvGraphicFramePr>
            <a:graphicFrameLocks noChangeAspect="1"/>
          </p:cNvGraphicFramePr>
          <p:nvPr>
            <p:extLst>
              <p:ext uri="{D42A27DB-BD31-4B8C-83A1-F6EECF244321}">
                <p14:modId xmlns:p14="http://schemas.microsoft.com/office/powerpoint/2010/main" val="3632987993"/>
              </p:ext>
            </p:extLst>
          </p:nvPr>
        </p:nvGraphicFramePr>
        <p:xfrm>
          <a:off x="611222" y="1196975"/>
          <a:ext cx="3297237" cy="1879600"/>
        </p:xfrm>
        <a:graphic>
          <a:graphicData uri="http://schemas.openxmlformats.org/presentationml/2006/ole">
            <mc:AlternateContent xmlns:mc="http://schemas.openxmlformats.org/markup-compatibility/2006">
              <mc:Choice xmlns:v="urn:schemas-microsoft-com:vml" Requires="v">
                <p:oleObj spid="_x0000_s20662" name="Visio" r:id="rId3" imgW="1336747" imgH="761753" progId="Visio.Drawing.11">
                  <p:embed/>
                </p:oleObj>
              </mc:Choice>
              <mc:Fallback>
                <p:oleObj name="Visio" r:id="rId3" imgW="1336747" imgH="761753" progId="Visio.Drawing.11">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222" y="1196975"/>
                        <a:ext cx="3297237"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16520886"/>
              </p:ext>
            </p:extLst>
          </p:nvPr>
        </p:nvGraphicFramePr>
        <p:xfrm>
          <a:off x="4140212" y="1220791"/>
          <a:ext cx="2016125" cy="901700"/>
        </p:xfrm>
        <a:graphic>
          <a:graphicData uri="http://schemas.openxmlformats.org/presentationml/2006/ole">
            <mc:AlternateContent xmlns:mc="http://schemas.openxmlformats.org/markup-compatibility/2006">
              <mc:Choice xmlns:v="urn:schemas-microsoft-com:vml" Requires="v">
                <p:oleObj spid="_x0000_s20663" name="Equation" r:id="rId5" imgW="736560" imgH="330120" progId="Equation.DSMT4">
                  <p:embed/>
                </p:oleObj>
              </mc:Choice>
              <mc:Fallback>
                <p:oleObj name="Equation" r:id="rId5" imgW="736560" imgH="33012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0212" y="1220791"/>
                        <a:ext cx="2016125"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0729993"/>
              </p:ext>
            </p:extLst>
          </p:nvPr>
        </p:nvGraphicFramePr>
        <p:xfrm>
          <a:off x="6234127" y="1150961"/>
          <a:ext cx="2020887" cy="877887"/>
        </p:xfrm>
        <a:graphic>
          <a:graphicData uri="http://schemas.openxmlformats.org/presentationml/2006/ole">
            <mc:AlternateContent xmlns:mc="http://schemas.openxmlformats.org/markup-compatibility/2006">
              <mc:Choice xmlns:v="urn:schemas-microsoft-com:vml" Requires="v">
                <p:oleObj spid="_x0000_s20664" name="Equation" r:id="rId7" imgW="761760" imgH="330120" progId="Equation.DSMT4">
                  <p:embed/>
                </p:oleObj>
              </mc:Choice>
              <mc:Fallback>
                <p:oleObj name="Equation" r:id="rId7" imgW="761760" imgH="33012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34127" y="1150961"/>
                        <a:ext cx="2020887" cy="87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86175027"/>
              </p:ext>
            </p:extLst>
          </p:nvPr>
        </p:nvGraphicFramePr>
        <p:xfrm>
          <a:off x="4139952" y="2276895"/>
          <a:ext cx="3789362" cy="1109663"/>
        </p:xfrm>
        <a:graphic>
          <a:graphicData uri="http://schemas.openxmlformats.org/presentationml/2006/ole">
            <mc:AlternateContent xmlns:mc="http://schemas.openxmlformats.org/markup-compatibility/2006">
              <mc:Choice xmlns:v="urn:schemas-microsoft-com:vml" Requires="v">
                <p:oleObj spid="_x0000_s20665" name="Equation" r:id="rId9" imgW="1384200" imgH="406080" progId="Equation.DSMT4">
                  <p:embed/>
                </p:oleObj>
              </mc:Choice>
              <mc:Fallback>
                <p:oleObj name="Equation" r:id="rId9" imgW="1384200" imgH="406080" progId="Equation.DSMT4">
                  <p:embed/>
                  <p:pic>
                    <p:nvPicPr>
                      <p:cNvPr id="0" name="对象 3"/>
                      <p:cNvPicPr>
                        <a:picLocks noChangeAspect="1" noChangeArrowheads="1"/>
                      </p:cNvPicPr>
                      <p:nvPr/>
                    </p:nvPicPr>
                    <p:blipFill>
                      <a:blip r:embed="rId10"/>
                      <a:srcRect/>
                      <a:stretch>
                        <a:fillRect/>
                      </a:stretch>
                    </p:blipFill>
                    <p:spPr bwMode="auto">
                      <a:xfrm>
                        <a:off x="4139952" y="2276895"/>
                        <a:ext cx="3789362" cy="1109663"/>
                      </a:xfrm>
                      <a:prstGeom prst="rect">
                        <a:avLst/>
                      </a:prstGeom>
                      <a:solidFill>
                        <a:srgbClr val="FF0000"/>
                      </a:solidFill>
                      <a:ln>
                        <a:noFill/>
                      </a:ln>
                      <a:effec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97689076"/>
              </p:ext>
            </p:extLst>
          </p:nvPr>
        </p:nvGraphicFramePr>
        <p:xfrm>
          <a:off x="611594" y="3462952"/>
          <a:ext cx="7470239" cy="1193479"/>
        </p:xfrm>
        <a:graphic>
          <a:graphicData uri="http://schemas.openxmlformats.org/presentationml/2006/ole">
            <mc:AlternateContent xmlns:mc="http://schemas.openxmlformats.org/markup-compatibility/2006">
              <mc:Choice xmlns:v="urn:schemas-microsoft-com:vml" Requires="v">
                <p:oleObj spid="_x0000_s20666" name="Equation" r:id="rId11" imgW="2857320" imgH="457200" progId="Equation.DSMT4">
                  <p:embed/>
                </p:oleObj>
              </mc:Choice>
              <mc:Fallback>
                <p:oleObj name="Equation" r:id="rId11" imgW="2857320" imgH="457200" progId="Equation.DSMT4">
                  <p:embed/>
                  <p:pic>
                    <p:nvPicPr>
                      <p:cNvPr id="0" name="对象 5"/>
                      <p:cNvPicPr>
                        <a:picLocks noChangeAspect="1" noChangeArrowheads="1"/>
                      </p:cNvPicPr>
                      <p:nvPr/>
                    </p:nvPicPr>
                    <p:blipFill>
                      <a:blip r:embed="rId12"/>
                      <a:srcRect/>
                      <a:stretch>
                        <a:fillRect/>
                      </a:stretch>
                    </p:blipFill>
                    <p:spPr bwMode="auto">
                      <a:xfrm>
                        <a:off x="611594" y="3462952"/>
                        <a:ext cx="7470239" cy="1193479"/>
                      </a:xfrm>
                      <a:prstGeom prst="rect">
                        <a:avLst/>
                      </a:prstGeom>
                      <a:noFill/>
                      <a:ln>
                        <a:noFill/>
                      </a:ln>
                      <a:effectLst/>
                    </p:spPr>
                  </p:pic>
                </p:oleObj>
              </mc:Fallback>
            </mc:AlternateContent>
          </a:graphicData>
        </a:graphic>
      </p:graphicFrame>
      <p:sp>
        <p:nvSpPr>
          <p:cNvPr id="8" name="矩形 7"/>
          <p:cNvSpPr/>
          <p:nvPr/>
        </p:nvSpPr>
        <p:spPr>
          <a:xfrm>
            <a:off x="611580" y="3001302"/>
            <a:ext cx="1109599" cy="461665"/>
          </a:xfrm>
          <a:prstGeom prst="rect">
            <a:avLst/>
          </a:prstGeom>
        </p:spPr>
        <p:txBody>
          <a:bodyPr wrap="none">
            <a:spAutoFit/>
          </a:bodyPr>
          <a:lstStyle/>
          <a:p>
            <a:r>
              <a:rPr kumimoji="1" lang="en-US" altLang="zh-CN" sz="2400" dirty="0">
                <a:latin typeface="Arial" charset="0"/>
                <a:ea typeface="宋体" charset="-122"/>
              </a:rPr>
              <a:t>where </a:t>
            </a:r>
            <a:endParaRPr kumimoji="1" lang="zh-CN" altLang="en-US" sz="2400" dirty="0">
              <a:latin typeface="Arial" charset="0"/>
              <a:ea typeface="宋体"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996019833"/>
              </p:ext>
            </p:extLst>
          </p:nvPr>
        </p:nvGraphicFramePr>
        <p:xfrm>
          <a:off x="358781" y="4652965"/>
          <a:ext cx="6877521" cy="1153163"/>
        </p:xfrm>
        <a:graphic>
          <a:graphicData uri="http://schemas.openxmlformats.org/presentationml/2006/ole">
            <mc:AlternateContent xmlns:mc="http://schemas.openxmlformats.org/markup-compatibility/2006">
              <mc:Choice xmlns:v="urn:schemas-microsoft-com:vml" Requires="v">
                <p:oleObj spid="_x0000_s20667" name="Equation" r:id="rId13" imgW="3174840" imgH="533160" progId="Equation.DSMT4">
                  <p:embed/>
                </p:oleObj>
              </mc:Choice>
              <mc:Fallback>
                <p:oleObj name="Equation" r:id="rId13" imgW="3174840" imgH="533160" progId="Equation.DSMT4">
                  <p:embed/>
                  <p:pic>
                    <p:nvPicPr>
                      <p:cNvPr id="0" name="对象 5"/>
                      <p:cNvPicPr>
                        <a:picLocks noChangeAspect="1" noChangeArrowheads="1"/>
                      </p:cNvPicPr>
                      <p:nvPr/>
                    </p:nvPicPr>
                    <p:blipFill>
                      <a:blip r:embed="rId14"/>
                      <a:srcRect/>
                      <a:stretch>
                        <a:fillRect/>
                      </a:stretch>
                    </p:blipFill>
                    <p:spPr bwMode="auto">
                      <a:xfrm>
                        <a:off x="358781" y="4652965"/>
                        <a:ext cx="6877521" cy="1153163"/>
                      </a:xfrm>
                      <a:prstGeom prst="rect">
                        <a:avLst/>
                      </a:prstGeom>
                      <a:noFill/>
                      <a:ln>
                        <a:noFill/>
                      </a:ln>
                      <a:effectLst/>
                    </p:spPr>
                  </p:pic>
                </p:oleObj>
              </mc:Fallback>
            </mc:AlternateContent>
          </a:graphicData>
        </a:graphic>
      </p:graphicFrame>
      <p:grpSp>
        <p:nvGrpSpPr>
          <p:cNvPr id="10" name="Group 17"/>
          <p:cNvGrpSpPr>
            <a:grpSpLocks/>
          </p:cNvGrpSpPr>
          <p:nvPr/>
        </p:nvGrpSpPr>
        <p:grpSpPr bwMode="auto">
          <a:xfrm>
            <a:off x="-108504" y="5791269"/>
            <a:ext cx="7129464" cy="828677"/>
            <a:chOff x="1660" y="1911"/>
            <a:chExt cx="4491" cy="522"/>
          </a:xfrm>
        </p:grpSpPr>
        <p:sp>
          <p:nvSpPr>
            <p:cNvPr id="11" name="AutoShape 14"/>
            <p:cNvSpPr>
              <a:spLocks/>
            </p:cNvSpPr>
            <p:nvPr/>
          </p:nvSpPr>
          <p:spPr bwMode="auto">
            <a:xfrm rot="16200000">
              <a:off x="2880" y="1344"/>
              <a:ext cx="192" cy="1344"/>
            </a:xfrm>
            <a:prstGeom prst="leftBrace">
              <a:avLst>
                <a:gd name="adj1" fmla="val 58333"/>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5"/>
            <p:cNvSpPr>
              <a:spLocks/>
            </p:cNvSpPr>
            <p:nvPr/>
          </p:nvSpPr>
          <p:spPr bwMode="auto">
            <a:xfrm rot="16200000">
              <a:off x="5139" y="1335"/>
              <a:ext cx="192" cy="1344"/>
            </a:xfrm>
            <a:prstGeom prst="leftBrace">
              <a:avLst>
                <a:gd name="adj1" fmla="val 58333"/>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1660" y="2103"/>
              <a:ext cx="449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r>
                <a:rPr lang="en-US" altLang="zh-CN" sz="2000" b="1" dirty="0">
                  <a:ea typeface="宋体" pitchFamily="2" charset="-122"/>
                </a:rPr>
                <a:t>=                   </a:t>
              </a:r>
              <a:r>
                <a:rPr lang="en-US" altLang="zh-CN" sz="2800" b="1" dirty="0">
                  <a:solidFill>
                    <a:schemeClr val="tx2">
                      <a:lumMod val="75000"/>
                    </a:schemeClr>
                  </a:solidFill>
                  <a:latin typeface="Times New Roman" panose="02020603050405020304" pitchFamily="18" charset="0"/>
                  <a:ea typeface="宋体" pitchFamily="2" charset="-122"/>
                  <a:cs typeface="Times New Roman" panose="02020603050405020304" pitchFamily="18" charset="0"/>
                </a:rPr>
                <a:t>P</a:t>
              </a:r>
              <a:r>
                <a:rPr lang="en-US" altLang="zh-CN" sz="2000" b="1" dirty="0">
                  <a:solidFill>
                    <a:srgbClr val="FF0000"/>
                  </a:solidFill>
                  <a:ea typeface="宋体" pitchFamily="2" charset="-122"/>
                </a:rPr>
                <a:t>             </a:t>
              </a:r>
              <a:r>
                <a:rPr lang="zh-CN" altLang="en-US" sz="2000" b="1" dirty="0">
                  <a:solidFill>
                    <a:srgbClr val="FF0000"/>
                  </a:solidFill>
                  <a:ea typeface="宋体" pitchFamily="2" charset="-122"/>
                </a:rPr>
                <a:t>  </a:t>
              </a:r>
              <a:r>
                <a:rPr lang="en-US" altLang="zh-CN" sz="2800" b="1" dirty="0">
                  <a:latin typeface="Times New Roman" panose="02020603050405020304" pitchFamily="18" charset="0"/>
                  <a:ea typeface="宋体" pitchFamily="2" charset="-122"/>
                  <a:cs typeface="Times New Roman" panose="02020603050405020304" pitchFamily="18" charset="0"/>
                </a:rPr>
                <a:t>+   </a:t>
              </a:r>
              <a:r>
                <a:rPr lang="en-US" altLang="zh-CN" sz="2800" b="1" i="1" dirty="0">
                  <a:latin typeface="Times New Roman" panose="02020603050405020304" pitchFamily="18" charset="0"/>
                  <a:ea typeface="宋体" pitchFamily="2" charset="-122"/>
                  <a:cs typeface="Times New Roman" panose="02020603050405020304" pitchFamily="18" charset="0"/>
                </a:rPr>
                <a:t>j</a:t>
              </a:r>
              <a:r>
                <a:rPr lang="en-US" altLang="zh-CN" sz="2800" b="1" dirty="0">
                  <a:latin typeface="Times New Roman" panose="02020603050405020304" pitchFamily="18" charset="0"/>
                  <a:ea typeface="宋体" pitchFamily="2" charset="-122"/>
                  <a:cs typeface="Times New Roman" panose="02020603050405020304" pitchFamily="18" charset="0"/>
                </a:rPr>
                <a:t>                   </a:t>
              </a:r>
              <a:r>
                <a:rPr lang="en-US" altLang="zh-CN" sz="2800" b="1" dirty="0">
                  <a:solidFill>
                    <a:schemeClr val="tx2">
                      <a:lumMod val="75000"/>
                    </a:schemeClr>
                  </a:solidFill>
                  <a:latin typeface="Times New Roman" panose="02020603050405020304" pitchFamily="18" charset="0"/>
                  <a:ea typeface="宋体" pitchFamily="2" charset="-122"/>
                  <a:cs typeface="Times New Roman" panose="02020603050405020304" pitchFamily="18" charset="0"/>
                </a:rPr>
                <a:t>Q</a:t>
              </a:r>
              <a:r>
                <a:rPr lang="en-US" altLang="zh-CN" sz="2000" b="1" dirty="0">
                  <a:ea typeface="宋体" pitchFamily="2" charset="-122"/>
                </a:rPr>
                <a:t>   </a:t>
              </a:r>
            </a:p>
          </p:txBody>
        </p:sp>
      </p:grpSp>
    </p:spTree>
    <p:extLst>
      <p:ext uri="{BB962C8B-B14F-4D97-AF65-F5344CB8AC3E}">
        <p14:creationId xmlns:p14="http://schemas.microsoft.com/office/powerpoint/2010/main" val="40323298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randombar(horizontal)">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5" name="Rectangle 3"/>
          <p:cNvSpPr>
            <a:spLocks noChangeArrowheads="1"/>
          </p:cNvSpPr>
          <p:nvPr/>
        </p:nvSpPr>
        <p:spPr bwMode="auto">
          <a:xfrm>
            <a:off x="2133633" y="198147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p>
        </p:txBody>
      </p:sp>
      <p:sp>
        <p:nvSpPr>
          <p:cNvPr id="376836" name="Rectangle 4"/>
          <p:cNvSpPr>
            <a:spLocks noChangeArrowheads="1"/>
          </p:cNvSpPr>
          <p:nvPr/>
        </p:nvSpPr>
        <p:spPr bwMode="auto">
          <a:xfrm>
            <a:off x="6" y="43412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p>
        </p:txBody>
      </p:sp>
      <p:sp>
        <p:nvSpPr>
          <p:cNvPr id="376841" name="Rectangle 9"/>
          <p:cNvSpPr>
            <a:spLocks noChangeArrowheads="1"/>
          </p:cNvSpPr>
          <p:nvPr/>
        </p:nvSpPr>
        <p:spPr bwMode="auto">
          <a:xfrm>
            <a:off x="6" y="29157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76845" name="Text Box 13"/>
          <p:cNvSpPr txBox="1">
            <a:spLocks noChangeArrowheads="1"/>
          </p:cNvSpPr>
          <p:nvPr/>
        </p:nvSpPr>
        <p:spPr bwMode="auto">
          <a:xfrm>
            <a:off x="488482" y="1484784"/>
            <a:ext cx="8458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marL="806450" indent="228600">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marL="342900" indent="-342900">
              <a:buFont typeface="Wingdings" panose="05000000000000000000" pitchFamily="2" charset="2"/>
              <a:buChar char="n"/>
            </a:pPr>
            <a:r>
              <a:rPr lang="en-US" altLang="zh-CN" sz="2200" dirty="0">
                <a:ea typeface="宋体" pitchFamily="2" charset="-122"/>
              </a:rPr>
              <a:t>P (</a:t>
            </a:r>
            <a:r>
              <a:rPr lang="en-US" altLang="zh-CN" sz="2200" dirty="0">
                <a:solidFill>
                  <a:srgbClr val="FF0000"/>
                </a:solidFill>
                <a:ea typeface="宋体" pitchFamily="2" charset="-122"/>
              </a:rPr>
              <a:t>real power</a:t>
            </a:r>
            <a:r>
              <a:rPr lang="en-US" altLang="zh-CN" sz="2200" dirty="0">
                <a:ea typeface="宋体" pitchFamily="2" charset="-122"/>
              </a:rPr>
              <a:t>): is the </a:t>
            </a:r>
            <a:r>
              <a:rPr lang="en-US" altLang="zh-CN" sz="2200" u="sng" dirty="0">
                <a:solidFill>
                  <a:srgbClr val="FF0000"/>
                </a:solidFill>
                <a:ea typeface="宋体" pitchFamily="2" charset="-122"/>
              </a:rPr>
              <a:t>average power </a:t>
            </a:r>
            <a:r>
              <a:rPr lang="en-US" altLang="zh-CN" sz="2200" dirty="0">
                <a:ea typeface="宋体" pitchFamily="2" charset="-122"/>
              </a:rPr>
              <a:t> delivered to a load and it is the only useful power. </a:t>
            </a:r>
          </a:p>
          <a:p>
            <a:pPr indent="0"/>
            <a:endParaRPr lang="en-US" altLang="zh-CN" sz="2200" dirty="0">
              <a:ea typeface="宋体" pitchFamily="2" charset="-122"/>
            </a:endParaRPr>
          </a:p>
          <a:p>
            <a:pPr indent="0"/>
            <a:endParaRPr lang="en-US" altLang="zh-CN" sz="2200" dirty="0">
              <a:ea typeface="宋体" pitchFamily="2" charset="-122"/>
            </a:endParaRPr>
          </a:p>
          <a:p>
            <a:pPr indent="0"/>
            <a:r>
              <a:rPr lang="zh-CN" altLang="en-US" sz="2200" b="1" i="1" dirty="0">
                <a:solidFill>
                  <a:srgbClr val="FF0000"/>
                </a:solidFill>
                <a:ea typeface="宋体" pitchFamily="2" charset="-122"/>
              </a:rPr>
              <a:t>     </a:t>
            </a:r>
            <a:r>
              <a:rPr lang="en-US" altLang="zh-CN" sz="2200" b="1" i="1" dirty="0">
                <a:solidFill>
                  <a:srgbClr val="FF0000"/>
                </a:solidFill>
                <a:ea typeface="宋体" pitchFamily="2" charset="-122"/>
              </a:rPr>
              <a:t>P</a:t>
            </a:r>
            <a:r>
              <a:rPr lang="zh-CN" altLang="en-US" sz="2200" dirty="0">
                <a:ea typeface="宋体" pitchFamily="2" charset="-122"/>
              </a:rPr>
              <a:t> </a:t>
            </a:r>
            <a:r>
              <a:rPr lang="en-US" altLang="zh-CN" sz="2200" dirty="0">
                <a:ea typeface="宋体" pitchFamily="2" charset="-122"/>
              </a:rPr>
              <a:t>depends on the load’s resistance </a:t>
            </a:r>
            <a:r>
              <a:rPr lang="en-US" altLang="zh-CN" sz="2200" b="1" i="1" dirty="0">
                <a:latin typeface="Times New Roman" panose="02020603050405020304" pitchFamily="18" charset="0"/>
                <a:ea typeface="宋体" pitchFamily="2" charset="-122"/>
                <a:cs typeface="Times New Roman" panose="02020603050405020304" pitchFamily="18" charset="0"/>
              </a:rPr>
              <a:t>R</a:t>
            </a:r>
            <a:r>
              <a:rPr lang="en-US" altLang="zh-CN" sz="2200" dirty="0">
                <a:ea typeface="宋体" pitchFamily="2" charset="-122"/>
              </a:rPr>
              <a:t>.</a:t>
            </a:r>
          </a:p>
          <a:p>
            <a:pPr marL="342900" indent="-342900">
              <a:buFont typeface="Wingdings" panose="05000000000000000000" pitchFamily="2" charset="2"/>
              <a:buChar char="n"/>
            </a:pPr>
            <a:r>
              <a:rPr lang="en-US" altLang="zh-CN" sz="2200" dirty="0">
                <a:ea typeface="宋体" pitchFamily="2" charset="-122"/>
              </a:rPr>
              <a:t>Q(</a:t>
            </a:r>
            <a:r>
              <a:rPr lang="en-US" altLang="zh-CN" sz="2200" dirty="0">
                <a:solidFill>
                  <a:srgbClr val="FF0000"/>
                </a:solidFill>
                <a:ea typeface="宋体" pitchFamily="2" charset="-122"/>
              </a:rPr>
              <a:t>reactive power</a:t>
            </a:r>
            <a:r>
              <a:rPr lang="en-US" altLang="zh-CN" sz="2200" dirty="0">
                <a:ea typeface="宋体" pitchFamily="2" charset="-122"/>
              </a:rPr>
              <a:t>): is </a:t>
            </a:r>
            <a:r>
              <a:rPr lang="en-US" altLang="zh-CN" sz="2200" u="sng" dirty="0">
                <a:solidFill>
                  <a:srgbClr val="FF0000"/>
                </a:solidFill>
                <a:ea typeface="宋体" pitchFamily="2" charset="-122"/>
              </a:rPr>
              <a:t>a measure of the energy exchange </a:t>
            </a:r>
            <a:r>
              <a:rPr lang="en-US" altLang="zh-CN" sz="2200" dirty="0">
                <a:ea typeface="宋体" pitchFamily="2" charset="-122"/>
              </a:rPr>
              <a:t>between the source and the reactive part of the load. </a:t>
            </a:r>
          </a:p>
          <a:p>
            <a:pPr indent="0"/>
            <a:endParaRPr lang="en-US" altLang="zh-CN" sz="2200" dirty="0">
              <a:ea typeface="宋体" pitchFamily="2" charset="-122"/>
            </a:endParaRPr>
          </a:p>
          <a:p>
            <a:pPr indent="0"/>
            <a:r>
              <a:rPr lang="zh-CN" altLang="en-US" sz="2200" dirty="0">
                <a:ea typeface="宋体" pitchFamily="2" charset="-122"/>
              </a:rPr>
              <a:t>    </a:t>
            </a:r>
            <a:endParaRPr lang="en-US" altLang="zh-CN" sz="2200" dirty="0">
              <a:ea typeface="宋体" pitchFamily="2" charset="-122"/>
            </a:endParaRPr>
          </a:p>
          <a:p>
            <a:pPr indent="0"/>
            <a:r>
              <a:rPr lang="zh-CN" altLang="en-US" sz="2200" dirty="0">
                <a:ea typeface="宋体" pitchFamily="2" charset="-122"/>
              </a:rPr>
              <a:t>     </a:t>
            </a:r>
            <a:r>
              <a:rPr lang="en-US" altLang="zh-CN" sz="2200" b="1" i="1" dirty="0">
                <a:solidFill>
                  <a:srgbClr val="FF0000"/>
                </a:solidFill>
                <a:latin typeface="Times New Roman" panose="02020603050405020304" pitchFamily="18" charset="0"/>
                <a:ea typeface="宋体" pitchFamily="2" charset="-122"/>
                <a:cs typeface="Times New Roman" panose="02020603050405020304" pitchFamily="18" charset="0"/>
              </a:rPr>
              <a:t>Q</a:t>
            </a:r>
            <a:r>
              <a:rPr lang="en-US" altLang="zh-CN" sz="2200" dirty="0">
                <a:ea typeface="宋体" pitchFamily="2" charset="-122"/>
              </a:rPr>
              <a:t> depends on the load’s reactance </a:t>
            </a:r>
            <a:r>
              <a:rPr lang="en-US" altLang="zh-CN" sz="2200" b="1" i="1" dirty="0">
                <a:latin typeface="Times New Roman" panose="02020603050405020304" pitchFamily="18" charset="0"/>
                <a:ea typeface="宋体" pitchFamily="2" charset="-122"/>
                <a:cs typeface="Times New Roman" panose="02020603050405020304" pitchFamily="18" charset="0"/>
              </a:rPr>
              <a:t>X</a:t>
            </a:r>
            <a:r>
              <a:rPr lang="en-US" altLang="zh-CN" sz="2200" dirty="0">
                <a:ea typeface="宋体" pitchFamily="2" charset="-122"/>
              </a:rPr>
              <a:t>.</a:t>
            </a:r>
          </a:p>
        </p:txBody>
      </p:sp>
      <p:graphicFrame>
        <p:nvGraphicFramePr>
          <p:cNvPr id="7" name="对象 6"/>
          <p:cNvGraphicFramePr>
            <a:graphicFrameLocks noChangeAspect="1"/>
          </p:cNvGraphicFramePr>
          <p:nvPr>
            <p:extLst>
              <p:ext uri="{D42A27DB-BD31-4B8C-83A1-F6EECF244321}">
                <p14:modId xmlns:p14="http://schemas.microsoft.com/office/powerpoint/2010/main" val="1890592725"/>
              </p:ext>
            </p:extLst>
          </p:nvPr>
        </p:nvGraphicFramePr>
        <p:xfrm>
          <a:off x="1081092" y="2216365"/>
          <a:ext cx="4022725" cy="639763"/>
        </p:xfrm>
        <a:graphic>
          <a:graphicData uri="http://schemas.openxmlformats.org/presentationml/2006/ole">
            <mc:AlternateContent xmlns:mc="http://schemas.openxmlformats.org/markup-compatibility/2006">
              <mc:Choice xmlns:v="urn:schemas-microsoft-com:vml" Requires="v">
                <p:oleObj spid="_x0000_s21596" name="Equation" r:id="rId3" imgW="1434960" imgH="228600" progId="Equation.DSMT4">
                  <p:embed/>
                </p:oleObj>
              </mc:Choice>
              <mc:Fallback>
                <p:oleObj name="Equation" r:id="rId3" imgW="143496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92" y="2216365"/>
                        <a:ext cx="40227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034117689"/>
              </p:ext>
            </p:extLst>
          </p:nvPr>
        </p:nvGraphicFramePr>
        <p:xfrm>
          <a:off x="1116017" y="3831778"/>
          <a:ext cx="3987800" cy="639763"/>
        </p:xfrm>
        <a:graphic>
          <a:graphicData uri="http://schemas.openxmlformats.org/presentationml/2006/ole">
            <mc:AlternateContent xmlns:mc="http://schemas.openxmlformats.org/markup-compatibility/2006">
              <mc:Choice xmlns:v="urn:schemas-microsoft-com:vml" Requires="v">
                <p:oleObj spid="_x0000_s21597" name="Equation" r:id="rId5" imgW="1422360" imgH="228600" progId="Equation.DSMT4">
                  <p:embed/>
                </p:oleObj>
              </mc:Choice>
              <mc:Fallback>
                <p:oleObj name="Equation" r:id="rId5" imgW="1422360" imgH="2286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7" y="3831778"/>
                        <a:ext cx="39878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966080446"/>
              </p:ext>
            </p:extLst>
          </p:nvPr>
        </p:nvGraphicFramePr>
        <p:xfrm>
          <a:off x="1116017" y="188935"/>
          <a:ext cx="2549525" cy="827087"/>
        </p:xfrm>
        <a:graphic>
          <a:graphicData uri="http://schemas.openxmlformats.org/presentationml/2006/ole">
            <mc:AlternateContent xmlns:mc="http://schemas.openxmlformats.org/markup-compatibility/2006">
              <mc:Choice xmlns:v="urn:schemas-microsoft-com:vml" Requires="v">
                <p:oleObj spid="_x0000_s21598" name="Equation" r:id="rId7" imgW="711000" imgH="241200" progId="Equation.DSMT4">
                  <p:embed/>
                </p:oleObj>
              </mc:Choice>
              <mc:Fallback>
                <p:oleObj name="Equation" r:id="rId7" imgW="711000" imgH="2412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7" y="188935"/>
                        <a:ext cx="254952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F5F5BAF-0702-134A-A40F-D8432B1AABCE}"/>
                  </a:ext>
                </a:extLst>
              </p:cNvPr>
              <p:cNvSpPr txBox="1"/>
              <p:nvPr/>
            </p:nvSpPr>
            <p:spPr>
              <a:xfrm>
                <a:off x="4606343" y="2223866"/>
                <a:ext cx="2298111" cy="5329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1" i="1" smtClean="0">
                          <a:latin typeface="Cambria Math" panose="02040503050406030204" pitchFamily="18" charset="0"/>
                        </a:rPr>
                        <m:t>=</m:t>
                      </m:r>
                      <m:sSubSup>
                        <m:sSubSupPr>
                          <m:ctrlPr>
                            <a:rPr kumimoji="1" lang="en-US" altLang="zh-CN" sz="2800" b="1" i="1" smtClean="0">
                              <a:latin typeface="Cambria Math" panose="02040503050406030204" pitchFamily="18" charset="0"/>
                            </a:rPr>
                          </m:ctrlPr>
                        </m:sSubSupPr>
                        <m:e>
                          <m:r>
                            <a:rPr kumimoji="1" lang="en-US" altLang="zh-CN" sz="2800" b="1" i="1" smtClean="0">
                              <a:latin typeface="Cambria Math" panose="02040503050406030204" pitchFamily="18" charset="0"/>
                            </a:rPr>
                            <m:t>𝑰</m:t>
                          </m:r>
                        </m:e>
                        <m:sub>
                          <m:r>
                            <a:rPr kumimoji="1" lang="en-US" altLang="zh-CN" sz="2800" b="1" i="1" smtClean="0">
                              <a:latin typeface="Cambria Math" panose="02040503050406030204" pitchFamily="18" charset="0"/>
                            </a:rPr>
                            <m:t>𝒓𝒎𝒔</m:t>
                          </m:r>
                        </m:sub>
                        <m:sup>
                          <m:r>
                            <a:rPr kumimoji="1" lang="en-US" altLang="zh-CN" sz="2800" b="1" i="1" smtClean="0">
                              <a:latin typeface="Cambria Math" panose="02040503050406030204" pitchFamily="18" charset="0"/>
                            </a:rPr>
                            <m:t>𝟐</m:t>
                          </m:r>
                        </m:sup>
                      </m:sSubSup>
                      <m:r>
                        <a:rPr kumimoji="1" lang="en-US" altLang="zh-CN" sz="2800" b="1" i="1" smtClean="0">
                          <a:latin typeface="Cambria Math" panose="02040503050406030204" pitchFamily="18" charset="0"/>
                        </a:rPr>
                        <m:t>𝑹</m:t>
                      </m:r>
                    </m:oMath>
                  </m:oMathPara>
                </a14:m>
                <a:endParaRPr kumimoji="1" lang="zh-CN" altLang="en-US" sz="2800" b="1" dirty="0"/>
              </a:p>
            </p:txBody>
          </p:sp>
        </mc:Choice>
        <mc:Fallback xmlns="">
          <p:sp>
            <p:nvSpPr>
              <p:cNvPr id="2" name="文本框 1">
                <a:extLst>
                  <a:ext uri="{FF2B5EF4-FFF2-40B4-BE49-F238E27FC236}">
                    <a16:creationId xmlns:a16="http://schemas.microsoft.com/office/drawing/2014/main" id="{FF5F5BAF-0702-134A-A40F-D8432B1AABCE}"/>
                  </a:ext>
                </a:extLst>
              </p:cNvPr>
              <p:cNvSpPr txBox="1">
                <a:spLocks noRot="1" noChangeAspect="1" noMove="1" noResize="1" noEditPoints="1" noAdjustHandles="1" noChangeArrowheads="1" noChangeShapeType="1" noTextEdit="1"/>
              </p:cNvSpPr>
              <p:nvPr/>
            </p:nvSpPr>
            <p:spPr>
              <a:xfrm>
                <a:off x="4606343" y="2223866"/>
                <a:ext cx="2298111" cy="532966"/>
              </a:xfrm>
              <a:prstGeom prst="rect">
                <a:avLst/>
              </a:prstGeom>
              <a:blipFill>
                <a:blip r:embed="rId9"/>
                <a:stretch>
                  <a:fillRect b="-238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2A960500-4B15-7845-ACDF-BE6B74397995}"/>
              </a:ext>
            </a:extLst>
          </p:cNvPr>
          <p:cNvSpPr txBox="1"/>
          <p:nvPr/>
        </p:nvSpPr>
        <p:spPr>
          <a:xfrm>
            <a:off x="6688416" y="2342974"/>
            <a:ext cx="720081" cy="369332"/>
          </a:xfrm>
          <a:prstGeom prst="rect">
            <a:avLst/>
          </a:prstGeom>
          <a:noFill/>
        </p:spPr>
        <p:txBody>
          <a:bodyPr wrap="square" rtlCol="0">
            <a:spAutoFit/>
          </a:bodyPr>
          <a:lstStyle/>
          <a:p>
            <a:r>
              <a:rPr kumimoji="1" lang="en-US" altLang="zh-CN" dirty="0"/>
              <a:t>(</a:t>
            </a:r>
            <a:r>
              <a:rPr kumimoji="1" lang="en-US" altLang="zh-CN" b="1" i="1" dirty="0">
                <a:solidFill>
                  <a:srgbClr val="FF0000"/>
                </a:solidFill>
                <a:latin typeface="Times New Roman" panose="02020603050405020304" pitchFamily="18" charset="0"/>
                <a:cs typeface="Times New Roman" panose="02020603050405020304" pitchFamily="18" charset="0"/>
              </a:rPr>
              <a:t>W</a:t>
            </a:r>
            <a:r>
              <a:rPr kumimoji="1" lang="en-US" altLang="zh-CN" dirty="0"/>
              <a:t>)</a:t>
            </a:r>
            <a:endParaRPr kumimoji="1"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005B12F-5D62-3242-B9BA-FEA4BBAA59CF}"/>
                  </a:ext>
                </a:extLst>
              </p:cNvPr>
              <p:cNvSpPr txBox="1"/>
              <p:nvPr/>
            </p:nvSpPr>
            <p:spPr>
              <a:xfrm>
                <a:off x="4606344" y="3870946"/>
                <a:ext cx="2298111" cy="5329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800" b="1" i="1" smtClean="0">
                          <a:latin typeface="Cambria Math" panose="02040503050406030204" pitchFamily="18" charset="0"/>
                        </a:rPr>
                        <m:t>=</m:t>
                      </m:r>
                      <m:sSubSup>
                        <m:sSubSupPr>
                          <m:ctrlPr>
                            <a:rPr kumimoji="1" lang="en-US" altLang="zh-CN" sz="2800" b="1" i="1" smtClean="0">
                              <a:latin typeface="Cambria Math" panose="02040503050406030204" pitchFamily="18" charset="0"/>
                            </a:rPr>
                          </m:ctrlPr>
                        </m:sSubSupPr>
                        <m:e>
                          <m:r>
                            <a:rPr kumimoji="1" lang="en-US" altLang="zh-CN" sz="2800" b="1" i="1" smtClean="0">
                              <a:latin typeface="Cambria Math" panose="02040503050406030204" pitchFamily="18" charset="0"/>
                            </a:rPr>
                            <m:t>𝑰</m:t>
                          </m:r>
                        </m:e>
                        <m:sub>
                          <m:r>
                            <a:rPr kumimoji="1" lang="en-US" altLang="zh-CN" sz="2800" b="1" i="1" smtClean="0">
                              <a:latin typeface="Cambria Math" panose="02040503050406030204" pitchFamily="18" charset="0"/>
                            </a:rPr>
                            <m:t>𝒓𝒎𝒔</m:t>
                          </m:r>
                        </m:sub>
                        <m:sup>
                          <m:r>
                            <a:rPr kumimoji="1" lang="en-US" altLang="zh-CN" sz="2800" b="1" i="1" smtClean="0">
                              <a:latin typeface="Cambria Math" panose="02040503050406030204" pitchFamily="18" charset="0"/>
                            </a:rPr>
                            <m:t>𝟐</m:t>
                          </m:r>
                        </m:sup>
                      </m:sSubSup>
                      <m:r>
                        <a:rPr kumimoji="1" lang="en-US" altLang="zh-CN" sz="2800" b="1" i="1" smtClean="0">
                          <a:latin typeface="Cambria Math" panose="02040503050406030204" pitchFamily="18" charset="0"/>
                        </a:rPr>
                        <m:t>𝑿</m:t>
                      </m:r>
                    </m:oMath>
                  </m:oMathPara>
                </a14:m>
                <a:endParaRPr kumimoji="1" lang="zh-CN" altLang="en-US" sz="2800" b="1" dirty="0"/>
              </a:p>
            </p:txBody>
          </p:sp>
        </mc:Choice>
        <mc:Fallback xmlns="">
          <p:sp>
            <p:nvSpPr>
              <p:cNvPr id="11" name="文本框 10">
                <a:extLst>
                  <a:ext uri="{FF2B5EF4-FFF2-40B4-BE49-F238E27FC236}">
                    <a16:creationId xmlns:a16="http://schemas.microsoft.com/office/drawing/2014/main" id="{7005B12F-5D62-3242-B9BA-FEA4BBAA59CF}"/>
                  </a:ext>
                </a:extLst>
              </p:cNvPr>
              <p:cNvSpPr txBox="1">
                <a:spLocks noRot="1" noChangeAspect="1" noMove="1" noResize="1" noEditPoints="1" noAdjustHandles="1" noChangeArrowheads="1" noChangeShapeType="1" noTextEdit="1"/>
              </p:cNvSpPr>
              <p:nvPr/>
            </p:nvSpPr>
            <p:spPr>
              <a:xfrm>
                <a:off x="4606344" y="3870946"/>
                <a:ext cx="2298111" cy="532966"/>
              </a:xfrm>
              <a:prstGeom prst="rect">
                <a:avLst/>
              </a:prstGeom>
              <a:blipFill>
                <a:blip r:embed="rId10"/>
                <a:stretch>
                  <a:fillRect b="-232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AC49EE7-9CEB-2644-A372-A2F0C5B4BCF7}"/>
              </a:ext>
            </a:extLst>
          </p:cNvPr>
          <p:cNvSpPr txBox="1"/>
          <p:nvPr/>
        </p:nvSpPr>
        <p:spPr>
          <a:xfrm>
            <a:off x="6640793" y="3973206"/>
            <a:ext cx="856517" cy="400110"/>
          </a:xfrm>
          <a:prstGeom prst="rect">
            <a:avLst/>
          </a:prstGeom>
          <a:noFill/>
        </p:spPr>
        <p:txBody>
          <a:bodyPr wrap="none" rtlCol="0">
            <a:spAutoFit/>
          </a:bodyPr>
          <a:lstStyle/>
          <a:p>
            <a:r>
              <a:rPr kumimoji="1" lang="en-US" altLang="zh-CN" dirty="0"/>
              <a:t>(</a:t>
            </a:r>
            <a:r>
              <a:rPr kumimoji="1" lang="en-US" altLang="zh-CN" sz="2000" b="1" i="1" dirty="0">
                <a:solidFill>
                  <a:srgbClr val="FF0000"/>
                </a:solidFill>
                <a:latin typeface="Times New Roman" panose="02020603050405020304" pitchFamily="18" charset="0"/>
                <a:cs typeface="Times New Roman" panose="02020603050405020304" pitchFamily="18" charset="0"/>
              </a:rPr>
              <a:t>VAR</a:t>
            </a:r>
            <a:r>
              <a:rPr kumimoji="1" lang="en-US" altLang="zh-CN" dirty="0"/>
              <a:t>)</a:t>
            </a:r>
            <a:endParaRPr kumimoji="1" lang="zh-CN" altLang="en-US" dirty="0"/>
          </a:p>
        </p:txBody>
      </p:sp>
      <p:sp>
        <p:nvSpPr>
          <p:cNvPr id="14" name="文本框 13">
            <a:extLst>
              <a:ext uri="{FF2B5EF4-FFF2-40B4-BE49-F238E27FC236}">
                <a16:creationId xmlns:a16="http://schemas.microsoft.com/office/drawing/2014/main" id="{B2FC081B-84EC-5245-862D-2B5D7CA1AD8A}"/>
              </a:ext>
            </a:extLst>
          </p:cNvPr>
          <p:cNvSpPr txBox="1"/>
          <p:nvPr/>
        </p:nvSpPr>
        <p:spPr>
          <a:xfrm>
            <a:off x="63916" y="4956870"/>
            <a:ext cx="7203251" cy="1200329"/>
          </a:xfrm>
          <a:prstGeom prst="rect">
            <a:avLst/>
          </a:prstGeom>
          <a:noFill/>
        </p:spPr>
        <p:txBody>
          <a:bodyPr wrap="square">
            <a:spAutoFit/>
          </a:bodyPr>
          <a:lstStyle/>
          <a:p>
            <a:pPr lvl="2">
              <a:buFontTx/>
              <a:buChar char="•"/>
            </a:pPr>
            <a:r>
              <a:rPr lang="en-US" altLang="zh-CN" sz="2400" dirty="0">
                <a:ea typeface="宋体" pitchFamily="2" charset="-122"/>
              </a:rPr>
              <a:t>Q = 0 for </a:t>
            </a:r>
            <a:r>
              <a:rPr lang="en-US" altLang="zh-CN" sz="2400" i="1" dirty="0">
                <a:solidFill>
                  <a:srgbClr val="FF0000"/>
                </a:solidFill>
                <a:ea typeface="宋体" pitchFamily="2" charset="-122"/>
              </a:rPr>
              <a:t>resistive loads</a:t>
            </a:r>
            <a:r>
              <a:rPr lang="en-US" altLang="zh-CN" sz="2400" dirty="0">
                <a:ea typeface="宋体" pitchFamily="2" charset="-122"/>
              </a:rPr>
              <a:t> (unity pf).</a:t>
            </a:r>
          </a:p>
          <a:p>
            <a:pPr lvl="2">
              <a:buFontTx/>
              <a:buChar char="•"/>
            </a:pPr>
            <a:r>
              <a:rPr lang="en-US" altLang="zh-CN" sz="2400" dirty="0">
                <a:ea typeface="宋体" pitchFamily="2" charset="-122"/>
              </a:rPr>
              <a:t>Q &lt; 0 for </a:t>
            </a:r>
            <a:r>
              <a:rPr lang="en-US" altLang="zh-CN" sz="2400" i="1" dirty="0">
                <a:solidFill>
                  <a:srgbClr val="FF0000"/>
                </a:solidFill>
                <a:ea typeface="宋体" pitchFamily="2" charset="-122"/>
              </a:rPr>
              <a:t>capacitive loads</a:t>
            </a:r>
            <a:r>
              <a:rPr lang="en-US" altLang="zh-CN" sz="2400" dirty="0">
                <a:ea typeface="宋体" pitchFamily="2" charset="-122"/>
              </a:rPr>
              <a:t> (leading pf).</a:t>
            </a:r>
          </a:p>
          <a:p>
            <a:pPr lvl="2">
              <a:buFontTx/>
              <a:buChar char="•"/>
            </a:pPr>
            <a:r>
              <a:rPr lang="en-US" altLang="zh-CN" sz="2400" dirty="0">
                <a:ea typeface="宋体" pitchFamily="2" charset="-122"/>
              </a:rPr>
              <a:t>Q &gt; 0 for </a:t>
            </a:r>
            <a:r>
              <a:rPr lang="en-US" altLang="zh-CN" sz="2400" i="1" dirty="0">
                <a:solidFill>
                  <a:srgbClr val="FF0000"/>
                </a:solidFill>
                <a:ea typeface="宋体" pitchFamily="2" charset="-122"/>
              </a:rPr>
              <a:t>inductive loads</a:t>
            </a:r>
            <a:r>
              <a:rPr lang="en-US" altLang="zh-CN" sz="2400" dirty="0">
                <a:ea typeface="宋体" pitchFamily="2" charset="-122"/>
              </a:rPr>
              <a:t> (lagging pf).</a:t>
            </a:r>
          </a:p>
        </p:txBody>
      </p:sp>
    </p:spTree>
    <p:extLst>
      <p:ext uri="{BB962C8B-B14F-4D97-AF65-F5344CB8AC3E}">
        <p14:creationId xmlns:p14="http://schemas.microsoft.com/office/powerpoint/2010/main" val="198229973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0917" name="Text Box 5"/>
          <p:cNvSpPr txBox="1">
            <a:spLocks noChangeArrowheads="1"/>
          </p:cNvSpPr>
          <p:nvPr/>
        </p:nvSpPr>
        <p:spPr bwMode="auto">
          <a:xfrm>
            <a:off x="899592" y="3196553"/>
            <a:ext cx="377007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3038" indent="-173038" algn="l">
              <a:defRPr kumimoji="1" sz="2400">
                <a:solidFill>
                  <a:schemeClr val="tx1"/>
                </a:solidFill>
                <a:latin typeface="Arial" charset="0"/>
                <a:ea typeface="宋体" charset="-122"/>
              </a:defRPr>
            </a:lvl1pPr>
            <a:lvl2pPr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buFont typeface="Wingdings" pitchFamily="2" charset="2"/>
              <a:buNone/>
            </a:pPr>
            <a:r>
              <a:rPr lang="en-US" altLang="zh-CN" sz="2800" dirty="0"/>
              <a:t> </a:t>
            </a:r>
            <a:r>
              <a:rPr lang="en-US" altLang="zh-CN" sz="3200" b="1" dirty="0">
                <a:solidFill>
                  <a:srgbClr val="0000FF"/>
                </a:solidFill>
              </a:rPr>
              <a:t>Complex Power</a:t>
            </a:r>
            <a:endParaRPr lang="en-US" altLang="zh-CN" sz="3200" b="1" dirty="0"/>
          </a:p>
        </p:txBody>
      </p:sp>
      <p:sp>
        <p:nvSpPr>
          <p:cNvPr id="11" name="Text Box 14"/>
          <p:cNvSpPr txBox="1">
            <a:spLocks noChangeArrowheads="1"/>
          </p:cNvSpPr>
          <p:nvPr/>
        </p:nvSpPr>
        <p:spPr bwMode="auto">
          <a:xfrm>
            <a:off x="500723" y="1445866"/>
            <a:ext cx="8424862" cy="1323439"/>
          </a:xfrm>
          <a:prstGeom prst="rect">
            <a:avLst/>
          </a:prstGeom>
          <a:noFill/>
          <a:ln w="76200" cmpd="tri"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fontAlgn="base">
              <a:spcBef>
                <a:spcPct val="0"/>
              </a:spcBef>
              <a:spcAft>
                <a:spcPct val="0"/>
              </a:spcAft>
              <a:defRPr sz="20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0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0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0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000" kern="1200">
                <a:solidFill>
                  <a:schemeClr val="tx1"/>
                </a:solidFill>
                <a:latin typeface="Times New Roman" pitchFamily="18" charset="0"/>
                <a:ea typeface="宋体" pitchFamily="2" charset="-122"/>
                <a:cs typeface="+mn-cs"/>
              </a:defRPr>
            </a:lvl5pPr>
            <a:lvl6pPr marL="2286000" algn="l" defTabSz="914400" rtl="0" eaLnBrk="1" latinLnBrk="0" hangingPunct="1">
              <a:defRPr sz="2000" kern="1200">
                <a:solidFill>
                  <a:schemeClr val="tx1"/>
                </a:solidFill>
                <a:latin typeface="Times New Roman" pitchFamily="18" charset="0"/>
                <a:ea typeface="宋体" pitchFamily="2" charset="-122"/>
                <a:cs typeface="+mn-cs"/>
              </a:defRPr>
            </a:lvl6pPr>
            <a:lvl7pPr marL="2743200" algn="l" defTabSz="914400" rtl="0" eaLnBrk="1" latinLnBrk="0" hangingPunct="1">
              <a:defRPr sz="2000" kern="1200">
                <a:solidFill>
                  <a:schemeClr val="tx1"/>
                </a:solidFill>
                <a:latin typeface="Times New Roman" pitchFamily="18" charset="0"/>
                <a:ea typeface="宋体" pitchFamily="2" charset="-122"/>
                <a:cs typeface="+mn-cs"/>
              </a:defRPr>
            </a:lvl7pPr>
            <a:lvl8pPr marL="3200400" algn="l" defTabSz="914400" rtl="0" eaLnBrk="1" latinLnBrk="0" hangingPunct="1">
              <a:defRPr sz="2000" kern="1200">
                <a:solidFill>
                  <a:schemeClr val="tx1"/>
                </a:solidFill>
                <a:latin typeface="Times New Roman" pitchFamily="18" charset="0"/>
                <a:ea typeface="宋体" pitchFamily="2" charset="-122"/>
                <a:cs typeface="+mn-cs"/>
              </a:defRPr>
            </a:lvl8pPr>
            <a:lvl9pPr marL="3657600" algn="l" defTabSz="914400" rtl="0" eaLnBrk="1" latinLnBrk="0" hangingPunct="1">
              <a:defRPr sz="2000" kern="1200">
                <a:solidFill>
                  <a:schemeClr val="tx1"/>
                </a:solidFill>
                <a:latin typeface="Times New Roman" pitchFamily="18" charset="0"/>
                <a:ea typeface="宋体" pitchFamily="2" charset="-122"/>
                <a:cs typeface="+mn-cs"/>
              </a:defRPr>
            </a:lvl9pPr>
          </a:lstStyle>
          <a:p>
            <a:pPr>
              <a:spcBef>
                <a:spcPct val="50000"/>
              </a:spcBef>
            </a:pPr>
            <a:r>
              <a:rPr lang="en-US" altLang="zh-CN" dirty="0">
                <a:solidFill>
                  <a:srgbClr val="FF0000"/>
                </a:solidFill>
                <a:latin typeface="Arial Black" pitchFamily="34" charset="0"/>
              </a:rPr>
              <a:t>Complex power</a:t>
            </a:r>
            <a:r>
              <a:rPr lang="en-US" altLang="zh-CN" dirty="0">
                <a:latin typeface="Arial Black" pitchFamily="34" charset="0"/>
              </a:rPr>
              <a:t> (in VA) is the product of the </a:t>
            </a:r>
            <a:r>
              <a:rPr lang="en-US" altLang="zh-CN" dirty="0" err="1">
                <a:latin typeface="Arial Black" pitchFamily="34" charset="0"/>
              </a:rPr>
              <a:t>rms</a:t>
            </a:r>
            <a:r>
              <a:rPr lang="en-US" altLang="zh-CN" dirty="0">
                <a:latin typeface="Arial Black" pitchFamily="34" charset="0"/>
              </a:rPr>
              <a:t> voltage </a:t>
            </a:r>
            <a:r>
              <a:rPr lang="en-US" altLang="zh-CN" dirty="0" err="1">
                <a:latin typeface="Arial Black" pitchFamily="34" charset="0"/>
              </a:rPr>
              <a:t>phasor</a:t>
            </a:r>
            <a:r>
              <a:rPr lang="en-US" altLang="zh-CN" dirty="0">
                <a:latin typeface="Arial Black" pitchFamily="34" charset="0"/>
              </a:rPr>
              <a:t> and the complex conjugate of the </a:t>
            </a:r>
            <a:r>
              <a:rPr lang="en-US" altLang="zh-CN" dirty="0" err="1">
                <a:latin typeface="Arial Black" pitchFamily="34" charset="0"/>
              </a:rPr>
              <a:t>rms</a:t>
            </a:r>
            <a:r>
              <a:rPr lang="en-US" altLang="zh-CN" dirty="0">
                <a:latin typeface="Arial Black" pitchFamily="34" charset="0"/>
              </a:rPr>
              <a:t> current </a:t>
            </a:r>
            <a:r>
              <a:rPr lang="en-US" altLang="zh-CN" dirty="0" err="1">
                <a:latin typeface="Arial Black" pitchFamily="34" charset="0"/>
              </a:rPr>
              <a:t>phasor</a:t>
            </a:r>
            <a:r>
              <a:rPr lang="en-US" altLang="zh-CN" dirty="0">
                <a:latin typeface="Arial Black" pitchFamily="34" charset="0"/>
              </a:rPr>
              <a:t>. As a complex quantity, its real part is real power </a:t>
            </a:r>
            <a:r>
              <a:rPr lang="en-US" altLang="zh-CN" i="1" dirty="0">
                <a:latin typeface="Arial Black" pitchFamily="34" charset="0"/>
              </a:rPr>
              <a:t>P</a:t>
            </a:r>
            <a:r>
              <a:rPr lang="en-US" altLang="zh-CN" dirty="0">
                <a:latin typeface="Arial Black" pitchFamily="34" charset="0"/>
              </a:rPr>
              <a:t> and its imaginary part is reactive power </a:t>
            </a:r>
            <a:r>
              <a:rPr lang="en-US" altLang="zh-CN" i="1" dirty="0">
                <a:latin typeface="Arial Black" pitchFamily="34" charset="0"/>
              </a:rPr>
              <a:t>Q</a:t>
            </a:r>
            <a:r>
              <a:rPr lang="en-US" altLang="zh-CN" dirty="0">
                <a:latin typeface="Arial Black" pitchFamily="34"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174191648"/>
              </p:ext>
            </p:extLst>
          </p:nvPr>
        </p:nvGraphicFramePr>
        <p:xfrm>
          <a:off x="866775" y="3843337"/>
          <a:ext cx="6877050" cy="1619251"/>
        </p:xfrm>
        <a:graphic>
          <a:graphicData uri="http://schemas.openxmlformats.org/presentationml/2006/ole">
            <mc:AlternateContent xmlns:mc="http://schemas.openxmlformats.org/markup-compatibility/2006">
              <mc:Choice xmlns:v="urn:schemas-microsoft-com:vml" Requires="v">
                <p:oleObj spid="_x0000_s22612" name="Equation" r:id="rId3" imgW="3174840" imgH="749160" progId="Equation.DSMT4">
                  <p:embed/>
                </p:oleObj>
              </mc:Choice>
              <mc:Fallback>
                <p:oleObj name="Equation" r:id="rId3" imgW="3174840" imgH="749160" progId="Equation.DSMT4">
                  <p:embed/>
                  <p:pic>
                    <p:nvPicPr>
                      <p:cNvPr id="0" name="对象 8"/>
                      <p:cNvPicPr>
                        <a:picLocks noChangeAspect="1" noChangeArrowheads="1"/>
                      </p:cNvPicPr>
                      <p:nvPr/>
                    </p:nvPicPr>
                    <p:blipFill>
                      <a:blip r:embed="rId4"/>
                      <a:srcRect/>
                      <a:stretch>
                        <a:fillRect/>
                      </a:stretch>
                    </p:blipFill>
                    <p:spPr bwMode="auto">
                      <a:xfrm>
                        <a:off x="866775" y="3843337"/>
                        <a:ext cx="6877050" cy="1619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966080446"/>
              </p:ext>
            </p:extLst>
          </p:nvPr>
        </p:nvGraphicFramePr>
        <p:xfrm>
          <a:off x="1115616" y="188663"/>
          <a:ext cx="2549856" cy="827087"/>
        </p:xfrm>
        <a:graphic>
          <a:graphicData uri="http://schemas.openxmlformats.org/presentationml/2006/ole">
            <mc:AlternateContent xmlns:mc="http://schemas.openxmlformats.org/markup-compatibility/2006">
              <mc:Choice xmlns:v="urn:schemas-microsoft-com:vml" Requires="v">
                <p:oleObj spid="_x0000_s22613" name="Equation" r:id="rId5" imgW="711000" imgH="241200" progId="Equation.DSMT4">
                  <p:embed/>
                </p:oleObj>
              </mc:Choice>
              <mc:Fallback>
                <p:oleObj name="Equation" r:id="rId5" imgW="711000" imgH="241200" progId="Equation.DSMT4">
                  <p:embed/>
                  <p:pic>
                    <p:nvPicPr>
                      <p:cNvPr id="0" name=""/>
                      <p:cNvPicPr>
                        <a:picLocks noChangeAspect="1" noChangeArrowheads="1"/>
                      </p:cNvPicPr>
                      <p:nvPr/>
                    </p:nvPicPr>
                    <p:blipFill>
                      <a:blip r:embed="rId6"/>
                      <a:srcRect/>
                      <a:stretch>
                        <a:fillRect/>
                      </a:stretch>
                    </p:blipFill>
                    <p:spPr bwMode="auto">
                      <a:xfrm>
                        <a:off x="1115616" y="188663"/>
                        <a:ext cx="2549856"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5">
            <a:extLst>
              <a:ext uri="{FF2B5EF4-FFF2-40B4-BE49-F238E27FC236}">
                <a16:creationId xmlns:a16="http://schemas.microsoft.com/office/drawing/2014/main" id="{09431E13-6558-7645-AD7C-C0EBFD407D06}"/>
              </a:ext>
            </a:extLst>
          </p:cNvPr>
          <p:cNvGraphicFramePr>
            <a:graphicFrameLocks noChangeAspect="1"/>
          </p:cNvGraphicFramePr>
          <p:nvPr>
            <p:extLst>
              <p:ext uri="{D42A27DB-BD31-4B8C-83A1-F6EECF244321}">
                <p14:modId xmlns:p14="http://schemas.microsoft.com/office/powerpoint/2010/main" val="3960982460"/>
              </p:ext>
            </p:extLst>
          </p:nvPr>
        </p:nvGraphicFramePr>
        <p:xfrm>
          <a:off x="573881" y="5229200"/>
          <a:ext cx="7996237" cy="1179512"/>
        </p:xfrm>
        <a:graphic>
          <a:graphicData uri="http://schemas.openxmlformats.org/presentationml/2006/ole">
            <mc:AlternateContent xmlns:mc="http://schemas.openxmlformats.org/markup-compatibility/2006">
              <mc:Choice xmlns:v="urn:schemas-microsoft-com:vml" Requires="v">
                <p:oleObj spid="_x0000_s22614" name="Equation" r:id="rId7" imgW="2666880" imgH="393480" progId="Equation.DSMT4">
                  <p:embed/>
                </p:oleObj>
              </mc:Choice>
              <mc:Fallback>
                <p:oleObj name="Equation" r:id="rId7" imgW="2666880" imgH="393480" progId="Equation.DSMT4">
                  <p:embed/>
                  <p:pic>
                    <p:nvPicPr>
                      <p:cNvPr id="1865743" name="Object 15"/>
                      <p:cNvPicPr>
                        <a:picLocks noChangeAspect="1" noChangeArrowheads="1"/>
                      </p:cNvPicPr>
                      <p:nvPr/>
                    </p:nvPicPr>
                    <p:blipFill>
                      <a:blip r:embed="rId8"/>
                      <a:srcRect/>
                      <a:stretch>
                        <a:fillRect/>
                      </a:stretch>
                    </p:blipFill>
                    <p:spPr bwMode="auto">
                      <a:xfrm>
                        <a:off x="573881" y="5229200"/>
                        <a:ext cx="7996237" cy="117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48814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7"/>
          <p:cNvSpPr txBox="1">
            <a:spLocks noChangeArrowheads="1"/>
          </p:cNvSpPr>
          <p:nvPr/>
        </p:nvSpPr>
        <p:spPr bwMode="auto">
          <a:xfrm>
            <a:off x="304805" y="1465263"/>
            <a:ext cx="29995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 typeface="Wingdings" pitchFamily="2" charset="2"/>
              <a:buNone/>
            </a:pPr>
            <a:r>
              <a:rPr kumimoji="1" lang="en-US" altLang="zh-CN" sz="2800" b="1" dirty="0">
                <a:latin typeface="Arial" charset="0"/>
                <a:ea typeface="宋体" charset="-122"/>
              </a:rPr>
              <a:t>Complex Power:</a:t>
            </a:r>
          </a:p>
        </p:txBody>
      </p:sp>
      <p:sp>
        <p:nvSpPr>
          <p:cNvPr id="6" name="Text Box 18"/>
          <p:cNvSpPr txBox="1">
            <a:spLocks noChangeArrowheads="1"/>
          </p:cNvSpPr>
          <p:nvPr/>
        </p:nvSpPr>
        <p:spPr bwMode="auto">
          <a:xfrm>
            <a:off x="389186" y="4633317"/>
            <a:ext cx="29626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latin typeface="Arial" charset="0"/>
                <a:ea typeface="宋体" charset="-122"/>
              </a:rPr>
              <a:t>Reactive Power:</a:t>
            </a:r>
          </a:p>
        </p:txBody>
      </p:sp>
      <p:sp>
        <p:nvSpPr>
          <p:cNvPr id="7" name="Text Box 17"/>
          <p:cNvSpPr txBox="1">
            <a:spLocks noChangeArrowheads="1"/>
          </p:cNvSpPr>
          <p:nvPr/>
        </p:nvSpPr>
        <p:spPr bwMode="auto">
          <a:xfrm>
            <a:off x="340095" y="3027069"/>
            <a:ext cx="30604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 typeface="Wingdings" pitchFamily="2" charset="2"/>
              <a:buNone/>
            </a:pPr>
            <a:r>
              <a:rPr kumimoji="1" lang="en-US" altLang="zh-CN" sz="2800" b="1" dirty="0">
                <a:latin typeface="Arial" charset="0"/>
                <a:ea typeface="宋体" charset="-122"/>
              </a:rPr>
              <a:t>Apparent Power:</a:t>
            </a:r>
          </a:p>
        </p:txBody>
      </p:sp>
      <p:graphicFrame>
        <p:nvGraphicFramePr>
          <p:cNvPr id="8" name="对象 7"/>
          <p:cNvGraphicFramePr>
            <a:graphicFrameLocks noChangeAspect="1"/>
          </p:cNvGraphicFramePr>
          <p:nvPr>
            <p:extLst>
              <p:ext uri="{D42A27DB-BD31-4B8C-83A1-F6EECF244321}">
                <p14:modId xmlns:p14="http://schemas.microsoft.com/office/powerpoint/2010/main" val="3202931111"/>
              </p:ext>
            </p:extLst>
          </p:nvPr>
        </p:nvGraphicFramePr>
        <p:xfrm>
          <a:off x="3546475" y="1138252"/>
          <a:ext cx="4787900" cy="1708151"/>
        </p:xfrm>
        <a:graphic>
          <a:graphicData uri="http://schemas.openxmlformats.org/presentationml/2006/ole">
            <mc:AlternateContent xmlns:mc="http://schemas.openxmlformats.org/markup-compatibility/2006">
              <mc:Choice xmlns:v="urn:schemas-microsoft-com:vml" Requires="v">
                <p:oleObj spid="_x0000_s25752" name="Equation" r:id="rId3" imgW="1777680" imgH="634680" progId="Equation.DSMT4">
                  <p:embed/>
                </p:oleObj>
              </mc:Choice>
              <mc:Fallback>
                <p:oleObj name="Equation" r:id="rId3" imgW="1777680" imgH="634680" progId="Equation.DSMT4">
                  <p:embed/>
                  <p:pic>
                    <p:nvPicPr>
                      <p:cNvPr id="0" name="Object 4"/>
                      <p:cNvPicPr>
                        <a:picLocks noChangeAspect="1" noChangeArrowheads="1"/>
                      </p:cNvPicPr>
                      <p:nvPr/>
                    </p:nvPicPr>
                    <p:blipFill>
                      <a:blip r:embed="rId4"/>
                      <a:srcRect/>
                      <a:stretch>
                        <a:fillRect/>
                      </a:stretch>
                    </p:blipFill>
                    <p:spPr bwMode="auto">
                      <a:xfrm>
                        <a:off x="3546475" y="1138252"/>
                        <a:ext cx="4787900" cy="1708151"/>
                      </a:xfrm>
                      <a:prstGeom prst="rect">
                        <a:avLst/>
                      </a:prstGeom>
                      <a:noFill/>
                      <a:ln>
                        <a:noFill/>
                      </a:ln>
                      <a:effec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89021577"/>
              </p:ext>
            </p:extLst>
          </p:nvPr>
        </p:nvGraphicFramePr>
        <p:xfrm>
          <a:off x="3491880" y="2933101"/>
          <a:ext cx="4767016" cy="855961"/>
        </p:xfrm>
        <a:graphic>
          <a:graphicData uri="http://schemas.openxmlformats.org/presentationml/2006/ole">
            <mc:AlternateContent xmlns:mc="http://schemas.openxmlformats.org/markup-compatibility/2006">
              <mc:Choice xmlns:v="urn:schemas-microsoft-com:vml" Requires="v">
                <p:oleObj spid="_x0000_s25753" name="Equation" r:id="rId5" imgW="1765080" imgH="317160" progId="Equation.DSMT4">
                  <p:embed/>
                </p:oleObj>
              </mc:Choice>
              <mc:Fallback>
                <p:oleObj name="Equation" r:id="rId5" imgW="1765080" imgH="317160" progId="Equation.DSMT4">
                  <p:embed/>
                  <p:pic>
                    <p:nvPicPr>
                      <p:cNvPr id="0" name="对象 7"/>
                      <p:cNvPicPr>
                        <a:picLocks noChangeAspect="1" noChangeArrowheads="1"/>
                      </p:cNvPicPr>
                      <p:nvPr/>
                    </p:nvPicPr>
                    <p:blipFill>
                      <a:blip r:embed="rId6"/>
                      <a:srcRect/>
                      <a:stretch>
                        <a:fillRect/>
                      </a:stretch>
                    </p:blipFill>
                    <p:spPr bwMode="auto">
                      <a:xfrm>
                        <a:off x="3491880" y="2933101"/>
                        <a:ext cx="4767016" cy="855961"/>
                      </a:xfrm>
                      <a:prstGeom prst="rect">
                        <a:avLst/>
                      </a:prstGeom>
                      <a:noFill/>
                      <a:ln>
                        <a:noFill/>
                      </a:ln>
                    </p:spPr>
                  </p:pic>
                </p:oleObj>
              </mc:Fallback>
            </mc:AlternateContent>
          </a:graphicData>
        </a:graphic>
      </p:graphicFrame>
      <p:sp>
        <p:nvSpPr>
          <p:cNvPr id="10" name="Text Box 17"/>
          <p:cNvSpPr txBox="1">
            <a:spLocks noChangeArrowheads="1"/>
          </p:cNvSpPr>
          <p:nvPr/>
        </p:nvSpPr>
        <p:spPr bwMode="auto">
          <a:xfrm>
            <a:off x="342077" y="3846783"/>
            <a:ext cx="22413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 typeface="Wingdings" pitchFamily="2" charset="2"/>
              <a:buNone/>
            </a:pPr>
            <a:r>
              <a:rPr kumimoji="1" lang="en-US" altLang="zh-CN" sz="2800" b="1" dirty="0">
                <a:latin typeface="Arial" charset="0"/>
                <a:ea typeface="宋体" charset="-122"/>
              </a:rPr>
              <a:t>Real Power:</a:t>
            </a:r>
          </a:p>
        </p:txBody>
      </p:sp>
      <p:graphicFrame>
        <p:nvGraphicFramePr>
          <p:cNvPr id="11" name="对象 10"/>
          <p:cNvGraphicFramePr>
            <a:graphicFrameLocks noChangeAspect="1"/>
          </p:cNvGraphicFramePr>
          <p:nvPr>
            <p:extLst>
              <p:ext uri="{D42A27DB-BD31-4B8C-83A1-F6EECF244321}">
                <p14:modId xmlns:p14="http://schemas.microsoft.com/office/powerpoint/2010/main" val="3903724139"/>
              </p:ext>
            </p:extLst>
          </p:nvPr>
        </p:nvGraphicFramePr>
        <p:xfrm>
          <a:off x="3135314" y="3779839"/>
          <a:ext cx="5622925" cy="684212"/>
        </p:xfrm>
        <a:graphic>
          <a:graphicData uri="http://schemas.openxmlformats.org/presentationml/2006/ole">
            <mc:AlternateContent xmlns:mc="http://schemas.openxmlformats.org/markup-compatibility/2006">
              <mc:Choice xmlns:v="urn:schemas-microsoft-com:vml" Requires="v">
                <p:oleObj spid="_x0000_s25754" name="Equation" r:id="rId7" imgW="2082600" imgH="253800" progId="Equation.DSMT4">
                  <p:embed/>
                </p:oleObj>
              </mc:Choice>
              <mc:Fallback>
                <p:oleObj name="Equation" r:id="rId7" imgW="2082600" imgH="253800" progId="Equation.DSMT4">
                  <p:embed/>
                  <p:pic>
                    <p:nvPicPr>
                      <p:cNvPr id="0" name="对象 8"/>
                      <p:cNvPicPr>
                        <a:picLocks noChangeAspect="1" noChangeArrowheads="1"/>
                      </p:cNvPicPr>
                      <p:nvPr/>
                    </p:nvPicPr>
                    <p:blipFill>
                      <a:blip r:embed="rId8"/>
                      <a:srcRect/>
                      <a:stretch>
                        <a:fillRect/>
                      </a:stretch>
                    </p:blipFill>
                    <p:spPr bwMode="auto">
                      <a:xfrm>
                        <a:off x="3135314" y="3779839"/>
                        <a:ext cx="56229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019281586"/>
              </p:ext>
            </p:extLst>
          </p:nvPr>
        </p:nvGraphicFramePr>
        <p:xfrm>
          <a:off x="3350319" y="4553150"/>
          <a:ext cx="5622925" cy="684212"/>
        </p:xfrm>
        <a:graphic>
          <a:graphicData uri="http://schemas.openxmlformats.org/presentationml/2006/ole">
            <mc:AlternateContent xmlns:mc="http://schemas.openxmlformats.org/markup-compatibility/2006">
              <mc:Choice xmlns:v="urn:schemas-microsoft-com:vml" Requires="v">
                <p:oleObj spid="_x0000_s25755" name="Equation" r:id="rId9" imgW="2082600" imgH="253800" progId="Equation.DSMT4">
                  <p:embed/>
                </p:oleObj>
              </mc:Choice>
              <mc:Fallback>
                <p:oleObj name="Equation" r:id="rId9" imgW="2082600" imgH="253800" progId="Equation.DSMT4">
                  <p:embed/>
                  <p:pic>
                    <p:nvPicPr>
                      <p:cNvPr id="0" name="对象 10"/>
                      <p:cNvPicPr>
                        <a:picLocks noChangeAspect="1" noChangeArrowheads="1"/>
                      </p:cNvPicPr>
                      <p:nvPr/>
                    </p:nvPicPr>
                    <p:blipFill>
                      <a:blip r:embed="rId10"/>
                      <a:srcRect/>
                      <a:stretch>
                        <a:fillRect/>
                      </a:stretch>
                    </p:blipFill>
                    <p:spPr bwMode="auto">
                      <a:xfrm>
                        <a:off x="3350319" y="4553150"/>
                        <a:ext cx="56229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7"/>
          <p:cNvSpPr txBox="1">
            <a:spLocks noChangeArrowheads="1"/>
          </p:cNvSpPr>
          <p:nvPr/>
        </p:nvSpPr>
        <p:spPr bwMode="auto">
          <a:xfrm>
            <a:off x="494463" y="5445224"/>
            <a:ext cx="25811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 typeface="Wingdings" pitchFamily="2" charset="2"/>
              <a:buNone/>
            </a:pPr>
            <a:r>
              <a:rPr kumimoji="1" lang="en-US" altLang="zh-CN" sz="2800" b="1" dirty="0">
                <a:latin typeface="Arial" charset="0"/>
                <a:ea typeface="宋体" charset="-122"/>
              </a:rPr>
              <a:t>Power Factor:</a:t>
            </a:r>
          </a:p>
        </p:txBody>
      </p:sp>
      <p:graphicFrame>
        <p:nvGraphicFramePr>
          <p:cNvPr id="14" name="对象 13"/>
          <p:cNvGraphicFramePr>
            <a:graphicFrameLocks noChangeAspect="1"/>
          </p:cNvGraphicFramePr>
          <p:nvPr>
            <p:extLst>
              <p:ext uri="{D42A27DB-BD31-4B8C-83A1-F6EECF244321}">
                <p14:modId xmlns:p14="http://schemas.microsoft.com/office/powerpoint/2010/main" val="4001804142"/>
              </p:ext>
            </p:extLst>
          </p:nvPr>
        </p:nvGraphicFramePr>
        <p:xfrm>
          <a:off x="3304345" y="5176609"/>
          <a:ext cx="5519737" cy="1060451"/>
        </p:xfrm>
        <a:graphic>
          <a:graphicData uri="http://schemas.openxmlformats.org/presentationml/2006/ole">
            <mc:AlternateContent xmlns:mc="http://schemas.openxmlformats.org/markup-compatibility/2006">
              <mc:Choice xmlns:v="urn:schemas-microsoft-com:vml" Requires="v">
                <p:oleObj spid="_x0000_s25756" name="Equation" r:id="rId11" imgW="2044440" imgH="393480" progId="Equation.DSMT4">
                  <p:embed/>
                </p:oleObj>
              </mc:Choice>
              <mc:Fallback>
                <p:oleObj name="Equation" r:id="rId11" imgW="2044440" imgH="393480" progId="Equation.DSMT4">
                  <p:embed/>
                  <p:pic>
                    <p:nvPicPr>
                      <p:cNvPr id="0" name="对象 11"/>
                      <p:cNvPicPr>
                        <a:picLocks noChangeAspect="1" noChangeArrowheads="1"/>
                      </p:cNvPicPr>
                      <p:nvPr/>
                    </p:nvPicPr>
                    <p:blipFill>
                      <a:blip r:embed="rId12"/>
                      <a:srcRect/>
                      <a:stretch>
                        <a:fillRect/>
                      </a:stretch>
                    </p:blipFill>
                    <p:spPr bwMode="auto">
                      <a:xfrm>
                        <a:off x="3304345" y="5176609"/>
                        <a:ext cx="5519737" cy="106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2201364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67795" name="Group 19"/>
          <p:cNvGrpSpPr>
            <a:grpSpLocks/>
          </p:cNvGrpSpPr>
          <p:nvPr/>
        </p:nvGrpSpPr>
        <p:grpSpPr bwMode="auto">
          <a:xfrm>
            <a:off x="5137164" y="3033713"/>
            <a:ext cx="3648075" cy="2749550"/>
            <a:chOff x="3107" y="2001"/>
            <a:chExt cx="2298" cy="1732"/>
          </a:xfrm>
        </p:grpSpPr>
        <p:graphicFrame>
          <p:nvGraphicFramePr>
            <p:cNvPr id="1867790" name="Object 14"/>
            <p:cNvGraphicFramePr>
              <a:graphicFrameLocks noChangeAspect="1"/>
            </p:cNvGraphicFramePr>
            <p:nvPr>
              <p:extLst>
                <p:ext uri="{D42A27DB-BD31-4B8C-83A1-F6EECF244321}">
                  <p14:modId xmlns:p14="http://schemas.microsoft.com/office/powerpoint/2010/main" val="1174269520"/>
                </p:ext>
              </p:extLst>
            </p:nvPr>
          </p:nvGraphicFramePr>
          <p:xfrm>
            <a:off x="3107" y="2001"/>
            <a:ext cx="2298" cy="1376"/>
          </p:xfrm>
          <a:graphic>
            <a:graphicData uri="http://schemas.openxmlformats.org/presentationml/2006/ole">
              <mc:AlternateContent xmlns:mc="http://schemas.openxmlformats.org/markup-compatibility/2006">
                <mc:Choice xmlns:v="urn:schemas-microsoft-com:vml" Requires="v">
                  <p:oleObj spid="_x0000_s26746" name="Visio" r:id="rId3" imgW="1738959" imgH="1041674" progId="Visio.Drawing.11">
                    <p:embed/>
                  </p:oleObj>
                </mc:Choice>
                <mc:Fallback>
                  <p:oleObj name="Visio" r:id="rId3" imgW="1738959" imgH="1041674" progId="Visio.Drawing.11">
                    <p:embed/>
                    <p:pic>
                      <p:nvPicPr>
                        <p:cNvPr id="0" name=""/>
                        <p:cNvPicPr>
                          <a:picLocks noChangeAspect="1" noChangeArrowheads="1"/>
                        </p:cNvPicPr>
                        <p:nvPr/>
                      </p:nvPicPr>
                      <p:blipFill>
                        <a:blip r:embed="rId4"/>
                        <a:srcRect/>
                        <a:stretch>
                          <a:fillRect/>
                        </a:stretch>
                      </p:blipFill>
                      <p:spPr bwMode="auto">
                        <a:xfrm>
                          <a:off x="3107" y="2001"/>
                          <a:ext cx="2298" cy="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67791" name="Text Box 15"/>
            <p:cNvSpPr txBox="1">
              <a:spLocks noChangeArrowheads="1"/>
            </p:cNvSpPr>
            <p:nvPr/>
          </p:nvSpPr>
          <p:spPr bwMode="auto">
            <a:xfrm>
              <a:off x="3136" y="3403"/>
              <a:ext cx="214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gn="l">
                <a:defRPr kumimoji="1" sz="2400">
                  <a:solidFill>
                    <a:schemeClr val="tx1"/>
                  </a:solidFill>
                  <a:latin typeface="Arial" charset="0"/>
                  <a:ea typeface="宋体" charset="-122"/>
                </a:defRPr>
              </a:lvl1pPr>
              <a:lvl2pPr algn="l">
                <a:defRPr kumimoji="1" sz="2400">
                  <a:solidFill>
                    <a:schemeClr val="tx1"/>
                  </a:solidFill>
                  <a:latin typeface="Arial" charset="0"/>
                  <a:ea typeface="宋体" charset="-122"/>
                </a:defRPr>
              </a:lvl2pPr>
              <a:lvl3pPr algn="l">
                <a:defRPr kumimoji="1" sz="2400">
                  <a:solidFill>
                    <a:schemeClr val="tx1"/>
                  </a:solidFill>
                  <a:latin typeface="Arial" charset="0"/>
                  <a:ea typeface="宋体" charset="-122"/>
                </a:defRPr>
              </a:lvl3pPr>
              <a:lvl4pPr algn="l">
                <a:defRPr kumimoji="1" sz="2400">
                  <a:solidFill>
                    <a:schemeClr val="tx1"/>
                  </a:solidFill>
                  <a:latin typeface="Arial" charset="0"/>
                  <a:ea typeface="宋体" charset="-122"/>
                </a:defRPr>
              </a:lvl4pPr>
              <a:lvl5pPr algn="l">
                <a:defRPr kumimoji="1" sz="2400">
                  <a:solidFill>
                    <a:schemeClr val="tx1"/>
                  </a:solidFill>
                  <a:latin typeface="Arial" charset="0"/>
                  <a:ea typeface="宋体" charset="-122"/>
                </a:defRPr>
              </a:lvl5pPr>
              <a:lvl6pPr fontAlgn="base">
                <a:spcBef>
                  <a:spcPct val="0"/>
                </a:spcBef>
                <a:spcAft>
                  <a:spcPct val="0"/>
                </a:spcAft>
                <a:defRPr kumimoji="1" sz="2400">
                  <a:solidFill>
                    <a:schemeClr val="tx1"/>
                  </a:solidFill>
                  <a:latin typeface="Arial" charset="0"/>
                  <a:ea typeface="宋体" charset="-122"/>
                </a:defRPr>
              </a:lvl6pPr>
              <a:lvl7pPr fontAlgn="base">
                <a:spcBef>
                  <a:spcPct val="0"/>
                </a:spcBef>
                <a:spcAft>
                  <a:spcPct val="0"/>
                </a:spcAft>
                <a:defRPr kumimoji="1" sz="2400">
                  <a:solidFill>
                    <a:schemeClr val="tx1"/>
                  </a:solidFill>
                  <a:latin typeface="Arial" charset="0"/>
                  <a:ea typeface="宋体" charset="-122"/>
                </a:defRPr>
              </a:lvl7pPr>
              <a:lvl8pPr fontAlgn="base">
                <a:spcBef>
                  <a:spcPct val="0"/>
                </a:spcBef>
                <a:spcAft>
                  <a:spcPct val="0"/>
                </a:spcAft>
                <a:defRPr kumimoji="1" sz="2400">
                  <a:solidFill>
                    <a:schemeClr val="tx1"/>
                  </a:solidFill>
                  <a:latin typeface="Arial" charset="0"/>
                  <a:ea typeface="宋体" charset="-122"/>
                </a:defRPr>
              </a:lvl8pPr>
              <a:lvl9pPr fontAlgn="base">
                <a:spcBef>
                  <a:spcPct val="0"/>
                </a:spcBef>
                <a:spcAft>
                  <a:spcPct val="0"/>
                </a:spcAft>
                <a:defRPr kumimoji="1" sz="2400">
                  <a:solidFill>
                    <a:schemeClr val="tx1"/>
                  </a:solidFill>
                  <a:latin typeface="Arial" charset="0"/>
                  <a:ea typeface="宋体" charset="-122"/>
                </a:defRPr>
              </a:lvl9pPr>
            </a:lstStyle>
            <a:p>
              <a:pPr algn="ctr">
                <a:buFont typeface="Wingdings" pitchFamily="2" charset="2"/>
                <a:buNone/>
              </a:pPr>
              <a:r>
                <a:rPr lang="en-US" altLang="zh-CN" sz="2800" dirty="0">
                  <a:latin typeface="Verdana" pitchFamily="34" charset="0"/>
                </a:rPr>
                <a:t>Power Triangle</a:t>
              </a:r>
            </a:p>
          </p:txBody>
        </p:sp>
      </p:grpSp>
      <p:grpSp>
        <p:nvGrpSpPr>
          <p:cNvPr id="1867796" name="Group 20"/>
          <p:cNvGrpSpPr>
            <a:grpSpLocks/>
          </p:cNvGrpSpPr>
          <p:nvPr/>
        </p:nvGrpSpPr>
        <p:grpSpPr bwMode="auto">
          <a:xfrm>
            <a:off x="152434" y="1449407"/>
            <a:ext cx="6464301" cy="3995737"/>
            <a:chOff x="96" y="913"/>
            <a:chExt cx="4072" cy="2517"/>
          </a:xfrm>
        </p:grpSpPr>
        <p:graphicFrame>
          <p:nvGraphicFramePr>
            <p:cNvPr id="1867779" name="Object 3"/>
            <p:cNvGraphicFramePr>
              <a:graphicFrameLocks noChangeAspect="1"/>
            </p:cNvGraphicFramePr>
            <p:nvPr>
              <p:extLst>
                <p:ext uri="{D42A27DB-BD31-4B8C-83A1-F6EECF244321}">
                  <p14:modId xmlns:p14="http://schemas.microsoft.com/office/powerpoint/2010/main" val="762820374"/>
                </p:ext>
              </p:extLst>
            </p:nvPr>
          </p:nvGraphicFramePr>
          <p:xfrm>
            <a:off x="101" y="913"/>
            <a:ext cx="4067" cy="743"/>
          </p:xfrm>
          <a:graphic>
            <a:graphicData uri="http://schemas.openxmlformats.org/presentationml/2006/ole">
              <mc:AlternateContent xmlns:mc="http://schemas.openxmlformats.org/markup-compatibility/2006">
                <mc:Choice xmlns:v="urn:schemas-microsoft-com:vml" Requires="v">
                  <p:oleObj spid="_x0000_s26747" name="Equation" r:id="rId5" imgW="2019240" imgH="393480" progId="Equation.DSMT4">
                    <p:embed/>
                  </p:oleObj>
                </mc:Choice>
                <mc:Fallback>
                  <p:oleObj name="Equation" r:id="rId5" imgW="2019240" imgH="393480" progId="Equation.DSMT4">
                    <p:embed/>
                    <p:pic>
                      <p:nvPicPr>
                        <p:cNvPr id="0" name=""/>
                        <p:cNvPicPr>
                          <a:picLocks noChangeAspect="1" noChangeArrowheads="1"/>
                        </p:cNvPicPr>
                        <p:nvPr/>
                      </p:nvPicPr>
                      <p:blipFill>
                        <a:blip r:embed="rId6"/>
                        <a:srcRect/>
                        <a:stretch>
                          <a:fillRect/>
                        </a:stretch>
                      </p:blipFill>
                      <p:spPr bwMode="auto">
                        <a:xfrm>
                          <a:off x="101" y="913"/>
                          <a:ext cx="4067" cy="7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7793" name="Object 17"/>
            <p:cNvGraphicFramePr>
              <a:graphicFrameLocks noChangeAspect="1"/>
            </p:cNvGraphicFramePr>
            <p:nvPr>
              <p:extLst>
                <p:ext uri="{D42A27DB-BD31-4B8C-83A1-F6EECF244321}">
                  <p14:modId xmlns:p14="http://schemas.microsoft.com/office/powerpoint/2010/main" val="2435936323"/>
                </p:ext>
              </p:extLst>
            </p:nvPr>
          </p:nvGraphicFramePr>
          <p:xfrm>
            <a:off x="96" y="1802"/>
            <a:ext cx="2807" cy="743"/>
          </p:xfrm>
          <a:graphic>
            <a:graphicData uri="http://schemas.openxmlformats.org/presentationml/2006/ole">
              <mc:AlternateContent xmlns:mc="http://schemas.openxmlformats.org/markup-compatibility/2006">
                <mc:Choice xmlns:v="urn:schemas-microsoft-com:vml" Requires="v">
                  <p:oleObj spid="_x0000_s26748" name="Equation" r:id="rId7" imgW="1485720" imgH="393480" progId="Equation.DSMT4">
                    <p:embed/>
                  </p:oleObj>
                </mc:Choice>
                <mc:Fallback>
                  <p:oleObj name="Equation" r:id="rId7" imgW="1485720" imgH="393480" progId="Equation.DSMT4">
                    <p:embed/>
                    <p:pic>
                      <p:nvPicPr>
                        <p:cNvPr id="0" name=""/>
                        <p:cNvPicPr>
                          <a:picLocks noChangeAspect="1" noChangeArrowheads="1"/>
                        </p:cNvPicPr>
                        <p:nvPr/>
                      </p:nvPicPr>
                      <p:blipFill>
                        <a:blip r:embed="rId8"/>
                        <a:srcRect/>
                        <a:stretch>
                          <a:fillRect/>
                        </a:stretch>
                      </p:blipFill>
                      <p:spPr bwMode="auto">
                        <a:xfrm>
                          <a:off x="96" y="1802"/>
                          <a:ext cx="2807" cy="7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7794" name="Object 18"/>
            <p:cNvGraphicFramePr>
              <a:graphicFrameLocks noChangeAspect="1"/>
            </p:cNvGraphicFramePr>
            <p:nvPr>
              <p:extLst>
                <p:ext uri="{D42A27DB-BD31-4B8C-83A1-F6EECF244321}">
                  <p14:modId xmlns:p14="http://schemas.microsoft.com/office/powerpoint/2010/main" val="3446153066"/>
                </p:ext>
              </p:extLst>
            </p:nvPr>
          </p:nvGraphicFramePr>
          <p:xfrm>
            <a:off x="96" y="2687"/>
            <a:ext cx="1535" cy="743"/>
          </p:xfrm>
          <a:graphic>
            <a:graphicData uri="http://schemas.openxmlformats.org/presentationml/2006/ole">
              <mc:AlternateContent xmlns:mc="http://schemas.openxmlformats.org/markup-compatibility/2006">
                <mc:Choice xmlns:v="urn:schemas-microsoft-com:vml" Requires="v">
                  <p:oleObj spid="_x0000_s26749" name="Equation" r:id="rId9" imgW="812520" imgH="393480" progId="Equation.DSMT4">
                    <p:embed/>
                  </p:oleObj>
                </mc:Choice>
                <mc:Fallback>
                  <p:oleObj name="Equation" r:id="rId9" imgW="812520" imgH="393480" progId="Equation.DSMT4">
                    <p:embed/>
                    <p:pic>
                      <p:nvPicPr>
                        <p:cNvPr id="0" name=""/>
                        <p:cNvPicPr>
                          <a:picLocks noChangeAspect="1" noChangeArrowheads="1"/>
                        </p:cNvPicPr>
                        <p:nvPr/>
                      </p:nvPicPr>
                      <p:blipFill>
                        <a:blip r:embed="rId10"/>
                        <a:srcRect/>
                        <a:stretch>
                          <a:fillRect/>
                        </a:stretch>
                      </p:blipFill>
                      <p:spPr bwMode="auto">
                        <a:xfrm>
                          <a:off x="96" y="2687"/>
                          <a:ext cx="1535" cy="7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233308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867795"/>
                                        </p:tgtEl>
                                        <p:attrNameLst>
                                          <p:attrName>style.visibility</p:attrName>
                                        </p:attrNameLst>
                                      </p:cBhvr>
                                      <p:to>
                                        <p:strVal val="visible"/>
                                      </p:to>
                                    </p:set>
                                    <p:anim calcmode="lin" valueType="num">
                                      <p:cBhvr additive="base">
                                        <p:cTn id="7" dur="500" fill="hold"/>
                                        <p:tgtEl>
                                          <p:spTgt spid="1867795"/>
                                        </p:tgtEl>
                                        <p:attrNameLst>
                                          <p:attrName>ppt_x</p:attrName>
                                        </p:attrNameLst>
                                      </p:cBhvr>
                                      <p:tavLst>
                                        <p:tav tm="0">
                                          <p:val>
                                            <p:strVal val="#ppt_x"/>
                                          </p:val>
                                        </p:tav>
                                        <p:tav tm="100000">
                                          <p:val>
                                            <p:strVal val="#ppt_x"/>
                                          </p:val>
                                        </p:tav>
                                      </p:tavLst>
                                    </p:anim>
                                    <p:anim calcmode="lin" valueType="num">
                                      <p:cBhvr additive="base">
                                        <p:cTn id="8" dur="500" fill="hold"/>
                                        <p:tgtEl>
                                          <p:spTgt spid="186779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ChangeArrowheads="1"/>
          </p:cNvSpPr>
          <p:nvPr/>
        </p:nvSpPr>
        <p:spPr bwMode="auto">
          <a:xfrm>
            <a:off x="1245118" y="457200"/>
            <a:ext cx="3429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173038" indent="-173038" algn="ctr"/>
            <a:r>
              <a:rPr kumimoji="1" lang="en-US" altLang="zh-CN" sz="2800" dirty="0">
                <a:latin typeface="Verdana" pitchFamily="34" charset="0"/>
                <a:ea typeface="宋体" charset="-122"/>
              </a:rPr>
              <a:t>Power triangle</a:t>
            </a:r>
          </a:p>
        </p:txBody>
      </p:sp>
      <p:grpSp>
        <p:nvGrpSpPr>
          <p:cNvPr id="36870" name="Group 6"/>
          <p:cNvGrpSpPr>
            <a:grpSpLocks/>
          </p:cNvGrpSpPr>
          <p:nvPr/>
        </p:nvGrpSpPr>
        <p:grpSpPr bwMode="auto">
          <a:xfrm>
            <a:off x="5652333" y="3017612"/>
            <a:ext cx="2362201" cy="2366964"/>
            <a:chOff x="3889" y="768"/>
            <a:chExt cx="1488" cy="1491"/>
          </a:xfrm>
        </p:grpSpPr>
        <p:grpSp>
          <p:nvGrpSpPr>
            <p:cNvPr id="36871" name="Group 7"/>
            <p:cNvGrpSpPr>
              <a:grpSpLocks/>
            </p:cNvGrpSpPr>
            <p:nvPr/>
          </p:nvGrpSpPr>
          <p:grpSpPr bwMode="auto">
            <a:xfrm>
              <a:off x="3889" y="768"/>
              <a:ext cx="1488" cy="1491"/>
              <a:chOff x="432" y="768"/>
              <a:chExt cx="1488" cy="1491"/>
            </a:xfrm>
          </p:grpSpPr>
          <p:sp>
            <p:nvSpPr>
              <p:cNvPr id="36872" name="AutoShape 8"/>
              <p:cNvSpPr>
                <a:spLocks noChangeArrowheads="1"/>
              </p:cNvSpPr>
              <p:nvPr/>
            </p:nvSpPr>
            <p:spPr bwMode="auto">
              <a:xfrm rot="-5400000">
                <a:off x="432" y="768"/>
                <a:ext cx="1128" cy="1128"/>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3" name="Text Box 9"/>
              <p:cNvSpPr txBox="1">
                <a:spLocks noChangeArrowheads="1"/>
              </p:cNvSpPr>
              <p:nvPr/>
            </p:nvSpPr>
            <p:spPr bwMode="auto">
              <a:xfrm>
                <a:off x="720" y="1113"/>
                <a:ext cx="2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en-US" altLang="zh-CN" sz="2400">
                    <a:latin typeface="Times New Roman" pitchFamily="18" charset="0"/>
                  </a:rPr>
                  <a:t>S</a:t>
                </a:r>
              </a:p>
            </p:txBody>
          </p:sp>
          <p:sp>
            <p:nvSpPr>
              <p:cNvPr id="36874" name="Rectangle 10"/>
              <p:cNvSpPr>
                <a:spLocks noChangeArrowheads="1"/>
              </p:cNvSpPr>
              <p:nvPr/>
            </p:nvSpPr>
            <p:spPr bwMode="auto">
              <a:xfrm>
                <a:off x="1663" y="1248"/>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Q</a:t>
                </a:r>
              </a:p>
            </p:txBody>
          </p:sp>
          <p:sp>
            <p:nvSpPr>
              <p:cNvPr id="36875" name="Rectangle 11"/>
              <p:cNvSpPr>
                <a:spLocks noChangeArrowheads="1"/>
              </p:cNvSpPr>
              <p:nvPr/>
            </p:nvSpPr>
            <p:spPr bwMode="auto">
              <a:xfrm>
                <a:off x="1007" y="1968"/>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P</a:t>
                </a:r>
              </a:p>
            </p:txBody>
          </p:sp>
          <p:sp>
            <p:nvSpPr>
              <p:cNvPr id="36876" name="Rectangle 12"/>
              <p:cNvSpPr>
                <a:spLocks noChangeArrowheads="1"/>
              </p:cNvSpPr>
              <p:nvPr/>
            </p:nvSpPr>
            <p:spPr bwMode="auto">
              <a:xfrm>
                <a:off x="864" y="1488"/>
                <a:ext cx="2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kumimoji="1" lang="en-US" altLang="zh-CN" sz="2400" dirty="0">
                    <a:latin typeface="Times New Roman" pitchFamily="18" charset="0"/>
                    <a:sym typeface="Symbol" pitchFamily="18" charset="2"/>
                  </a:rPr>
                  <a:t></a:t>
                </a:r>
                <a:endParaRPr kumimoji="1" lang="en-US" altLang="zh-CN" sz="2400" dirty="0">
                  <a:latin typeface="Times New Roman" pitchFamily="18" charset="0"/>
                </a:endParaRPr>
              </a:p>
            </p:txBody>
          </p:sp>
        </p:grpSp>
        <p:sp>
          <p:nvSpPr>
            <p:cNvPr id="36877" name="Freeform 13"/>
            <p:cNvSpPr>
              <a:spLocks/>
            </p:cNvSpPr>
            <p:nvPr/>
          </p:nvSpPr>
          <p:spPr bwMode="auto">
            <a:xfrm>
              <a:off x="4160" y="1632"/>
              <a:ext cx="112" cy="240"/>
            </a:xfrm>
            <a:custGeom>
              <a:avLst/>
              <a:gdLst>
                <a:gd name="T0" fmla="*/ 0 w 112"/>
                <a:gd name="T1" fmla="*/ 0 h 240"/>
                <a:gd name="T2" fmla="*/ 96 w 112"/>
                <a:gd name="T3" fmla="*/ 96 h 240"/>
                <a:gd name="T4" fmla="*/ 96 w 112"/>
                <a:gd name="T5" fmla="*/ 240 h 240"/>
              </a:gdLst>
              <a:ahLst/>
              <a:cxnLst>
                <a:cxn ang="0">
                  <a:pos x="T0" y="T1"/>
                </a:cxn>
                <a:cxn ang="0">
                  <a:pos x="T2" y="T3"/>
                </a:cxn>
                <a:cxn ang="0">
                  <a:pos x="T4" y="T5"/>
                </a:cxn>
              </a:cxnLst>
              <a:rect l="0" t="0" r="r" b="b"/>
              <a:pathLst>
                <a:path w="112" h="240">
                  <a:moveTo>
                    <a:pt x="0" y="0"/>
                  </a:moveTo>
                  <a:cubicBezTo>
                    <a:pt x="40" y="28"/>
                    <a:pt x="80" y="56"/>
                    <a:pt x="96" y="96"/>
                  </a:cubicBezTo>
                  <a:cubicBezTo>
                    <a:pt x="112" y="136"/>
                    <a:pt x="104" y="144"/>
                    <a:pt x="96" y="240"/>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6880" name="Group 16"/>
          <p:cNvGrpSpPr>
            <a:grpSpLocks/>
          </p:cNvGrpSpPr>
          <p:nvPr/>
        </p:nvGrpSpPr>
        <p:grpSpPr bwMode="auto">
          <a:xfrm>
            <a:off x="958885" y="3001964"/>
            <a:ext cx="2362201" cy="2366964"/>
            <a:chOff x="432" y="768"/>
            <a:chExt cx="1488" cy="1491"/>
          </a:xfrm>
        </p:grpSpPr>
        <p:sp>
          <p:nvSpPr>
            <p:cNvPr id="36881" name="AutoShape 17"/>
            <p:cNvSpPr>
              <a:spLocks noChangeArrowheads="1"/>
            </p:cNvSpPr>
            <p:nvPr/>
          </p:nvSpPr>
          <p:spPr bwMode="auto">
            <a:xfrm rot="-5400000">
              <a:off x="432" y="768"/>
              <a:ext cx="1128" cy="1128"/>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2" name="Text Box 18"/>
            <p:cNvSpPr txBox="1">
              <a:spLocks noChangeArrowheads="1"/>
            </p:cNvSpPr>
            <p:nvPr/>
          </p:nvSpPr>
          <p:spPr bwMode="auto">
            <a:xfrm>
              <a:off x="612" y="1113"/>
              <a:ext cx="3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spcBef>
                  <a:spcPct val="50000"/>
                </a:spcBef>
              </a:pPr>
              <a:r>
                <a:rPr kumimoji="1" lang="en-US" altLang="zh-CN" sz="2400" dirty="0">
                  <a:latin typeface="Times New Roman" pitchFamily="18" charset="0"/>
                </a:rPr>
                <a:t>|Z|</a:t>
              </a:r>
            </a:p>
          </p:txBody>
        </p:sp>
        <p:sp>
          <p:nvSpPr>
            <p:cNvPr id="36883" name="Rectangle 19"/>
            <p:cNvSpPr>
              <a:spLocks noChangeArrowheads="1"/>
            </p:cNvSpPr>
            <p:nvPr/>
          </p:nvSpPr>
          <p:spPr bwMode="auto">
            <a:xfrm>
              <a:off x="1663" y="1248"/>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X</a:t>
              </a:r>
            </a:p>
          </p:txBody>
        </p:sp>
        <p:sp>
          <p:nvSpPr>
            <p:cNvPr id="36884" name="Rectangle 20"/>
            <p:cNvSpPr>
              <a:spLocks noChangeArrowheads="1"/>
            </p:cNvSpPr>
            <p:nvPr/>
          </p:nvSpPr>
          <p:spPr bwMode="auto">
            <a:xfrm>
              <a:off x="997" y="1968"/>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a:latin typeface="Times New Roman" pitchFamily="18" charset="0"/>
                </a:rPr>
                <a:t>R</a:t>
              </a:r>
            </a:p>
          </p:txBody>
        </p:sp>
        <p:sp>
          <p:nvSpPr>
            <p:cNvPr id="36885" name="Rectangle 21"/>
            <p:cNvSpPr>
              <a:spLocks noChangeArrowheads="1"/>
            </p:cNvSpPr>
            <p:nvPr/>
          </p:nvSpPr>
          <p:spPr bwMode="auto">
            <a:xfrm>
              <a:off x="864" y="1488"/>
              <a:ext cx="2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kumimoji="1" lang="en-US" altLang="zh-CN" sz="2400" dirty="0">
                  <a:latin typeface="Times New Roman" pitchFamily="18" charset="0"/>
                  <a:sym typeface="Symbol" pitchFamily="18" charset="2"/>
                </a:rPr>
                <a:t></a:t>
              </a:r>
              <a:endParaRPr kumimoji="1" lang="en-US" altLang="zh-CN" sz="2400" dirty="0">
                <a:latin typeface="Times New Roman" pitchFamily="18" charset="0"/>
              </a:endParaRPr>
            </a:p>
          </p:txBody>
        </p:sp>
      </p:grpSp>
      <p:graphicFrame>
        <p:nvGraphicFramePr>
          <p:cNvPr id="36887" name="Object 23"/>
          <p:cNvGraphicFramePr>
            <a:graphicFrameLocks noChangeAspect="1"/>
          </p:cNvGraphicFramePr>
          <p:nvPr>
            <p:extLst>
              <p:ext uri="{D42A27DB-BD31-4B8C-83A1-F6EECF244321}">
                <p14:modId xmlns:p14="http://schemas.microsoft.com/office/powerpoint/2010/main" val="1366936296"/>
              </p:ext>
            </p:extLst>
          </p:nvPr>
        </p:nvGraphicFramePr>
        <p:xfrm>
          <a:off x="114301" y="1864859"/>
          <a:ext cx="2800350" cy="608012"/>
        </p:xfrm>
        <a:graphic>
          <a:graphicData uri="http://schemas.openxmlformats.org/presentationml/2006/ole">
            <mc:AlternateContent xmlns:mc="http://schemas.openxmlformats.org/markup-compatibility/2006">
              <mc:Choice xmlns:v="urn:schemas-microsoft-com:vml" Requires="v">
                <p:oleObj spid="_x0000_s27770" name="Equation" r:id="rId3" imgW="876240" imgH="190440" progId="Equation.DSMT4">
                  <p:embed/>
                </p:oleObj>
              </mc:Choice>
              <mc:Fallback>
                <p:oleObj name="Equation" r:id="rId3" imgW="876240" imgH="190440" progId="Equation.DSMT4">
                  <p:embed/>
                  <p:pic>
                    <p:nvPicPr>
                      <p:cNvPr id="0" name=""/>
                      <p:cNvPicPr>
                        <a:picLocks noChangeAspect="1" noChangeArrowheads="1"/>
                      </p:cNvPicPr>
                      <p:nvPr/>
                    </p:nvPicPr>
                    <p:blipFill>
                      <a:blip r:embed="rId4"/>
                      <a:srcRect/>
                      <a:stretch>
                        <a:fillRect/>
                      </a:stretch>
                    </p:blipFill>
                    <p:spPr bwMode="auto">
                      <a:xfrm>
                        <a:off x="114301" y="1864859"/>
                        <a:ext cx="2800350" cy="608012"/>
                      </a:xfrm>
                      <a:prstGeom prst="rect">
                        <a:avLst/>
                      </a:prstGeom>
                      <a:noFill/>
                      <a:ln w="9525">
                        <a:solidFill>
                          <a:srgbClr val="FF3300"/>
                        </a:solidFill>
                        <a:miter lim="800000"/>
                        <a:headEnd/>
                        <a:tailEnd/>
                      </a:ln>
                      <a:effectLst/>
                    </p:spPr>
                  </p:pic>
                </p:oleObj>
              </mc:Fallback>
            </mc:AlternateContent>
          </a:graphicData>
        </a:graphic>
      </p:graphicFrame>
      <p:graphicFrame>
        <p:nvGraphicFramePr>
          <p:cNvPr id="36888" name="Object 24"/>
          <p:cNvGraphicFramePr>
            <a:graphicFrameLocks noChangeAspect="1"/>
          </p:cNvGraphicFramePr>
          <p:nvPr>
            <p:extLst>
              <p:ext uri="{D42A27DB-BD31-4B8C-83A1-F6EECF244321}">
                <p14:modId xmlns:p14="http://schemas.microsoft.com/office/powerpoint/2010/main" val="1177730654"/>
              </p:ext>
            </p:extLst>
          </p:nvPr>
        </p:nvGraphicFramePr>
        <p:xfrm>
          <a:off x="4152906" y="1817072"/>
          <a:ext cx="4984625" cy="533583"/>
        </p:xfrm>
        <a:graphic>
          <a:graphicData uri="http://schemas.openxmlformats.org/presentationml/2006/ole">
            <mc:AlternateContent xmlns:mc="http://schemas.openxmlformats.org/markup-compatibility/2006">
              <mc:Choice xmlns:v="urn:schemas-microsoft-com:vml" Requires="v">
                <p:oleObj spid="_x0000_s27771" name="Equation" r:id="rId5" imgW="2489040" imgH="266400" progId="Equation.DSMT4">
                  <p:embed/>
                </p:oleObj>
              </mc:Choice>
              <mc:Fallback>
                <p:oleObj name="Equation" r:id="rId5" imgW="2489040" imgH="266400" progId="Equation.DSMT4">
                  <p:embed/>
                  <p:pic>
                    <p:nvPicPr>
                      <p:cNvPr id="0" name=""/>
                      <p:cNvPicPr>
                        <a:picLocks noChangeAspect="1" noChangeArrowheads="1"/>
                      </p:cNvPicPr>
                      <p:nvPr/>
                    </p:nvPicPr>
                    <p:blipFill>
                      <a:blip r:embed="rId6"/>
                      <a:srcRect/>
                      <a:stretch>
                        <a:fillRect/>
                      </a:stretch>
                    </p:blipFill>
                    <p:spPr bwMode="auto">
                      <a:xfrm>
                        <a:off x="4152906" y="1817072"/>
                        <a:ext cx="4984625" cy="533583"/>
                      </a:xfrm>
                      <a:prstGeom prst="rect">
                        <a:avLst/>
                      </a:prstGeom>
                      <a:noFill/>
                      <a:ln w="9525">
                        <a:solidFill>
                          <a:srgbClr val="FF3300"/>
                        </a:solidFill>
                        <a:miter lim="800000"/>
                        <a:headEnd/>
                        <a:tailEnd/>
                      </a:ln>
                      <a:effectLst/>
                    </p:spPr>
                  </p:pic>
                </p:oleObj>
              </mc:Fallback>
            </mc:AlternateContent>
          </a:graphicData>
        </a:graphic>
      </p:graphicFrame>
      <p:grpSp>
        <p:nvGrpSpPr>
          <p:cNvPr id="36889" name="Group 25"/>
          <p:cNvGrpSpPr>
            <a:grpSpLocks/>
          </p:cNvGrpSpPr>
          <p:nvPr/>
        </p:nvGrpSpPr>
        <p:grpSpPr bwMode="auto">
          <a:xfrm>
            <a:off x="3035302" y="1355293"/>
            <a:ext cx="990600" cy="1019175"/>
            <a:chOff x="1680" y="528"/>
            <a:chExt cx="624" cy="642"/>
          </a:xfrm>
        </p:grpSpPr>
        <p:sp>
          <p:nvSpPr>
            <p:cNvPr id="36890" name="Text Box 26"/>
            <p:cNvSpPr txBox="1">
              <a:spLocks noChangeArrowheads="1"/>
            </p:cNvSpPr>
            <p:nvPr/>
          </p:nvSpPr>
          <p:spPr bwMode="auto">
            <a:xfrm>
              <a:off x="1680" y="528"/>
              <a:ext cx="5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400" b="1" dirty="0">
                  <a:latin typeface="Times New Roman" pitchFamily="18" charset="0"/>
                </a:rPr>
                <a:t>×</a:t>
              </a:r>
            </a:p>
          </p:txBody>
        </p:sp>
        <p:sp>
          <p:nvSpPr>
            <p:cNvPr id="36891" name="AutoShape 27"/>
            <p:cNvSpPr>
              <a:spLocks noChangeArrowheads="1"/>
            </p:cNvSpPr>
            <p:nvPr/>
          </p:nvSpPr>
          <p:spPr bwMode="auto">
            <a:xfrm>
              <a:off x="1689" y="864"/>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6892" name="Group 28"/>
          <p:cNvGrpSpPr>
            <a:grpSpLocks/>
          </p:cNvGrpSpPr>
          <p:nvPr/>
        </p:nvGrpSpPr>
        <p:grpSpPr bwMode="auto">
          <a:xfrm>
            <a:off x="3833588" y="3242906"/>
            <a:ext cx="990600" cy="1019175"/>
            <a:chOff x="1680" y="528"/>
            <a:chExt cx="624" cy="642"/>
          </a:xfrm>
        </p:grpSpPr>
        <p:sp>
          <p:nvSpPr>
            <p:cNvPr id="36893" name="Text Box 29"/>
            <p:cNvSpPr txBox="1">
              <a:spLocks noChangeArrowheads="1"/>
            </p:cNvSpPr>
            <p:nvPr/>
          </p:nvSpPr>
          <p:spPr bwMode="auto">
            <a:xfrm>
              <a:off x="1680" y="528"/>
              <a:ext cx="5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400" b="1" dirty="0">
                  <a:latin typeface="Times New Roman" pitchFamily="18" charset="0"/>
                </a:rPr>
                <a:t>×</a:t>
              </a:r>
            </a:p>
          </p:txBody>
        </p:sp>
        <p:sp>
          <p:nvSpPr>
            <p:cNvPr id="36894" name="AutoShape 30"/>
            <p:cNvSpPr>
              <a:spLocks noChangeArrowheads="1"/>
            </p:cNvSpPr>
            <p:nvPr/>
          </p:nvSpPr>
          <p:spPr bwMode="auto">
            <a:xfrm>
              <a:off x="1689" y="864"/>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9" name="Freeform 13"/>
          <p:cNvSpPr>
            <a:spLocks/>
          </p:cNvSpPr>
          <p:nvPr/>
        </p:nvSpPr>
        <p:spPr bwMode="auto">
          <a:xfrm>
            <a:off x="1378536" y="4427312"/>
            <a:ext cx="177800" cy="381000"/>
          </a:xfrm>
          <a:custGeom>
            <a:avLst/>
            <a:gdLst>
              <a:gd name="T0" fmla="*/ 0 w 112"/>
              <a:gd name="T1" fmla="*/ 0 h 240"/>
              <a:gd name="T2" fmla="*/ 96 w 112"/>
              <a:gd name="T3" fmla="*/ 96 h 240"/>
              <a:gd name="T4" fmla="*/ 96 w 112"/>
              <a:gd name="T5" fmla="*/ 240 h 240"/>
            </a:gdLst>
            <a:ahLst/>
            <a:cxnLst>
              <a:cxn ang="0">
                <a:pos x="T0" y="T1"/>
              </a:cxn>
              <a:cxn ang="0">
                <a:pos x="T2" y="T3"/>
              </a:cxn>
              <a:cxn ang="0">
                <a:pos x="T4" y="T5"/>
              </a:cxn>
            </a:cxnLst>
            <a:rect l="0" t="0" r="r" b="b"/>
            <a:pathLst>
              <a:path w="112" h="240">
                <a:moveTo>
                  <a:pt x="0" y="0"/>
                </a:moveTo>
                <a:cubicBezTo>
                  <a:pt x="40" y="28"/>
                  <a:pt x="80" y="56"/>
                  <a:pt x="96" y="96"/>
                </a:cubicBezTo>
                <a:cubicBezTo>
                  <a:pt x="112" y="136"/>
                  <a:pt x="104" y="144"/>
                  <a:pt x="96" y="240"/>
                </a:cubicBez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548257591"/>
              </p:ext>
            </p:extLst>
          </p:nvPr>
        </p:nvGraphicFramePr>
        <p:xfrm>
          <a:off x="3531234" y="1263867"/>
          <a:ext cx="604771" cy="574532"/>
        </p:xfrm>
        <a:graphic>
          <a:graphicData uri="http://schemas.openxmlformats.org/presentationml/2006/ole">
            <mc:AlternateContent xmlns:mc="http://schemas.openxmlformats.org/markup-compatibility/2006">
              <mc:Choice xmlns:v="urn:schemas-microsoft-com:vml" Requires="v">
                <p:oleObj spid="_x0000_s27772" name="Equation" r:id="rId7" imgW="253800" imgH="241200" progId="Equation.DSMT4">
                  <p:embed/>
                </p:oleObj>
              </mc:Choice>
              <mc:Fallback>
                <p:oleObj name="Equation" r:id="rId7" imgW="253800" imgH="241200" progId="Equation.DSMT4">
                  <p:embed/>
                  <p:pic>
                    <p:nvPicPr>
                      <p:cNvPr id="0" name=""/>
                      <p:cNvPicPr/>
                      <p:nvPr/>
                    </p:nvPicPr>
                    <p:blipFill>
                      <a:blip r:embed="rId8"/>
                      <a:stretch>
                        <a:fillRect/>
                      </a:stretch>
                    </p:blipFill>
                    <p:spPr>
                      <a:xfrm>
                        <a:off x="3531234" y="1263867"/>
                        <a:ext cx="604771" cy="57453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4173100"/>
              </p:ext>
            </p:extLst>
          </p:nvPr>
        </p:nvGraphicFramePr>
        <p:xfrm>
          <a:off x="4220939" y="3184145"/>
          <a:ext cx="603250" cy="574675"/>
        </p:xfrm>
        <a:graphic>
          <a:graphicData uri="http://schemas.openxmlformats.org/presentationml/2006/ole">
            <mc:AlternateContent xmlns:mc="http://schemas.openxmlformats.org/markup-compatibility/2006">
              <mc:Choice xmlns:v="urn:schemas-microsoft-com:vml" Requires="v">
                <p:oleObj spid="_x0000_s27773" name="Equation" r:id="rId9" imgW="253800" imgH="241200" progId="Equation.DSMT4">
                  <p:embed/>
                </p:oleObj>
              </mc:Choice>
              <mc:Fallback>
                <p:oleObj name="Equation" r:id="rId9" imgW="253800" imgH="241200" progId="Equation.DSMT4">
                  <p:embed/>
                  <p:pic>
                    <p:nvPicPr>
                      <p:cNvPr id="0"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0939" y="3184145"/>
                        <a:ext cx="6032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19"/>
          <p:cNvSpPr txBox="1">
            <a:spLocks noChangeArrowheads="1"/>
          </p:cNvSpPr>
          <p:nvPr/>
        </p:nvSpPr>
        <p:spPr bwMode="auto">
          <a:xfrm>
            <a:off x="5560593" y="5402059"/>
            <a:ext cx="2133600" cy="276999"/>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gn="ctr">
              <a:spcBef>
                <a:spcPct val="50000"/>
              </a:spcBef>
            </a:pPr>
            <a:r>
              <a:rPr lang="en-US" altLang="zh-CN" b="1" u="sng" dirty="0">
                <a:solidFill>
                  <a:srgbClr val="FF0000"/>
                </a:solidFill>
                <a:ea typeface="宋体" pitchFamily="2" charset="-122"/>
              </a:rPr>
              <a:t>Power Triangle</a:t>
            </a:r>
          </a:p>
        </p:txBody>
      </p:sp>
      <p:sp>
        <p:nvSpPr>
          <p:cNvPr id="35" name="Text Box 20"/>
          <p:cNvSpPr txBox="1">
            <a:spLocks noChangeArrowheads="1"/>
          </p:cNvSpPr>
          <p:nvPr/>
        </p:nvSpPr>
        <p:spPr bwMode="auto">
          <a:xfrm>
            <a:off x="539751" y="5382783"/>
            <a:ext cx="2667000" cy="276999"/>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gn="ctr">
              <a:spcBef>
                <a:spcPct val="50000"/>
              </a:spcBef>
            </a:pPr>
            <a:r>
              <a:rPr lang="en-US" altLang="zh-CN" b="1" u="sng" dirty="0">
                <a:solidFill>
                  <a:srgbClr val="FF0000"/>
                </a:solidFill>
                <a:ea typeface="宋体" pitchFamily="2" charset="-122"/>
              </a:rPr>
              <a:t>Impedance Triangle</a:t>
            </a:r>
          </a:p>
        </p:txBody>
      </p:sp>
    </p:spTree>
    <p:extLst>
      <p:ext uri="{BB962C8B-B14F-4D97-AF65-F5344CB8AC3E}">
        <p14:creationId xmlns:p14="http://schemas.microsoft.com/office/powerpoint/2010/main" val="12124311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887"/>
                                        </p:tgtEl>
                                        <p:attrNameLst>
                                          <p:attrName>style.visibility</p:attrName>
                                        </p:attrNameLst>
                                      </p:cBhvr>
                                      <p:to>
                                        <p:strVal val="visible"/>
                                      </p:to>
                                    </p:set>
                                    <p:anim calcmode="lin" valueType="num">
                                      <p:cBhvr additive="base">
                                        <p:cTn id="7" dur="500" fill="hold"/>
                                        <p:tgtEl>
                                          <p:spTgt spid="36887"/>
                                        </p:tgtEl>
                                        <p:attrNameLst>
                                          <p:attrName>ppt_x</p:attrName>
                                        </p:attrNameLst>
                                      </p:cBhvr>
                                      <p:tavLst>
                                        <p:tav tm="0">
                                          <p:val>
                                            <p:strVal val="0-#ppt_w/2"/>
                                          </p:val>
                                        </p:tav>
                                        <p:tav tm="100000">
                                          <p:val>
                                            <p:strVal val="#ppt_x"/>
                                          </p:val>
                                        </p:tav>
                                      </p:tavLst>
                                    </p:anim>
                                    <p:anim calcmode="lin" valueType="num">
                                      <p:cBhvr additive="base">
                                        <p:cTn id="8" dur="500" fill="hold"/>
                                        <p:tgtEl>
                                          <p:spTgt spid="368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36889"/>
                                        </p:tgtEl>
                                        <p:attrNameLst>
                                          <p:attrName>style.visibility</p:attrName>
                                        </p:attrNameLst>
                                      </p:cBhvr>
                                      <p:to>
                                        <p:strVal val="visible"/>
                                      </p:to>
                                    </p:set>
                                    <p:animEffect transition="in" filter="dissolve">
                                      <p:cBhvr>
                                        <p:cTn id="13" dur="500"/>
                                        <p:tgtEl>
                                          <p:spTgt spid="36889"/>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nodeType="clickEffect">
                                  <p:stCondLst>
                                    <p:cond delay="0"/>
                                  </p:stCondLst>
                                  <p:childTnLst>
                                    <p:set>
                                      <p:cBhvr>
                                        <p:cTn id="20" dur="1" fill="hold">
                                          <p:stCondLst>
                                            <p:cond delay="0"/>
                                          </p:stCondLst>
                                        </p:cTn>
                                        <p:tgtEl>
                                          <p:spTgt spid="36888"/>
                                        </p:tgtEl>
                                        <p:attrNameLst>
                                          <p:attrName>style.visibility</p:attrName>
                                        </p:attrNameLst>
                                      </p:cBhvr>
                                      <p:to>
                                        <p:strVal val="visible"/>
                                      </p:to>
                                    </p:set>
                                    <p:animEffect transition="in" filter="slide(fromRight)">
                                      <p:cBhvr>
                                        <p:cTn id="21" dur="500"/>
                                        <p:tgtEl>
                                          <p:spTgt spid="3688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6892"/>
                                        </p:tgtEl>
                                        <p:attrNameLst>
                                          <p:attrName>style.visibility</p:attrName>
                                        </p:attrNameLst>
                                      </p:cBhvr>
                                      <p:to>
                                        <p:strVal val="visible"/>
                                      </p:to>
                                    </p:set>
                                    <p:animEffect transition="in" filter="dissolve">
                                      <p:cBhvr>
                                        <p:cTn id="26" dur="500"/>
                                        <p:tgtEl>
                                          <p:spTgt spid="36892"/>
                                        </p:tgtEl>
                                      </p:cBhvr>
                                    </p:animEffect>
                                  </p:childTnLst>
                                </p:cTn>
                              </p:par>
                              <p:par>
                                <p:cTn id="27" presetID="14" presetClass="entr" presetSubtype="1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randombar(horizontal)">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8667" name="Group 59"/>
          <p:cNvGrpSpPr>
            <a:grpSpLocks/>
          </p:cNvGrpSpPr>
          <p:nvPr/>
        </p:nvGrpSpPr>
        <p:grpSpPr bwMode="auto">
          <a:xfrm>
            <a:off x="1539208" y="1231264"/>
            <a:ext cx="5748337" cy="4440237"/>
            <a:chOff x="907" y="323"/>
            <a:chExt cx="3936" cy="3334"/>
          </a:xfrm>
        </p:grpSpPr>
        <p:sp>
          <p:nvSpPr>
            <p:cNvPr id="68613" name="Freeform 5"/>
            <p:cNvSpPr>
              <a:spLocks/>
            </p:cNvSpPr>
            <p:nvPr/>
          </p:nvSpPr>
          <p:spPr bwMode="auto">
            <a:xfrm>
              <a:off x="1662" y="1984"/>
              <a:ext cx="68" cy="190"/>
            </a:xfrm>
            <a:custGeom>
              <a:avLst/>
              <a:gdLst>
                <a:gd name="T0" fmla="*/ 78 w 78"/>
                <a:gd name="T1" fmla="*/ 197 h 197"/>
                <a:gd name="T2" fmla="*/ 72 w 78"/>
                <a:gd name="T3" fmla="*/ 144 h 197"/>
                <a:gd name="T4" fmla="*/ 60 w 78"/>
                <a:gd name="T5" fmla="*/ 90 h 197"/>
                <a:gd name="T6" fmla="*/ 36 w 78"/>
                <a:gd name="T7" fmla="*/ 42 h 197"/>
                <a:gd name="T8" fmla="*/ 0 w 78"/>
                <a:gd name="T9" fmla="*/ 0 h 197"/>
                <a:gd name="T10" fmla="*/ 0 w 78"/>
                <a:gd name="T11" fmla="*/ 0 h 197"/>
                <a:gd name="T12" fmla="*/ 36 w 78"/>
                <a:gd name="T13" fmla="*/ 42 h 197"/>
                <a:gd name="T14" fmla="*/ 60 w 78"/>
                <a:gd name="T15" fmla="*/ 90 h 197"/>
                <a:gd name="T16" fmla="*/ 72 w 78"/>
                <a:gd name="T17" fmla="*/ 144 h 197"/>
                <a:gd name="T18" fmla="*/ 78 w 78"/>
                <a:gd name="T19" fmla="*/ 197 h 197"/>
                <a:gd name="T20" fmla="*/ 78 w 78"/>
                <a:gd name="T2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197">
                  <a:moveTo>
                    <a:pt x="78" y="197"/>
                  </a:moveTo>
                  <a:lnTo>
                    <a:pt x="72" y="144"/>
                  </a:lnTo>
                  <a:lnTo>
                    <a:pt x="60" y="90"/>
                  </a:lnTo>
                  <a:lnTo>
                    <a:pt x="36" y="42"/>
                  </a:lnTo>
                  <a:lnTo>
                    <a:pt x="0" y="0"/>
                  </a:lnTo>
                  <a:lnTo>
                    <a:pt x="0" y="0"/>
                  </a:lnTo>
                  <a:lnTo>
                    <a:pt x="36" y="42"/>
                  </a:lnTo>
                  <a:lnTo>
                    <a:pt x="60" y="90"/>
                  </a:lnTo>
                  <a:lnTo>
                    <a:pt x="72" y="144"/>
                  </a:lnTo>
                  <a:lnTo>
                    <a:pt x="78" y="197"/>
                  </a:lnTo>
                  <a:lnTo>
                    <a:pt x="78" y="197"/>
                  </a:lnTo>
                  <a:close/>
                </a:path>
              </a:pathLst>
            </a:custGeom>
            <a:solidFill>
              <a:srgbClr val="000000"/>
            </a:solidFill>
            <a:ln w="9525">
              <a:solidFill>
                <a:schemeClr val="tx1"/>
              </a:solidFill>
              <a:round/>
              <a:headEnd/>
              <a:tailEnd/>
            </a:ln>
          </p:spPr>
          <p:txBody>
            <a:bodyPr/>
            <a:lstStyle/>
            <a:p>
              <a:endParaRPr lang="zh-CN" altLang="en-US"/>
            </a:p>
          </p:txBody>
        </p:sp>
        <p:sp>
          <p:nvSpPr>
            <p:cNvPr id="68614" name="Freeform 6"/>
            <p:cNvSpPr>
              <a:spLocks/>
            </p:cNvSpPr>
            <p:nvPr/>
          </p:nvSpPr>
          <p:spPr bwMode="auto">
            <a:xfrm>
              <a:off x="1610" y="1915"/>
              <a:ext cx="88" cy="97"/>
            </a:xfrm>
            <a:custGeom>
              <a:avLst/>
              <a:gdLst>
                <a:gd name="T0" fmla="*/ 101 w 101"/>
                <a:gd name="T1" fmla="*/ 71 h 101"/>
                <a:gd name="T2" fmla="*/ 0 w 101"/>
                <a:gd name="T3" fmla="*/ 0 h 101"/>
                <a:gd name="T4" fmla="*/ 47 w 101"/>
                <a:gd name="T5" fmla="*/ 101 h 101"/>
                <a:gd name="T6" fmla="*/ 101 w 101"/>
                <a:gd name="T7" fmla="*/ 71 h 101"/>
                <a:gd name="T8" fmla="*/ 101 w 101"/>
                <a:gd name="T9" fmla="*/ 71 h 101"/>
              </a:gdLst>
              <a:ahLst/>
              <a:cxnLst>
                <a:cxn ang="0">
                  <a:pos x="T0" y="T1"/>
                </a:cxn>
                <a:cxn ang="0">
                  <a:pos x="T2" y="T3"/>
                </a:cxn>
                <a:cxn ang="0">
                  <a:pos x="T4" y="T5"/>
                </a:cxn>
                <a:cxn ang="0">
                  <a:pos x="T6" y="T7"/>
                </a:cxn>
                <a:cxn ang="0">
                  <a:pos x="T8" y="T9"/>
                </a:cxn>
              </a:cxnLst>
              <a:rect l="0" t="0" r="r" b="b"/>
              <a:pathLst>
                <a:path w="101" h="101">
                  <a:moveTo>
                    <a:pt x="101" y="71"/>
                  </a:moveTo>
                  <a:lnTo>
                    <a:pt x="0" y="0"/>
                  </a:lnTo>
                  <a:lnTo>
                    <a:pt x="47" y="101"/>
                  </a:lnTo>
                  <a:lnTo>
                    <a:pt x="101" y="71"/>
                  </a:lnTo>
                  <a:lnTo>
                    <a:pt x="101" y="71"/>
                  </a:lnTo>
                  <a:close/>
                </a:path>
              </a:pathLst>
            </a:custGeom>
            <a:solidFill>
              <a:srgbClr val="000000"/>
            </a:solidFill>
            <a:ln w="9525">
              <a:solidFill>
                <a:schemeClr val="tx1"/>
              </a:solidFill>
              <a:round/>
              <a:headEnd/>
              <a:tailEnd/>
            </a:ln>
          </p:spPr>
          <p:txBody>
            <a:bodyPr/>
            <a:lstStyle/>
            <a:p>
              <a:endParaRPr lang="zh-CN" altLang="en-US"/>
            </a:p>
          </p:txBody>
        </p:sp>
        <p:sp>
          <p:nvSpPr>
            <p:cNvPr id="68615" name="Freeform 7"/>
            <p:cNvSpPr>
              <a:spLocks/>
            </p:cNvSpPr>
            <p:nvPr/>
          </p:nvSpPr>
          <p:spPr bwMode="auto">
            <a:xfrm>
              <a:off x="1282" y="414"/>
              <a:ext cx="1" cy="1766"/>
            </a:xfrm>
            <a:custGeom>
              <a:avLst/>
              <a:gdLst>
                <a:gd name="T0" fmla="*/ 0 h 1827"/>
                <a:gd name="T1" fmla="*/ 1827 h 1827"/>
                <a:gd name="T2" fmla="*/ 0 h 1827"/>
                <a:gd name="T3" fmla="*/ 0 h 1827"/>
              </a:gdLst>
              <a:ahLst/>
              <a:cxnLst>
                <a:cxn ang="0">
                  <a:pos x="0" y="T0"/>
                </a:cxn>
                <a:cxn ang="0">
                  <a:pos x="0" y="T1"/>
                </a:cxn>
                <a:cxn ang="0">
                  <a:pos x="0" y="T2"/>
                </a:cxn>
                <a:cxn ang="0">
                  <a:pos x="0" y="T3"/>
                </a:cxn>
              </a:cxnLst>
              <a:rect l="0" t="0" r="r" b="b"/>
              <a:pathLst>
                <a:path h="1827">
                  <a:moveTo>
                    <a:pt x="0" y="0"/>
                  </a:moveTo>
                  <a:lnTo>
                    <a:pt x="0" y="1827"/>
                  </a:lnTo>
                  <a:lnTo>
                    <a:pt x="0" y="0"/>
                  </a:ln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68616" name="Freeform 8"/>
            <p:cNvSpPr>
              <a:spLocks/>
            </p:cNvSpPr>
            <p:nvPr/>
          </p:nvSpPr>
          <p:spPr bwMode="auto">
            <a:xfrm>
              <a:off x="1225" y="329"/>
              <a:ext cx="114" cy="120"/>
            </a:xfrm>
            <a:custGeom>
              <a:avLst/>
              <a:gdLst>
                <a:gd name="T0" fmla="*/ 66 w 131"/>
                <a:gd name="T1" fmla="*/ 0 h 125"/>
                <a:gd name="T2" fmla="*/ 131 w 131"/>
                <a:gd name="T3" fmla="*/ 125 h 125"/>
                <a:gd name="T4" fmla="*/ 66 w 131"/>
                <a:gd name="T5" fmla="*/ 95 h 125"/>
                <a:gd name="T6" fmla="*/ 0 w 131"/>
                <a:gd name="T7" fmla="*/ 125 h 125"/>
                <a:gd name="T8" fmla="*/ 66 w 131"/>
                <a:gd name="T9" fmla="*/ 0 h 125"/>
                <a:gd name="T10" fmla="*/ 66 w 131"/>
                <a:gd name="T11" fmla="*/ 0 h 125"/>
              </a:gdLst>
              <a:ahLst/>
              <a:cxnLst>
                <a:cxn ang="0">
                  <a:pos x="T0" y="T1"/>
                </a:cxn>
                <a:cxn ang="0">
                  <a:pos x="T2" y="T3"/>
                </a:cxn>
                <a:cxn ang="0">
                  <a:pos x="T4" y="T5"/>
                </a:cxn>
                <a:cxn ang="0">
                  <a:pos x="T6" y="T7"/>
                </a:cxn>
                <a:cxn ang="0">
                  <a:pos x="T8" y="T9"/>
                </a:cxn>
                <a:cxn ang="0">
                  <a:pos x="T10" y="T11"/>
                </a:cxn>
              </a:cxnLst>
              <a:rect l="0" t="0" r="r" b="b"/>
              <a:pathLst>
                <a:path w="131" h="125">
                  <a:moveTo>
                    <a:pt x="66" y="0"/>
                  </a:moveTo>
                  <a:lnTo>
                    <a:pt x="131" y="125"/>
                  </a:lnTo>
                  <a:lnTo>
                    <a:pt x="66" y="95"/>
                  </a:lnTo>
                  <a:lnTo>
                    <a:pt x="0" y="125"/>
                  </a:lnTo>
                  <a:lnTo>
                    <a:pt x="66" y="0"/>
                  </a:lnTo>
                  <a:lnTo>
                    <a:pt x="66" y="0"/>
                  </a:lnTo>
                  <a:close/>
                </a:path>
              </a:pathLst>
            </a:custGeom>
            <a:solidFill>
              <a:srgbClr val="000000"/>
            </a:solidFill>
            <a:ln w="9525">
              <a:solidFill>
                <a:schemeClr val="tx1"/>
              </a:solidFill>
              <a:round/>
              <a:headEnd/>
              <a:tailEnd/>
            </a:ln>
          </p:spPr>
          <p:txBody>
            <a:bodyPr/>
            <a:lstStyle/>
            <a:p>
              <a:endParaRPr lang="zh-CN" altLang="en-US"/>
            </a:p>
          </p:txBody>
        </p:sp>
        <p:sp>
          <p:nvSpPr>
            <p:cNvPr id="68617" name="Freeform 9"/>
            <p:cNvSpPr>
              <a:spLocks/>
            </p:cNvSpPr>
            <p:nvPr/>
          </p:nvSpPr>
          <p:spPr bwMode="auto">
            <a:xfrm>
              <a:off x="1282" y="2174"/>
              <a:ext cx="3353" cy="1"/>
            </a:xfrm>
            <a:custGeom>
              <a:avLst/>
              <a:gdLst>
                <a:gd name="T0" fmla="*/ 3852 w 3852"/>
                <a:gd name="T1" fmla="*/ 0 w 3852"/>
                <a:gd name="T2" fmla="*/ 3852 w 3852"/>
                <a:gd name="T3" fmla="*/ 3852 w 3852"/>
              </a:gdLst>
              <a:ahLst/>
              <a:cxnLst>
                <a:cxn ang="0">
                  <a:pos x="T0" y="0"/>
                </a:cxn>
                <a:cxn ang="0">
                  <a:pos x="T1" y="0"/>
                </a:cxn>
                <a:cxn ang="0">
                  <a:pos x="T2" y="0"/>
                </a:cxn>
                <a:cxn ang="0">
                  <a:pos x="T3" y="0"/>
                </a:cxn>
              </a:cxnLst>
              <a:rect l="0" t="0" r="r" b="b"/>
              <a:pathLst>
                <a:path w="3852">
                  <a:moveTo>
                    <a:pt x="3852" y="0"/>
                  </a:moveTo>
                  <a:lnTo>
                    <a:pt x="0" y="0"/>
                  </a:lnTo>
                  <a:lnTo>
                    <a:pt x="3852" y="0"/>
                  </a:lnTo>
                  <a:lnTo>
                    <a:pt x="3852" y="0"/>
                  </a:lnTo>
                  <a:close/>
                </a:path>
              </a:pathLst>
            </a:custGeom>
            <a:solidFill>
              <a:srgbClr val="000000"/>
            </a:solidFill>
            <a:ln w="9525">
              <a:solidFill>
                <a:schemeClr val="tx1"/>
              </a:solidFill>
              <a:round/>
              <a:headEnd/>
              <a:tailEnd/>
            </a:ln>
          </p:spPr>
          <p:txBody>
            <a:bodyPr/>
            <a:lstStyle/>
            <a:p>
              <a:endParaRPr lang="zh-CN" altLang="en-US"/>
            </a:p>
          </p:txBody>
        </p:sp>
        <p:sp>
          <p:nvSpPr>
            <p:cNvPr id="68618" name="Freeform 10"/>
            <p:cNvSpPr>
              <a:spLocks/>
            </p:cNvSpPr>
            <p:nvPr/>
          </p:nvSpPr>
          <p:spPr bwMode="auto">
            <a:xfrm>
              <a:off x="4593" y="2129"/>
              <a:ext cx="146" cy="97"/>
            </a:xfrm>
            <a:custGeom>
              <a:avLst/>
              <a:gdLst>
                <a:gd name="T0" fmla="*/ 167 w 167"/>
                <a:gd name="T1" fmla="*/ 47 h 101"/>
                <a:gd name="T2" fmla="*/ 0 w 167"/>
                <a:gd name="T3" fmla="*/ 101 h 101"/>
                <a:gd name="T4" fmla="*/ 42 w 167"/>
                <a:gd name="T5" fmla="*/ 47 h 101"/>
                <a:gd name="T6" fmla="*/ 0 w 167"/>
                <a:gd name="T7" fmla="*/ 0 h 101"/>
                <a:gd name="T8" fmla="*/ 167 w 167"/>
                <a:gd name="T9" fmla="*/ 47 h 101"/>
                <a:gd name="T10" fmla="*/ 167 w 167"/>
                <a:gd name="T11" fmla="*/ 47 h 101"/>
              </a:gdLst>
              <a:ahLst/>
              <a:cxnLst>
                <a:cxn ang="0">
                  <a:pos x="T0" y="T1"/>
                </a:cxn>
                <a:cxn ang="0">
                  <a:pos x="T2" y="T3"/>
                </a:cxn>
                <a:cxn ang="0">
                  <a:pos x="T4" y="T5"/>
                </a:cxn>
                <a:cxn ang="0">
                  <a:pos x="T6" y="T7"/>
                </a:cxn>
                <a:cxn ang="0">
                  <a:pos x="T8" y="T9"/>
                </a:cxn>
                <a:cxn ang="0">
                  <a:pos x="T10" y="T11"/>
                </a:cxn>
              </a:cxnLst>
              <a:rect l="0" t="0" r="r" b="b"/>
              <a:pathLst>
                <a:path w="167" h="101">
                  <a:moveTo>
                    <a:pt x="167" y="47"/>
                  </a:moveTo>
                  <a:lnTo>
                    <a:pt x="0" y="101"/>
                  </a:lnTo>
                  <a:lnTo>
                    <a:pt x="42" y="47"/>
                  </a:lnTo>
                  <a:lnTo>
                    <a:pt x="0" y="0"/>
                  </a:lnTo>
                  <a:lnTo>
                    <a:pt x="167" y="47"/>
                  </a:lnTo>
                  <a:lnTo>
                    <a:pt x="167" y="47"/>
                  </a:lnTo>
                  <a:close/>
                </a:path>
              </a:pathLst>
            </a:custGeom>
            <a:solidFill>
              <a:srgbClr val="000000"/>
            </a:solidFill>
            <a:ln w="9525">
              <a:solidFill>
                <a:schemeClr val="tx1"/>
              </a:solidFill>
              <a:round/>
              <a:headEnd/>
              <a:tailEnd/>
            </a:ln>
          </p:spPr>
          <p:txBody>
            <a:bodyPr/>
            <a:lstStyle/>
            <a:p>
              <a:endParaRPr lang="zh-CN" altLang="en-US"/>
            </a:p>
          </p:txBody>
        </p:sp>
        <p:sp>
          <p:nvSpPr>
            <p:cNvPr id="68619" name="Freeform 11"/>
            <p:cNvSpPr>
              <a:spLocks noEditPoints="1"/>
            </p:cNvSpPr>
            <p:nvPr/>
          </p:nvSpPr>
          <p:spPr bwMode="auto">
            <a:xfrm>
              <a:off x="2786" y="2285"/>
              <a:ext cx="141" cy="132"/>
            </a:xfrm>
            <a:custGeom>
              <a:avLst/>
              <a:gdLst>
                <a:gd name="T0" fmla="*/ 42 w 162"/>
                <a:gd name="T1" fmla="*/ 6 h 137"/>
                <a:gd name="T2" fmla="*/ 54 w 162"/>
                <a:gd name="T3" fmla="*/ 6 h 137"/>
                <a:gd name="T4" fmla="*/ 60 w 162"/>
                <a:gd name="T5" fmla="*/ 12 h 137"/>
                <a:gd name="T6" fmla="*/ 60 w 162"/>
                <a:gd name="T7" fmla="*/ 24 h 137"/>
                <a:gd name="T8" fmla="*/ 54 w 162"/>
                <a:gd name="T9" fmla="*/ 30 h 137"/>
                <a:gd name="T10" fmla="*/ 24 w 162"/>
                <a:gd name="T11" fmla="*/ 113 h 137"/>
                <a:gd name="T12" fmla="*/ 18 w 162"/>
                <a:gd name="T13" fmla="*/ 125 h 137"/>
                <a:gd name="T14" fmla="*/ 18 w 162"/>
                <a:gd name="T15" fmla="*/ 131 h 137"/>
                <a:gd name="T16" fmla="*/ 12 w 162"/>
                <a:gd name="T17" fmla="*/ 131 h 137"/>
                <a:gd name="T18" fmla="*/ 0 w 162"/>
                <a:gd name="T19" fmla="*/ 131 h 137"/>
                <a:gd name="T20" fmla="*/ 0 w 162"/>
                <a:gd name="T21" fmla="*/ 137 h 137"/>
                <a:gd name="T22" fmla="*/ 66 w 162"/>
                <a:gd name="T23" fmla="*/ 137 h 137"/>
                <a:gd name="T24" fmla="*/ 66 w 162"/>
                <a:gd name="T25" fmla="*/ 131 h 137"/>
                <a:gd name="T26" fmla="*/ 54 w 162"/>
                <a:gd name="T27" fmla="*/ 131 h 137"/>
                <a:gd name="T28" fmla="*/ 48 w 162"/>
                <a:gd name="T29" fmla="*/ 125 h 137"/>
                <a:gd name="T30" fmla="*/ 48 w 162"/>
                <a:gd name="T31" fmla="*/ 119 h 137"/>
                <a:gd name="T32" fmla="*/ 54 w 162"/>
                <a:gd name="T33" fmla="*/ 107 h 137"/>
                <a:gd name="T34" fmla="*/ 66 w 162"/>
                <a:gd name="T35" fmla="*/ 72 h 137"/>
                <a:gd name="T36" fmla="*/ 78 w 162"/>
                <a:gd name="T37" fmla="*/ 72 h 137"/>
                <a:gd name="T38" fmla="*/ 96 w 162"/>
                <a:gd name="T39" fmla="*/ 72 h 137"/>
                <a:gd name="T40" fmla="*/ 126 w 162"/>
                <a:gd name="T41" fmla="*/ 66 h 137"/>
                <a:gd name="T42" fmla="*/ 150 w 162"/>
                <a:gd name="T43" fmla="*/ 60 h 137"/>
                <a:gd name="T44" fmla="*/ 156 w 162"/>
                <a:gd name="T45" fmla="*/ 42 h 137"/>
                <a:gd name="T46" fmla="*/ 162 w 162"/>
                <a:gd name="T47" fmla="*/ 30 h 137"/>
                <a:gd name="T48" fmla="*/ 156 w 162"/>
                <a:gd name="T49" fmla="*/ 12 h 137"/>
                <a:gd name="T50" fmla="*/ 138 w 162"/>
                <a:gd name="T51" fmla="*/ 6 h 137"/>
                <a:gd name="T52" fmla="*/ 120 w 162"/>
                <a:gd name="T53" fmla="*/ 0 h 137"/>
                <a:gd name="T54" fmla="*/ 108 w 162"/>
                <a:gd name="T55" fmla="*/ 0 h 137"/>
                <a:gd name="T56" fmla="*/ 42 w 162"/>
                <a:gd name="T57" fmla="*/ 0 h 137"/>
                <a:gd name="T58" fmla="*/ 42 w 162"/>
                <a:gd name="T59" fmla="*/ 6 h 137"/>
                <a:gd name="T60" fmla="*/ 90 w 162"/>
                <a:gd name="T61" fmla="*/ 12 h 137"/>
                <a:gd name="T62" fmla="*/ 90 w 162"/>
                <a:gd name="T63" fmla="*/ 12 h 137"/>
                <a:gd name="T64" fmla="*/ 96 w 162"/>
                <a:gd name="T65" fmla="*/ 6 h 137"/>
                <a:gd name="T66" fmla="*/ 114 w 162"/>
                <a:gd name="T67" fmla="*/ 6 h 137"/>
                <a:gd name="T68" fmla="*/ 126 w 162"/>
                <a:gd name="T69" fmla="*/ 12 h 137"/>
                <a:gd name="T70" fmla="*/ 132 w 162"/>
                <a:gd name="T71" fmla="*/ 30 h 137"/>
                <a:gd name="T72" fmla="*/ 126 w 162"/>
                <a:gd name="T73" fmla="*/ 54 h 137"/>
                <a:gd name="T74" fmla="*/ 114 w 162"/>
                <a:gd name="T75" fmla="*/ 60 h 137"/>
                <a:gd name="T76" fmla="*/ 96 w 162"/>
                <a:gd name="T77" fmla="*/ 66 h 137"/>
                <a:gd name="T78" fmla="*/ 78 w 162"/>
                <a:gd name="T79" fmla="*/ 66 h 137"/>
                <a:gd name="T80" fmla="*/ 72 w 162"/>
                <a:gd name="T81" fmla="*/ 66 h 137"/>
                <a:gd name="T82" fmla="*/ 66 w 162"/>
                <a:gd name="T83" fmla="*/ 66 h 137"/>
                <a:gd name="T84" fmla="*/ 90 w 162"/>
                <a:gd name="T85" fmla="*/ 1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2" h="137">
                  <a:moveTo>
                    <a:pt x="42" y="6"/>
                  </a:moveTo>
                  <a:lnTo>
                    <a:pt x="54" y="6"/>
                  </a:lnTo>
                  <a:lnTo>
                    <a:pt x="60" y="12"/>
                  </a:lnTo>
                  <a:lnTo>
                    <a:pt x="60" y="24"/>
                  </a:lnTo>
                  <a:lnTo>
                    <a:pt x="54" y="30"/>
                  </a:lnTo>
                  <a:lnTo>
                    <a:pt x="24" y="113"/>
                  </a:lnTo>
                  <a:lnTo>
                    <a:pt x="18" y="125"/>
                  </a:lnTo>
                  <a:lnTo>
                    <a:pt x="18" y="131"/>
                  </a:lnTo>
                  <a:lnTo>
                    <a:pt x="12" y="131"/>
                  </a:lnTo>
                  <a:lnTo>
                    <a:pt x="0" y="131"/>
                  </a:lnTo>
                  <a:lnTo>
                    <a:pt x="0" y="137"/>
                  </a:lnTo>
                  <a:lnTo>
                    <a:pt x="66" y="137"/>
                  </a:lnTo>
                  <a:lnTo>
                    <a:pt x="66" y="131"/>
                  </a:lnTo>
                  <a:lnTo>
                    <a:pt x="54" y="131"/>
                  </a:lnTo>
                  <a:lnTo>
                    <a:pt x="48" y="125"/>
                  </a:lnTo>
                  <a:lnTo>
                    <a:pt x="48" y="119"/>
                  </a:lnTo>
                  <a:lnTo>
                    <a:pt x="54" y="107"/>
                  </a:lnTo>
                  <a:lnTo>
                    <a:pt x="66" y="72"/>
                  </a:lnTo>
                  <a:lnTo>
                    <a:pt x="78" y="72"/>
                  </a:lnTo>
                  <a:lnTo>
                    <a:pt x="96" y="72"/>
                  </a:lnTo>
                  <a:lnTo>
                    <a:pt x="126" y="66"/>
                  </a:lnTo>
                  <a:lnTo>
                    <a:pt x="150" y="60"/>
                  </a:lnTo>
                  <a:lnTo>
                    <a:pt x="156" y="42"/>
                  </a:lnTo>
                  <a:lnTo>
                    <a:pt x="162" y="30"/>
                  </a:lnTo>
                  <a:lnTo>
                    <a:pt x="156" y="12"/>
                  </a:lnTo>
                  <a:lnTo>
                    <a:pt x="138" y="6"/>
                  </a:lnTo>
                  <a:lnTo>
                    <a:pt x="120" y="0"/>
                  </a:lnTo>
                  <a:lnTo>
                    <a:pt x="108" y="0"/>
                  </a:lnTo>
                  <a:lnTo>
                    <a:pt x="42" y="0"/>
                  </a:lnTo>
                  <a:lnTo>
                    <a:pt x="42" y="6"/>
                  </a:lnTo>
                  <a:close/>
                  <a:moveTo>
                    <a:pt x="90" y="12"/>
                  </a:moveTo>
                  <a:lnTo>
                    <a:pt x="90" y="12"/>
                  </a:lnTo>
                  <a:lnTo>
                    <a:pt x="96" y="6"/>
                  </a:lnTo>
                  <a:lnTo>
                    <a:pt x="114" y="6"/>
                  </a:lnTo>
                  <a:lnTo>
                    <a:pt x="126" y="12"/>
                  </a:lnTo>
                  <a:lnTo>
                    <a:pt x="132" y="30"/>
                  </a:lnTo>
                  <a:lnTo>
                    <a:pt x="126" y="54"/>
                  </a:lnTo>
                  <a:lnTo>
                    <a:pt x="114" y="60"/>
                  </a:lnTo>
                  <a:lnTo>
                    <a:pt x="96" y="66"/>
                  </a:lnTo>
                  <a:lnTo>
                    <a:pt x="78" y="66"/>
                  </a:lnTo>
                  <a:lnTo>
                    <a:pt x="72" y="66"/>
                  </a:lnTo>
                  <a:lnTo>
                    <a:pt x="66" y="66"/>
                  </a:lnTo>
                  <a:lnTo>
                    <a:pt x="90" y="12"/>
                  </a:lnTo>
                  <a:close/>
                </a:path>
              </a:pathLst>
            </a:custGeom>
            <a:solidFill>
              <a:srgbClr val="000000"/>
            </a:solidFill>
            <a:ln w="9525">
              <a:solidFill>
                <a:schemeClr val="tx1"/>
              </a:solidFill>
              <a:round/>
              <a:headEnd/>
              <a:tailEnd/>
            </a:ln>
          </p:spPr>
          <p:txBody>
            <a:bodyPr/>
            <a:lstStyle/>
            <a:p>
              <a:endParaRPr lang="zh-CN" altLang="en-US"/>
            </a:p>
          </p:txBody>
        </p:sp>
        <p:sp>
          <p:nvSpPr>
            <p:cNvPr id="68620" name="Freeform 12"/>
            <p:cNvSpPr>
              <a:spLocks noEditPoints="1"/>
            </p:cNvSpPr>
            <p:nvPr/>
          </p:nvSpPr>
          <p:spPr bwMode="auto">
            <a:xfrm>
              <a:off x="4598" y="2285"/>
              <a:ext cx="146" cy="132"/>
            </a:xfrm>
            <a:custGeom>
              <a:avLst/>
              <a:gdLst>
                <a:gd name="T0" fmla="*/ 167 w 167"/>
                <a:gd name="T1" fmla="*/ 131 h 137"/>
                <a:gd name="T2" fmla="*/ 155 w 167"/>
                <a:gd name="T3" fmla="*/ 125 h 137"/>
                <a:gd name="T4" fmla="*/ 143 w 167"/>
                <a:gd name="T5" fmla="*/ 119 h 137"/>
                <a:gd name="T6" fmla="*/ 90 w 167"/>
                <a:gd name="T7" fmla="*/ 72 h 137"/>
                <a:gd name="T8" fmla="*/ 120 w 167"/>
                <a:gd name="T9" fmla="*/ 66 h 137"/>
                <a:gd name="T10" fmla="*/ 131 w 167"/>
                <a:gd name="T11" fmla="*/ 54 h 137"/>
                <a:gd name="T12" fmla="*/ 137 w 167"/>
                <a:gd name="T13" fmla="*/ 36 h 137"/>
                <a:gd name="T14" fmla="*/ 131 w 167"/>
                <a:gd name="T15" fmla="*/ 18 h 137"/>
                <a:gd name="T16" fmla="*/ 114 w 167"/>
                <a:gd name="T17" fmla="*/ 6 h 137"/>
                <a:gd name="T18" fmla="*/ 90 w 167"/>
                <a:gd name="T19" fmla="*/ 0 h 137"/>
                <a:gd name="T20" fmla="*/ 72 w 167"/>
                <a:gd name="T21" fmla="*/ 0 h 137"/>
                <a:gd name="T22" fmla="*/ 0 w 167"/>
                <a:gd name="T23" fmla="*/ 0 h 137"/>
                <a:gd name="T24" fmla="*/ 0 w 167"/>
                <a:gd name="T25" fmla="*/ 6 h 137"/>
                <a:gd name="T26" fmla="*/ 18 w 167"/>
                <a:gd name="T27" fmla="*/ 6 h 137"/>
                <a:gd name="T28" fmla="*/ 24 w 167"/>
                <a:gd name="T29" fmla="*/ 12 h 137"/>
                <a:gd name="T30" fmla="*/ 24 w 167"/>
                <a:gd name="T31" fmla="*/ 24 h 137"/>
                <a:gd name="T32" fmla="*/ 24 w 167"/>
                <a:gd name="T33" fmla="*/ 107 h 137"/>
                <a:gd name="T34" fmla="*/ 24 w 167"/>
                <a:gd name="T35" fmla="*/ 125 h 137"/>
                <a:gd name="T36" fmla="*/ 12 w 167"/>
                <a:gd name="T37" fmla="*/ 131 h 137"/>
                <a:gd name="T38" fmla="*/ 0 w 167"/>
                <a:gd name="T39" fmla="*/ 131 h 137"/>
                <a:gd name="T40" fmla="*/ 0 w 167"/>
                <a:gd name="T41" fmla="*/ 137 h 137"/>
                <a:gd name="T42" fmla="*/ 72 w 167"/>
                <a:gd name="T43" fmla="*/ 137 h 137"/>
                <a:gd name="T44" fmla="*/ 72 w 167"/>
                <a:gd name="T45" fmla="*/ 131 h 137"/>
                <a:gd name="T46" fmla="*/ 54 w 167"/>
                <a:gd name="T47" fmla="*/ 125 h 137"/>
                <a:gd name="T48" fmla="*/ 48 w 167"/>
                <a:gd name="T49" fmla="*/ 113 h 137"/>
                <a:gd name="T50" fmla="*/ 48 w 167"/>
                <a:gd name="T51" fmla="*/ 72 h 137"/>
                <a:gd name="T52" fmla="*/ 66 w 167"/>
                <a:gd name="T53" fmla="*/ 72 h 137"/>
                <a:gd name="T54" fmla="*/ 126 w 167"/>
                <a:gd name="T55" fmla="*/ 137 h 137"/>
                <a:gd name="T56" fmla="*/ 167 w 167"/>
                <a:gd name="T57" fmla="*/ 137 h 137"/>
                <a:gd name="T58" fmla="*/ 167 w 167"/>
                <a:gd name="T59" fmla="*/ 131 h 137"/>
                <a:gd name="T60" fmla="*/ 48 w 167"/>
                <a:gd name="T61" fmla="*/ 18 h 137"/>
                <a:gd name="T62" fmla="*/ 54 w 167"/>
                <a:gd name="T63" fmla="*/ 12 h 137"/>
                <a:gd name="T64" fmla="*/ 66 w 167"/>
                <a:gd name="T65" fmla="*/ 6 h 137"/>
                <a:gd name="T66" fmla="*/ 78 w 167"/>
                <a:gd name="T67" fmla="*/ 6 h 137"/>
                <a:gd name="T68" fmla="*/ 90 w 167"/>
                <a:gd name="T69" fmla="*/ 12 h 137"/>
                <a:gd name="T70" fmla="*/ 102 w 167"/>
                <a:gd name="T71" fmla="*/ 18 h 137"/>
                <a:gd name="T72" fmla="*/ 108 w 167"/>
                <a:gd name="T73" fmla="*/ 36 h 137"/>
                <a:gd name="T74" fmla="*/ 102 w 167"/>
                <a:gd name="T75" fmla="*/ 54 h 137"/>
                <a:gd name="T76" fmla="*/ 90 w 167"/>
                <a:gd name="T77" fmla="*/ 60 h 137"/>
                <a:gd name="T78" fmla="*/ 48 w 167"/>
                <a:gd name="T79" fmla="*/ 66 h 137"/>
                <a:gd name="T80" fmla="*/ 48 w 167"/>
                <a:gd name="T81" fmla="*/ 18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7" h="137">
                  <a:moveTo>
                    <a:pt x="167" y="131"/>
                  </a:moveTo>
                  <a:lnTo>
                    <a:pt x="155" y="125"/>
                  </a:lnTo>
                  <a:lnTo>
                    <a:pt x="143" y="119"/>
                  </a:lnTo>
                  <a:lnTo>
                    <a:pt x="90" y="72"/>
                  </a:lnTo>
                  <a:lnTo>
                    <a:pt x="120" y="66"/>
                  </a:lnTo>
                  <a:lnTo>
                    <a:pt x="131" y="54"/>
                  </a:lnTo>
                  <a:lnTo>
                    <a:pt x="137" y="36"/>
                  </a:lnTo>
                  <a:lnTo>
                    <a:pt x="131" y="18"/>
                  </a:lnTo>
                  <a:lnTo>
                    <a:pt x="114" y="6"/>
                  </a:lnTo>
                  <a:lnTo>
                    <a:pt x="90" y="0"/>
                  </a:lnTo>
                  <a:lnTo>
                    <a:pt x="72" y="0"/>
                  </a:lnTo>
                  <a:lnTo>
                    <a:pt x="0" y="0"/>
                  </a:lnTo>
                  <a:lnTo>
                    <a:pt x="0" y="6"/>
                  </a:lnTo>
                  <a:lnTo>
                    <a:pt x="18" y="6"/>
                  </a:lnTo>
                  <a:lnTo>
                    <a:pt x="24" y="12"/>
                  </a:lnTo>
                  <a:lnTo>
                    <a:pt x="24" y="24"/>
                  </a:lnTo>
                  <a:lnTo>
                    <a:pt x="24" y="107"/>
                  </a:lnTo>
                  <a:lnTo>
                    <a:pt x="24" y="125"/>
                  </a:lnTo>
                  <a:lnTo>
                    <a:pt x="12" y="131"/>
                  </a:lnTo>
                  <a:lnTo>
                    <a:pt x="0" y="131"/>
                  </a:lnTo>
                  <a:lnTo>
                    <a:pt x="0" y="137"/>
                  </a:lnTo>
                  <a:lnTo>
                    <a:pt x="72" y="137"/>
                  </a:lnTo>
                  <a:lnTo>
                    <a:pt x="72" y="131"/>
                  </a:lnTo>
                  <a:lnTo>
                    <a:pt x="54" y="125"/>
                  </a:lnTo>
                  <a:lnTo>
                    <a:pt x="48" y="113"/>
                  </a:lnTo>
                  <a:lnTo>
                    <a:pt x="48" y="72"/>
                  </a:lnTo>
                  <a:lnTo>
                    <a:pt x="66" y="72"/>
                  </a:lnTo>
                  <a:lnTo>
                    <a:pt x="126" y="137"/>
                  </a:lnTo>
                  <a:lnTo>
                    <a:pt x="167" y="137"/>
                  </a:lnTo>
                  <a:lnTo>
                    <a:pt x="167" y="131"/>
                  </a:lnTo>
                  <a:close/>
                  <a:moveTo>
                    <a:pt x="48" y="18"/>
                  </a:moveTo>
                  <a:lnTo>
                    <a:pt x="54" y="12"/>
                  </a:lnTo>
                  <a:lnTo>
                    <a:pt x="66" y="6"/>
                  </a:lnTo>
                  <a:lnTo>
                    <a:pt x="78" y="6"/>
                  </a:lnTo>
                  <a:lnTo>
                    <a:pt x="90" y="12"/>
                  </a:lnTo>
                  <a:lnTo>
                    <a:pt x="102" y="18"/>
                  </a:lnTo>
                  <a:lnTo>
                    <a:pt x="108" y="36"/>
                  </a:lnTo>
                  <a:lnTo>
                    <a:pt x="102" y="54"/>
                  </a:lnTo>
                  <a:lnTo>
                    <a:pt x="90" y="60"/>
                  </a:lnTo>
                  <a:lnTo>
                    <a:pt x="48" y="66"/>
                  </a:lnTo>
                  <a:lnTo>
                    <a:pt x="48" y="18"/>
                  </a:lnTo>
                  <a:close/>
                </a:path>
              </a:pathLst>
            </a:custGeom>
            <a:solidFill>
              <a:srgbClr val="000000"/>
            </a:solidFill>
            <a:ln w="9525">
              <a:solidFill>
                <a:schemeClr val="tx1"/>
              </a:solidFill>
              <a:round/>
              <a:headEnd/>
              <a:tailEnd/>
            </a:ln>
          </p:spPr>
          <p:txBody>
            <a:bodyPr/>
            <a:lstStyle/>
            <a:p>
              <a:endParaRPr lang="zh-CN" altLang="en-US"/>
            </a:p>
          </p:txBody>
        </p:sp>
        <p:sp>
          <p:nvSpPr>
            <p:cNvPr id="68621" name="Freeform 13"/>
            <p:cNvSpPr>
              <a:spLocks noEditPoints="1"/>
            </p:cNvSpPr>
            <p:nvPr/>
          </p:nvSpPr>
          <p:spPr bwMode="auto">
            <a:xfrm>
              <a:off x="4754" y="2324"/>
              <a:ext cx="89" cy="93"/>
            </a:xfrm>
            <a:custGeom>
              <a:avLst/>
              <a:gdLst>
                <a:gd name="T0" fmla="*/ 96 w 102"/>
                <a:gd name="T1" fmla="*/ 59 h 95"/>
                <a:gd name="T2" fmla="*/ 84 w 102"/>
                <a:gd name="T3" fmla="*/ 71 h 95"/>
                <a:gd name="T4" fmla="*/ 72 w 102"/>
                <a:gd name="T5" fmla="*/ 83 h 95"/>
                <a:gd name="T6" fmla="*/ 60 w 102"/>
                <a:gd name="T7" fmla="*/ 83 h 95"/>
                <a:gd name="T8" fmla="*/ 48 w 102"/>
                <a:gd name="T9" fmla="*/ 83 h 95"/>
                <a:gd name="T10" fmla="*/ 30 w 102"/>
                <a:gd name="T11" fmla="*/ 71 h 95"/>
                <a:gd name="T12" fmla="*/ 24 w 102"/>
                <a:gd name="T13" fmla="*/ 59 h 95"/>
                <a:gd name="T14" fmla="*/ 18 w 102"/>
                <a:gd name="T15" fmla="*/ 36 h 95"/>
                <a:gd name="T16" fmla="*/ 96 w 102"/>
                <a:gd name="T17" fmla="*/ 36 h 95"/>
                <a:gd name="T18" fmla="*/ 96 w 102"/>
                <a:gd name="T19" fmla="*/ 18 h 95"/>
                <a:gd name="T20" fmla="*/ 84 w 102"/>
                <a:gd name="T21" fmla="*/ 12 h 95"/>
                <a:gd name="T22" fmla="*/ 54 w 102"/>
                <a:gd name="T23" fmla="*/ 0 h 95"/>
                <a:gd name="T24" fmla="*/ 36 w 102"/>
                <a:gd name="T25" fmla="*/ 0 h 95"/>
                <a:gd name="T26" fmla="*/ 18 w 102"/>
                <a:gd name="T27" fmla="*/ 12 h 95"/>
                <a:gd name="T28" fmla="*/ 6 w 102"/>
                <a:gd name="T29" fmla="*/ 24 h 95"/>
                <a:gd name="T30" fmla="*/ 0 w 102"/>
                <a:gd name="T31" fmla="*/ 47 h 95"/>
                <a:gd name="T32" fmla="*/ 6 w 102"/>
                <a:gd name="T33" fmla="*/ 65 h 95"/>
                <a:gd name="T34" fmla="*/ 12 w 102"/>
                <a:gd name="T35" fmla="*/ 83 h 95"/>
                <a:gd name="T36" fmla="*/ 30 w 102"/>
                <a:gd name="T37" fmla="*/ 89 h 95"/>
                <a:gd name="T38" fmla="*/ 48 w 102"/>
                <a:gd name="T39" fmla="*/ 95 h 95"/>
                <a:gd name="T40" fmla="*/ 72 w 102"/>
                <a:gd name="T41" fmla="*/ 89 h 95"/>
                <a:gd name="T42" fmla="*/ 90 w 102"/>
                <a:gd name="T43" fmla="*/ 77 h 95"/>
                <a:gd name="T44" fmla="*/ 96 w 102"/>
                <a:gd name="T45" fmla="*/ 65 h 95"/>
                <a:gd name="T46" fmla="*/ 102 w 102"/>
                <a:gd name="T47" fmla="*/ 59 h 95"/>
                <a:gd name="T48" fmla="*/ 96 w 102"/>
                <a:gd name="T49" fmla="*/ 59 h 95"/>
                <a:gd name="T50" fmla="*/ 18 w 102"/>
                <a:gd name="T51" fmla="*/ 30 h 95"/>
                <a:gd name="T52" fmla="*/ 24 w 102"/>
                <a:gd name="T53" fmla="*/ 12 h 95"/>
                <a:gd name="T54" fmla="*/ 48 w 102"/>
                <a:gd name="T55" fmla="*/ 6 h 95"/>
                <a:gd name="T56" fmla="*/ 60 w 102"/>
                <a:gd name="T57" fmla="*/ 6 h 95"/>
                <a:gd name="T58" fmla="*/ 66 w 102"/>
                <a:gd name="T59" fmla="*/ 12 h 95"/>
                <a:gd name="T60" fmla="*/ 72 w 102"/>
                <a:gd name="T61" fmla="*/ 30 h 95"/>
                <a:gd name="T62" fmla="*/ 18 w 102"/>
                <a:gd name="T63" fmla="*/ 3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95">
                  <a:moveTo>
                    <a:pt x="96" y="59"/>
                  </a:moveTo>
                  <a:lnTo>
                    <a:pt x="84" y="71"/>
                  </a:lnTo>
                  <a:lnTo>
                    <a:pt x="72" y="83"/>
                  </a:lnTo>
                  <a:lnTo>
                    <a:pt x="60" y="83"/>
                  </a:lnTo>
                  <a:lnTo>
                    <a:pt x="48" y="83"/>
                  </a:lnTo>
                  <a:lnTo>
                    <a:pt x="30" y="71"/>
                  </a:lnTo>
                  <a:lnTo>
                    <a:pt x="24" y="59"/>
                  </a:lnTo>
                  <a:lnTo>
                    <a:pt x="18" y="36"/>
                  </a:lnTo>
                  <a:lnTo>
                    <a:pt x="96" y="36"/>
                  </a:lnTo>
                  <a:lnTo>
                    <a:pt x="96" y="18"/>
                  </a:lnTo>
                  <a:lnTo>
                    <a:pt x="84" y="12"/>
                  </a:lnTo>
                  <a:lnTo>
                    <a:pt x="54" y="0"/>
                  </a:lnTo>
                  <a:lnTo>
                    <a:pt x="36" y="0"/>
                  </a:lnTo>
                  <a:lnTo>
                    <a:pt x="18" y="12"/>
                  </a:lnTo>
                  <a:lnTo>
                    <a:pt x="6" y="24"/>
                  </a:lnTo>
                  <a:lnTo>
                    <a:pt x="0" y="47"/>
                  </a:lnTo>
                  <a:lnTo>
                    <a:pt x="6" y="65"/>
                  </a:lnTo>
                  <a:lnTo>
                    <a:pt x="12" y="83"/>
                  </a:lnTo>
                  <a:lnTo>
                    <a:pt x="30" y="89"/>
                  </a:lnTo>
                  <a:lnTo>
                    <a:pt x="48" y="95"/>
                  </a:lnTo>
                  <a:lnTo>
                    <a:pt x="72" y="89"/>
                  </a:lnTo>
                  <a:lnTo>
                    <a:pt x="90" y="77"/>
                  </a:lnTo>
                  <a:lnTo>
                    <a:pt x="96" y="65"/>
                  </a:lnTo>
                  <a:lnTo>
                    <a:pt x="102" y="59"/>
                  </a:lnTo>
                  <a:lnTo>
                    <a:pt x="96" y="59"/>
                  </a:lnTo>
                  <a:close/>
                  <a:moveTo>
                    <a:pt x="18" y="30"/>
                  </a:moveTo>
                  <a:lnTo>
                    <a:pt x="24" y="12"/>
                  </a:lnTo>
                  <a:lnTo>
                    <a:pt x="48" y="6"/>
                  </a:lnTo>
                  <a:lnTo>
                    <a:pt x="60" y="6"/>
                  </a:lnTo>
                  <a:lnTo>
                    <a:pt x="66" y="12"/>
                  </a:lnTo>
                  <a:lnTo>
                    <a:pt x="72" y="30"/>
                  </a:lnTo>
                  <a:lnTo>
                    <a:pt x="18" y="30"/>
                  </a:lnTo>
                  <a:close/>
                </a:path>
              </a:pathLst>
            </a:custGeom>
            <a:solidFill>
              <a:srgbClr val="000000"/>
            </a:solidFill>
            <a:ln w="9525">
              <a:solidFill>
                <a:schemeClr val="tx1"/>
              </a:solidFill>
              <a:round/>
              <a:headEnd/>
              <a:tailEnd/>
            </a:ln>
          </p:spPr>
          <p:txBody>
            <a:bodyPr/>
            <a:lstStyle/>
            <a:p>
              <a:endParaRPr lang="zh-CN" altLang="en-US"/>
            </a:p>
          </p:txBody>
        </p:sp>
        <p:sp>
          <p:nvSpPr>
            <p:cNvPr id="68622" name="Freeform 14"/>
            <p:cNvSpPr>
              <a:spLocks/>
            </p:cNvSpPr>
            <p:nvPr/>
          </p:nvSpPr>
          <p:spPr bwMode="auto">
            <a:xfrm>
              <a:off x="907" y="323"/>
              <a:ext cx="68" cy="126"/>
            </a:xfrm>
            <a:custGeom>
              <a:avLst/>
              <a:gdLst>
                <a:gd name="T0" fmla="*/ 0 w 78"/>
                <a:gd name="T1" fmla="*/ 131 h 131"/>
                <a:gd name="T2" fmla="*/ 78 w 78"/>
                <a:gd name="T3" fmla="*/ 131 h 131"/>
                <a:gd name="T4" fmla="*/ 78 w 78"/>
                <a:gd name="T5" fmla="*/ 125 h 131"/>
                <a:gd name="T6" fmla="*/ 60 w 78"/>
                <a:gd name="T7" fmla="*/ 125 h 131"/>
                <a:gd name="T8" fmla="*/ 54 w 78"/>
                <a:gd name="T9" fmla="*/ 119 h 131"/>
                <a:gd name="T10" fmla="*/ 54 w 78"/>
                <a:gd name="T11" fmla="*/ 107 h 131"/>
                <a:gd name="T12" fmla="*/ 54 w 78"/>
                <a:gd name="T13" fmla="*/ 18 h 131"/>
                <a:gd name="T14" fmla="*/ 60 w 78"/>
                <a:gd name="T15" fmla="*/ 6 h 131"/>
                <a:gd name="T16" fmla="*/ 78 w 78"/>
                <a:gd name="T17" fmla="*/ 0 h 131"/>
                <a:gd name="T18" fmla="*/ 78 w 78"/>
                <a:gd name="T19" fmla="*/ 0 h 131"/>
                <a:gd name="T20" fmla="*/ 0 w 78"/>
                <a:gd name="T21" fmla="*/ 0 h 131"/>
                <a:gd name="T22" fmla="*/ 0 w 78"/>
                <a:gd name="T23" fmla="*/ 0 h 131"/>
                <a:gd name="T24" fmla="*/ 18 w 78"/>
                <a:gd name="T25" fmla="*/ 0 h 131"/>
                <a:gd name="T26" fmla="*/ 24 w 78"/>
                <a:gd name="T27" fmla="*/ 6 h 131"/>
                <a:gd name="T28" fmla="*/ 30 w 78"/>
                <a:gd name="T29" fmla="*/ 18 h 131"/>
                <a:gd name="T30" fmla="*/ 30 w 78"/>
                <a:gd name="T31" fmla="*/ 107 h 131"/>
                <a:gd name="T32" fmla="*/ 30 w 78"/>
                <a:gd name="T33" fmla="*/ 119 h 131"/>
                <a:gd name="T34" fmla="*/ 24 w 78"/>
                <a:gd name="T35" fmla="*/ 125 h 131"/>
                <a:gd name="T36" fmla="*/ 18 w 78"/>
                <a:gd name="T37" fmla="*/ 125 h 131"/>
                <a:gd name="T38" fmla="*/ 0 w 78"/>
                <a:gd name="T39" fmla="*/ 125 h 131"/>
                <a:gd name="T40" fmla="*/ 0 w 78"/>
                <a:gd name="T41"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8" h="131">
                  <a:moveTo>
                    <a:pt x="0" y="131"/>
                  </a:moveTo>
                  <a:lnTo>
                    <a:pt x="78" y="131"/>
                  </a:lnTo>
                  <a:lnTo>
                    <a:pt x="78" y="125"/>
                  </a:lnTo>
                  <a:lnTo>
                    <a:pt x="60" y="125"/>
                  </a:lnTo>
                  <a:lnTo>
                    <a:pt x="54" y="119"/>
                  </a:lnTo>
                  <a:lnTo>
                    <a:pt x="54" y="107"/>
                  </a:lnTo>
                  <a:lnTo>
                    <a:pt x="54" y="18"/>
                  </a:lnTo>
                  <a:lnTo>
                    <a:pt x="60" y="6"/>
                  </a:lnTo>
                  <a:lnTo>
                    <a:pt x="78" y="0"/>
                  </a:lnTo>
                  <a:lnTo>
                    <a:pt x="78" y="0"/>
                  </a:lnTo>
                  <a:lnTo>
                    <a:pt x="0" y="0"/>
                  </a:lnTo>
                  <a:lnTo>
                    <a:pt x="0" y="0"/>
                  </a:lnTo>
                  <a:lnTo>
                    <a:pt x="18" y="0"/>
                  </a:lnTo>
                  <a:lnTo>
                    <a:pt x="24" y="6"/>
                  </a:lnTo>
                  <a:lnTo>
                    <a:pt x="30" y="18"/>
                  </a:lnTo>
                  <a:lnTo>
                    <a:pt x="30" y="107"/>
                  </a:lnTo>
                  <a:lnTo>
                    <a:pt x="30" y="119"/>
                  </a:lnTo>
                  <a:lnTo>
                    <a:pt x="24" y="125"/>
                  </a:lnTo>
                  <a:lnTo>
                    <a:pt x="18" y="125"/>
                  </a:lnTo>
                  <a:lnTo>
                    <a:pt x="0" y="125"/>
                  </a:lnTo>
                  <a:lnTo>
                    <a:pt x="0" y="131"/>
                  </a:lnTo>
                  <a:close/>
                </a:path>
              </a:pathLst>
            </a:custGeom>
            <a:solidFill>
              <a:srgbClr val="000000"/>
            </a:solidFill>
            <a:ln w="9525">
              <a:solidFill>
                <a:schemeClr val="tx1"/>
              </a:solidFill>
              <a:round/>
              <a:headEnd/>
              <a:tailEnd/>
            </a:ln>
          </p:spPr>
          <p:txBody>
            <a:bodyPr/>
            <a:lstStyle/>
            <a:p>
              <a:endParaRPr lang="zh-CN" altLang="en-US"/>
            </a:p>
          </p:txBody>
        </p:sp>
        <p:sp>
          <p:nvSpPr>
            <p:cNvPr id="68623" name="Freeform 15"/>
            <p:cNvSpPr>
              <a:spLocks/>
            </p:cNvSpPr>
            <p:nvPr/>
          </p:nvSpPr>
          <p:spPr bwMode="auto">
            <a:xfrm>
              <a:off x="985" y="358"/>
              <a:ext cx="172" cy="91"/>
            </a:xfrm>
            <a:custGeom>
              <a:avLst/>
              <a:gdLst>
                <a:gd name="T0" fmla="*/ 18 w 197"/>
                <a:gd name="T1" fmla="*/ 77 h 95"/>
                <a:gd name="T2" fmla="*/ 12 w 197"/>
                <a:gd name="T3" fmla="*/ 89 h 95"/>
                <a:gd name="T4" fmla="*/ 0 w 197"/>
                <a:gd name="T5" fmla="*/ 95 h 95"/>
                <a:gd name="T6" fmla="*/ 0 w 197"/>
                <a:gd name="T7" fmla="*/ 95 h 95"/>
                <a:gd name="T8" fmla="*/ 60 w 197"/>
                <a:gd name="T9" fmla="*/ 95 h 95"/>
                <a:gd name="T10" fmla="*/ 60 w 197"/>
                <a:gd name="T11" fmla="*/ 95 h 95"/>
                <a:gd name="T12" fmla="*/ 48 w 197"/>
                <a:gd name="T13" fmla="*/ 89 h 95"/>
                <a:gd name="T14" fmla="*/ 42 w 197"/>
                <a:gd name="T15" fmla="*/ 83 h 95"/>
                <a:gd name="T16" fmla="*/ 42 w 197"/>
                <a:gd name="T17" fmla="*/ 23 h 95"/>
                <a:gd name="T18" fmla="*/ 48 w 197"/>
                <a:gd name="T19" fmla="*/ 18 h 95"/>
                <a:gd name="T20" fmla="*/ 72 w 197"/>
                <a:gd name="T21" fmla="*/ 12 h 95"/>
                <a:gd name="T22" fmla="*/ 83 w 197"/>
                <a:gd name="T23" fmla="*/ 18 h 95"/>
                <a:gd name="T24" fmla="*/ 89 w 197"/>
                <a:gd name="T25" fmla="*/ 35 h 95"/>
                <a:gd name="T26" fmla="*/ 89 w 197"/>
                <a:gd name="T27" fmla="*/ 77 h 95"/>
                <a:gd name="T28" fmla="*/ 83 w 197"/>
                <a:gd name="T29" fmla="*/ 89 h 95"/>
                <a:gd name="T30" fmla="*/ 72 w 197"/>
                <a:gd name="T31" fmla="*/ 95 h 95"/>
                <a:gd name="T32" fmla="*/ 72 w 197"/>
                <a:gd name="T33" fmla="*/ 95 h 95"/>
                <a:gd name="T34" fmla="*/ 125 w 197"/>
                <a:gd name="T35" fmla="*/ 95 h 95"/>
                <a:gd name="T36" fmla="*/ 125 w 197"/>
                <a:gd name="T37" fmla="*/ 95 h 95"/>
                <a:gd name="T38" fmla="*/ 113 w 197"/>
                <a:gd name="T39" fmla="*/ 89 h 95"/>
                <a:gd name="T40" fmla="*/ 107 w 197"/>
                <a:gd name="T41" fmla="*/ 77 h 95"/>
                <a:gd name="T42" fmla="*/ 107 w 197"/>
                <a:gd name="T43" fmla="*/ 23 h 95"/>
                <a:gd name="T44" fmla="*/ 119 w 197"/>
                <a:gd name="T45" fmla="*/ 18 h 95"/>
                <a:gd name="T46" fmla="*/ 137 w 197"/>
                <a:gd name="T47" fmla="*/ 12 h 95"/>
                <a:gd name="T48" fmla="*/ 149 w 197"/>
                <a:gd name="T49" fmla="*/ 12 h 95"/>
                <a:gd name="T50" fmla="*/ 155 w 197"/>
                <a:gd name="T51" fmla="*/ 18 h 95"/>
                <a:gd name="T52" fmla="*/ 155 w 197"/>
                <a:gd name="T53" fmla="*/ 35 h 95"/>
                <a:gd name="T54" fmla="*/ 155 w 197"/>
                <a:gd name="T55" fmla="*/ 77 h 95"/>
                <a:gd name="T56" fmla="*/ 155 w 197"/>
                <a:gd name="T57" fmla="*/ 89 h 95"/>
                <a:gd name="T58" fmla="*/ 143 w 197"/>
                <a:gd name="T59" fmla="*/ 95 h 95"/>
                <a:gd name="T60" fmla="*/ 143 w 197"/>
                <a:gd name="T61" fmla="*/ 95 h 95"/>
                <a:gd name="T62" fmla="*/ 197 w 197"/>
                <a:gd name="T63" fmla="*/ 95 h 95"/>
                <a:gd name="T64" fmla="*/ 197 w 197"/>
                <a:gd name="T65" fmla="*/ 95 h 95"/>
                <a:gd name="T66" fmla="*/ 191 w 197"/>
                <a:gd name="T67" fmla="*/ 89 h 95"/>
                <a:gd name="T68" fmla="*/ 179 w 197"/>
                <a:gd name="T69" fmla="*/ 83 h 95"/>
                <a:gd name="T70" fmla="*/ 179 w 197"/>
                <a:gd name="T71" fmla="*/ 77 h 95"/>
                <a:gd name="T72" fmla="*/ 179 w 197"/>
                <a:gd name="T73" fmla="*/ 35 h 95"/>
                <a:gd name="T74" fmla="*/ 173 w 197"/>
                <a:gd name="T75" fmla="*/ 12 h 95"/>
                <a:gd name="T76" fmla="*/ 167 w 197"/>
                <a:gd name="T77" fmla="*/ 6 h 95"/>
                <a:gd name="T78" fmla="*/ 149 w 197"/>
                <a:gd name="T79" fmla="*/ 0 h 95"/>
                <a:gd name="T80" fmla="*/ 119 w 197"/>
                <a:gd name="T81" fmla="*/ 6 h 95"/>
                <a:gd name="T82" fmla="*/ 107 w 197"/>
                <a:gd name="T83" fmla="*/ 18 h 95"/>
                <a:gd name="T84" fmla="*/ 95 w 197"/>
                <a:gd name="T85" fmla="*/ 6 h 95"/>
                <a:gd name="T86" fmla="*/ 77 w 197"/>
                <a:gd name="T87" fmla="*/ 0 h 95"/>
                <a:gd name="T88" fmla="*/ 60 w 197"/>
                <a:gd name="T89" fmla="*/ 6 h 95"/>
                <a:gd name="T90" fmla="*/ 36 w 197"/>
                <a:gd name="T91" fmla="*/ 18 h 95"/>
                <a:gd name="T92" fmla="*/ 36 w 197"/>
                <a:gd name="T93" fmla="*/ 0 h 95"/>
                <a:gd name="T94" fmla="*/ 36 w 197"/>
                <a:gd name="T95" fmla="*/ 0 h 95"/>
                <a:gd name="T96" fmla="*/ 18 w 197"/>
                <a:gd name="T97" fmla="*/ 6 h 95"/>
                <a:gd name="T98" fmla="*/ 0 w 197"/>
                <a:gd name="T99" fmla="*/ 12 h 95"/>
                <a:gd name="T100" fmla="*/ 0 w 197"/>
                <a:gd name="T101" fmla="*/ 18 h 95"/>
                <a:gd name="T102" fmla="*/ 6 w 197"/>
                <a:gd name="T103" fmla="*/ 12 h 95"/>
                <a:gd name="T104" fmla="*/ 6 w 197"/>
                <a:gd name="T105" fmla="*/ 12 h 95"/>
                <a:gd name="T106" fmla="*/ 12 w 197"/>
                <a:gd name="T107" fmla="*/ 12 h 95"/>
                <a:gd name="T108" fmla="*/ 18 w 197"/>
                <a:gd name="T109" fmla="*/ 18 h 95"/>
                <a:gd name="T110" fmla="*/ 18 w 197"/>
                <a:gd name="T111" fmla="*/ 29 h 95"/>
                <a:gd name="T112" fmla="*/ 18 w 197"/>
                <a:gd name="T113"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7" h="95">
                  <a:moveTo>
                    <a:pt x="18" y="77"/>
                  </a:moveTo>
                  <a:lnTo>
                    <a:pt x="12" y="89"/>
                  </a:lnTo>
                  <a:lnTo>
                    <a:pt x="0" y="95"/>
                  </a:lnTo>
                  <a:lnTo>
                    <a:pt x="0" y="95"/>
                  </a:lnTo>
                  <a:lnTo>
                    <a:pt x="60" y="95"/>
                  </a:lnTo>
                  <a:lnTo>
                    <a:pt x="60" y="95"/>
                  </a:lnTo>
                  <a:lnTo>
                    <a:pt x="48" y="89"/>
                  </a:lnTo>
                  <a:lnTo>
                    <a:pt x="42" y="83"/>
                  </a:lnTo>
                  <a:lnTo>
                    <a:pt x="42" y="23"/>
                  </a:lnTo>
                  <a:lnTo>
                    <a:pt x="48" y="18"/>
                  </a:lnTo>
                  <a:lnTo>
                    <a:pt x="72" y="12"/>
                  </a:lnTo>
                  <a:lnTo>
                    <a:pt x="83" y="18"/>
                  </a:lnTo>
                  <a:lnTo>
                    <a:pt x="89" y="35"/>
                  </a:lnTo>
                  <a:lnTo>
                    <a:pt x="89" y="77"/>
                  </a:lnTo>
                  <a:lnTo>
                    <a:pt x="83" y="89"/>
                  </a:lnTo>
                  <a:lnTo>
                    <a:pt x="72" y="95"/>
                  </a:lnTo>
                  <a:lnTo>
                    <a:pt x="72" y="95"/>
                  </a:lnTo>
                  <a:lnTo>
                    <a:pt x="125" y="95"/>
                  </a:lnTo>
                  <a:lnTo>
                    <a:pt x="125" y="95"/>
                  </a:lnTo>
                  <a:lnTo>
                    <a:pt x="113" y="89"/>
                  </a:lnTo>
                  <a:lnTo>
                    <a:pt x="107" y="77"/>
                  </a:lnTo>
                  <a:lnTo>
                    <a:pt x="107" y="23"/>
                  </a:lnTo>
                  <a:lnTo>
                    <a:pt x="119" y="18"/>
                  </a:lnTo>
                  <a:lnTo>
                    <a:pt x="137" y="12"/>
                  </a:lnTo>
                  <a:lnTo>
                    <a:pt x="149" y="12"/>
                  </a:lnTo>
                  <a:lnTo>
                    <a:pt x="155" y="18"/>
                  </a:lnTo>
                  <a:lnTo>
                    <a:pt x="155" y="35"/>
                  </a:lnTo>
                  <a:lnTo>
                    <a:pt x="155" y="77"/>
                  </a:lnTo>
                  <a:lnTo>
                    <a:pt x="155" y="89"/>
                  </a:lnTo>
                  <a:lnTo>
                    <a:pt x="143" y="95"/>
                  </a:lnTo>
                  <a:lnTo>
                    <a:pt x="143" y="95"/>
                  </a:lnTo>
                  <a:lnTo>
                    <a:pt x="197" y="95"/>
                  </a:lnTo>
                  <a:lnTo>
                    <a:pt x="197" y="95"/>
                  </a:lnTo>
                  <a:lnTo>
                    <a:pt x="191" y="89"/>
                  </a:lnTo>
                  <a:lnTo>
                    <a:pt x="179" y="83"/>
                  </a:lnTo>
                  <a:lnTo>
                    <a:pt x="179" y="77"/>
                  </a:lnTo>
                  <a:lnTo>
                    <a:pt x="179" y="35"/>
                  </a:lnTo>
                  <a:lnTo>
                    <a:pt x="173" y="12"/>
                  </a:lnTo>
                  <a:lnTo>
                    <a:pt x="167" y="6"/>
                  </a:lnTo>
                  <a:lnTo>
                    <a:pt x="149" y="0"/>
                  </a:lnTo>
                  <a:lnTo>
                    <a:pt x="119" y="6"/>
                  </a:lnTo>
                  <a:lnTo>
                    <a:pt x="107" y="18"/>
                  </a:lnTo>
                  <a:lnTo>
                    <a:pt x="95" y="6"/>
                  </a:lnTo>
                  <a:lnTo>
                    <a:pt x="77" y="0"/>
                  </a:lnTo>
                  <a:lnTo>
                    <a:pt x="60" y="6"/>
                  </a:lnTo>
                  <a:lnTo>
                    <a:pt x="36" y="18"/>
                  </a:lnTo>
                  <a:lnTo>
                    <a:pt x="36" y="0"/>
                  </a:lnTo>
                  <a:lnTo>
                    <a:pt x="36" y="0"/>
                  </a:lnTo>
                  <a:lnTo>
                    <a:pt x="18" y="6"/>
                  </a:lnTo>
                  <a:lnTo>
                    <a:pt x="0" y="12"/>
                  </a:lnTo>
                  <a:lnTo>
                    <a:pt x="0" y="18"/>
                  </a:lnTo>
                  <a:lnTo>
                    <a:pt x="6" y="12"/>
                  </a:lnTo>
                  <a:lnTo>
                    <a:pt x="6" y="12"/>
                  </a:lnTo>
                  <a:lnTo>
                    <a:pt x="12" y="12"/>
                  </a:lnTo>
                  <a:lnTo>
                    <a:pt x="18" y="18"/>
                  </a:lnTo>
                  <a:lnTo>
                    <a:pt x="18" y="29"/>
                  </a:lnTo>
                  <a:lnTo>
                    <a:pt x="18" y="77"/>
                  </a:lnTo>
                  <a:close/>
                </a:path>
              </a:pathLst>
            </a:custGeom>
            <a:solidFill>
              <a:srgbClr val="000000"/>
            </a:solidFill>
            <a:ln w="9525">
              <a:solidFill>
                <a:schemeClr val="tx1"/>
              </a:solidFill>
              <a:round/>
              <a:headEnd/>
              <a:tailEnd/>
            </a:ln>
          </p:spPr>
          <p:txBody>
            <a:bodyPr/>
            <a:lstStyle/>
            <a:p>
              <a:endParaRPr lang="zh-CN" altLang="en-US"/>
            </a:p>
          </p:txBody>
        </p:sp>
        <p:sp>
          <p:nvSpPr>
            <p:cNvPr id="68624" name="Freeform 16"/>
            <p:cNvSpPr>
              <a:spLocks/>
            </p:cNvSpPr>
            <p:nvPr/>
          </p:nvSpPr>
          <p:spPr bwMode="auto">
            <a:xfrm>
              <a:off x="1277" y="2174"/>
              <a:ext cx="1561" cy="1"/>
            </a:xfrm>
            <a:custGeom>
              <a:avLst/>
              <a:gdLst>
                <a:gd name="T0" fmla="*/ 0 w 1794"/>
                <a:gd name="T1" fmla="*/ 1794 w 1794"/>
                <a:gd name="T2" fmla="*/ 0 w 1794"/>
                <a:gd name="T3" fmla="*/ 0 w 1794"/>
              </a:gdLst>
              <a:ahLst/>
              <a:cxnLst>
                <a:cxn ang="0">
                  <a:pos x="T0" y="0"/>
                </a:cxn>
                <a:cxn ang="0">
                  <a:pos x="T1" y="0"/>
                </a:cxn>
                <a:cxn ang="0">
                  <a:pos x="T2" y="0"/>
                </a:cxn>
                <a:cxn ang="0">
                  <a:pos x="T3" y="0"/>
                </a:cxn>
              </a:cxnLst>
              <a:rect l="0" t="0" r="r" b="b"/>
              <a:pathLst>
                <a:path w="1794">
                  <a:moveTo>
                    <a:pt x="0" y="0"/>
                  </a:moveTo>
                  <a:lnTo>
                    <a:pt x="1794" y="0"/>
                  </a:lnTo>
                  <a:lnTo>
                    <a:pt x="0" y="0"/>
                  </a:lnTo>
                  <a:lnTo>
                    <a:pt x="0" y="0"/>
                  </a:lnTo>
                  <a:close/>
                </a:path>
              </a:pathLst>
            </a:custGeom>
            <a:solidFill>
              <a:srgbClr val="006666"/>
            </a:solidFill>
            <a:ln w="9525">
              <a:solidFill>
                <a:srgbClr val="006666"/>
              </a:solidFill>
              <a:round/>
              <a:headEnd/>
              <a:tailEnd/>
            </a:ln>
          </p:spPr>
          <p:txBody>
            <a:bodyPr/>
            <a:lstStyle/>
            <a:p>
              <a:endParaRPr lang="zh-CN" altLang="en-US"/>
            </a:p>
          </p:txBody>
        </p:sp>
        <p:sp>
          <p:nvSpPr>
            <p:cNvPr id="68625" name="Freeform 17"/>
            <p:cNvSpPr>
              <a:spLocks/>
            </p:cNvSpPr>
            <p:nvPr/>
          </p:nvSpPr>
          <p:spPr bwMode="auto">
            <a:xfrm>
              <a:off x="1287" y="750"/>
              <a:ext cx="1661" cy="1424"/>
            </a:xfrm>
            <a:custGeom>
              <a:avLst/>
              <a:gdLst>
                <a:gd name="T0" fmla="*/ 0 w 1908"/>
                <a:gd name="T1" fmla="*/ 1474 h 1474"/>
                <a:gd name="T2" fmla="*/ 1908 w 1908"/>
                <a:gd name="T3" fmla="*/ 0 h 1474"/>
                <a:gd name="T4" fmla="*/ 0 w 1908"/>
                <a:gd name="T5" fmla="*/ 1474 h 1474"/>
                <a:gd name="T6" fmla="*/ 0 w 1908"/>
                <a:gd name="T7" fmla="*/ 1474 h 1474"/>
              </a:gdLst>
              <a:ahLst/>
              <a:cxnLst>
                <a:cxn ang="0">
                  <a:pos x="T0" y="T1"/>
                </a:cxn>
                <a:cxn ang="0">
                  <a:pos x="T2" y="T3"/>
                </a:cxn>
                <a:cxn ang="0">
                  <a:pos x="T4" y="T5"/>
                </a:cxn>
                <a:cxn ang="0">
                  <a:pos x="T6" y="T7"/>
                </a:cxn>
              </a:cxnLst>
              <a:rect l="0" t="0" r="r" b="b"/>
              <a:pathLst>
                <a:path w="1908" h="1474">
                  <a:moveTo>
                    <a:pt x="0" y="1474"/>
                  </a:moveTo>
                  <a:lnTo>
                    <a:pt x="1908" y="0"/>
                  </a:lnTo>
                  <a:lnTo>
                    <a:pt x="0" y="1474"/>
                  </a:lnTo>
                  <a:lnTo>
                    <a:pt x="0" y="1474"/>
                  </a:lnTo>
                  <a:close/>
                </a:path>
              </a:pathLst>
            </a:custGeom>
            <a:solidFill>
              <a:srgbClr val="006666"/>
            </a:solidFill>
            <a:ln w="9525">
              <a:solidFill>
                <a:srgbClr val="006666"/>
              </a:solidFill>
              <a:round/>
              <a:headEnd/>
              <a:tailEnd/>
            </a:ln>
          </p:spPr>
          <p:txBody>
            <a:bodyPr/>
            <a:lstStyle/>
            <a:p>
              <a:endParaRPr lang="zh-CN" altLang="en-US"/>
            </a:p>
          </p:txBody>
        </p:sp>
        <p:sp>
          <p:nvSpPr>
            <p:cNvPr id="68626" name="Freeform 18"/>
            <p:cNvSpPr>
              <a:spLocks/>
            </p:cNvSpPr>
            <p:nvPr/>
          </p:nvSpPr>
          <p:spPr bwMode="auto">
            <a:xfrm>
              <a:off x="3016" y="801"/>
              <a:ext cx="1" cy="2786"/>
            </a:xfrm>
            <a:custGeom>
              <a:avLst/>
              <a:gdLst>
                <a:gd name="T0" fmla="*/ 2884 h 2884"/>
                <a:gd name="T1" fmla="*/ 0 h 2884"/>
                <a:gd name="T2" fmla="*/ 2884 h 2884"/>
                <a:gd name="T3" fmla="*/ 2884 h 2884"/>
              </a:gdLst>
              <a:ahLst/>
              <a:cxnLst>
                <a:cxn ang="0">
                  <a:pos x="0" y="T0"/>
                </a:cxn>
                <a:cxn ang="0">
                  <a:pos x="0" y="T1"/>
                </a:cxn>
                <a:cxn ang="0">
                  <a:pos x="0" y="T2"/>
                </a:cxn>
                <a:cxn ang="0">
                  <a:pos x="0" y="T3"/>
                </a:cxn>
              </a:cxnLst>
              <a:rect l="0" t="0" r="r" b="b"/>
              <a:pathLst>
                <a:path h="2884">
                  <a:moveTo>
                    <a:pt x="0" y="2884"/>
                  </a:moveTo>
                  <a:lnTo>
                    <a:pt x="0" y="0"/>
                  </a:lnTo>
                  <a:lnTo>
                    <a:pt x="0" y="2884"/>
                  </a:lnTo>
                  <a:lnTo>
                    <a:pt x="0" y="2884"/>
                  </a:lnTo>
                  <a:close/>
                </a:path>
              </a:pathLst>
            </a:custGeom>
            <a:solidFill>
              <a:srgbClr val="006666"/>
            </a:solidFill>
            <a:ln w="9525">
              <a:solidFill>
                <a:srgbClr val="006666"/>
              </a:solidFill>
              <a:round/>
              <a:headEnd/>
              <a:tailEnd/>
            </a:ln>
          </p:spPr>
          <p:txBody>
            <a:bodyPr/>
            <a:lstStyle/>
            <a:p>
              <a:endParaRPr lang="zh-CN" altLang="en-US"/>
            </a:p>
          </p:txBody>
        </p:sp>
        <p:sp>
          <p:nvSpPr>
            <p:cNvPr id="68627" name="Freeform 19"/>
            <p:cNvSpPr>
              <a:spLocks/>
            </p:cNvSpPr>
            <p:nvPr/>
          </p:nvSpPr>
          <p:spPr bwMode="auto">
            <a:xfrm>
              <a:off x="1287" y="2174"/>
              <a:ext cx="1656" cy="1425"/>
            </a:xfrm>
            <a:custGeom>
              <a:avLst/>
              <a:gdLst>
                <a:gd name="T0" fmla="*/ 0 w 1902"/>
                <a:gd name="T1" fmla="*/ 0 h 1475"/>
                <a:gd name="T2" fmla="*/ 1902 w 1902"/>
                <a:gd name="T3" fmla="*/ 1475 h 1475"/>
                <a:gd name="T4" fmla="*/ 0 w 1902"/>
                <a:gd name="T5" fmla="*/ 0 h 1475"/>
                <a:gd name="T6" fmla="*/ 0 w 1902"/>
                <a:gd name="T7" fmla="*/ 0 h 1475"/>
              </a:gdLst>
              <a:ahLst/>
              <a:cxnLst>
                <a:cxn ang="0">
                  <a:pos x="T0" y="T1"/>
                </a:cxn>
                <a:cxn ang="0">
                  <a:pos x="T2" y="T3"/>
                </a:cxn>
                <a:cxn ang="0">
                  <a:pos x="T4" y="T5"/>
                </a:cxn>
                <a:cxn ang="0">
                  <a:pos x="T6" y="T7"/>
                </a:cxn>
              </a:cxnLst>
              <a:rect l="0" t="0" r="r" b="b"/>
              <a:pathLst>
                <a:path w="1902" h="1475">
                  <a:moveTo>
                    <a:pt x="0" y="0"/>
                  </a:moveTo>
                  <a:lnTo>
                    <a:pt x="1902" y="1475"/>
                  </a:lnTo>
                  <a:lnTo>
                    <a:pt x="0" y="0"/>
                  </a:lnTo>
                  <a:lnTo>
                    <a:pt x="0" y="0"/>
                  </a:lnTo>
                  <a:close/>
                </a:path>
              </a:pathLst>
            </a:custGeom>
            <a:solidFill>
              <a:srgbClr val="006666"/>
            </a:solidFill>
            <a:ln w="9525">
              <a:solidFill>
                <a:srgbClr val="006666"/>
              </a:solidFill>
              <a:round/>
              <a:headEnd/>
              <a:tailEnd/>
            </a:ln>
          </p:spPr>
          <p:txBody>
            <a:bodyPr/>
            <a:lstStyle/>
            <a:p>
              <a:endParaRPr lang="zh-CN" altLang="en-US"/>
            </a:p>
          </p:txBody>
        </p:sp>
        <p:sp>
          <p:nvSpPr>
            <p:cNvPr id="68628" name="Freeform 20"/>
            <p:cNvSpPr>
              <a:spLocks/>
            </p:cNvSpPr>
            <p:nvPr/>
          </p:nvSpPr>
          <p:spPr bwMode="auto">
            <a:xfrm>
              <a:off x="2073" y="1188"/>
              <a:ext cx="109" cy="139"/>
            </a:xfrm>
            <a:custGeom>
              <a:avLst/>
              <a:gdLst>
                <a:gd name="T0" fmla="*/ 119 w 125"/>
                <a:gd name="T1" fmla="*/ 42 h 144"/>
                <a:gd name="T2" fmla="*/ 119 w 125"/>
                <a:gd name="T3" fmla="*/ 0 h 144"/>
                <a:gd name="T4" fmla="*/ 108 w 125"/>
                <a:gd name="T5" fmla="*/ 0 h 144"/>
                <a:gd name="T6" fmla="*/ 108 w 125"/>
                <a:gd name="T7" fmla="*/ 6 h 144"/>
                <a:gd name="T8" fmla="*/ 102 w 125"/>
                <a:gd name="T9" fmla="*/ 6 h 144"/>
                <a:gd name="T10" fmla="*/ 90 w 125"/>
                <a:gd name="T11" fmla="*/ 6 h 144"/>
                <a:gd name="T12" fmla="*/ 60 w 125"/>
                <a:gd name="T13" fmla="*/ 0 h 144"/>
                <a:gd name="T14" fmla="*/ 30 w 125"/>
                <a:gd name="T15" fmla="*/ 6 h 144"/>
                <a:gd name="T16" fmla="*/ 12 w 125"/>
                <a:gd name="T17" fmla="*/ 12 h 144"/>
                <a:gd name="T18" fmla="*/ 0 w 125"/>
                <a:gd name="T19" fmla="*/ 30 h 144"/>
                <a:gd name="T20" fmla="*/ 0 w 125"/>
                <a:gd name="T21" fmla="*/ 42 h 144"/>
                <a:gd name="T22" fmla="*/ 0 w 125"/>
                <a:gd name="T23" fmla="*/ 48 h 144"/>
                <a:gd name="T24" fmla="*/ 6 w 125"/>
                <a:gd name="T25" fmla="*/ 60 h 144"/>
                <a:gd name="T26" fmla="*/ 18 w 125"/>
                <a:gd name="T27" fmla="*/ 72 h 144"/>
                <a:gd name="T28" fmla="*/ 48 w 125"/>
                <a:gd name="T29" fmla="*/ 84 h 144"/>
                <a:gd name="T30" fmla="*/ 66 w 125"/>
                <a:gd name="T31" fmla="*/ 90 h 144"/>
                <a:gd name="T32" fmla="*/ 90 w 125"/>
                <a:gd name="T33" fmla="*/ 102 h 144"/>
                <a:gd name="T34" fmla="*/ 96 w 125"/>
                <a:gd name="T35" fmla="*/ 114 h 144"/>
                <a:gd name="T36" fmla="*/ 96 w 125"/>
                <a:gd name="T37" fmla="*/ 120 h 144"/>
                <a:gd name="T38" fmla="*/ 90 w 125"/>
                <a:gd name="T39" fmla="*/ 126 h 144"/>
                <a:gd name="T40" fmla="*/ 78 w 125"/>
                <a:gd name="T41" fmla="*/ 132 h 144"/>
                <a:gd name="T42" fmla="*/ 60 w 125"/>
                <a:gd name="T43" fmla="*/ 138 h 144"/>
                <a:gd name="T44" fmla="*/ 42 w 125"/>
                <a:gd name="T45" fmla="*/ 132 h 144"/>
                <a:gd name="T46" fmla="*/ 24 w 125"/>
                <a:gd name="T47" fmla="*/ 126 h 144"/>
                <a:gd name="T48" fmla="*/ 6 w 125"/>
                <a:gd name="T49" fmla="*/ 96 h 144"/>
                <a:gd name="T50" fmla="*/ 0 w 125"/>
                <a:gd name="T51" fmla="*/ 96 h 144"/>
                <a:gd name="T52" fmla="*/ 0 w 125"/>
                <a:gd name="T53" fmla="*/ 144 h 144"/>
                <a:gd name="T54" fmla="*/ 6 w 125"/>
                <a:gd name="T55" fmla="*/ 144 h 144"/>
                <a:gd name="T56" fmla="*/ 12 w 125"/>
                <a:gd name="T57" fmla="*/ 138 h 144"/>
                <a:gd name="T58" fmla="*/ 18 w 125"/>
                <a:gd name="T59" fmla="*/ 138 h 144"/>
                <a:gd name="T60" fmla="*/ 30 w 125"/>
                <a:gd name="T61" fmla="*/ 144 h 144"/>
                <a:gd name="T62" fmla="*/ 60 w 125"/>
                <a:gd name="T63" fmla="*/ 144 h 144"/>
                <a:gd name="T64" fmla="*/ 90 w 125"/>
                <a:gd name="T65" fmla="*/ 138 h 144"/>
                <a:gd name="T66" fmla="*/ 114 w 125"/>
                <a:gd name="T67" fmla="*/ 132 h 144"/>
                <a:gd name="T68" fmla="*/ 119 w 125"/>
                <a:gd name="T69" fmla="*/ 114 h 144"/>
                <a:gd name="T70" fmla="*/ 125 w 125"/>
                <a:gd name="T71" fmla="*/ 102 h 144"/>
                <a:gd name="T72" fmla="*/ 125 w 125"/>
                <a:gd name="T73" fmla="*/ 84 h 144"/>
                <a:gd name="T74" fmla="*/ 114 w 125"/>
                <a:gd name="T75" fmla="*/ 78 h 144"/>
                <a:gd name="T76" fmla="*/ 96 w 125"/>
                <a:gd name="T77" fmla="*/ 66 h 144"/>
                <a:gd name="T78" fmla="*/ 60 w 125"/>
                <a:gd name="T79" fmla="*/ 48 h 144"/>
                <a:gd name="T80" fmla="*/ 48 w 125"/>
                <a:gd name="T81" fmla="*/ 42 h 144"/>
                <a:gd name="T82" fmla="*/ 36 w 125"/>
                <a:gd name="T83" fmla="*/ 36 h 144"/>
                <a:gd name="T84" fmla="*/ 30 w 125"/>
                <a:gd name="T85" fmla="*/ 24 h 144"/>
                <a:gd name="T86" fmla="*/ 36 w 125"/>
                <a:gd name="T87" fmla="*/ 18 h 144"/>
                <a:gd name="T88" fmla="*/ 42 w 125"/>
                <a:gd name="T89" fmla="*/ 12 h 144"/>
                <a:gd name="T90" fmla="*/ 60 w 125"/>
                <a:gd name="T91" fmla="*/ 6 h 144"/>
                <a:gd name="T92" fmla="*/ 78 w 125"/>
                <a:gd name="T93" fmla="*/ 12 h 144"/>
                <a:gd name="T94" fmla="*/ 96 w 125"/>
                <a:gd name="T95" fmla="*/ 18 h 144"/>
                <a:gd name="T96" fmla="*/ 102 w 125"/>
                <a:gd name="T97" fmla="*/ 30 h 144"/>
                <a:gd name="T98" fmla="*/ 108 w 125"/>
                <a:gd name="T99" fmla="*/ 42 h 144"/>
                <a:gd name="T100" fmla="*/ 119 w 125"/>
                <a:gd name="T101" fmla="*/ 4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5" h="144">
                  <a:moveTo>
                    <a:pt x="119" y="42"/>
                  </a:moveTo>
                  <a:lnTo>
                    <a:pt x="119" y="0"/>
                  </a:lnTo>
                  <a:lnTo>
                    <a:pt x="108" y="0"/>
                  </a:lnTo>
                  <a:lnTo>
                    <a:pt x="108" y="6"/>
                  </a:lnTo>
                  <a:lnTo>
                    <a:pt x="102" y="6"/>
                  </a:lnTo>
                  <a:lnTo>
                    <a:pt x="90" y="6"/>
                  </a:lnTo>
                  <a:lnTo>
                    <a:pt x="60" y="0"/>
                  </a:lnTo>
                  <a:lnTo>
                    <a:pt x="30" y="6"/>
                  </a:lnTo>
                  <a:lnTo>
                    <a:pt x="12" y="12"/>
                  </a:lnTo>
                  <a:lnTo>
                    <a:pt x="0" y="30"/>
                  </a:lnTo>
                  <a:lnTo>
                    <a:pt x="0" y="42"/>
                  </a:lnTo>
                  <a:lnTo>
                    <a:pt x="0" y="48"/>
                  </a:lnTo>
                  <a:lnTo>
                    <a:pt x="6" y="60"/>
                  </a:lnTo>
                  <a:lnTo>
                    <a:pt x="18" y="72"/>
                  </a:lnTo>
                  <a:lnTo>
                    <a:pt x="48" y="84"/>
                  </a:lnTo>
                  <a:lnTo>
                    <a:pt x="66" y="90"/>
                  </a:lnTo>
                  <a:lnTo>
                    <a:pt x="90" y="102"/>
                  </a:lnTo>
                  <a:lnTo>
                    <a:pt x="96" y="114"/>
                  </a:lnTo>
                  <a:lnTo>
                    <a:pt x="96" y="120"/>
                  </a:lnTo>
                  <a:lnTo>
                    <a:pt x="90" y="126"/>
                  </a:lnTo>
                  <a:lnTo>
                    <a:pt x="78" y="132"/>
                  </a:lnTo>
                  <a:lnTo>
                    <a:pt x="60" y="138"/>
                  </a:lnTo>
                  <a:lnTo>
                    <a:pt x="42" y="132"/>
                  </a:lnTo>
                  <a:lnTo>
                    <a:pt x="24" y="126"/>
                  </a:lnTo>
                  <a:lnTo>
                    <a:pt x="6" y="96"/>
                  </a:lnTo>
                  <a:lnTo>
                    <a:pt x="0" y="96"/>
                  </a:lnTo>
                  <a:lnTo>
                    <a:pt x="0" y="144"/>
                  </a:lnTo>
                  <a:lnTo>
                    <a:pt x="6" y="144"/>
                  </a:lnTo>
                  <a:lnTo>
                    <a:pt x="12" y="138"/>
                  </a:lnTo>
                  <a:lnTo>
                    <a:pt x="18" y="138"/>
                  </a:lnTo>
                  <a:lnTo>
                    <a:pt x="30" y="144"/>
                  </a:lnTo>
                  <a:lnTo>
                    <a:pt x="60" y="144"/>
                  </a:lnTo>
                  <a:lnTo>
                    <a:pt x="90" y="138"/>
                  </a:lnTo>
                  <a:lnTo>
                    <a:pt x="114" y="132"/>
                  </a:lnTo>
                  <a:lnTo>
                    <a:pt x="119" y="114"/>
                  </a:lnTo>
                  <a:lnTo>
                    <a:pt x="125" y="102"/>
                  </a:lnTo>
                  <a:lnTo>
                    <a:pt x="125" y="84"/>
                  </a:lnTo>
                  <a:lnTo>
                    <a:pt x="114" y="78"/>
                  </a:lnTo>
                  <a:lnTo>
                    <a:pt x="96" y="66"/>
                  </a:lnTo>
                  <a:lnTo>
                    <a:pt x="60" y="48"/>
                  </a:lnTo>
                  <a:lnTo>
                    <a:pt x="48" y="42"/>
                  </a:lnTo>
                  <a:lnTo>
                    <a:pt x="36" y="36"/>
                  </a:lnTo>
                  <a:lnTo>
                    <a:pt x="30" y="24"/>
                  </a:lnTo>
                  <a:lnTo>
                    <a:pt x="36" y="18"/>
                  </a:lnTo>
                  <a:lnTo>
                    <a:pt x="42" y="12"/>
                  </a:lnTo>
                  <a:lnTo>
                    <a:pt x="60" y="6"/>
                  </a:lnTo>
                  <a:lnTo>
                    <a:pt x="78" y="12"/>
                  </a:lnTo>
                  <a:lnTo>
                    <a:pt x="96" y="18"/>
                  </a:lnTo>
                  <a:lnTo>
                    <a:pt x="102" y="30"/>
                  </a:lnTo>
                  <a:lnTo>
                    <a:pt x="108" y="42"/>
                  </a:lnTo>
                  <a:lnTo>
                    <a:pt x="119" y="42"/>
                  </a:lnTo>
                  <a:close/>
                </a:path>
              </a:pathLst>
            </a:custGeom>
            <a:solidFill>
              <a:srgbClr val="000000"/>
            </a:solidFill>
            <a:ln w="9525">
              <a:solidFill>
                <a:schemeClr val="tx1"/>
              </a:solidFill>
              <a:round/>
              <a:headEnd/>
              <a:tailEnd/>
            </a:ln>
          </p:spPr>
          <p:txBody>
            <a:bodyPr/>
            <a:lstStyle/>
            <a:p>
              <a:endParaRPr lang="zh-CN" altLang="en-US"/>
            </a:p>
          </p:txBody>
        </p:sp>
        <p:sp>
          <p:nvSpPr>
            <p:cNvPr id="68629" name="Freeform 21"/>
            <p:cNvSpPr>
              <a:spLocks/>
            </p:cNvSpPr>
            <p:nvPr/>
          </p:nvSpPr>
          <p:spPr bwMode="auto">
            <a:xfrm>
              <a:off x="2073" y="3051"/>
              <a:ext cx="109" cy="138"/>
            </a:xfrm>
            <a:custGeom>
              <a:avLst/>
              <a:gdLst>
                <a:gd name="T0" fmla="*/ 119 w 125"/>
                <a:gd name="T1" fmla="*/ 48 h 143"/>
                <a:gd name="T2" fmla="*/ 119 w 125"/>
                <a:gd name="T3" fmla="*/ 0 h 143"/>
                <a:gd name="T4" fmla="*/ 108 w 125"/>
                <a:gd name="T5" fmla="*/ 0 h 143"/>
                <a:gd name="T6" fmla="*/ 108 w 125"/>
                <a:gd name="T7" fmla="*/ 6 h 143"/>
                <a:gd name="T8" fmla="*/ 102 w 125"/>
                <a:gd name="T9" fmla="*/ 6 h 143"/>
                <a:gd name="T10" fmla="*/ 90 w 125"/>
                <a:gd name="T11" fmla="*/ 6 h 143"/>
                <a:gd name="T12" fmla="*/ 60 w 125"/>
                <a:gd name="T13" fmla="*/ 0 h 143"/>
                <a:gd name="T14" fmla="*/ 30 w 125"/>
                <a:gd name="T15" fmla="*/ 6 h 143"/>
                <a:gd name="T16" fmla="*/ 12 w 125"/>
                <a:gd name="T17" fmla="*/ 18 h 143"/>
                <a:gd name="T18" fmla="*/ 0 w 125"/>
                <a:gd name="T19" fmla="*/ 30 h 143"/>
                <a:gd name="T20" fmla="*/ 0 w 125"/>
                <a:gd name="T21" fmla="*/ 42 h 143"/>
                <a:gd name="T22" fmla="*/ 0 w 125"/>
                <a:gd name="T23" fmla="*/ 48 h 143"/>
                <a:gd name="T24" fmla="*/ 6 w 125"/>
                <a:gd name="T25" fmla="*/ 60 h 143"/>
                <a:gd name="T26" fmla="*/ 18 w 125"/>
                <a:gd name="T27" fmla="*/ 72 h 143"/>
                <a:gd name="T28" fmla="*/ 48 w 125"/>
                <a:gd name="T29" fmla="*/ 84 h 143"/>
                <a:gd name="T30" fmla="*/ 66 w 125"/>
                <a:gd name="T31" fmla="*/ 90 h 143"/>
                <a:gd name="T32" fmla="*/ 90 w 125"/>
                <a:gd name="T33" fmla="*/ 102 h 143"/>
                <a:gd name="T34" fmla="*/ 96 w 125"/>
                <a:gd name="T35" fmla="*/ 114 h 143"/>
                <a:gd name="T36" fmla="*/ 90 w 125"/>
                <a:gd name="T37" fmla="*/ 125 h 143"/>
                <a:gd name="T38" fmla="*/ 78 w 125"/>
                <a:gd name="T39" fmla="*/ 137 h 143"/>
                <a:gd name="T40" fmla="*/ 60 w 125"/>
                <a:gd name="T41" fmla="*/ 137 h 143"/>
                <a:gd name="T42" fmla="*/ 42 w 125"/>
                <a:gd name="T43" fmla="*/ 131 h 143"/>
                <a:gd name="T44" fmla="*/ 24 w 125"/>
                <a:gd name="T45" fmla="*/ 125 h 143"/>
                <a:gd name="T46" fmla="*/ 6 w 125"/>
                <a:gd name="T47" fmla="*/ 96 h 143"/>
                <a:gd name="T48" fmla="*/ 0 w 125"/>
                <a:gd name="T49" fmla="*/ 96 h 143"/>
                <a:gd name="T50" fmla="*/ 0 w 125"/>
                <a:gd name="T51" fmla="*/ 143 h 143"/>
                <a:gd name="T52" fmla="*/ 6 w 125"/>
                <a:gd name="T53" fmla="*/ 143 h 143"/>
                <a:gd name="T54" fmla="*/ 12 w 125"/>
                <a:gd name="T55" fmla="*/ 143 h 143"/>
                <a:gd name="T56" fmla="*/ 18 w 125"/>
                <a:gd name="T57" fmla="*/ 137 h 143"/>
                <a:gd name="T58" fmla="*/ 30 w 125"/>
                <a:gd name="T59" fmla="*/ 143 h 143"/>
                <a:gd name="T60" fmla="*/ 60 w 125"/>
                <a:gd name="T61" fmla="*/ 143 h 143"/>
                <a:gd name="T62" fmla="*/ 90 w 125"/>
                <a:gd name="T63" fmla="*/ 137 h 143"/>
                <a:gd name="T64" fmla="*/ 114 w 125"/>
                <a:gd name="T65" fmla="*/ 131 h 143"/>
                <a:gd name="T66" fmla="*/ 119 w 125"/>
                <a:gd name="T67" fmla="*/ 114 h 143"/>
                <a:gd name="T68" fmla="*/ 125 w 125"/>
                <a:gd name="T69" fmla="*/ 102 h 143"/>
                <a:gd name="T70" fmla="*/ 125 w 125"/>
                <a:gd name="T71" fmla="*/ 90 h 143"/>
                <a:gd name="T72" fmla="*/ 114 w 125"/>
                <a:gd name="T73" fmla="*/ 78 h 143"/>
                <a:gd name="T74" fmla="*/ 96 w 125"/>
                <a:gd name="T75" fmla="*/ 66 h 143"/>
                <a:gd name="T76" fmla="*/ 60 w 125"/>
                <a:gd name="T77" fmla="*/ 54 h 143"/>
                <a:gd name="T78" fmla="*/ 48 w 125"/>
                <a:gd name="T79" fmla="*/ 48 h 143"/>
                <a:gd name="T80" fmla="*/ 36 w 125"/>
                <a:gd name="T81" fmla="*/ 42 h 143"/>
                <a:gd name="T82" fmla="*/ 30 w 125"/>
                <a:gd name="T83" fmla="*/ 30 h 143"/>
                <a:gd name="T84" fmla="*/ 36 w 125"/>
                <a:gd name="T85" fmla="*/ 18 h 143"/>
                <a:gd name="T86" fmla="*/ 42 w 125"/>
                <a:gd name="T87" fmla="*/ 12 h 143"/>
                <a:gd name="T88" fmla="*/ 60 w 125"/>
                <a:gd name="T89" fmla="*/ 6 h 143"/>
                <a:gd name="T90" fmla="*/ 78 w 125"/>
                <a:gd name="T91" fmla="*/ 12 h 143"/>
                <a:gd name="T92" fmla="*/ 96 w 125"/>
                <a:gd name="T93" fmla="*/ 18 h 143"/>
                <a:gd name="T94" fmla="*/ 102 w 125"/>
                <a:gd name="T95" fmla="*/ 36 h 143"/>
                <a:gd name="T96" fmla="*/ 108 w 125"/>
                <a:gd name="T97" fmla="*/ 48 h 143"/>
                <a:gd name="T98" fmla="*/ 119 w 125"/>
                <a:gd name="T99" fmla="*/ 48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5" h="143">
                  <a:moveTo>
                    <a:pt x="119" y="48"/>
                  </a:moveTo>
                  <a:lnTo>
                    <a:pt x="119" y="0"/>
                  </a:lnTo>
                  <a:lnTo>
                    <a:pt x="108" y="0"/>
                  </a:lnTo>
                  <a:lnTo>
                    <a:pt x="108" y="6"/>
                  </a:lnTo>
                  <a:lnTo>
                    <a:pt x="102" y="6"/>
                  </a:lnTo>
                  <a:lnTo>
                    <a:pt x="90" y="6"/>
                  </a:lnTo>
                  <a:lnTo>
                    <a:pt x="60" y="0"/>
                  </a:lnTo>
                  <a:lnTo>
                    <a:pt x="30" y="6"/>
                  </a:lnTo>
                  <a:lnTo>
                    <a:pt x="12" y="18"/>
                  </a:lnTo>
                  <a:lnTo>
                    <a:pt x="0" y="30"/>
                  </a:lnTo>
                  <a:lnTo>
                    <a:pt x="0" y="42"/>
                  </a:lnTo>
                  <a:lnTo>
                    <a:pt x="0" y="48"/>
                  </a:lnTo>
                  <a:lnTo>
                    <a:pt x="6" y="60"/>
                  </a:lnTo>
                  <a:lnTo>
                    <a:pt x="18" y="72"/>
                  </a:lnTo>
                  <a:lnTo>
                    <a:pt x="48" y="84"/>
                  </a:lnTo>
                  <a:lnTo>
                    <a:pt x="66" y="90"/>
                  </a:lnTo>
                  <a:lnTo>
                    <a:pt x="90" y="102"/>
                  </a:lnTo>
                  <a:lnTo>
                    <a:pt x="96" y="114"/>
                  </a:lnTo>
                  <a:lnTo>
                    <a:pt x="90" y="125"/>
                  </a:lnTo>
                  <a:lnTo>
                    <a:pt x="78" y="137"/>
                  </a:lnTo>
                  <a:lnTo>
                    <a:pt x="60" y="137"/>
                  </a:lnTo>
                  <a:lnTo>
                    <a:pt x="42" y="131"/>
                  </a:lnTo>
                  <a:lnTo>
                    <a:pt x="24" y="125"/>
                  </a:lnTo>
                  <a:lnTo>
                    <a:pt x="6" y="96"/>
                  </a:lnTo>
                  <a:lnTo>
                    <a:pt x="0" y="96"/>
                  </a:lnTo>
                  <a:lnTo>
                    <a:pt x="0" y="143"/>
                  </a:lnTo>
                  <a:lnTo>
                    <a:pt x="6" y="143"/>
                  </a:lnTo>
                  <a:lnTo>
                    <a:pt x="12" y="143"/>
                  </a:lnTo>
                  <a:lnTo>
                    <a:pt x="18" y="137"/>
                  </a:lnTo>
                  <a:lnTo>
                    <a:pt x="30" y="143"/>
                  </a:lnTo>
                  <a:lnTo>
                    <a:pt x="60" y="143"/>
                  </a:lnTo>
                  <a:lnTo>
                    <a:pt x="90" y="137"/>
                  </a:lnTo>
                  <a:lnTo>
                    <a:pt x="114" y="131"/>
                  </a:lnTo>
                  <a:lnTo>
                    <a:pt x="119" y="114"/>
                  </a:lnTo>
                  <a:lnTo>
                    <a:pt x="125" y="102"/>
                  </a:lnTo>
                  <a:lnTo>
                    <a:pt x="125" y="90"/>
                  </a:lnTo>
                  <a:lnTo>
                    <a:pt x="114" y="78"/>
                  </a:lnTo>
                  <a:lnTo>
                    <a:pt x="96" y="66"/>
                  </a:lnTo>
                  <a:lnTo>
                    <a:pt x="60" y="54"/>
                  </a:lnTo>
                  <a:lnTo>
                    <a:pt x="48" y="48"/>
                  </a:lnTo>
                  <a:lnTo>
                    <a:pt x="36" y="42"/>
                  </a:lnTo>
                  <a:lnTo>
                    <a:pt x="30" y="30"/>
                  </a:lnTo>
                  <a:lnTo>
                    <a:pt x="36" y="18"/>
                  </a:lnTo>
                  <a:lnTo>
                    <a:pt x="42" y="12"/>
                  </a:lnTo>
                  <a:lnTo>
                    <a:pt x="60" y="6"/>
                  </a:lnTo>
                  <a:lnTo>
                    <a:pt x="78" y="12"/>
                  </a:lnTo>
                  <a:lnTo>
                    <a:pt x="96" y="18"/>
                  </a:lnTo>
                  <a:lnTo>
                    <a:pt x="102" y="36"/>
                  </a:lnTo>
                  <a:lnTo>
                    <a:pt x="108" y="48"/>
                  </a:lnTo>
                  <a:lnTo>
                    <a:pt x="119" y="48"/>
                  </a:lnTo>
                  <a:close/>
                </a:path>
              </a:pathLst>
            </a:custGeom>
            <a:solidFill>
              <a:srgbClr val="000000"/>
            </a:solidFill>
            <a:ln w="9525">
              <a:solidFill>
                <a:schemeClr val="tx1"/>
              </a:solidFill>
              <a:round/>
              <a:headEnd/>
              <a:tailEnd/>
            </a:ln>
          </p:spPr>
          <p:txBody>
            <a:bodyPr/>
            <a:lstStyle/>
            <a:p>
              <a:endParaRPr lang="zh-CN" altLang="en-US"/>
            </a:p>
          </p:txBody>
        </p:sp>
        <p:sp>
          <p:nvSpPr>
            <p:cNvPr id="68630" name="Freeform 22"/>
            <p:cNvSpPr>
              <a:spLocks/>
            </p:cNvSpPr>
            <p:nvPr/>
          </p:nvSpPr>
          <p:spPr bwMode="auto">
            <a:xfrm>
              <a:off x="3130" y="1107"/>
              <a:ext cx="115" cy="103"/>
            </a:xfrm>
            <a:custGeom>
              <a:avLst/>
              <a:gdLst>
                <a:gd name="T0" fmla="*/ 60 w 132"/>
                <a:gd name="T1" fmla="*/ 48 h 107"/>
                <a:gd name="T2" fmla="*/ 0 w 132"/>
                <a:gd name="T3" fmla="*/ 48 h 107"/>
                <a:gd name="T4" fmla="*/ 0 w 132"/>
                <a:gd name="T5" fmla="*/ 60 h 107"/>
                <a:gd name="T6" fmla="*/ 60 w 132"/>
                <a:gd name="T7" fmla="*/ 60 h 107"/>
                <a:gd name="T8" fmla="*/ 60 w 132"/>
                <a:gd name="T9" fmla="*/ 107 h 107"/>
                <a:gd name="T10" fmla="*/ 72 w 132"/>
                <a:gd name="T11" fmla="*/ 107 h 107"/>
                <a:gd name="T12" fmla="*/ 72 w 132"/>
                <a:gd name="T13" fmla="*/ 60 h 107"/>
                <a:gd name="T14" fmla="*/ 132 w 132"/>
                <a:gd name="T15" fmla="*/ 60 h 107"/>
                <a:gd name="T16" fmla="*/ 132 w 132"/>
                <a:gd name="T17" fmla="*/ 48 h 107"/>
                <a:gd name="T18" fmla="*/ 72 w 132"/>
                <a:gd name="T19" fmla="*/ 48 h 107"/>
                <a:gd name="T20" fmla="*/ 72 w 132"/>
                <a:gd name="T21" fmla="*/ 0 h 107"/>
                <a:gd name="T22" fmla="*/ 60 w 132"/>
                <a:gd name="T23" fmla="*/ 0 h 107"/>
                <a:gd name="T24" fmla="*/ 60 w 132"/>
                <a:gd name="T25" fmla="*/ 4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107">
                  <a:moveTo>
                    <a:pt x="60" y="48"/>
                  </a:moveTo>
                  <a:lnTo>
                    <a:pt x="0" y="48"/>
                  </a:lnTo>
                  <a:lnTo>
                    <a:pt x="0" y="60"/>
                  </a:lnTo>
                  <a:lnTo>
                    <a:pt x="60" y="60"/>
                  </a:lnTo>
                  <a:lnTo>
                    <a:pt x="60" y="107"/>
                  </a:lnTo>
                  <a:lnTo>
                    <a:pt x="72" y="107"/>
                  </a:lnTo>
                  <a:lnTo>
                    <a:pt x="72" y="60"/>
                  </a:lnTo>
                  <a:lnTo>
                    <a:pt x="132" y="60"/>
                  </a:lnTo>
                  <a:lnTo>
                    <a:pt x="132" y="48"/>
                  </a:lnTo>
                  <a:lnTo>
                    <a:pt x="72" y="48"/>
                  </a:lnTo>
                  <a:lnTo>
                    <a:pt x="72" y="0"/>
                  </a:lnTo>
                  <a:lnTo>
                    <a:pt x="60" y="0"/>
                  </a:lnTo>
                  <a:lnTo>
                    <a:pt x="60" y="48"/>
                  </a:lnTo>
                  <a:close/>
                </a:path>
              </a:pathLst>
            </a:custGeom>
            <a:solidFill>
              <a:srgbClr val="000000"/>
            </a:solidFill>
            <a:ln w="9525">
              <a:solidFill>
                <a:schemeClr val="tx1"/>
              </a:solidFill>
              <a:round/>
              <a:headEnd/>
              <a:tailEnd/>
            </a:ln>
          </p:spPr>
          <p:txBody>
            <a:bodyPr/>
            <a:lstStyle/>
            <a:p>
              <a:endParaRPr lang="zh-CN" altLang="en-US"/>
            </a:p>
          </p:txBody>
        </p:sp>
        <p:sp>
          <p:nvSpPr>
            <p:cNvPr id="68631" name="Freeform 23"/>
            <p:cNvSpPr>
              <a:spLocks noEditPoints="1"/>
            </p:cNvSpPr>
            <p:nvPr/>
          </p:nvSpPr>
          <p:spPr bwMode="auto">
            <a:xfrm>
              <a:off x="3276" y="1078"/>
              <a:ext cx="146" cy="167"/>
            </a:xfrm>
            <a:custGeom>
              <a:avLst/>
              <a:gdLst>
                <a:gd name="T0" fmla="*/ 59 w 167"/>
                <a:gd name="T1" fmla="*/ 137 h 173"/>
                <a:gd name="T2" fmla="*/ 101 w 167"/>
                <a:gd name="T3" fmla="*/ 131 h 173"/>
                <a:gd name="T4" fmla="*/ 137 w 167"/>
                <a:gd name="T5" fmla="*/ 107 h 173"/>
                <a:gd name="T6" fmla="*/ 161 w 167"/>
                <a:gd name="T7" fmla="*/ 78 h 173"/>
                <a:gd name="T8" fmla="*/ 167 w 167"/>
                <a:gd name="T9" fmla="*/ 48 h 173"/>
                <a:gd name="T10" fmla="*/ 161 w 167"/>
                <a:gd name="T11" fmla="*/ 24 h 173"/>
                <a:gd name="T12" fmla="*/ 149 w 167"/>
                <a:gd name="T13" fmla="*/ 12 h 173"/>
                <a:gd name="T14" fmla="*/ 131 w 167"/>
                <a:gd name="T15" fmla="*/ 0 h 173"/>
                <a:gd name="T16" fmla="*/ 107 w 167"/>
                <a:gd name="T17" fmla="*/ 0 h 173"/>
                <a:gd name="T18" fmla="*/ 71 w 167"/>
                <a:gd name="T19" fmla="*/ 6 h 173"/>
                <a:gd name="T20" fmla="*/ 35 w 167"/>
                <a:gd name="T21" fmla="*/ 30 h 173"/>
                <a:gd name="T22" fmla="*/ 12 w 167"/>
                <a:gd name="T23" fmla="*/ 54 h 173"/>
                <a:gd name="T24" fmla="*/ 0 w 167"/>
                <a:gd name="T25" fmla="*/ 90 h 173"/>
                <a:gd name="T26" fmla="*/ 6 w 167"/>
                <a:gd name="T27" fmla="*/ 107 h 173"/>
                <a:gd name="T28" fmla="*/ 18 w 167"/>
                <a:gd name="T29" fmla="*/ 125 h 173"/>
                <a:gd name="T30" fmla="*/ 47 w 167"/>
                <a:gd name="T31" fmla="*/ 137 h 173"/>
                <a:gd name="T32" fmla="*/ 35 w 167"/>
                <a:gd name="T33" fmla="*/ 149 h 173"/>
                <a:gd name="T34" fmla="*/ 24 w 167"/>
                <a:gd name="T35" fmla="*/ 155 h 173"/>
                <a:gd name="T36" fmla="*/ 0 w 167"/>
                <a:gd name="T37" fmla="*/ 167 h 173"/>
                <a:gd name="T38" fmla="*/ 6 w 167"/>
                <a:gd name="T39" fmla="*/ 167 h 173"/>
                <a:gd name="T40" fmla="*/ 18 w 167"/>
                <a:gd name="T41" fmla="*/ 167 h 173"/>
                <a:gd name="T42" fmla="*/ 35 w 167"/>
                <a:gd name="T43" fmla="*/ 161 h 173"/>
                <a:gd name="T44" fmla="*/ 47 w 167"/>
                <a:gd name="T45" fmla="*/ 161 h 173"/>
                <a:gd name="T46" fmla="*/ 65 w 167"/>
                <a:gd name="T47" fmla="*/ 167 h 173"/>
                <a:gd name="T48" fmla="*/ 95 w 167"/>
                <a:gd name="T49" fmla="*/ 173 h 173"/>
                <a:gd name="T50" fmla="*/ 107 w 167"/>
                <a:gd name="T51" fmla="*/ 173 h 173"/>
                <a:gd name="T52" fmla="*/ 125 w 167"/>
                <a:gd name="T53" fmla="*/ 167 h 173"/>
                <a:gd name="T54" fmla="*/ 143 w 167"/>
                <a:gd name="T55" fmla="*/ 161 h 173"/>
                <a:gd name="T56" fmla="*/ 161 w 167"/>
                <a:gd name="T57" fmla="*/ 143 h 173"/>
                <a:gd name="T58" fmla="*/ 155 w 167"/>
                <a:gd name="T59" fmla="*/ 143 h 173"/>
                <a:gd name="T60" fmla="*/ 137 w 167"/>
                <a:gd name="T61" fmla="*/ 149 h 173"/>
                <a:gd name="T62" fmla="*/ 131 w 167"/>
                <a:gd name="T63" fmla="*/ 155 h 173"/>
                <a:gd name="T64" fmla="*/ 113 w 167"/>
                <a:gd name="T65" fmla="*/ 155 h 173"/>
                <a:gd name="T66" fmla="*/ 83 w 167"/>
                <a:gd name="T67" fmla="*/ 155 h 173"/>
                <a:gd name="T68" fmla="*/ 65 w 167"/>
                <a:gd name="T69" fmla="*/ 149 h 173"/>
                <a:gd name="T70" fmla="*/ 53 w 167"/>
                <a:gd name="T71" fmla="*/ 149 h 173"/>
                <a:gd name="T72" fmla="*/ 41 w 167"/>
                <a:gd name="T73" fmla="*/ 149 h 173"/>
                <a:gd name="T74" fmla="*/ 59 w 167"/>
                <a:gd name="T75" fmla="*/ 137 h 173"/>
                <a:gd name="T76" fmla="*/ 30 w 167"/>
                <a:gd name="T77" fmla="*/ 96 h 173"/>
                <a:gd name="T78" fmla="*/ 35 w 167"/>
                <a:gd name="T79" fmla="*/ 72 h 173"/>
                <a:gd name="T80" fmla="*/ 47 w 167"/>
                <a:gd name="T81" fmla="*/ 42 h 173"/>
                <a:gd name="T82" fmla="*/ 71 w 167"/>
                <a:gd name="T83" fmla="*/ 18 h 173"/>
                <a:gd name="T84" fmla="*/ 89 w 167"/>
                <a:gd name="T85" fmla="*/ 12 h 173"/>
                <a:gd name="T86" fmla="*/ 107 w 167"/>
                <a:gd name="T87" fmla="*/ 6 h 173"/>
                <a:gd name="T88" fmla="*/ 137 w 167"/>
                <a:gd name="T89" fmla="*/ 12 h 173"/>
                <a:gd name="T90" fmla="*/ 143 w 167"/>
                <a:gd name="T91" fmla="*/ 36 h 173"/>
                <a:gd name="T92" fmla="*/ 137 w 167"/>
                <a:gd name="T93" fmla="*/ 66 h 173"/>
                <a:gd name="T94" fmla="*/ 125 w 167"/>
                <a:gd name="T95" fmla="*/ 96 h 173"/>
                <a:gd name="T96" fmla="*/ 95 w 167"/>
                <a:gd name="T97" fmla="*/ 119 h 173"/>
                <a:gd name="T98" fmla="*/ 83 w 167"/>
                <a:gd name="T99" fmla="*/ 131 h 173"/>
                <a:gd name="T100" fmla="*/ 65 w 167"/>
                <a:gd name="T101" fmla="*/ 131 h 173"/>
                <a:gd name="T102" fmla="*/ 47 w 167"/>
                <a:gd name="T103" fmla="*/ 125 h 173"/>
                <a:gd name="T104" fmla="*/ 35 w 167"/>
                <a:gd name="T105" fmla="*/ 113 h 173"/>
                <a:gd name="T106" fmla="*/ 30 w 167"/>
                <a:gd name="T107" fmla="*/ 101 h 173"/>
                <a:gd name="T108" fmla="*/ 30 w 167"/>
                <a:gd name="T109" fmla="*/ 96 h 173"/>
                <a:gd name="T110" fmla="*/ 30 w 167"/>
                <a:gd name="T111" fmla="*/ 9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7" h="173">
                  <a:moveTo>
                    <a:pt x="59" y="137"/>
                  </a:moveTo>
                  <a:lnTo>
                    <a:pt x="101" y="131"/>
                  </a:lnTo>
                  <a:lnTo>
                    <a:pt x="137" y="107"/>
                  </a:lnTo>
                  <a:lnTo>
                    <a:pt x="161" y="78"/>
                  </a:lnTo>
                  <a:lnTo>
                    <a:pt x="167" y="48"/>
                  </a:lnTo>
                  <a:lnTo>
                    <a:pt x="161" y="24"/>
                  </a:lnTo>
                  <a:lnTo>
                    <a:pt x="149" y="12"/>
                  </a:lnTo>
                  <a:lnTo>
                    <a:pt x="131" y="0"/>
                  </a:lnTo>
                  <a:lnTo>
                    <a:pt x="107" y="0"/>
                  </a:lnTo>
                  <a:lnTo>
                    <a:pt x="71" y="6"/>
                  </a:lnTo>
                  <a:lnTo>
                    <a:pt x="35" y="30"/>
                  </a:lnTo>
                  <a:lnTo>
                    <a:pt x="12" y="54"/>
                  </a:lnTo>
                  <a:lnTo>
                    <a:pt x="0" y="90"/>
                  </a:lnTo>
                  <a:lnTo>
                    <a:pt x="6" y="107"/>
                  </a:lnTo>
                  <a:lnTo>
                    <a:pt x="18" y="125"/>
                  </a:lnTo>
                  <a:lnTo>
                    <a:pt x="47" y="137"/>
                  </a:lnTo>
                  <a:lnTo>
                    <a:pt x="35" y="149"/>
                  </a:lnTo>
                  <a:lnTo>
                    <a:pt x="24" y="155"/>
                  </a:lnTo>
                  <a:lnTo>
                    <a:pt x="0" y="167"/>
                  </a:lnTo>
                  <a:lnTo>
                    <a:pt x="6" y="167"/>
                  </a:lnTo>
                  <a:lnTo>
                    <a:pt x="18" y="167"/>
                  </a:lnTo>
                  <a:lnTo>
                    <a:pt x="35" y="161"/>
                  </a:lnTo>
                  <a:lnTo>
                    <a:pt x="47" y="161"/>
                  </a:lnTo>
                  <a:lnTo>
                    <a:pt x="65" y="167"/>
                  </a:lnTo>
                  <a:lnTo>
                    <a:pt x="95" y="173"/>
                  </a:lnTo>
                  <a:lnTo>
                    <a:pt x="107" y="173"/>
                  </a:lnTo>
                  <a:lnTo>
                    <a:pt x="125" y="167"/>
                  </a:lnTo>
                  <a:lnTo>
                    <a:pt x="143" y="161"/>
                  </a:lnTo>
                  <a:lnTo>
                    <a:pt x="161" y="143"/>
                  </a:lnTo>
                  <a:lnTo>
                    <a:pt x="155" y="143"/>
                  </a:lnTo>
                  <a:lnTo>
                    <a:pt x="137" y="149"/>
                  </a:lnTo>
                  <a:lnTo>
                    <a:pt x="131" y="155"/>
                  </a:lnTo>
                  <a:lnTo>
                    <a:pt x="113" y="155"/>
                  </a:lnTo>
                  <a:lnTo>
                    <a:pt x="83" y="155"/>
                  </a:lnTo>
                  <a:lnTo>
                    <a:pt x="65" y="149"/>
                  </a:lnTo>
                  <a:lnTo>
                    <a:pt x="53" y="149"/>
                  </a:lnTo>
                  <a:lnTo>
                    <a:pt x="41" y="149"/>
                  </a:lnTo>
                  <a:lnTo>
                    <a:pt x="59" y="137"/>
                  </a:lnTo>
                  <a:close/>
                  <a:moveTo>
                    <a:pt x="30" y="96"/>
                  </a:moveTo>
                  <a:lnTo>
                    <a:pt x="35" y="72"/>
                  </a:lnTo>
                  <a:lnTo>
                    <a:pt x="47" y="42"/>
                  </a:lnTo>
                  <a:lnTo>
                    <a:pt x="71" y="18"/>
                  </a:lnTo>
                  <a:lnTo>
                    <a:pt x="89" y="12"/>
                  </a:lnTo>
                  <a:lnTo>
                    <a:pt x="107" y="6"/>
                  </a:lnTo>
                  <a:lnTo>
                    <a:pt x="137" y="12"/>
                  </a:lnTo>
                  <a:lnTo>
                    <a:pt x="143" y="36"/>
                  </a:lnTo>
                  <a:lnTo>
                    <a:pt x="137" y="66"/>
                  </a:lnTo>
                  <a:lnTo>
                    <a:pt x="125" y="96"/>
                  </a:lnTo>
                  <a:lnTo>
                    <a:pt x="95" y="119"/>
                  </a:lnTo>
                  <a:lnTo>
                    <a:pt x="83" y="131"/>
                  </a:lnTo>
                  <a:lnTo>
                    <a:pt x="65" y="131"/>
                  </a:lnTo>
                  <a:lnTo>
                    <a:pt x="47" y="125"/>
                  </a:lnTo>
                  <a:lnTo>
                    <a:pt x="35" y="113"/>
                  </a:lnTo>
                  <a:lnTo>
                    <a:pt x="30" y="101"/>
                  </a:lnTo>
                  <a:lnTo>
                    <a:pt x="30" y="96"/>
                  </a:lnTo>
                  <a:lnTo>
                    <a:pt x="30" y="96"/>
                  </a:lnTo>
                  <a:close/>
                </a:path>
              </a:pathLst>
            </a:custGeom>
            <a:solidFill>
              <a:srgbClr val="000000"/>
            </a:solidFill>
            <a:ln w="9525">
              <a:solidFill>
                <a:schemeClr val="tx1"/>
              </a:solidFill>
              <a:round/>
              <a:headEnd/>
              <a:tailEnd/>
            </a:ln>
          </p:spPr>
          <p:txBody>
            <a:bodyPr/>
            <a:lstStyle/>
            <a:p>
              <a:endParaRPr lang="zh-CN" altLang="en-US"/>
            </a:p>
          </p:txBody>
        </p:sp>
        <p:sp>
          <p:nvSpPr>
            <p:cNvPr id="68632" name="Freeform 24"/>
            <p:cNvSpPr>
              <a:spLocks/>
            </p:cNvSpPr>
            <p:nvPr/>
          </p:nvSpPr>
          <p:spPr bwMode="auto">
            <a:xfrm>
              <a:off x="3495" y="1078"/>
              <a:ext cx="62" cy="167"/>
            </a:xfrm>
            <a:custGeom>
              <a:avLst/>
              <a:gdLst>
                <a:gd name="T0" fmla="*/ 66 w 72"/>
                <a:gd name="T1" fmla="*/ 0 h 173"/>
                <a:gd name="T2" fmla="*/ 36 w 72"/>
                <a:gd name="T3" fmla="*/ 18 h 173"/>
                <a:gd name="T4" fmla="*/ 18 w 72"/>
                <a:gd name="T5" fmla="*/ 36 h 173"/>
                <a:gd name="T6" fmla="*/ 6 w 72"/>
                <a:gd name="T7" fmla="*/ 60 h 173"/>
                <a:gd name="T8" fmla="*/ 0 w 72"/>
                <a:gd name="T9" fmla="*/ 84 h 173"/>
                <a:gd name="T10" fmla="*/ 6 w 72"/>
                <a:gd name="T11" fmla="*/ 113 h 173"/>
                <a:gd name="T12" fmla="*/ 24 w 72"/>
                <a:gd name="T13" fmla="*/ 137 h 173"/>
                <a:gd name="T14" fmla="*/ 42 w 72"/>
                <a:gd name="T15" fmla="*/ 155 h 173"/>
                <a:gd name="T16" fmla="*/ 66 w 72"/>
                <a:gd name="T17" fmla="*/ 173 h 173"/>
                <a:gd name="T18" fmla="*/ 72 w 72"/>
                <a:gd name="T19" fmla="*/ 167 h 173"/>
                <a:gd name="T20" fmla="*/ 42 w 72"/>
                <a:gd name="T21" fmla="*/ 149 h 173"/>
                <a:gd name="T22" fmla="*/ 30 w 72"/>
                <a:gd name="T23" fmla="*/ 125 h 173"/>
                <a:gd name="T24" fmla="*/ 24 w 72"/>
                <a:gd name="T25" fmla="*/ 101 h 173"/>
                <a:gd name="T26" fmla="*/ 24 w 72"/>
                <a:gd name="T27" fmla="*/ 78 h 173"/>
                <a:gd name="T28" fmla="*/ 30 w 72"/>
                <a:gd name="T29" fmla="*/ 48 h 173"/>
                <a:gd name="T30" fmla="*/ 42 w 72"/>
                <a:gd name="T31" fmla="*/ 24 h 173"/>
                <a:gd name="T32" fmla="*/ 54 w 72"/>
                <a:gd name="T33" fmla="*/ 12 h 173"/>
                <a:gd name="T34" fmla="*/ 72 w 72"/>
                <a:gd name="T35" fmla="*/ 0 h 173"/>
                <a:gd name="T36" fmla="*/ 66 w 72"/>
                <a:gd name="T37"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173">
                  <a:moveTo>
                    <a:pt x="66" y="0"/>
                  </a:moveTo>
                  <a:lnTo>
                    <a:pt x="36" y="18"/>
                  </a:lnTo>
                  <a:lnTo>
                    <a:pt x="18" y="36"/>
                  </a:lnTo>
                  <a:lnTo>
                    <a:pt x="6" y="60"/>
                  </a:lnTo>
                  <a:lnTo>
                    <a:pt x="0" y="84"/>
                  </a:lnTo>
                  <a:lnTo>
                    <a:pt x="6" y="113"/>
                  </a:lnTo>
                  <a:lnTo>
                    <a:pt x="24" y="137"/>
                  </a:lnTo>
                  <a:lnTo>
                    <a:pt x="42" y="155"/>
                  </a:lnTo>
                  <a:lnTo>
                    <a:pt x="66" y="173"/>
                  </a:lnTo>
                  <a:lnTo>
                    <a:pt x="72" y="167"/>
                  </a:lnTo>
                  <a:lnTo>
                    <a:pt x="42" y="149"/>
                  </a:lnTo>
                  <a:lnTo>
                    <a:pt x="30" y="125"/>
                  </a:lnTo>
                  <a:lnTo>
                    <a:pt x="24" y="101"/>
                  </a:lnTo>
                  <a:lnTo>
                    <a:pt x="24" y="78"/>
                  </a:lnTo>
                  <a:lnTo>
                    <a:pt x="30" y="48"/>
                  </a:lnTo>
                  <a:lnTo>
                    <a:pt x="42" y="24"/>
                  </a:lnTo>
                  <a:lnTo>
                    <a:pt x="54" y="12"/>
                  </a:lnTo>
                  <a:lnTo>
                    <a:pt x="72" y="0"/>
                  </a:lnTo>
                  <a:lnTo>
                    <a:pt x="66" y="0"/>
                  </a:lnTo>
                  <a:close/>
                </a:path>
              </a:pathLst>
            </a:custGeom>
            <a:solidFill>
              <a:srgbClr val="000000"/>
            </a:solidFill>
            <a:ln w="9525">
              <a:solidFill>
                <a:schemeClr val="tx1"/>
              </a:solidFill>
              <a:round/>
              <a:headEnd/>
              <a:tailEnd/>
            </a:ln>
          </p:spPr>
          <p:txBody>
            <a:bodyPr/>
            <a:lstStyle/>
            <a:p>
              <a:endParaRPr lang="zh-CN" altLang="en-US"/>
            </a:p>
          </p:txBody>
        </p:sp>
        <p:sp>
          <p:nvSpPr>
            <p:cNvPr id="68633" name="Freeform 25"/>
            <p:cNvSpPr>
              <a:spLocks/>
            </p:cNvSpPr>
            <p:nvPr/>
          </p:nvSpPr>
          <p:spPr bwMode="auto">
            <a:xfrm>
              <a:off x="3568" y="1072"/>
              <a:ext cx="51" cy="138"/>
            </a:xfrm>
            <a:custGeom>
              <a:avLst/>
              <a:gdLst>
                <a:gd name="T0" fmla="*/ 0 w 59"/>
                <a:gd name="T1" fmla="*/ 143 h 143"/>
                <a:gd name="T2" fmla="*/ 59 w 59"/>
                <a:gd name="T3" fmla="*/ 143 h 143"/>
                <a:gd name="T4" fmla="*/ 59 w 59"/>
                <a:gd name="T5" fmla="*/ 137 h 143"/>
                <a:gd name="T6" fmla="*/ 47 w 59"/>
                <a:gd name="T7" fmla="*/ 137 h 143"/>
                <a:gd name="T8" fmla="*/ 41 w 59"/>
                <a:gd name="T9" fmla="*/ 125 h 143"/>
                <a:gd name="T10" fmla="*/ 41 w 59"/>
                <a:gd name="T11" fmla="*/ 0 h 143"/>
                <a:gd name="T12" fmla="*/ 41 w 59"/>
                <a:gd name="T13" fmla="*/ 0 h 143"/>
                <a:gd name="T14" fmla="*/ 18 w 59"/>
                <a:gd name="T15" fmla="*/ 6 h 143"/>
                <a:gd name="T16" fmla="*/ 0 w 59"/>
                <a:gd name="T17" fmla="*/ 12 h 143"/>
                <a:gd name="T18" fmla="*/ 0 w 59"/>
                <a:gd name="T19" fmla="*/ 12 h 143"/>
                <a:gd name="T20" fmla="*/ 6 w 59"/>
                <a:gd name="T21" fmla="*/ 12 h 143"/>
                <a:gd name="T22" fmla="*/ 6 w 59"/>
                <a:gd name="T23" fmla="*/ 12 h 143"/>
                <a:gd name="T24" fmla="*/ 18 w 59"/>
                <a:gd name="T25" fmla="*/ 18 h 143"/>
                <a:gd name="T26" fmla="*/ 18 w 59"/>
                <a:gd name="T27" fmla="*/ 24 h 143"/>
                <a:gd name="T28" fmla="*/ 18 w 59"/>
                <a:gd name="T29" fmla="*/ 125 h 143"/>
                <a:gd name="T30" fmla="*/ 12 w 59"/>
                <a:gd name="T31" fmla="*/ 131 h 143"/>
                <a:gd name="T32" fmla="*/ 0 w 59"/>
                <a:gd name="T33" fmla="*/ 137 h 143"/>
                <a:gd name="T34" fmla="*/ 0 w 59"/>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143">
                  <a:moveTo>
                    <a:pt x="0" y="143"/>
                  </a:moveTo>
                  <a:lnTo>
                    <a:pt x="59" y="143"/>
                  </a:lnTo>
                  <a:lnTo>
                    <a:pt x="59" y="137"/>
                  </a:lnTo>
                  <a:lnTo>
                    <a:pt x="47" y="137"/>
                  </a:lnTo>
                  <a:lnTo>
                    <a:pt x="41" y="125"/>
                  </a:lnTo>
                  <a:lnTo>
                    <a:pt x="41" y="0"/>
                  </a:lnTo>
                  <a:lnTo>
                    <a:pt x="41" y="0"/>
                  </a:lnTo>
                  <a:lnTo>
                    <a:pt x="18" y="6"/>
                  </a:lnTo>
                  <a:lnTo>
                    <a:pt x="0" y="12"/>
                  </a:lnTo>
                  <a:lnTo>
                    <a:pt x="0" y="12"/>
                  </a:lnTo>
                  <a:lnTo>
                    <a:pt x="6" y="12"/>
                  </a:lnTo>
                  <a:lnTo>
                    <a:pt x="6" y="12"/>
                  </a:lnTo>
                  <a:lnTo>
                    <a:pt x="18" y="18"/>
                  </a:lnTo>
                  <a:lnTo>
                    <a:pt x="18" y="24"/>
                  </a:lnTo>
                  <a:lnTo>
                    <a:pt x="18" y="125"/>
                  </a:lnTo>
                  <a:lnTo>
                    <a:pt x="12" y="131"/>
                  </a:lnTo>
                  <a:lnTo>
                    <a:pt x="0" y="137"/>
                  </a:lnTo>
                  <a:lnTo>
                    <a:pt x="0" y="143"/>
                  </a:lnTo>
                  <a:close/>
                </a:path>
              </a:pathLst>
            </a:custGeom>
            <a:solidFill>
              <a:srgbClr val="000000"/>
            </a:solidFill>
            <a:ln w="9525">
              <a:solidFill>
                <a:schemeClr val="tx1"/>
              </a:solidFill>
              <a:round/>
              <a:headEnd/>
              <a:tailEnd/>
            </a:ln>
          </p:spPr>
          <p:txBody>
            <a:bodyPr/>
            <a:lstStyle/>
            <a:p>
              <a:endParaRPr lang="zh-CN" altLang="en-US"/>
            </a:p>
          </p:txBody>
        </p:sp>
        <p:sp>
          <p:nvSpPr>
            <p:cNvPr id="68634" name="Freeform 26"/>
            <p:cNvSpPr>
              <a:spLocks noEditPoints="1"/>
            </p:cNvSpPr>
            <p:nvPr/>
          </p:nvSpPr>
          <p:spPr bwMode="auto">
            <a:xfrm>
              <a:off x="3635" y="1119"/>
              <a:ext cx="89" cy="91"/>
            </a:xfrm>
            <a:custGeom>
              <a:avLst/>
              <a:gdLst>
                <a:gd name="T0" fmla="*/ 66 w 102"/>
                <a:gd name="T1" fmla="*/ 65 h 95"/>
                <a:gd name="T2" fmla="*/ 60 w 102"/>
                <a:gd name="T3" fmla="*/ 71 h 95"/>
                <a:gd name="T4" fmla="*/ 54 w 102"/>
                <a:gd name="T5" fmla="*/ 77 h 95"/>
                <a:gd name="T6" fmla="*/ 48 w 102"/>
                <a:gd name="T7" fmla="*/ 83 h 95"/>
                <a:gd name="T8" fmla="*/ 36 w 102"/>
                <a:gd name="T9" fmla="*/ 83 h 95"/>
                <a:gd name="T10" fmla="*/ 30 w 102"/>
                <a:gd name="T11" fmla="*/ 77 h 95"/>
                <a:gd name="T12" fmla="*/ 24 w 102"/>
                <a:gd name="T13" fmla="*/ 65 h 95"/>
                <a:gd name="T14" fmla="*/ 24 w 102"/>
                <a:gd name="T15" fmla="*/ 65 h 95"/>
                <a:gd name="T16" fmla="*/ 24 w 102"/>
                <a:gd name="T17" fmla="*/ 59 h 95"/>
                <a:gd name="T18" fmla="*/ 30 w 102"/>
                <a:gd name="T19" fmla="*/ 54 h 95"/>
                <a:gd name="T20" fmla="*/ 42 w 102"/>
                <a:gd name="T21" fmla="*/ 48 h 95"/>
                <a:gd name="T22" fmla="*/ 66 w 102"/>
                <a:gd name="T23" fmla="*/ 36 h 95"/>
                <a:gd name="T24" fmla="*/ 66 w 102"/>
                <a:gd name="T25" fmla="*/ 65 h 95"/>
                <a:gd name="T26" fmla="*/ 102 w 102"/>
                <a:gd name="T27" fmla="*/ 77 h 95"/>
                <a:gd name="T28" fmla="*/ 96 w 102"/>
                <a:gd name="T29" fmla="*/ 83 h 95"/>
                <a:gd name="T30" fmla="*/ 90 w 102"/>
                <a:gd name="T31" fmla="*/ 83 h 95"/>
                <a:gd name="T32" fmla="*/ 84 w 102"/>
                <a:gd name="T33" fmla="*/ 77 h 95"/>
                <a:gd name="T34" fmla="*/ 84 w 102"/>
                <a:gd name="T35" fmla="*/ 71 h 95"/>
                <a:gd name="T36" fmla="*/ 84 w 102"/>
                <a:gd name="T37" fmla="*/ 30 h 95"/>
                <a:gd name="T38" fmla="*/ 84 w 102"/>
                <a:gd name="T39" fmla="*/ 18 h 95"/>
                <a:gd name="T40" fmla="*/ 78 w 102"/>
                <a:gd name="T41" fmla="*/ 12 h 95"/>
                <a:gd name="T42" fmla="*/ 72 w 102"/>
                <a:gd name="T43" fmla="*/ 6 h 95"/>
                <a:gd name="T44" fmla="*/ 48 w 102"/>
                <a:gd name="T45" fmla="*/ 0 h 95"/>
                <a:gd name="T46" fmla="*/ 12 w 102"/>
                <a:gd name="T47" fmla="*/ 6 h 95"/>
                <a:gd name="T48" fmla="*/ 6 w 102"/>
                <a:gd name="T49" fmla="*/ 18 h 95"/>
                <a:gd name="T50" fmla="*/ 0 w 102"/>
                <a:gd name="T51" fmla="*/ 24 h 95"/>
                <a:gd name="T52" fmla="*/ 6 w 102"/>
                <a:gd name="T53" fmla="*/ 30 h 95"/>
                <a:gd name="T54" fmla="*/ 12 w 102"/>
                <a:gd name="T55" fmla="*/ 30 h 95"/>
                <a:gd name="T56" fmla="*/ 24 w 102"/>
                <a:gd name="T57" fmla="*/ 30 h 95"/>
                <a:gd name="T58" fmla="*/ 24 w 102"/>
                <a:gd name="T59" fmla="*/ 24 h 95"/>
                <a:gd name="T60" fmla="*/ 24 w 102"/>
                <a:gd name="T61" fmla="*/ 18 h 95"/>
                <a:gd name="T62" fmla="*/ 24 w 102"/>
                <a:gd name="T63" fmla="*/ 12 h 95"/>
                <a:gd name="T64" fmla="*/ 30 w 102"/>
                <a:gd name="T65" fmla="*/ 6 h 95"/>
                <a:gd name="T66" fmla="*/ 42 w 102"/>
                <a:gd name="T67" fmla="*/ 6 h 95"/>
                <a:gd name="T68" fmla="*/ 60 w 102"/>
                <a:gd name="T69" fmla="*/ 6 h 95"/>
                <a:gd name="T70" fmla="*/ 66 w 102"/>
                <a:gd name="T71" fmla="*/ 12 h 95"/>
                <a:gd name="T72" fmla="*/ 66 w 102"/>
                <a:gd name="T73" fmla="*/ 24 h 95"/>
                <a:gd name="T74" fmla="*/ 66 w 102"/>
                <a:gd name="T75" fmla="*/ 36 h 95"/>
                <a:gd name="T76" fmla="*/ 36 w 102"/>
                <a:gd name="T77" fmla="*/ 42 h 95"/>
                <a:gd name="T78" fmla="*/ 18 w 102"/>
                <a:gd name="T79" fmla="*/ 54 h 95"/>
                <a:gd name="T80" fmla="*/ 6 w 102"/>
                <a:gd name="T81" fmla="*/ 59 h 95"/>
                <a:gd name="T82" fmla="*/ 0 w 102"/>
                <a:gd name="T83" fmla="*/ 71 h 95"/>
                <a:gd name="T84" fmla="*/ 6 w 102"/>
                <a:gd name="T85" fmla="*/ 89 h 95"/>
                <a:gd name="T86" fmla="*/ 24 w 102"/>
                <a:gd name="T87" fmla="*/ 95 h 95"/>
                <a:gd name="T88" fmla="*/ 48 w 102"/>
                <a:gd name="T89" fmla="*/ 89 h 95"/>
                <a:gd name="T90" fmla="*/ 66 w 102"/>
                <a:gd name="T91" fmla="*/ 77 h 95"/>
                <a:gd name="T92" fmla="*/ 66 w 102"/>
                <a:gd name="T93" fmla="*/ 89 h 95"/>
                <a:gd name="T94" fmla="*/ 72 w 102"/>
                <a:gd name="T95" fmla="*/ 95 h 95"/>
                <a:gd name="T96" fmla="*/ 84 w 102"/>
                <a:gd name="T97" fmla="*/ 95 h 95"/>
                <a:gd name="T98" fmla="*/ 90 w 102"/>
                <a:gd name="T99" fmla="*/ 95 h 95"/>
                <a:gd name="T100" fmla="*/ 102 w 102"/>
                <a:gd name="T101" fmla="*/ 83 h 95"/>
                <a:gd name="T102" fmla="*/ 102 w 102"/>
                <a:gd name="T103"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2" h="95">
                  <a:moveTo>
                    <a:pt x="66" y="65"/>
                  </a:moveTo>
                  <a:lnTo>
                    <a:pt x="60" y="71"/>
                  </a:lnTo>
                  <a:lnTo>
                    <a:pt x="54" y="77"/>
                  </a:lnTo>
                  <a:lnTo>
                    <a:pt x="48" y="83"/>
                  </a:lnTo>
                  <a:lnTo>
                    <a:pt x="36" y="83"/>
                  </a:lnTo>
                  <a:lnTo>
                    <a:pt x="30" y="77"/>
                  </a:lnTo>
                  <a:lnTo>
                    <a:pt x="24" y="65"/>
                  </a:lnTo>
                  <a:lnTo>
                    <a:pt x="24" y="65"/>
                  </a:lnTo>
                  <a:lnTo>
                    <a:pt x="24" y="59"/>
                  </a:lnTo>
                  <a:lnTo>
                    <a:pt x="30" y="54"/>
                  </a:lnTo>
                  <a:lnTo>
                    <a:pt x="42" y="48"/>
                  </a:lnTo>
                  <a:lnTo>
                    <a:pt x="66" y="36"/>
                  </a:lnTo>
                  <a:lnTo>
                    <a:pt x="66" y="65"/>
                  </a:lnTo>
                  <a:close/>
                  <a:moveTo>
                    <a:pt x="102" y="77"/>
                  </a:moveTo>
                  <a:lnTo>
                    <a:pt x="96" y="83"/>
                  </a:lnTo>
                  <a:lnTo>
                    <a:pt x="90" y="83"/>
                  </a:lnTo>
                  <a:lnTo>
                    <a:pt x="84" y="77"/>
                  </a:lnTo>
                  <a:lnTo>
                    <a:pt x="84" y="71"/>
                  </a:lnTo>
                  <a:lnTo>
                    <a:pt x="84" y="30"/>
                  </a:lnTo>
                  <a:lnTo>
                    <a:pt x="84" y="18"/>
                  </a:lnTo>
                  <a:lnTo>
                    <a:pt x="78" y="12"/>
                  </a:lnTo>
                  <a:lnTo>
                    <a:pt x="72" y="6"/>
                  </a:lnTo>
                  <a:lnTo>
                    <a:pt x="48" y="0"/>
                  </a:lnTo>
                  <a:lnTo>
                    <a:pt x="12" y="6"/>
                  </a:lnTo>
                  <a:lnTo>
                    <a:pt x="6" y="18"/>
                  </a:lnTo>
                  <a:lnTo>
                    <a:pt x="0" y="24"/>
                  </a:lnTo>
                  <a:lnTo>
                    <a:pt x="6" y="30"/>
                  </a:lnTo>
                  <a:lnTo>
                    <a:pt x="12" y="30"/>
                  </a:lnTo>
                  <a:lnTo>
                    <a:pt x="24" y="30"/>
                  </a:lnTo>
                  <a:lnTo>
                    <a:pt x="24" y="24"/>
                  </a:lnTo>
                  <a:lnTo>
                    <a:pt x="24" y="18"/>
                  </a:lnTo>
                  <a:lnTo>
                    <a:pt x="24" y="12"/>
                  </a:lnTo>
                  <a:lnTo>
                    <a:pt x="30" y="6"/>
                  </a:lnTo>
                  <a:lnTo>
                    <a:pt x="42" y="6"/>
                  </a:lnTo>
                  <a:lnTo>
                    <a:pt x="60" y="6"/>
                  </a:lnTo>
                  <a:lnTo>
                    <a:pt x="66" y="12"/>
                  </a:lnTo>
                  <a:lnTo>
                    <a:pt x="66" y="24"/>
                  </a:lnTo>
                  <a:lnTo>
                    <a:pt x="66" y="36"/>
                  </a:lnTo>
                  <a:lnTo>
                    <a:pt x="36" y="42"/>
                  </a:lnTo>
                  <a:lnTo>
                    <a:pt x="18" y="54"/>
                  </a:lnTo>
                  <a:lnTo>
                    <a:pt x="6" y="59"/>
                  </a:lnTo>
                  <a:lnTo>
                    <a:pt x="0" y="71"/>
                  </a:lnTo>
                  <a:lnTo>
                    <a:pt x="6" y="89"/>
                  </a:lnTo>
                  <a:lnTo>
                    <a:pt x="24" y="95"/>
                  </a:lnTo>
                  <a:lnTo>
                    <a:pt x="48" y="89"/>
                  </a:lnTo>
                  <a:lnTo>
                    <a:pt x="66" y="77"/>
                  </a:lnTo>
                  <a:lnTo>
                    <a:pt x="66" y="89"/>
                  </a:lnTo>
                  <a:lnTo>
                    <a:pt x="72" y="95"/>
                  </a:lnTo>
                  <a:lnTo>
                    <a:pt x="84" y="95"/>
                  </a:lnTo>
                  <a:lnTo>
                    <a:pt x="90" y="95"/>
                  </a:lnTo>
                  <a:lnTo>
                    <a:pt x="102" y="83"/>
                  </a:lnTo>
                  <a:lnTo>
                    <a:pt x="102" y="77"/>
                  </a:lnTo>
                  <a:close/>
                </a:path>
              </a:pathLst>
            </a:custGeom>
            <a:solidFill>
              <a:srgbClr val="000000"/>
            </a:solidFill>
            <a:ln w="9525">
              <a:solidFill>
                <a:schemeClr val="tx1"/>
              </a:solidFill>
              <a:round/>
              <a:headEnd/>
              <a:tailEnd/>
            </a:ln>
          </p:spPr>
          <p:txBody>
            <a:bodyPr/>
            <a:lstStyle/>
            <a:p>
              <a:endParaRPr lang="zh-CN" altLang="en-US"/>
            </a:p>
          </p:txBody>
        </p:sp>
        <p:sp>
          <p:nvSpPr>
            <p:cNvPr id="68635" name="Freeform 27"/>
            <p:cNvSpPr>
              <a:spLocks noEditPoints="1"/>
            </p:cNvSpPr>
            <p:nvPr/>
          </p:nvSpPr>
          <p:spPr bwMode="auto">
            <a:xfrm>
              <a:off x="3734" y="1119"/>
              <a:ext cx="99" cy="132"/>
            </a:xfrm>
            <a:custGeom>
              <a:avLst/>
              <a:gdLst>
                <a:gd name="T0" fmla="*/ 24 w 114"/>
                <a:gd name="T1" fmla="*/ 107 h 137"/>
                <a:gd name="T2" fmla="*/ 48 w 114"/>
                <a:gd name="T3" fmla="*/ 95 h 137"/>
                <a:gd name="T4" fmla="*/ 72 w 114"/>
                <a:gd name="T5" fmla="*/ 95 h 137"/>
                <a:gd name="T6" fmla="*/ 108 w 114"/>
                <a:gd name="T7" fmla="*/ 101 h 137"/>
                <a:gd name="T8" fmla="*/ 102 w 114"/>
                <a:gd name="T9" fmla="*/ 113 h 137"/>
                <a:gd name="T10" fmla="*/ 78 w 114"/>
                <a:gd name="T11" fmla="*/ 125 h 137"/>
                <a:gd name="T12" fmla="*/ 36 w 114"/>
                <a:gd name="T13" fmla="*/ 125 h 137"/>
                <a:gd name="T14" fmla="*/ 18 w 114"/>
                <a:gd name="T15" fmla="*/ 113 h 137"/>
                <a:gd name="T16" fmla="*/ 30 w 114"/>
                <a:gd name="T17" fmla="*/ 24 h 137"/>
                <a:gd name="T18" fmla="*/ 48 w 114"/>
                <a:gd name="T19" fmla="*/ 6 h 137"/>
                <a:gd name="T20" fmla="*/ 72 w 114"/>
                <a:gd name="T21" fmla="*/ 18 h 137"/>
                <a:gd name="T22" fmla="*/ 78 w 114"/>
                <a:gd name="T23" fmla="*/ 36 h 137"/>
                <a:gd name="T24" fmla="*/ 72 w 114"/>
                <a:gd name="T25" fmla="*/ 59 h 137"/>
                <a:gd name="T26" fmla="*/ 48 w 114"/>
                <a:gd name="T27" fmla="*/ 59 h 137"/>
                <a:gd name="T28" fmla="*/ 30 w 114"/>
                <a:gd name="T29" fmla="*/ 24 h 137"/>
                <a:gd name="T30" fmla="*/ 114 w 114"/>
                <a:gd name="T31" fmla="*/ 12 h 137"/>
                <a:gd name="T32" fmla="*/ 96 w 114"/>
                <a:gd name="T33" fmla="*/ 6 h 137"/>
                <a:gd name="T34" fmla="*/ 66 w 114"/>
                <a:gd name="T35" fmla="*/ 0 h 137"/>
                <a:gd name="T36" fmla="*/ 24 w 114"/>
                <a:gd name="T37" fmla="*/ 12 h 137"/>
                <a:gd name="T38" fmla="*/ 12 w 114"/>
                <a:gd name="T39" fmla="*/ 36 h 137"/>
                <a:gd name="T40" fmla="*/ 36 w 114"/>
                <a:gd name="T41" fmla="*/ 59 h 137"/>
                <a:gd name="T42" fmla="*/ 18 w 114"/>
                <a:gd name="T43" fmla="*/ 77 h 137"/>
                <a:gd name="T44" fmla="*/ 18 w 114"/>
                <a:gd name="T45" fmla="*/ 89 h 137"/>
                <a:gd name="T46" fmla="*/ 6 w 114"/>
                <a:gd name="T47" fmla="*/ 107 h 137"/>
                <a:gd name="T48" fmla="*/ 6 w 114"/>
                <a:gd name="T49" fmla="*/ 125 h 137"/>
                <a:gd name="T50" fmla="*/ 42 w 114"/>
                <a:gd name="T51" fmla="*/ 137 h 137"/>
                <a:gd name="T52" fmla="*/ 90 w 114"/>
                <a:gd name="T53" fmla="*/ 131 h 137"/>
                <a:gd name="T54" fmla="*/ 114 w 114"/>
                <a:gd name="T55" fmla="*/ 101 h 137"/>
                <a:gd name="T56" fmla="*/ 96 w 114"/>
                <a:gd name="T57" fmla="*/ 83 h 137"/>
                <a:gd name="T58" fmla="*/ 48 w 114"/>
                <a:gd name="T59" fmla="*/ 77 h 137"/>
                <a:gd name="T60" fmla="*/ 24 w 114"/>
                <a:gd name="T61" fmla="*/ 71 h 137"/>
                <a:gd name="T62" fmla="*/ 42 w 114"/>
                <a:gd name="T63" fmla="*/ 59 h 137"/>
                <a:gd name="T64" fmla="*/ 54 w 114"/>
                <a:gd name="T65" fmla="*/ 59 h 137"/>
                <a:gd name="T66" fmla="*/ 90 w 114"/>
                <a:gd name="T67" fmla="*/ 48 h 137"/>
                <a:gd name="T68" fmla="*/ 96 w 114"/>
                <a:gd name="T69" fmla="*/ 24 h 137"/>
                <a:gd name="T70" fmla="*/ 114 w 114"/>
                <a:gd name="T71" fmla="*/ 1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37">
                  <a:moveTo>
                    <a:pt x="18" y="113"/>
                  </a:moveTo>
                  <a:lnTo>
                    <a:pt x="24" y="107"/>
                  </a:lnTo>
                  <a:lnTo>
                    <a:pt x="30" y="95"/>
                  </a:lnTo>
                  <a:lnTo>
                    <a:pt x="48" y="95"/>
                  </a:lnTo>
                  <a:lnTo>
                    <a:pt x="60" y="95"/>
                  </a:lnTo>
                  <a:lnTo>
                    <a:pt x="72" y="95"/>
                  </a:lnTo>
                  <a:lnTo>
                    <a:pt x="96" y="95"/>
                  </a:lnTo>
                  <a:lnTo>
                    <a:pt x="108" y="101"/>
                  </a:lnTo>
                  <a:lnTo>
                    <a:pt x="108" y="107"/>
                  </a:lnTo>
                  <a:lnTo>
                    <a:pt x="102" y="113"/>
                  </a:lnTo>
                  <a:lnTo>
                    <a:pt x="96" y="119"/>
                  </a:lnTo>
                  <a:lnTo>
                    <a:pt x="78" y="125"/>
                  </a:lnTo>
                  <a:lnTo>
                    <a:pt x="54" y="125"/>
                  </a:lnTo>
                  <a:lnTo>
                    <a:pt x="36" y="125"/>
                  </a:lnTo>
                  <a:lnTo>
                    <a:pt x="24" y="119"/>
                  </a:lnTo>
                  <a:lnTo>
                    <a:pt x="18" y="113"/>
                  </a:lnTo>
                  <a:lnTo>
                    <a:pt x="18" y="113"/>
                  </a:lnTo>
                  <a:close/>
                  <a:moveTo>
                    <a:pt x="30" y="24"/>
                  </a:moveTo>
                  <a:lnTo>
                    <a:pt x="36" y="12"/>
                  </a:lnTo>
                  <a:lnTo>
                    <a:pt x="48" y="6"/>
                  </a:lnTo>
                  <a:lnTo>
                    <a:pt x="66" y="12"/>
                  </a:lnTo>
                  <a:lnTo>
                    <a:pt x="72" y="18"/>
                  </a:lnTo>
                  <a:lnTo>
                    <a:pt x="78" y="30"/>
                  </a:lnTo>
                  <a:lnTo>
                    <a:pt x="78" y="36"/>
                  </a:lnTo>
                  <a:lnTo>
                    <a:pt x="78" y="48"/>
                  </a:lnTo>
                  <a:lnTo>
                    <a:pt x="72" y="59"/>
                  </a:lnTo>
                  <a:lnTo>
                    <a:pt x="60" y="59"/>
                  </a:lnTo>
                  <a:lnTo>
                    <a:pt x="48" y="59"/>
                  </a:lnTo>
                  <a:lnTo>
                    <a:pt x="36" y="48"/>
                  </a:lnTo>
                  <a:lnTo>
                    <a:pt x="30" y="24"/>
                  </a:lnTo>
                  <a:lnTo>
                    <a:pt x="30" y="24"/>
                  </a:lnTo>
                  <a:close/>
                  <a:moveTo>
                    <a:pt x="114" y="12"/>
                  </a:moveTo>
                  <a:lnTo>
                    <a:pt x="114" y="6"/>
                  </a:lnTo>
                  <a:lnTo>
                    <a:pt x="96" y="6"/>
                  </a:lnTo>
                  <a:lnTo>
                    <a:pt x="78" y="6"/>
                  </a:lnTo>
                  <a:lnTo>
                    <a:pt x="66" y="0"/>
                  </a:lnTo>
                  <a:lnTo>
                    <a:pt x="54" y="0"/>
                  </a:lnTo>
                  <a:lnTo>
                    <a:pt x="24" y="12"/>
                  </a:lnTo>
                  <a:lnTo>
                    <a:pt x="18" y="18"/>
                  </a:lnTo>
                  <a:lnTo>
                    <a:pt x="12" y="36"/>
                  </a:lnTo>
                  <a:lnTo>
                    <a:pt x="18" y="48"/>
                  </a:lnTo>
                  <a:lnTo>
                    <a:pt x="36" y="59"/>
                  </a:lnTo>
                  <a:lnTo>
                    <a:pt x="24" y="71"/>
                  </a:lnTo>
                  <a:lnTo>
                    <a:pt x="18" y="77"/>
                  </a:lnTo>
                  <a:lnTo>
                    <a:pt x="12" y="83"/>
                  </a:lnTo>
                  <a:lnTo>
                    <a:pt x="18" y="89"/>
                  </a:lnTo>
                  <a:lnTo>
                    <a:pt x="24" y="95"/>
                  </a:lnTo>
                  <a:lnTo>
                    <a:pt x="6" y="107"/>
                  </a:lnTo>
                  <a:lnTo>
                    <a:pt x="0" y="119"/>
                  </a:lnTo>
                  <a:lnTo>
                    <a:pt x="6" y="125"/>
                  </a:lnTo>
                  <a:lnTo>
                    <a:pt x="12" y="131"/>
                  </a:lnTo>
                  <a:lnTo>
                    <a:pt x="42" y="137"/>
                  </a:lnTo>
                  <a:lnTo>
                    <a:pt x="66" y="137"/>
                  </a:lnTo>
                  <a:lnTo>
                    <a:pt x="90" y="131"/>
                  </a:lnTo>
                  <a:lnTo>
                    <a:pt x="108" y="119"/>
                  </a:lnTo>
                  <a:lnTo>
                    <a:pt x="114" y="101"/>
                  </a:lnTo>
                  <a:lnTo>
                    <a:pt x="108" y="89"/>
                  </a:lnTo>
                  <a:lnTo>
                    <a:pt x="96" y="83"/>
                  </a:lnTo>
                  <a:lnTo>
                    <a:pt x="78" y="83"/>
                  </a:lnTo>
                  <a:lnTo>
                    <a:pt x="48" y="77"/>
                  </a:lnTo>
                  <a:lnTo>
                    <a:pt x="30" y="77"/>
                  </a:lnTo>
                  <a:lnTo>
                    <a:pt x="24" y="71"/>
                  </a:lnTo>
                  <a:lnTo>
                    <a:pt x="30" y="65"/>
                  </a:lnTo>
                  <a:lnTo>
                    <a:pt x="42" y="59"/>
                  </a:lnTo>
                  <a:lnTo>
                    <a:pt x="48" y="59"/>
                  </a:lnTo>
                  <a:lnTo>
                    <a:pt x="54" y="59"/>
                  </a:lnTo>
                  <a:lnTo>
                    <a:pt x="84" y="54"/>
                  </a:lnTo>
                  <a:lnTo>
                    <a:pt x="90" y="48"/>
                  </a:lnTo>
                  <a:lnTo>
                    <a:pt x="96" y="30"/>
                  </a:lnTo>
                  <a:lnTo>
                    <a:pt x="96" y="24"/>
                  </a:lnTo>
                  <a:lnTo>
                    <a:pt x="90" y="12"/>
                  </a:lnTo>
                  <a:lnTo>
                    <a:pt x="114" y="12"/>
                  </a:lnTo>
                  <a:close/>
                </a:path>
              </a:pathLst>
            </a:custGeom>
            <a:solidFill>
              <a:srgbClr val="000000"/>
            </a:solidFill>
            <a:ln w="9525">
              <a:solidFill>
                <a:schemeClr val="tx1"/>
              </a:solidFill>
              <a:round/>
              <a:headEnd/>
              <a:tailEnd/>
            </a:ln>
          </p:spPr>
          <p:txBody>
            <a:bodyPr/>
            <a:lstStyle/>
            <a:p>
              <a:endParaRPr lang="zh-CN" altLang="en-US"/>
            </a:p>
          </p:txBody>
        </p:sp>
        <p:sp>
          <p:nvSpPr>
            <p:cNvPr id="68636" name="Freeform 28"/>
            <p:cNvSpPr>
              <a:spLocks noEditPoints="1"/>
            </p:cNvSpPr>
            <p:nvPr/>
          </p:nvSpPr>
          <p:spPr bwMode="auto">
            <a:xfrm>
              <a:off x="3849" y="1119"/>
              <a:ext cx="98" cy="132"/>
            </a:xfrm>
            <a:custGeom>
              <a:avLst/>
              <a:gdLst>
                <a:gd name="T0" fmla="*/ 23 w 113"/>
                <a:gd name="T1" fmla="*/ 107 h 137"/>
                <a:gd name="T2" fmla="*/ 47 w 113"/>
                <a:gd name="T3" fmla="*/ 95 h 137"/>
                <a:gd name="T4" fmla="*/ 71 w 113"/>
                <a:gd name="T5" fmla="*/ 95 h 137"/>
                <a:gd name="T6" fmla="*/ 101 w 113"/>
                <a:gd name="T7" fmla="*/ 107 h 137"/>
                <a:gd name="T8" fmla="*/ 89 w 113"/>
                <a:gd name="T9" fmla="*/ 119 h 137"/>
                <a:gd name="T10" fmla="*/ 35 w 113"/>
                <a:gd name="T11" fmla="*/ 125 h 137"/>
                <a:gd name="T12" fmla="*/ 18 w 113"/>
                <a:gd name="T13" fmla="*/ 113 h 137"/>
                <a:gd name="T14" fmla="*/ 29 w 113"/>
                <a:gd name="T15" fmla="*/ 24 h 137"/>
                <a:gd name="T16" fmla="*/ 47 w 113"/>
                <a:gd name="T17" fmla="*/ 6 h 137"/>
                <a:gd name="T18" fmla="*/ 71 w 113"/>
                <a:gd name="T19" fmla="*/ 18 h 137"/>
                <a:gd name="T20" fmla="*/ 77 w 113"/>
                <a:gd name="T21" fmla="*/ 36 h 137"/>
                <a:gd name="T22" fmla="*/ 71 w 113"/>
                <a:gd name="T23" fmla="*/ 59 h 137"/>
                <a:gd name="T24" fmla="*/ 47 w 113"/>
                <a:gd name="T25" fmla="*/ 59 h 137"/>
                <a:gd name="T26" fmla="*/ 29 w 113"/>
                <a:gd name="T27" fmla="*/ 24 h 137"/>
                <a:gd name="T28" fmla="*/ 113 w 113"/>
                <a:gd name="T29" fmla="*/ 12 h 137"/>
                <a:gd name="T30" fmla="*/ 95 w 113"/>
                <a:gd name="T31" fmla="*/ 6 h 137"/>
                <a:gd name="T32" fmla="*/ 65 w 113"/>
                <a:gd name="T33" fmla="*/ 0 h 137"/>
                <a:gd name="T34" fmla="*/ 23 w 113"/>
                <a:gd name="T35" fmla="*/ 12 h 137"/>
                <a:gd name="T36" fmla="*/ 6 w 113"/>
                <a:gd name="T37" fmla="*/ 36 h 137"/>
                <a:gd name="T38" fmla="*/ 35 w 113"/>
                <a:gd name="T39" fmla="*/ 59 h 137"/>
                <a:gd name="T40" fmla="*/ 18 w 113"/>
                <a:gd name="T41" fmla="*/ 77 h 137"/>
                <a:gd name="T42" fmla="*/ 18 w 113"/>
                <a:gd name="T43" fmla="*/ 89 h 137"/>
                <a:gd name="T44" fmla="*/ 6 w 113"/>
                <a:gd name="T45" fmla="*/ 107 h 137"/>
                <a:gd name="T46" fmla="*/ 6 w 113"/>
                <a:gd name="T47" fmla="*/ 125 h 137"/>
                <a:gd name="T48" fmla="*/ 41 w 113"/>
                <a:gd name="T49" fmla="*/ 137 h 137"/>
                <a:gd name="T50" fmla="*/ 89 w 113"/>
                <a:gd name="T51" fmla="*/ 131 h 137"/>
                <a:gd name="T52" fmla="*/ 113 w 113"/>
                <a:gd name="T53" fmla="*/ 101 h 137"/>
                <a:gd name="T54" fmla="*/ 95 w 113"/>
                <a:gd name="T55" fmla="*/ 83 h 137"/>
                <a:gd name="T56" fmla="*/ 47 w 113"/>
                <a:gd name="T57" fmla="*/ 77 h 137"/>
                <a:gd name="T58" fmla="*/ 23 w 113"/>
                <a:gd name="T59" fmla="*/ 71 h 137"/>
                <a:gd name="T60" fmla="*/ 41 w 113"/>
                <a:gd name="T61" fmla="*/ 59 h 137"/>
                <a:gd name="T62" fmla="*/ 53 w 113"/>
                <a:gd name="T63" fmla="*/ 59 h 137"/>
                <a:gd name="T64" fmla="*/ 89 w 113"/>
                <a:gd name="T65" fmla="*/ 48 h 137"/>
                <a:gd name="T66" fmla="*/ 95 w 113"/>
                <a:gd name="T67" fmla="*/ 24 h 137"/>
                <a:gd name="T68" fmla="*/ 113 w 113"/>
                <a:gd name="T69" fmla="*/ 1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3" h="137">
                  <a:moveTo>
                    <a:pt x="18" y="113"/>
                  </a:moveTo>
                  <a:lnTo>
                    <a:pt x="23" y="107"/>
                  </a:lnTo>
                  <a:lnTo>
                    <a:pt x="29" y="95"/>
                  </a:lnTo>
                  <a:lnTo>
                    <a:pt x="47" y="95"/>
                  </a:lnTo>
                  <a:lnTo>
                    <a:pt x="59" y="95"/>
                  </a:lnTo>
                  <a:lnTo>
                    <a:pt x="71" y="95"/>
                  </a:lnTo>
                  <a:lnTo>
                    <a:pt x="95" y="95"/>
                  </a:lnTo>
                  <a:lnTo>
                    <a:pt x="101" y="107"/>
                  </a:lnTo>
                  <a:lnTo>
                    <a:pt x="95" y="113"/>
                  </a:lnTo>
                  <a:lnTo>
                    <a:pt x="89" y="119"/>
                  </a:lnTo>
                  <a:lnTo>
                    <a:pt x="53" y="125"/>
                  </a:lnTo>
                  <a:lnTo>
                    <a:pt x="35" y="125"/>
                  </a:lnTo>
                  <a:lnTo>
                    <a:pt x="23" y="119"/>
                  </a:lnTo>
                  <a:lnTo>
                    <a:pt x="18" y="113"/>
                  </a:lnTo>
                  <a:lnTo>
                    <a:pt x="18" y="113"/>
                  </a:lnTo>
                  <a:close/>
                  <a:moveTo>
                    <a:pt x="29" y="24"/>
                  </a:moveTo>
                  <a:lnTo>
                    <a:pt x="35" y="12"/>
                  </a:lnTo>
                  <a:lnTo>
                    <a:pt x="47" y="6"/>
                  </a:lnTo>
                  <a:lnTo>
                    <a:pt x="65" y="12"/>
                  </a:lnTo>
                  <a:lnTo>
                    <a:pt x="71" y="18"/>
                  </a:lnTo>
                  <a:lnTo>
                    <a:pt x="77" y="30"/>
                  </a:lnTo>
                  <a:lnTo>
                    <a:pt x="77" y="36"/>
                  </a:lnTo>
                  <a:lnTo>
                    <a:pt x="77" y="48"/>
                  </a:lnTo>
                  <a:lnTo>
                    <a:pt x="71" y="59"/>
                  </a:lnTo>
                  <a:lnTo>
                    <a:pt x="59" y="59"/>
                  </a:lnTo>
                  <a:lnTo>
                    <a:pt x="47" y="59"/>
                  </a:lnTo>
                  <a:lnTo>
                    <a:pt x="35" y="48"/>
                  </a:lnTo>
                  <a:lnTo>
                    <a:pt x="29" y="24"/>
                  </a:lnTo>
                  <a:lnTo>
                    <a:pt x="29" y="24"/>
                  </a:lnTo>
                  <a:close/>
                  <a:moveTo>
                    <a:pt x="113" y="12"/>
                  </a:moveTo>
                  <a:lnTo>
                    <a:pt x="113" y="6"/>
                  </a:lnTo>
                  <a:lnTo>
                    <a:pt x="95" y="6"/>
                  </a:lnTo>
                  <a:lnTo>
                    <a:pt x="77" y="6"/>
                  </a:lnTo>
                  <a:lnTo>
                    <a:pt x="65" y="0"/>
                  </a:lnTo>
                  <a:lnTo>
                    <a:pt x="53" y="0"/>
                  </a:lnTo>
                  <a:lnTo>
                    <a:pt x="23" y="12"/>
                  </a:lnTo>
                  <a:lnTo>
                    <a:pt x="12" y="18"/>
                  </a:lnTo>
                  <a:lnTo>
                    <a:pt x="6" y="36"/>
                  </a:lnTo>
                  <a:lnTo>
                    <a:pt x="12" y="48"/>
                  </a:lnTo>
                  <a:lnTo>
                    <a:pt x="35" y="59"/>
                  </a:lnTo>
                  <a:lnTo>
                    <a:pt x="23" y="71"/>
                  </a:lnTo>
                  <a:lnTo>
                    <a:pt x="18" y="77"/>
                  </a:lnTo>
                  <a:lnTo>
                    <a:pt x="12" y="83"/>
                  </a:lnTo>
                  <a:lnTo>
                    <a:pt x="18" y="89"/>
                  </a:lnTo>
                  <a:lnTo>
                    <a:pt x="23" y="95"/>
                  </a:lnTo>
                  <a:lnTo>
                    <a:pt x="6" y="107"/>
                  </a:lnTo>
                  <a:lnTo>
                    <a:pt x="0" y="119"/>
                  </a:lnTo>
                  <a:lnTo>
                    <a:pt x="6" y="125"/>
                  </a:lnTo>
                  <a:lnTo>
                    <a:pt x="12" y="131"/>
                  </a:lnTo>
                  <a:lnTo>
                    <a:pt x="41" y="137"/>
                  </a:lnTo>
                  <a:lnTo>
                    <a:pt x="65" y="137"/>
                  </a:lnTo>
                  <a:lnTo>
                    <a:pt x="89" y="131"/>
                  </a:lnTo>
                  <a:lnTo>
                    <a:pt x="107" y="119"/>
                  </a:lnTo>
                  <a:lnTo>
                    <a:pt x="113" y="101"/>
                  </a:lnTo>
                  <a:lnTo>
                    <a:pt x="107" y="89"/>
                  </a:lnTo>
                  <a:lnTo>
                    <a:pt x="95" y="83"/>
                  </a:lnTo>
                  <a:lnTo>
                    <a:pt x="77" y="83"/>
                  </a:lnTo>
                  <a:lnTo>
                    <a:pt x="47" y="77"/>
                  </a:lnTo>
                  <a:lnTo>
                    <a:pt x="29" y="77"/>
                  </a:lnTo>
                  <a:lnTo>
                    <a:pt x="23" y="71"/>
                  </a:lnTo>
                  <a:lnTo>
                    <a:pt x="29" y="65"/>
                  </a:lnTo>
                  <a:lnTo>
                    <a:pt x="41" y="59"/>
                  </a:lnTo>
                  <a:lnTo>
                    <a:pt x="47" y="59"/>
                  </a:lnTo>
                  <a:lnTo>
                    <a:pt x="53" y="59"/>
                  </a:lnTo>
                  <a:lnTo>
                    <a:pt x="83" y="54"/>
                  </a:lnTo>
                  <a:lnTo>
                    <a:pt x="89" y="48"/>
                  </a:lnTo>
                  <a:lnTo>
                    <a:pt x="95" y="30"/>
                  </a:lnTo>
                  <a:lnTo>
                    <a:pt x="95" y="24"/>
                  </a:lnTo>
                  <a:lnTo>
                    <a:pt x="89" y="12"/>
                  </a:lnTo>
                  <a:lnTo>
                    <a:pt x="113" y="12"/>
                  </a:lnTo>
                  <a:close/>
                </a:path>
              </a:pathLst>
            </a:custGeom>
            <a:solidFill>
              <a:srgbClr val="000000"/>
            </a:solidFill>
            <a:ln w="9525">
              <a:solidFill>
                <a:schemeClr val="tx1"/>
              </a:solidFill>
              <a:round/>
              <a:headEnd/>
              <a:tailEnd/>
            </a:ln>
          </p:spPr>
          <p:txBody>
            <a:bodyPr/>
            <a:lstStyle/>
            <a:p>
              <a:endParaRPr lang="zh-CN" altLang="en-US"/>
            </a:p>
          </p:txBody>
        </p:sp>
        <p:sp>
          <p:nvSpPr>
            <p:cNvPr id="68637" name="Freeform 29"/>
            <p:cNvSpPr>
              <a:spLocks noEditPoints="1"/>
            </p:cNvSpPr>
            <p:nvPr/>
          </p:nvSpPr>
          <p:spPr bwMode="auto">
            <a:xfrm>
              <a:off x="3958" y="1072"/>
              <a:ext cx="52" cy="138"/>
            </a:xfrm>
            <a:custGeom>
              <a:avLst/>
              <a:gdLst>
                <a:gd name="T0" fmla="*/ 0 w 60"/>
                <a:gd name="T1" fmla="*/ 143 h 143"/>
                <a:gd name="T2" fmla="*/ 60 w 60"/>
                <a:gd name="T3" fmla="*/ 143 h 143"/>
                <a:gd name="T4" fmla="*/ 60 w 60"/>
                <a:gd name="T5" fmla="*/ 137 h 143"/>
                <a:gd name="T6" fmla="*/ 48 w 60"/>
                <a:gd name="T7" fmla="*/ 137 h 143"/>
                <a:gd name="T8" fmla="*/ 42 w 60"/>
                <a:gd name="T9" fmla="*/ 131 h 143"/>
                <a:gd name="T10" fmla="*/ 42 w 60"/>
                <a:gd name="T11" fmla="*/ 119 h 143"/>
                <a:gd name="T12" fmla="*/ 42 w 60"/>
                <a:gd name="T13" fmla="*/ 48 h 143"/>
                <a:gd name="T14" fmla="*/ 42 w 60"/>
                <a:gd name="T15" fmla="*/ 48 h 143"/>
                <a:gd name="T16" fmla="*/ 24 w 60"/>
                <a:gd name="T17" fmla="*/ 54 h 143"/>
                <a:gd name="T18" fmla="*/ 0 w 60"/>
                <a:gd name="T19" fmla="*/ 60 h 143"/>
                <a:gd name="T20" fmla="*/ 0 w 60"/>
                <a:gd name="T21" fmla="*/ 60 h 143"/>
                <a:gd name="T22" fmla="*/ 6 w 60"/>
                <a:gd name="T23" fmla="*/ 60 h 143"/>
                <a:gd name="T24" fmla="*/ 12 w 60"/>
                <a:gd name="T25" fmla="*/ 60 h 143"/>
                <a:gd name="T26" fmla="*/ 18 w 60"/>
                <a:gd name="T27" fmla="*/ 60 h 143"/>
                <a:gd name="T28" fmla="*/ 24 w 60"/>
                <a:gd name="T29" fmla="*/ 72 h 143"/>
                <a:gd name="T30" fmla="*/ 24 w 60"/>
                <a:gd name="T31" fmla="*/ 119 h 143"/>
                <a:gd name="T32" fmla="*/ 24 w 60"/>
                <a:gd name="T33" fmla="*/ 131 h 143"/>
                <a:gd name="T34" fmla="*/ 18 w 60"/>
                <a:gd name="T35" fmla="*/ 137 h 143"/>
                <a:gd name="T36" fmla="*/ 0 w 60"/>
                <a:gd name="T37" fmla="*/ 137 h 143"/>
                <a:gd name="T38" fmla="*/ 0 w 60"/>
                <a:gd name="T39" fmla="*/ 143 h 143"/>
                <a:gd name="T40" fmla="*/ 18 w 60"/>
                <a:gd name="T41" fmla="*/ 12 h 143"/>
                <a:gd name="T42" fmla="*/ 18 w 60"/>
                <a:gd name="T43" fmla="*/ 18 h 143"/>
                <a:gd name="T44" fmla="*/ 30 w 60"/>
                <a:gd name="T45" fmla="*/ 24 h 143"/>
                <a:gd name="T46" fmla="*/ 36 w 60"/>
                <a:gd name="T47" fmla="*/ 18 h 143"/>
                <a:gd name="T48" fmla="*/ 42 w 60"/>
                <a:gd name="T49" fmla="*/ 12 h 143"/>
                <a:gd name="T50" fmla="*/ 36 w 60"/>
                <a:gd name="T51" fmla="*/ 6 h 143"/>
                <a:gd name="T52" fmla="*/ 30 w 60"/>
                <a:gd name="T53" fmla="*/ 0 h 143"/>
                <a:gd name="T54" fmla="*/ 18 w 60"/>
                <a:gd name="T55" fmla="*/ 6 h 143"/>
                <a:gd name="T56" fmla="*/ 18 w 60"/>
                <a:gd name="T57" fmla="*/ 12 h 143"/>
                <a:gd name="T58" fmla="*/ 18 w 60"/>
                <a:gd name="T59" fmla="*/ 1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143">
                  <a:moveTo>
                    <a:pt x="0" y="143"/>
                  </a:moveTo>
                  <a:lnTo>
                    <a:pt x="60" y="143"/>
                  </a:lnTo>
                  <a:lnTo>
                    <a:pt x="60" y="137"/>
                  </a:lnTo>
                  <a:lnTo>
                    <a:pt x="48" y="137"/>
                  </a:lnTo>
                  <a:lnTo>
                    <a:pt x="42" y="131"/>
                  </a:lnTo>
                  <a:lnTo>
                    <a:pt x="42" y="119"/>
                  </a:lnTo>
                  <a:lnTo>
                    <a:pt x="42" y="48"/>
                  </a:lnTo>
                  <a:lnTo>
                    <a:pt x="42" y="48"/>
                  </a:lnTo>
                  <a:lnTo>
                    <a:pt x="24" y="54"/>
                  </a:lnTo>
                  <a:lnTo>
                    <a:pt x="0" y="60"/>
                  </a:lnTo>
                  <a:lnTo>
                    <a:pt x="0" y="60"/>
                  </a:lnTo>
                  <a:lnTo>
                    <a:pt x="6" y="60"/>
                  </a:lnTo>
                  <a:lnTo>
                    <a:pt x="12" y="60"/>
                  </a:lnTo>
                  <a:lnTo>
                    <a:pt x="18" y="60"/>
                  </a:lnTo>
                  <a:lnTo>
                    <a:pt x="24" y="72"/>
                  </a:lnTo>
                  <a:lnTo>
                    <a:pt x="24" y="119"/>
                  </a:lnTo>
                  <a:lnTo>
                    <a:pt x="24" y="131"/>
                  </a:lnTo>
                  <a:lnTo>
                    <a:pt x="18" y="137"/>
                  </a:lnTo>
                  <a:lnTo>
                    <a:pt x="0" y="137"/>
                  </a:lnTo>
                  <a:lnTo>
                    <a:pt x="0" y="143"/>
                  </a:lnTo>
                  <a:close/>
                  <a:moveTo>
                    <a:pt x="18" y="12"/>
                  </a:moveTo>
                  <a:lnTo>
                    <a:pt x="18" y="18"/>
                  </a:lnTo>
                  <a:lnTo>
                    <a:pt x="30" y="24"/>
                  </a:lnTo>
                  <a:lnTo>
                    <a:pt x="36" y="18"/>
                  </a:lnTo>
                  <a:lnTo>
                    <a:pt x="42" y="12"/>
                  </a:lnTo>
                  <a:lnTo>
                    <a:pt x="36" y="6"/>
                  </a:lnTo>
                  <a:lnTo>
                    <a:pt x="30" y="0"/>
                  </a:lnTo>
                  <a:lnTo>
                    <a:pt x="18" y="6"/>
                  </a:lnTo>
                  <a:lnTo>
                    <a:pt x="18" y="12"/>
                  </a:lnTo>
                  <a:lnTo>
                    <a:pt x="18" y="12"/>
                  </a:lnTo>
                  <a:close/>
                </a:path>
              </a:pathLst>
            </a:custGeom>
            <a:solidFill>
              <a:srgbClr val="000000"/>
            </a:solidFill>
            <a:ln w="9525">
              <a:solidFill>
                <a:schemeClr val="tx1"/>
              </a:solidFill>
              <a:round/>
              <a:headEnd/>
              <a:tailEnd/>
            </a:ln>
          </p:spPr>
          <p:txBody>
            <a:bodyPr/>
            <a:lstStyle/>
            <a:p>
              <a:endParaRPr lang="zh-CN" altLang="en-US"/>
            </a:p>
          </p:txBody>
        </p:sp>
        <p:sp>
          <p:nvSpPr>
            <p:cNvPr id="68638" name="Freeform 30"/>
            <p:cNvSpPr>
              <a:spLocks/>
            </p:cNvSpPr>
            <p:nvPr/>
          </p:nvSpPr>
          <p:spPr bwMode="auto">
            <a:xfrm>
              <a:off x="4020" y="1119"/>
              <a:ext cx="110" cy="91"/>
            </a:xfrm>
            <a:custGeom>
              <a:avLst/>
              <a:gdLst>
                <a:gd name="T0" fmla="*/ 18 w 126"/>
                <a:gd name="T1" fmla="*/ 71 h 95"/>
                <a:gd name="T2" fmla="*/ 12 w 126"/>
                <a:gd name="T3" fmla="*/ 83 h 95"/>
                <a:gd name="T4" fmla="*/ 0 w 126"/>
                <a:gd name="T5" fmla="*/ 89 h 95"/>
                <a:gd name="T6" fmla="*/ 0 w 126"/>
                <a:gd name="T7" fmla="*/ 95 h 95"/>
                <a:gd name="T8" fmla="*/ 60 w 126"/>
                <a:gd name="T9" fmla="*/ 95 h 95"/>
                <a:gd name="T10" fmla="*/ 60 w 126"/>
                <a:gd name="T11" fmla="*/ 89 h 95"/>
                <a:gd name="T12" fmla="*/ 48 w 126"/>
                <a:gd name="T13" fmla="*/ 89 h 95"/>
                <a:gd name="T14" fmla="*/ 42 w 126"/>
                <a:gd name="T15" fmla="*/ 83 h 95"/>
                <a:gd name="T16" fmla="*/ 42 w 126"/>
                <a:gd name="T17" fmla="*/ 77 h 95"/>
                <a:gd name="T18" fmla="*/ 42 w 126"/>
                <a:gd name="T19" fmla="*/ 24 h 95"/>
                <a:gd name="T20" fmla="*/ 54 w 126"/>
                <a:gd name="T21" fmla="*/ 12 h 95"/>
                <a:gd name="T22" fmla="*/ 66 w 126"/>
                <a:gd name="T23" fmla="*/ 12 h 95"/>
                <a:gd name="T24" fmla="*/ 84 w 126"/>
                <a:gd name="T25" fmla="*/ 18 h 95"/>
                <a:gd name="T26" fmla="*/ 90 w 126"/>
                <a:gd name="T27" fmla="*/ 30 h 95"/>
                <a:gd name="T28" fmla="*/ 90 w 126"/>
                <a:gd name="T29" fmla="*/ 71 h 95"/>
                <a:gd name="T30" fmla="*/ 90 w 126"/>
                <a:gd name="T31" fmla="*/ 83 h 95"/>
                <a:gd name="T32" fmla="*/ 84 w 126"/>
                <a:gd name="T33" fmla="*/ 89 h 95"/>
                <a:gd name="T34" fmla="*/ 72 w 126"/>
                <a:gd name="T35" fmla="*/ 89 h 95"/>
                <a:gd name="T36" fmla="*/ 72 w 126"/>
                <a:gd name="T37" fmla="*/ 95 h 95"/>
                <a:gd name="T38" fmla="*/ 126 w 126"/>
                <a:gd name="T39" fmla="*/ 95 h 95"/>
                <a:gd name="T40" fmla="*/ 126 w 126"/>
                <a:gd name="T41" fmla="*/ 89 h 95"/>
                <a:gd name="T42" fmla="*/ 114 w 126"/>
                <a:gd name="T43" fmla="*/ 83 h 95"/>
                <a:gd name="T44" fmla="*/ 108 w 126"/>
                <a:gd name="T45" fmla="*/ 77 h 95"/>
                <a:gd name="T46" fmla="*/ 108 w 126"/>
                <a:gd name="T47" fmla="*/ 30 h 95"/>
                <a:gd name="T48" fmla="*/ 108 w 126"/>
                <a:gd name="T49" fmla="*/ 18 h 95"/>
                <a:gd name="T50" fmla="*/ 96 w 126"/>
                <a:gd name="T51" fmla="*/ 6 h 95"/>
                <a:gd name="T52" fmla="*/ 78 w 126"/>
                <a:gd name="T53" fmla="*/ 0 h 95"/>
                <a:gd name="T54" fmla="*/ 60 w 126"/>
                <a:gd name="T55" fmla="*/ 6 h 95"/>
                <a:gd name="T56" fmla="*/ 42 w 126"/>
                <a:gd name="T57" fmla="*/ 18 h 95"/>
                <a:gd name="T58" fmla="*/ 42 w 126"/>
                <a:gd name="T59" fmla="*/ 0 h 95"/>
                <a:gd name="T60" fmla="*/ 36 w 126"/>
                <a:gd name="T61" fmla="*/ 0 h 95"/>
                <a:gd name="T62" fmla="*/ 18 w 126"/>
                <a:gd name="T63" fmla="*/ 6 h 95"/>
                <a:gd name="T64" fmla="*/ 0 w 126"/>
                <a:gd name="T65" fmla="*/ 6 h 95"/>
                <a:gd name="T66" fmla="*/ 0 w 126"/>
                <a:gd name="T67" fmla="*/ 12 h 95"/>
                <a:gd name="T68" fmla="*/ 6 w 126"/>
                <a:gd name="T69" fmla="*/ 12 h 95"/>
                <a:gd name="T70" fmla="*/ 12 w 126"/>
                <a:gd name="T71" fmla="*/ 12 h 95"/>
                <a:gd name="T72" fmla="*/ 18 w 126"/>
                <a:gd name="T73" fmla="*/ 12 h 95"/>
                <a:gd name="T74" fmla="*/ 18 w 126"/>
                <a:gd name="T75" fmla="*/ 24 h 95"/>
                <a:gd name="T76" fmla="*/ 18 w 126"/>
                <a:gd name="T77" fmla="*/ 7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6" h="95">
                  <a:moveTo>
                    <a:pt x="18" y="71"/>
                  </a:moveTo>
                  <a:lnTo>
                    <a:pt x="12" y="83"/>
                  </a:lnTo>
                  <a:lnTo>
                    <a:pt x="0" y="89"/>
                  </a:lnTo>
                  <a:lnTo>
                    <a:pt x="0" y="95"/>
                  </a:lnTo>
                  <a:lnTo>
                    <a:pt x="60" y="95"/>
                  </a:lnTo>
                  <a:lnTo>
                    <a:pt x="60" y="89"/>
                  </a:lnTo>
                  <a:lnTo>
                    <a:pt x="48" y="89"/>
                  </a:lnTo>
                  <a:lnTo>
                    <a:pt x="42" y="83"/>
                  </a:lnTo>
                  <a:lnTo>
                    <a:pt x="42" y="77"/>
                  </a:lnTo>
                  <a:lnTo>
                    <a:pt x="42" y="24"/>
                  </a:lnTo>
                  <a:lnTo>
                    <a:pt x="54" y="12"/>
                  </a:lnTo>
                  <a:lnTo>
                    <a:pt x="66" y="12"/>
                  </a:lnTo>
                  <a:lnTo>
                    <a:pt x="84" y="18"/>
                  </a:lnTo>
                  <a:lnTo>
                    <a:pt x="90" y="30"/>
                  </a:lnTo>
                  <a:lnTo>
                    <a:pt x="90" y="71"/>
                  </a:lnTo>
                  <a:lnTo>
                    <a:pt x="90" y="83"/>
                  </a:lnTo>
                  <a:lnTo>
                    <a:pt x="84" y="89"/>
                  </a:lnTo>
                  <a:lnTo>
                    <a:pt x="72" y="89"/>
                  </a:lnTo>
                  <a:lnTo>
                    <a:pt x="72" y="95"/>
                  </a:lnTo>
                  <a:lnTo>
                    <a:pt x="126" y="95"/>
                  </a:lnTo>
                  <a:lnTo>
                    <a:pt x="126" y="89"/>
                  </a:lnTo>
                  <a:lnTo>
                    <a:pt x="114" y="83"/>
                  </a:lnTo>
                  <a:lnTo>
                    <a:pt x="108" y="77"/>
                  </a:lnTo>
                  <a:lnTo>
                    <a:pt x="108" y="30"/>
                  </a:lnTo>
                  <a:lnTo>
                    <a:pt x="108" y="18"/>
                  </a:lnTo>
                  <a:lnTo>
                    <a:pt x="96" y="6"/>
                  </a:lnTo>
                  <a:lnTo>
                    <a:pt x="78" y="0"/>
                  </a:lnTo>
                  <a:lnTo>
                    <a:pt x="60" y="6"/>
                  </a:lnTo>
                  <a:lnTo>
                    <a:pt x="42" y="18"/>
                  </a:lnTo>
                  <a:lnTo>
                    <a:pt x="42" y="0"/>
                  </a:lnTo>
                  <a:lnTo>
                    <a:pt x="36" y="0"/>
                  </a:lnTo>
                  <a:lnTo>
                    <a:pt x="18" y="6"/>
                  </a:lnTo>
                  <a:lnTo>
                    <a:pt x="0" y="6"/>
                  </a:lnTo>
                  <a:lnTo>
                    <a:pt x="0" y="12"/>
                  </a:lnTo>
                  <a:lnTo>
                    <a:pt x="6" y="12"/>
                  </a:lnTo>
                  <a:lnTo>
                    <a:pt x="12" y="12"/>
                  </a:lnTo>
                  <a:lnTo>
                    <a:pt x="18" y="12"/>
                  </a:lnTo>
                  <a:lnTo>
                    <a:pt x="18" y="24"/>
                  </a:lnTo>
                  <a:lnTo>
                    <a:pt x="18" y="71"/>
                  </a:lnTo>
                  <a:close/>
                </a:path>
              </a:pathLst>
            </a:custGeom>
            <a:solidFill>
              <a:srgbClr val="000000"/>
            </a:solidFill>
            <a:ln w="9525">
              <a:solidFill>
                <a:schemeClr val="tx1"/>
              </a:solidFill>
              <a:round/>
              <a:headEnd/>
              <a:tailEnd/>
            </a:ln>
          </p:spPr>
          <p:txBody>
            <a:bodyPr/>
            <a:lstStyle/>
            <a:p>
              <a:endParaRPr lang="zh-CN" altLang="en-US"/>
            </a:p>
          </p:txBody>
        </p:sp>
        <p:sp>
          <p:nvSpPr>
            <p:cNvPr id="68639" name="Freeform 31"/>
            <p:cNvSpPr>
              <a:spLocks noEditPoints="1"/>
            </p:cNvSpPr>
            <p:nvPr/>
          </p:nvSpPr>
          <p:spPr bwMode="auto">
            <a:xfrm>
              <a:off x="4141" y="1119"/>
              <a:ext cx="98" cy="132"/>
            </a:xfrm>
            <a:custGeom>
              <a:avLst/>
              <a:gdLst>
                <a:gd name="T0" fmla="*/ 23 w 113"/>
                <a:gd name="T1" fmla="*/ 107 h 137"/>
                <a:gd name="T2" fmla="*/ 47 w 113"/>
                <a:gd name="T3" fmla="*/ 95 h 137"/>
                <a:gd name="T4" fmla="*/ 71 w 113"/>
                <a:gd name="T5" fmla="*/ 95 h 137"/>
                <a:gd name="T6" fmla="*/ 107 w 113"/>
                <a:gd name="T7" fmla="*/ 101 h 137"/>
                <a:gd name="T8" fmla="*/ 101 w 113"/>
                <a:gd name="T9" fmla="*/ 113 h 137"/>
                <a:gd name="T10" fmla="*/ 77 w 113"/>
                <a:gd name="T11" fmla="*/ 125 h 137"/>
                <a:gd name="T12" fmla="*/ 35 w 113"/>
                <a:gd name="T13" fmla="*/ 125 h 137"/>
                <a:gd name="T14" fmla="*/ 17 w 113"/>
                <a:gd name="T15" fmla="*/ 113 h 137"/>
                <a:gd name="T16" fmla="*/ 29 w 113"/>
                <a:gd name="T17" fmla="*/ 24 h 137"/>
                <a:gd name="T18" fmla="*/ 47 w 113"/>
                <a:gd name="T19" fmla="*/ 6 h 137"/>
                <a:gd name="T20" fmla="*/ 71 w 113"/>
                <a:gd name="T21" fmla="*/ 18 h 137"/>
                <a:gd name="T22" fmla="*/ 77 w 113"/>
                <a:gd name="T23" fmla="*/ 36 h 137"/>
                <a:gd name="T24" fmla="*/ 71 w 113"/>
                <a:gd name="T25" fmla="*/ 59 h 137"/>
                <a:gd name="T26" fmla="*/ 47 w 113"/>
                <a:gd name="T27" fmla="*/ 59 h 137"/>
                <a:gd name="T28" fmla="*/ 29 w 113"/>
                <a:gd name="T29" fmla="*/ 24 h 137"/>
                <a:gd name="T30" fmla="*/ 113 w 113"/>
                <a:gd name="T31" fmla="*/ 12 h 137"/>
                <a:gd name="T32" fmla="*/ 95 w 113"/>
                <a:gd name="T33" fmla="*/ 6 h 137"/>
                <a:gd name="T34" fmla="*/ 65 w 113"/>
                <a:gd name="T35" fmla="*/ 0 h 137"/>
                <a:gd name="T36" fmla="*/ 23 w 113"/>
                <a:gd name="T37" fmla="*/ 12 h 137"/>
                <a:gd name="T38" fmla="*/ 11 w 113"/>
                <a:gd name="T39" fmla="*/ 36 h 137"/>
                <a:gd name="T40" fmla="*/ 35 w 113"/>
                <a:gd name="T41" fmla="*/ 59 h 137"/>
                <a:gd name="T42" fmla="*/ 17 w 113"/>
                <a:gd name="T43" fmla="*/ 77 h 137"/>
                <a:gd name="T44" fmla="*/ 17 w 113"/>
                <a:gd name="T45" fmla="*/ 89 h 137"/>
                <a:gd name="T46" fmla="*/ 6 w 113"/>
                <a:gd name="T47" fmla="*/ 107 h 137"/>
                <a:gd name="T48" fmla="*/ 6 w 113"/>
                <a:gd name="T49" fmla="*/ 125 h 137"/>
                <a:gd name="T50" fmla="*/ 47 w 113"/>
                <a:gd name="T51" fmla="*/ 137 h 137"/>
                <a:gd name="T52" fmla="*/ 89 w 113"/>
                <a:gd name="T53" fmla="*/ 131 h 137"/>
                <a:gd name="T54" fmla="*/ 113 w 113"/>
                <a:gd name="T55" fmla="*/ 101 h 137"/>
                <a:gd name="T56" fmla="*/ 95 w 113"/>
                <a:gd name="T57" fmla="*/ 83 h 137"/>
                <a:gd name="T58" fmla="*/ 47 w 113"/>
                <a:gd name="T59" fmla="*/ 77 h 137"/>
                <a:gd name="T60" fmla="*/ 23 w 113"/>
                <a:gd name="T61" fmla="*/ 71 h 137"/>
                <a:gd name="T62" fmla="*/ 41 w 113"/>
                <a:gd name="T63" fmla="*/ 59 h 137"/>
                <a:gd name="T64" fmla="*/ 53 w 113"/>
                <a:gd name="T65" fmla="*/ 59 h 137"/>
                <a:gd name="T66" fmla="*/ 89 w 113"/>
                <a:gd name="T67" fmla="*/ 48 h 137"/>
                <a:gd name="T68" fmla="*/ 95 w 113"/>
                <a:gd name="T69" fmla="*/ 1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3" h="137">
                  <a:moveTo>
                    <a:pt x="17" y="113"/>
                  </a:moveTo>
                  <a:lnTo>
                    <a:pt x="23" y="107"/>
                  </a:lnTo>
                  <a:lnTo>
                    <a:pt x="29" y="95"/>
                  </a:lnTo>
                  <a:lnTo>
                    <a:pt x="47" y="95"/>
                  </a:lnTo>
                  <a:lnTo>
                    <a:pt x="59" y="95"/>
                  </a:lnTo>
                  <a:lnTo>
                    <a:pt x="71" y="95"/>
                  </a:lnTo>
                  <a:lnTo>
                    <a:pt x="95" y="95"/>
                  </a:lnTo>
                  <a:lnTo>
                    <a:pt x="107" y="101"/>
                  </a:lnTo>
                  <a:lnTo>
                    <a:pt x="107" y="107"/>
                  </a:lnTo>
                  <a:lnTo>
                    <a:pt x="101" y="113"/>
                  </a:lnTo>
                  <a:lnTo>
                    <a:pt x="95" y="119"/>
                  </a:lnTo>
                  <a:lnTo>
                    <a:pt x="77" y="125"/>
                  </a:lnTo>
                  <a:lnTo>
                    <a:pt x="53" y="125"/>
                  </a:lnTo>
                  <a:lnTo>
                    <a:pt x="35" y="125"/>
                  </a:lnTo>
                  <a:lnTo>
                    <a:pt x="23" y="119"/>
                  </a:lnTo>
                  <a:lnTo>
                    <a:pt x="17" y="113"/>
                  </a:lnTo>
                  <a:lnTo>
                    <a:pt x="17" y="113"/>
                  </a:lnTo>
                  <a:close/>
                  <a:moveTo>
                    <a:pt x="29" y="24"/>
                  </a:moveTo>
                  <a:lnTo>
                    <a:pt x="35" y="12"/>
                  </a:lnTo>
                  <a:lnTo>
                    <a:pt x="47" y="6"/>
                  </a:lnTo>
                  <a:lnTo>
                    <a:pt x="65" y="12"/>
                  </a:lnTo>
                  <a:lnTo>
                    <a:pt x="71" y="18"/>
                  </a:lnTo>
                  <a:lnTo>
                    <a:pt x="77" y="30"/>
                  </a:lnTo>
                  <a:lnTo>
                    <a:pt x="77" y="36"/>
                  </a:lnTo>
                  <a:lnTo>
                    <a:pt x="77" y="48"/>
                  </a:lnTo>
                  <a:lnTo>
                    <a:pt x="71" y="59"/>
                  </a:lnTo>
                  <a:lnTo>
                    <a:pt x="59" y="59"/>
                  </a:lnTo>
                  <a:lnTo>
                    <a:pt x="47" y="59"/>
                  </a:lnTo>
                  <a:lnTo>
                    <a:pt x="35" y="48"/>
                  </a:lnTo>
                  <a:lnTo>
                    <a:pt x="29" y="24"/>
                  </a:lnTo>
                  <a:lnTo>
                    <a:pt x="29" y="24"/>
                  </a:lnTo>
                  <a:close/>
                  <a:moveTo>
                    <a:pt x="113" y="12"/>
                  </a:moveTo>
                  <a:lnTo>
                    <a:pt x="113" y="6"/>
                  </a:lnTo>
                  <a:lnTo>
                    <a:pt x="95" y="6"/>
                  </a:lnTo>
                  <a:lnTo>
                    <a:pt x="77" y="6"/>
                  </a:lnTo>
                  <a:lnTo>
                    <a:pt x="65" y="0"/>
                  </a:lnTo>
                  <a:lnTo>
                    <a:pt x="53" y="0"/>
                  </a:lnTo>
                  <a:lnTo>
                    <a:pt x="23" y="12"/>
                  </a:lnTo>
                  <a:lnTo>
                    <a:pt x="17" y="18"/>
                  </a:lnTo>
                  <a:lnTo>
                    <a:pt x="11" y="36"/>
                  </a:lnTo>
                  <a:lnTo>
                    <a:pt x="17" y="48"/>
                  </a:lnTo>
                  <a:lnTo>
                    <a:pt x="35" y="59"/>
                  </a:lnTo>
                  <a:lnTo>
                    <a:pt x="23" y="71"/>
                  </a:lnTo>
                  <a:lnTo>
                    <a:pt x="17" y="77"/>
                  </a:lnTo>
                  <a:lnTo>
                    <a:pt x="11" y="83"/>
                  </a:lnTo>
                  <a:lnTo>
                    <a:pt x="17" y="89"/>
                  </a:lnTo>
                  <a:lnTo>
                    <a:pt x="23" y="95"/>
                  </a:lnTo>
                  <a:lnTo>
                    <a:pt x="6" y="107"/>
                  </a:lnTo>
                  <a:lnTo>
                    <a:pt x="0" y="119"/>
                  </a:lnTo>
                  <a:lnTo>
                    <a:pt x="6" y="125"/>
                  </a:lnTo>
                  <a:lnTo>
                    <a:pt x="11" y="131"/>
                  </a:lnTo>
                  <a:lnTo>
                    <a:pt x="47" y="137"/>
                  </a:lnTo>
                  <a:lnTo>
                    <a:pt x="65" y="137"/>
                  </a:lnTo>
                  <a:lnTo>
                    <a:pt x="89" y="131"/>
                  </a:lnTo>
                  <a:lnTo>
                    <a:pt x="107" y="119"/>
                  </a:lnTo>
                  <a:lnTo>
                    <a:pt x="113" y="101"/>
                  </a:lnTo>
                  <a:lnTo>
                    <a:pt x="107" y="89"/>
                  </a:lnTo>
                  <a:lnTo>
                    <a:pt x="95" y="83"/>
                  </a:lnTo>
                  <a:lnTo>
                    <a:pt x="77" y="83"/>
                  </a:lnTo>
                  <a:lnTo>
                    <a:pt x="47" y="77"/>
                  </a:lnTo>
                  <a:lnTo>
                    <a:pt x="29" y="77"/>
                  </a:lnTo>
                  <a:lnTo>
                    <a:pt x="23" y="71"/>
                  </a:lnTo>
                  <a:lnTo>
                    <a:pt x="29" y="65"/>
                  </a:lnTo>
                  <a:lnTo>
                    <a:pt x="41" y="59"/>
                  </a:lnTo>
                  <a:lnTo>
                    <a:pt x="47" y="59"/>
                  </a:lnTo>
                  <a:lnTo>
                    <a:pt x="53" y="59"/>
                  </a:lnTo>
                  <a:lnTo>
                    <a:pt x="83" y="54"/>
                  </a:lnTo>
                  <a:lnTo>
                    <a:pt x="89" y="48"/>
                  </a:lnTo>
                  <a:lnTo>
                    <a:pt x="95" y="30"/>
                  </a:lnTo>
                  <a:lnTo>
                    <a:pt x="95" y="12"/>
                  </a:lnTo>
                  <a:lnTo>
                    <a:pt x="113" y="12"/>
                  </a:lnTo>
                  <a:close/>
                </a:path>
              </a:pathLst>
            </a:custGeom>
            <a:solidFill>
              <a:srgbClr val="000000"/>
            </a:solidFill>
            <a:ln w="9525">
              <a:solidFill>
                <a:schemeClr val="tx1"/>
              </a:solidFill>
              <a:round/>
              <a:headEnd/>
              <a:tailEnd/>
            </a:ln>
          </p:spPr>
          <p:txBody>
            <a:bodyPr/>
            <a:lstStyle/>
            <a:p>
              <a:endParaRPr lang="zh-CN" altLang="en-US"/>
            </a:p>
          </p:txBody>
        </p:sp>
        <p:sp>
          <p:nvSpPr>
            <p:cNvPr id="68640" name="Freeform 32"/>
            <p:cNvSpPr>
              <a:spLocks noEditPoints="1"/>
            </p:cNvSpPr>
            <p:nvPr/>
          </p:nvSpPr>
          <p:spPr bwMode="auto">
            <a:xfrm>
              <a:off x="4307" y="1119"/>
              <a:ext cx="104" cy="132"/>
            </a:xfrm>
            <a:custGeom>
              <a:avLst/>
              <a:gdLst>
                <a:gd name="T0" fmla="*/ 18 w 120"/>
                <a:gd name="T1" fmla="*/ 119 h 137"/>
                <a:gd name="T2" fmla="*/ 18 w 120"/>
                <a:gd name="T3" fmla="*/ 125 h 137"/>
                <a:gd name="T4" fmla="*/ 12 w 120"/>
                <a:gd name="T5" fmla="*/ 131 h 137"/>
                <a:gd name="T6" fmla="*/ 0 w 120"/>
                <a:gd name="T7" fmla="*/ 131 h 137"/>
                <a:gd name="T8" fmla="*/ 0 w 120"/>
                <a:gd name="T9" fmla="*/ 137 h 137"/>
                <a:gd name="T10" fmla="*/ 60 w 120"/>
                <a:gd name="T11" fmla="*/ 137 h 137"/>
                <a:gd name="T12" fmla="*/ 60 w 120"/>
                <a:gd name="T13" fmla="*/ 131 h 137"/>
                <a:gd name="T14" fmla="*/ 42 w 120"/>
                <a:gd name="T15" fmla="*/ 131 h 137"/>
                <a:gd name="T16" fmla="*/ 36 w 120"/>
                <a:gd name="T17" fmla="*/ 119 h 137"/>
                <a:gd name="T18" fmla="*/ 36 w 120"/>
                <a:gd name="T19" fmla="*/ 83 h 137"/>
                <a:gd name="T20" fmla="*/ 54 w 120"/>
                <a:gd name="T21" fmla="*/ 95 h 137"/>
                <a:gd name="T22" fmla="*/ 66 w 120"/>
                <a:gd name="T23" fmla="*/ 95 h 137"/>
                <a:gd name="T24" fmla="*/ 90 w 120"/>
                <a:gd name="T25" fmla="*/ 89 h 137"/>
                <a:gd name="T26" fmla="*/ 108 w 120"/>
                <a:gd name="T27" fmla="*/ 77 h 137"/>
                <a:gd name="T28" fmla="*/ 114 w 120"/>
                <a:gd name="T29" fmla="*/ 59 h 137"/>
                <a:gd name="T30" fmla="*/ 120 w 120"/>
                <a:gd name="T31" fmla="*/ 42 h 137"/>
                <a:gd name="T32" fmla="*/ 120 w 120"/>
                <a:gd name="T33" fmla="*/ 24 h 137"/>
                <a:gd name="T34" fmla="*/ 108 w 120"/>
                <a:gd name="T35" fmla="*/ 12 h 137"/>
                <a:gd name="T36" fmla="*/ 96 w 120"/>
                <a:gd name="T37" fmla="*/ 6 h 137"/>
                <a:gd name="T38" fmla="*/ 78 w 120"/>
                <a:gd name="T39" fmla="*/ 0 h 137"/>
                <a:gd name="T40" fmla="*/ 48 w 120"/>
                <a:gd name="T41" fmla="*/ 6 h 137"/>
                <a:gd name="T42" fmla="*/ 36 w 120"/>
                <a:gd name="T43" fmla="*/ 18 h 137"/>
                <a:gd name="T44" fmla="*/ 36 w 120"/>
                <a:gd name="T45" fmla="*/ 12 h 137"/>
                <a:gd name="T46" fmla="*/ 36 w 120"/>
                <a:gd name="T47" fmla="*/ 0 h 137"/>
                <a:gd name="T48" fmla="*/ 36 w 120"/>
                <a:gd name="T49" fmla="*/ 0 h 137"/>
                <a:gd name="T50" fmla="*/ 18 w 120"/>
                <a:gd name="T51" fmla="*/ 6 h 137"/>
                <a:gd name="T52" fmla="*/ 0 w 120"/>
                <a:gd name="T53" fmla="*/ 12 h 137"/>
                <a:gd name="T54" fmla="*/ 0 w 120"/>
                <a:gd name="T55" fmla="*/ 12 h 137"/>
                <a:gd name="T56" fmla="*/ 6 w 120"/>
                <a:gd name="T57" fmla="*/ 12 h 137"/>
                <a:gd name="T58" fmla="*/ 6 w 120"/>
                <a:gd name="T59" fmla="*/ 12 h 137"/>
                <a:gd name="T60" fmla="*/ 18 w 120"/>
                <a:gd name="T61" fmla="*/ 18 h 137"/>
                <a:gd name="T62" fmla="*/ 18 w 120"/>
                <a:gd name="T63" fmla="*/ 24 h 137"/>
                <a:gd name="T64" fmla="*/ 18 w 120"/>
                <a:gd name="T65" fmla="*/ 119 h 137"/>
                <a:gd name="T66" fmla="*/ 36 w 120"/>
                <a:gd name="T67" fmla="*/ 24 h 137"/>
                <a:gd name="T68" fmla="*/ 48 w 120"/>
                <a:gd name="T69" fmla="*/ 18 h 137"/>
                <a:gd name="T70" fmla="*/ 66 w 120"/>
                <a:gd name="T71" fmla="*/ 12 h 137"/>
                <a:gd name="T72" fmla="*/ 84 w 120"/>
                <a:gd name="T73" fmla="*/ 18 h 137"/>
                <a:gd name="T74" fmla="*/ 90 w 120"/>
                <a:gd name="T75" fmla="*/ 30 h 137"/>
                <a:gd name="T76" fmla="*/ 96 w 120"/>
                <a:gd name="T77" fmla="*/ 42 h 137"/>
                <a:gd name="T78" fmla="*/ 96 w 120"/>
                <a:gd name="T79" fmla="*/ 48 h 137"/>
                <a:gd name="T80" fmla="*/ 90 w 120"/>
                <a:gd name="T81" fmla="*/ 71 h 137"/>
                <a:gd name="T82" fmla="*/ 84 w 120"/>
                <a:gd name="T83" fmla="*/ 83 h 137"/>
                <a:gd name="T84" fmla="*/ 72 w 120"/>
                <a:gd name="T85" fmla="*/ 89 h 137"/>
                <a:gd name="T86" fmla="*/ 66 w 120"/>
                <a:gd name="T87" fmla="*/ 89 h 137"/>
                <a:gd name="T88" fmla="*/ 42 w 120"/>
                <a:gd name="T89" fmla="*/ 83 h 137"/>
                <a:gd name="T90" fmla="*/ 36 w 120"/>
                <a:gd name="T91" fmla="*/ 77 h 137"/>
                <a:gd name="T92" fmla="*/ 36 w 120"/>
                <a:gd name="T93" fmla="*/ 2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0" h="137">
                  <a:moveTo>
                    <a:pt x="18" y="119"/>
                  </a:moveTo>
                  <a:lnTo>
                    <a:pt x="18" y="125"/>
                  </a:lnTo>
                  <a:lnTo>
                    <a:pt x="12" y="131"/>
                  </a:lnTo>
                  <a:lnTo>
                    <a:pt x="0" y="131"/>
                  </a:lnTo>
                  <a:lnTo>
                    <a:pt x="0" y="137"/>
                  </a:lnTo>
                  <a:lnTo>
                    <a:pt x="60" y="137"/>
                  </a:lnTo>
                  <a:lnTo>
                    <a:pt x="60" y="131"/>
                  </a:lnTo>
                  <a:lnTo>
                    <a:pt x="42" y="131"/>
                  </a:lnTo>
                  <a:lnTo>
                    <a:pt x="36" y="119"/>
                  </a:lnTo>
                  <a:lnTo>
                    <a:pt x="36" y="83"/>
                  </a:lnTo>
                  <a:lnTo>
                    <a:pt x="54" y="95"/>
                  </a:lnTo>
                  <a:lnTo>
                    <a:pt x="66" y="95"/>
                  </a:lnTo>
                  <a:lnTo>
                    <a:pt x="90" y="89"/>
                  </a:lnTo>
                  <a:lnTo>
                    <a:pt x="108" y="77"/>
                  </a:lnTo>
                  <a:lnTo>
                    <a:pt x="114" y="59"/>
                  </a:lnTo>
                  <a:lnTo>
                    <a:pt x="120" y="42"/>
                  </a:lnTo>
                  <a:lnTo>
                    <a:pt x="120" y="24"/>
                  </a:lnTo>
                  <a:lnTo>
                    <a:pt x="108" y="12"/>
                  </a:lnTo>
                  <a:lnTo>
                    <a:pt x="96" y="6"/>
                  </a:lnTo>
                  <a:lnTo>
                    <a:pt x="78" y="0"/>
                  </a:lnTo>
                  <a:lnTo>
                    <a:pt x="48" y="6"/>
                  </a:lnTo>
                  <a:lnTo>
                    <a:pt x="36" y="18"/>
                  </a:lnTo>
                  <a:lnTo>
                    <a:pt x="36" y="12"/>
                  </a:lnTo>
                  <a:lnTo>
                    <a:pt x="36" y="0"/>
                  </a:lnTo>
                  <a:lnTo>
                    <a:pt x="36" y="0"/>
                  </a:lnTo>
                  <a:lnTo>
                    <a:pt x="18" y="6"/>
                  </a:lnTo>
                  <a:lnTo>
                    <a:pt x="0" y="12"/>
                  </a:lnTo>
                  <a:lnTo>
                    <a:pt x="0" y="12"/>
                  </a:lnTo>
                  <a:lnTo>
                    <a:pt x="6" y="12"/>
                  </a:lnTo>
                  <a:lnTo>
                    <a:pt x="6" y="12"/>
                  </a:lnTo>
                  <a:lnTo>
                    <a:pt x="18" y="18"/>
                  </a:lnTo>
                  <a:lnTo>
                    <a:pt x="18" y="24"/>
                  </a:lnTo>
                  <a:lnTo>
                    <a:pt x="18" y="119"/>
                  </a:lnTo>
                  <a:close/>
                  <a:moveTo>
                    <a:pt x="36" y="24"/>
                  </a:moveTo>
                  <a:lnTo>
                    <a:pt x="48" y="18"/>
                  </a:lnTo>
                  <a:lnTo>
                    <a:pt x="66" y="12"/>
                  </a:lnTo>
                  <a:lnTo>
                    <a:pt x="84" y="18"/>
                  </a:lnTo>
                  <a:lnTo>
                    <a:pt x="90" y="30"/>
                  </a:lnTo>
                  <a:lnTo>
                    <a:pt x="96" y="42"/>
                  </a:lnTo>
                  <a:lnTo>
                    <a:pt x="96" y="48"/>
                  </a:lnTo>
                  <a:lnTo>
                    <a:pt x="90" y="71"/>
                  </a:lnTo>
                  <a:lnTo>
                    <a:pt x="84" y="83"/>
                  </a:lnTo>
                  <a:lnTo>
                    <a:pt x="72" y="89"/>
                  </a:lnTo>
                  <a:lnTo>
                    <a:pt x="66" y="89"/>
                  </a:lnTo>
                  <a:lnTo>
                    <a:pt x="42" y="83"/>
                  </a:lnTo>
                  <a:lnTo>
                    <a:pt x="36" y="77"/>
                  </a:lnTo>
                  <a:lnTo>
                    <a:pt x="36" y="24"/>
                  </a:lnTo>
                  <a:close/>
                </a:path>
              </a:pathLst>
            </a:custGeom>
            <a:solidFill>
              <a:srgbClr val="000000"/>
            </a:solidFill>
            <a:ln w="9525">
              <a:solidFill>
                <a:schemeClr val="tx1"/>
              </a:solidFill>
              <a:round/>
              <a:headEnd/>
              <a:tailEnd/>
            </a:ln>
          </p:spPr>
          <p:txBody>
            <a:bodyPr/>
            <a:lstStyle/>
            <a:p>
              <a:endParaRPr lang="zh-CN" altLang="en-US"/>
            </a:p>
          </p:txBody>
        </p:sp>
        <p:sp>
          <p:nvSpPr>
            <p:cNvPr id="68641" name="Freeform 33"/>
            <p:cNvSpPr>
              <a:spLocks/>
            </p:cNvSpPr>
            <p:nvPr/>
          </p:nvSpPr>
          <p:spPr bwMode="auto">
            <a:xfrm>
              <a:off x="4422" y="1072"/>
              <a:ext cx="82" cy="138"/>
            </a:xfrm>
            <a:custGeom>
              <a:avLst/>
              <a:gdLst>
                <a:gd name="T0" fmla="*/ 77 w 95"/>
                <a:gd name="T1" fmla="*/ 48 h 143"/>
                <a:gd name="T2" fmla="*/ 47 w 95"/>
                <a:gd name="T3" fmla="*/ 48 h 143"/>
                <a:gd name="T4" fmla="*/ 47 w 95"/>
                <a:gd name="T5" fmla="*/ 24 h 143"/>
                <a:gd name="T6" fmla="*/ 47 w 95"/>
                <a:gd name="T7" fmla="*/ 12 h 143"/>
                <a:gd name="T8" fmla="*/ 59 w 95"/>
                <a:gd name="T9" fmla="*/ 6 h 143"/>
                <a:gd name="T10" fmla="*/ 65 w 95"/>
                <a:gd name="T11" fmla="*/ 12 h 143"/>
                <a:gd name="T12" fmla="*/ 71 w 95"/>
                <a:gd name="T13" fmla="*/ 18 h 143"/>
                <a:gd name="T14" fmla="*/ 77 w 95"/>
                <a:gd name="T15" fmla="*/ 24 h 143"/>
                <a:gd name="T16" fmla="*/ 83 w 95"/>
                <a:gd name="T17" fmla="*/ 24 h 143"/>
                <a:gd name="T18" fmla="*/ 89 w 95"/>
                <a:gd name="T19" fmla="*/ 18 h 143"/>
                <a:gd name="T20" fmla="*/ 95 w 95"/>
                <a:gd name="T21" fmla="*/ 12 h 143"/>
                <a:gd name="T22" fmla="*/ 89 w 95"/>
                <a:gd name="T23" fmla="*/ 6 h 143"/>
                <a:gd name="T24" fmla="*/ 71 w 95"/>
                <a:gd name="T25" fmla="*/ 0 h 143"/>
                <a:gd name="T26" fmla="*/ 41 w 95"/>
                <a:gd name="T27" fmla="*/ 6 h 143"/>
                <a:gd name="T28" fmla="*/ 29 w 95"/>
                <a:gd name="T29" fmla="*/ 18 h 143"/>
                <a:gd name="T30" fmla="*/ 23 w 95"/>
                <a:gd name="T31" fmla="*/ 36 h 143"/>
                <a:gd name="T32" fmla="*/ 23 w 95"/>
                <a:gd name="T33" fmla="*/ 48 h 143"/>
                <a:gd name="T34" fmla="*/ 0 w 95"/>
                <a:gd name="T35" fmla="*/ 48 h 143"/>
                <a:gd name="T36" fmla="*/ 0 w 95"/>
                <a:gd name="T37" fmla="*/ 54 h 143"/>
                <a:gd name="T38" fmla="*/ 23 w 95"/>
                <a:gd name="T39" fmla="*/ 54 h 143"/>
                <a:gd name="T40" fmla="*/ 23 w 95"/>
                <a:gd name="T41" fmla="*/ 119 h 143"/>
                <a:gd name="T42" fmla="*/ 23 w 95"/>
                <a:gd name="T43" fmla="*/ 131 h 143"/>
                <a:gd name="T44" fmla="*/ 17 w 95"/>
                <a:gd name="T45" fmla="*/ 137 h 143"/>
                <a:gd name="T46" fmla="*/ 0 w 95"/>
                <a:gd name="T47" fmla="*/ 137 h 143"/>
                <a:gd name="T48" fmla="*/ 0 w 95"/>
                <a:gd name="T49" fmla="*/ 143 h 143"/>
                <a:gd name="T50" fmla="*/ 71 w 95"/>
                <a:gd name="T51" fmla="*/ 143 h 143"/>
                <a:gd name="T52" fmla="*/ 71 w 95"/>
                <a:gd name="T53" fmla="*/ 137 h 143"/>
                <a:gd name="T54" fmla="*/ 59 w 95"/>
                <a:gd name="T55" fmla="*/ 137 h 143"/>
                <a:gd name="T56" fmla="*/ 53 w 95"/>
                <a:gd name="T57" fmla="*/ 131 h 143"/>
                <a:gd name="T58" fmla="*/ 47 w 95"/>
                <a:gd name="T59" fmla="*/ 119 h 143"/>
                <a:gd name="T60" fmla="*/ 47 w 95"/>
                <a:gd name="T61" fmla="*/ 54 h 143"/>
                <a:gd name="T62" fmla="*/ 77 w 95"/>
                <a:gd name="T63" fmla="*/ 54 h 143"/>
                <a:gd name="T64" fmla="*/ 77 w 95"/>
                <a:gd name="T65" fmla="*/ 48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5" h="143">
                  <a:moveTo>
                    <a:pt x="77" y="48"/>
                  </a:moveTo>
                  <a:lnTo>
                    <a:pt x="47" y="48"/>
                  </a:lnTo>
                  <a:lnTo>
                    <a:pt x="47" y="24"/>
                  </a:lnTo>
                  <a:lnTo>
                    <a:pt x="47" y="12"/>
                  </a:lnTo>
                  <a:lnTo>
                    <a:pt x="59" y="6"/>
                  </a:lnTo>
                  <a:lnTo>
                    <a:pt x="65" y="12"/>
                  </a:lnTo>
                  <a:lnTo>
                    <a:pt x="71" y="18"/>
                  </a:lnTo>
                  <a:lnTo>
                    <a:pt x="77" y="24"/>
                  </a:lnTo>
                  <a:lnTo>
                    <a:pt x="83" y="24"/>
                  </a:lnTo>
                  <a:lnTo>
                    <a:pt x="89" y="18"/>
                  </a:lnTo>
                  <a:lnTo>
                    <a:pt x="95" y="12"/>
                  </a:lnTo>
                  <a:lnTo>
                    <a:pt x="89" y="6"/>
                  </a:lnTo>
                  <a:lnTo>
                    <a:pt x="71" y="0"/>
                  </a:lnTo>
                  <a:lnTo>
                    <a:pt x="41" y="6"/>
                  </a:lnTo>
                  <a:lnTo>
                    <a:pt x="29" y="18"/>
                  </a:lnTo>
                  <a:lnTo>
                    <a:pt x="23" y="36"/>
                  </a:lnTo>
                  <a:lnTo>
                    <a:pt x="23" y="48"/>
                  </a:lnTo>
                  <a:lnTo>
                    <a:pt x="0" y="48"/>
                  </a:lnTo>
                  <a:lnTo>
                    <a:pt x="0" y="54"/>
                  </a:lnTo>
                  <a:lnTo>
                    <a:pt x="23" y="54"/>
                  </a:lnTo>
                  <a:lnTo>
                    <a:pt x="23" y="119"/>
                  </a:lnTo>
                  <a:lnTo>
                    <a:pt x="23" y="131"/>
                  </a:lnTo>
                  <a:lnTo>
                    <a:pt x="17" y="137"/>
                  </a:lnTo>
                  <a:lnTo>
                    <a:pt x="0" y="137"/>
                  </a:lnTo>
                  <a:lnTo>
                    <a:pt x="0" y="143"/>
                  </a:lnTo>
                  <a:lnTo>
                    <a:pt x="71" y="143"/>
                  </a:lnTo>
                  <a:lnTo>
                    <a:pt x="71" y="137"/>
                  </a:lnTo>
                  <a:lnTo>
                    <a:pt x="59" y="137"/>
                  </a:lnTo>
                  <a:lnTo>
                    <a:pt x="53" y="131"/>
                  </a:lnTo>
                  <a:lnTo>
                    <a:pt x="47" y="119"/>
                  </a:lnTo>
                  <a:lnTo>
                    <a:pt x="47" y="54"/>
                  </a:lnTo>
                  <a:lnTo>
                    <a:pt x="77" y="54"/>
                  </a:lnTo>
                  <a:lnTo>
                    <a:pt x="77" y="48"/>
                  </a:lnTo>
                  <a:close/>
                </a:path>
              </a:pathLst>
            </a:custGeom>
            <a:solidFill>
              <a:srgbClr val="000000"/>
            </a:solidFill>
            <a:ln w="9525">
              <a:solidFill>
                <a:schemeClr val="tx1"/>
              </a:solidFill>
              <a:round/>
              <a:headEnd/>
              <a:tailEnd/>
            </a:ln>
          </p:spPr>
          <p:txBody>
            <a:bodyPr/>
            <a:lstStyle/>
            <a:p>
              <a:endParaRPr lang="zh-CN" altLang="en-US"/>
            </a:p>
          </p:txBody>
        </p:sp>
        <p:sp>
          <p:nvSpPr>
            <p:cNvPr id="68642" name="Freeform 34"/>
            <p:cNvSpPr>
              <a:spLocks/>
            </p:cNvSpPr>
            <p:nvPr/>
          </p:nvSpPr>
          <p:spPr bwMode="auto">
            <a:xfrm>
              <a:off x="4499" y="1078"/>
              <a:ext cx="58" cy="167"/>
            </a:xfrm>
            <a:custGeom>
              <a:avLst/>
              <a:gdLst>
                <a:gd name="T0" fmla="*/ 6 w 66"/>
                <a:gd name="T1" fmla="*/ 173 h 173"/>
                <a:gd name="T2" fmla="*/ 30 w 66"/>
                <a:gd name="T3" fmla="*/ 155 h 173"/>
                <a:gd name="T4" fmla="*/ 48 w 66"/>
                <a:gd name="T5" fmla="*/ 131 h 173"/>
                <a:gd name="T6" fmla="*/ 60 w 66"/>
                <a:gd name="T7" fmla="*/ 107 h 173"/>
                <a:gd name="T8" fmla="*/ 66 w 66"/>
                <a:gd name="T9" fmla="*/ 84 h 173"/>
                <a:gd name="T10" fmla="*/ 60 w 66"/>
                <a:gd name="T11" fmla="*/ 54 h 173"/>
                <a:gd name="T12" fmla="*/ 48 w 66"/>
                <a:gd name="T13" fmla="*/ 30 h 173"/>
                <a:gd name="T14" fmla="*/ 30 w 66"/>
                <a:gd name="T15" fmla="*/ 12 h 173"/>
                <a:gd name="T16" fmla="*/ 6 w 66"/>
                <a:gd name="T17" fmla="*/ 0 h 173"/>
                <a:gd name="T18" fmla="*/ 0 w 66"/>
                <a:gd name="T19" fmla="*/ 0 h 173"/>
                <a:gd name="T20" fmla="*/ 30 w 66"/>
                <a:gd name="T21" fmla="*/ 24 h 173"/>
                <a:gd name="T22" fmla="*/ 42 w 66"/>
                <a:gd name="T23" fmla="*/ 48 h 173"/>
                <a:gd name="T24" fmla="*/ 48 w 66"/>
                <a:gd name="T25" fmla="*/ 72 h 173"/>
                <a:gd name="T26" fmla="*/ 48 w 66"/>
                <a:gd name="T27" fmla="*/ 90 h 173"/>
                <a:gd name="T28" fmla="*/ 42 w 66"/>
                <a:gd name="T29" fmla="*/ 119 h 173"/>
                <a:gd name="T30" fmla="*/ 36 w 66"/>
                <a:gd name="T31" fmla="*/ 143 h 173"/>
                <a:gd name="T32" fmla="*/ 18 w 66"/>
                <a:gd name="T33" fmla="*/ 155 h 173"/>
                <a:gd name="T34" fmla="*/ 0 w 66"/>
                <a:gd name="T35" fmla="*/ 167 h 173"/>
                <a:gd name="T36" fmla="*/ 6 w 66"/>
                <a:gd name="T37"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73">
                  <a:moveTo>
                    <a:pt x="6" y="173"/>
                  </a:moveTo>
                  <a:lnTo>
                    <a:pt x="30" y="155"/>
                  </a:lnTo>
                  <a:lnTo>
                    <a:pt x="48" y="131"/>
                  </a:lnTo>
                  <a:lnTo>
                    <a:pt x="60" y="107"/>
                  </a:lnTo>
                  <a:lnTo>
                    <a:pt x="66" y="84"/>
                  </a:lnTo>
                  <a:lnTo>
                    <a:pt x="60" y="54"/>
                  </a:lnTo>
                  <a:lnTo>
                    <a:pt x="48" y="30"/>
                  </a:lnTo>
                  <a:lnTo>
                    <a:pt x="30" y="12"/>
                  </a:lnTo>
                  <a:lnTo>
                    <a:pt x="6" y="0"/>
                  </a:lnTo>
                  <a:lnTo>
                    <a:pt x="0" y="0"/>
                  </a:lnTo>
                  <a:lnTo>
                    <a:pt x="30" y="24"/>
                  </a:lnTo>
                  <a:lnTo>
                    <a:pt x="42" y="48"/>
                  </a:lnTo>
                  <a:lnTo>
                    <a:pt x="48" y="72"/>
                  </a:lnTo>
                  <a:lnTo>
                    <a:pt x="48" y="90"/>
                  </a:lnTo>
                  <a:lnTo>
                    <a:pt x="42" y="119"/>
                  </a:lnTo>
                  <a:lnTo>
                    <a:pt x="36" y="143"/>
                  </a:lnTo>
                  <a:lnTo>
                    <a:pt x="18" y="155"/>
                  </a:lnTo>
                  <a:lnTo>
                    <a:pt x="0" y="167"/>
                  </a:lnTo>
                  <a:lnTo>
                    <a:pt x="6" y="173"/>
                  </a:lnTo>
                  <a:close/>
                </a:path>
              </a:pathLst>
            </a:custGeom>
            <a:solidFill>
              <a:srgbClr val="000000"/>
            </a:solidFill>
            <a:ln w="9525">
              <a:solidFill>
                <a:schemeClr val="tx1"/>
              </a:solidFill>
              <a:round/>
              <a:headEnd/>
              <a:tailEnd/>
            </a:ln>
          </p:spPr>
          <p:txBody>
            <a:bodyPr/>
            <a:lstStyle/>
            <a:p>
              <a:endParaRPr lang="zh-CN" altLang="en-US"/>
            </a:p>
          </p:txBody>
        </p:sp>
        <p:sp>
          <p:nvSpPr>
            <p:cNvPr id="68643" name="Rectangle 35"/>
            <p:cNvSpPr>
              <a:spLocks noChangeArrowheads="1"/>
            </p:cNvSpPr>
            <p:nvPr/>
          </p:nvSpPr>
          <p:spPr bwMode="auto">
            <a:xfrm>
              <a:off x="3130" y="3254"/>
              <a:ext cx="120" cy="5"/>
            </a:xfrm>
            <a:prstGeom prst="rect">
              <a:avLst/>
            </a:prstGeom>
            <a:solidFill>
              <a:srgbClr val="000000"/>
            </a:solidFill>
            <a:ln w="9525">
              <a:solidFill>
                <a:schemeClr val="tx1"/>
              </a:solidFill>
              <a:miter lim="800000"/>
              <a:headEnd/>
              <a:tailEnd/>
            </a:ln>
          </p:spPr>
          <p:txBody>
            <a:bodyPr/>
            <a:lstStyle/>
            <a:p>
              <a:endParaRPr lang="zh-CN" altLang="en-US"/>
            </a:p>
          </p:txBody>
        </p:sp>
        <p:sp>
          <p:nvSpPr>
            <p:cNvPr id="68644" name="Freeform 36"/>
            <p:cNvSpPr>
              <a:spLocks noEditPoints="1"/>
            </p:cNvSpPr>
            <p:nvPr/>
          </p:nvSpPr>
          <p:spPr bwMode="auto">
            <a:xfrm>
              <a:off x="3287" y="3178"/>
              <a:ext cx="145" cy="168"/>
            </a:xfrm>
            <a:custGeom>
              <a:avLst/>
              <a:gdLst>
                <a:gd name="T0" fmla="*/ 53 w 167"/>
                <a:gd name="T1" fmla="*/ 138 h 174"/>
                <a:gd name="T2" fmla="*/ 95 w 167"/>
                <a:gd name="T3" fmla="*/ 132 h 174"/>
                <a:gd name="T4" fmla="*/ 131 w 167"/>
                <a:gd name="T5" fmla="*/ 108 h 174"/>
                <a:gd name="T6" fmla="*/ 155 w 167"/>
                <a:gd name="T7" fmla="*/ 78 h 174"/>
                <a:gd name="T8" fmla="*/ 167 w 167"/>
                <a:gd name="T9" fmla="*/ 48 h 174"/>
                <a:gd name="T10" fmla="*/ 161 w 167"/>
                <a:gd name="T11" fmla="*/ 24 h 174"/>
                <a:gd name="T12" fmla="*/ 149 w 167"/>
                <a:gd name="T13" fmla="*/ 12 h 174"/>
                <a:gd name="T14" fmla="*/ 125 w 167"/>
                <a:gd name="T15" fmla="*/ 0 h 174"/>
                <a:gd name="T16" fmla="*/ 101 w 167"/>
                <a:gd name="T17" fmla="*/ 0 h 174"/>
                <a:gd name="T18" fmla="*/ 65 w 167"/>
                <a:gd name="T19" fmla="*/ 6 h 174"/>
                <a:gd name="T20" fmla="*/ 35 w 167"/>
                <a:gd name="T21" fmla="*/ 30 h 174"/>
                <a:gd name="T22" fmla="*/ 12 w 167"/>
                <a:gd name="T23" fmla="*/ 54 h 174"/>
                <a:gd name="T24" fmla="*/ 0 w 167"/>
                <a:gd name="T25" fmla="*/ 90 h 174"/>
                <a:gd name="T26" fmla="*/ 6 w 167"/>
                <a:gd name="T27" fmla="*/ 108 h 174"/>
                <a:gd name="T28" fmla="*/ 12 w 167"/>
                <a:gd name="T29" fmla="*/ 126 h 174"/>
                <a:gd name="T30" fmla="*/ 41 w 167"/>
                <a:gd name="T31" fmla="*/ 138 h 174"/>
                <a:gd name="T32" fmla="*/ 29 w 167"/>
                <a:gd name="T33" fmla="*/ 150 h 174"/>
                <a:gd name="T34" fmla="*/ 18 w 167"/>
                <a:gd name="T35" fmla="*/ 156 h 174"/>
                <a:gd name="T36" fmla="*/ 12 w 167"/>
                <a:gd name="T37" fmla="*/ 162 h 174"/>
                <a:gd name="T38" fmla="*/ 0 w 167"/>
                <a:gd name="T39" fmla="*/ 168 h 174"/>
                <a:gd name="T40" fmla="*/ 0 w 167"/>
                <a:gd name="T41" fmla="*/ 168 h 174"/>
                <a:gd name="T42" fmla="*/ 18 w 167"/>
                <a:gd name="T43" fmla="*/ 162 h 174"/>
                <a:gd name="T44" fmla="*/ 29 w 167"/>
                <a:gd name="T45" fmla="*/ 162 h 174"/>
                <a:gd name="T46" fmla="*/ 41 w 167"/>
                <a:gd name="T47" fmla="*/ 162 h 174"/>
                <a:gd name="T48" fmla="*/ 59 w 167"/>
                <a:gd name="T49" fmla="*/ 168 h 174"/>
                <a:gd name="T50" fmla="*/ 95 w 167"/>
                <a:gd name="T51" fmla="*/ 174 h 174"/>
                <a:gd name="T52" fmla="*/ 107 w 167"/>
                <a:gd name="T53" fmla="*/ 174 h 174"/>
                <a:gd name="T54" fmla="*/ 125 w 167"/>
                <a:gd name="T55" fmla="*/ 168 h 174"/>
                <a:gd name="T56" fmla="*/ 137 w 167"/>
                <a:gd name="T57" fmla="*/ 162 h 174"/>
                <a:gd name="T58" fmla="*/ 155 w 167"/>
                <a:gd name="T59" fmla="*/ 144 h 174"/>
                <a:gd name="T60" fmla="*/ 155 w 167"/>
                <a:gd name="T61" fmla="*/ 144 h 174"/>
                <a:gd name="T62" fmla="*/ 137 w 167"/>
                <a:gd name="T63" fmla="*/ 150 h 174"/>
                <a:gd name="T64" fmla="*/ 107 w 167"/>
                <a:gd name="T65" fmla="*/ 156 h 174"/>
                <a:gd name="T66" fmla="*/ 77 w 167"/>
                <a:gd name="T67" fmla="*/ 156 h 174"/>
                <a:gd name="T68" fmla="*/ 59 w 167"/>
                <a:gd name="T69" fmla="*/ 150 h 174"/>
                <a:gd name="T70" fmla="*/ 47 w 167"/>
                <a:gd name="T71" fmla="*/ 150 h 174"/>
                <a:gd name="T72" fmla="*/ 41 w 167"/>
                <a:gd name="T73" fmla="*/ 150 h 174"/>
                <a:gd name="T74" fmla="*/ 53 w 167"/>
                <a:gd name="T75" fmla="*/ 138 h 174"/>
                <a:gd name="T76" fmla="*/ 23 w 167"/>
                <a:gd name="T77" fmla="*/ 96 h 174"/>
                <a:gd name="T78" fmla="*/ 29 w 167"/>
                <a:gd name="T79" fmla="*/ 72 h 174"/>
                <a:gd name="T80" fmla="*/ 47 w 167"/>
                <a:gd name="T81" fmla="*/ 42 h 174"/>
                <a:gd name="T82" fmla="*/ 71 w 167"/>
                <a:gd name="T83" fmla="*/ 18 h 174"/>
                <a:gd name="T84" fmla="*/ 83 w 167"/>
                <a:gd name="T85" fmla="*/ 12 h 174"/>
                <a:gd name="T86" fmla="*/ 101 w 167"/>
                <a:gd name="T87" fmla="*/ 6 h 174"/>
                <a:gd name="T88" fmla="*/ 131 w 167"/>
                <a:gd name="T89" fmla="*/ 12 h 174"/>
                <a:gd name="T90" fmla="*/ 137 w 167"/>
                <a:gd name="T91" fmla="*/ 36 h 174"/>
                <a:gd name="T92" fmla="*/ 131 w 167"/>
                <a:gd name="T93" fmla="*/ 60 h 174"/>
                <a:gd name="T94" fmla="*/ 119 w 167"/>
                <a:gd name="T95" fmla="*/ 96 h 174"/>
                <a:gd name="T96" fmla="*/ 95 w 167"/>
                <a:gd name="T97" fmla="*/ 120 h 174"/>
                <a:gd name="T98" fmla="*/ 77 w 167"/>
                <a:gd name="T99" fmla="*/ 132 h 174"/>
                <a:gd name="T100" fmla="*/ 59 w 167"/>
                <a:gd name="T101" fmla="*/ 132 h 174"/>
                <a:gd name="T102" fmla="*/ 41 w 167"/>
                <a:gd name="T103" fmla="*/ 126 h 174"/>
                <a:gd name="T104" fmla="*/ 29 w 167"/>
                <a:gd name="T105" fmla="*/ 114 h 174"/>
                <a:gd name="T106" fmla="*/ 23 w 167"/>
                <a:gd name="T107" fmla="*/ 102 h 174"/>
                <a:gd name="T108" fmla="*/ 23 w 167"/>
                <a:gd name="T109" fmla="*/ 96 h 174"/>
                <a:gd name="T110" fmla="*/ 23 w 167"/>
                <a:gd name="T111" fmla="*/ 9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7" h="174">
                  <a:moveTo>
                    <a:pt x="53" y="138"/>
                  </a:moveTo>
                  <a:lnTo>
                    <a:pt x="95" y="132"/>
                  </a:lnTo>
                  <a:lnTo>
                    <a:pt x="131" y="108"/>
                  </a:lnTo>
                  <a:lnTo>
                    <a:pt x="155" y="78"/>
                  </a:lnTo>
                  <a:lnTo>
                    <a:pt x="167" y="48"/>
                  </a:lnTo>
                  <a:lnTo>
                    <a:pt x="161" y="24"/>
                  </a:lnTo>
                  <a:lnTo>
                    <a:pt x="149" y="12"/>
                  </a:lnTo>
                  <a:lnTo>
                    <a:pt x="125" y="0"/>
                  </a:lnTo>
                  <a:lnTo>
                    <a:pt x="101" y="0"/>
                  </a:lnTo>
                  <a:lnTo>
                    <a:pt x="65" y="6"/>
                  </a:lnTo>
                  <a:lnTo>
                    <a:pt x="35" y="30"/>
                  </a:lnTo>
                  <a:lnTo>
                    <a:pt x="12" y="54"/>
                  </a:lnTo>
                  <a:lnTo>
                    <a:pt x="0" y="90"/>
                  </a:lnTo>
                  <a:lnTo>
                    <a:pt x="6" y="108"/>
                  </a:lnTo>
                  <a:lnTo>
                    <a:pt x="12" y="126"/>
                  </a:lnTo>
                  <a:lnTo>
                    <a:pt x="41" y="138"/>
                  </a:lnTo>
                  <a:lnTo>
                    <a:pt x="29" y="150"/>
                  </a:lnTo>
                  <a:lnTo>
                    <a:pt x="18" y="156"/>
                  </a:lnTo>
                  <a:lnTo>
                    <a:pt x="12" y="162"/>
                  </a:lnTo>
                  <a:lnTo>
                    <a:pt x="0" y="168"/>
                  </a:lnTo>
                  <a:lnTo>
                    <a:pt x="0" y="168"/>
                  </a:lnTo>
                  <a:lnTo>
                    <a:pt x="18" y="162"/>
                  </a:lnTo>
                  <a:lnTo>
                    <a:pt x="29" y="162"/>
                  </a:lnTo>
                  <a:lnTo>
                    <a:pt x="41" y="162"/>
                  </a:lnTo>
                  <a:lnTo>
                    <a:pt x="59" y="168"/>
                  </a:lnTo>
                  <a:lnTo>
                    <a:pt x="95" y="174"/>
                  </a:lnTo>
                  <a:lnTo>
                    <a:pt x="107" y="174"/>
                  </a:lnTo>
                  <a:lnTo>
                    <a:pt x="125" y="168"/>
                  </a:lnTo>
                  <a:lnTo>
                    <a:pt x="137" y="162"/>
                  </a:lnTo>
                  <a:lnTo>
                    <a:pt x="155" y="144"/>
                  </a:lnTo>
                  <a:lnTo>
                    <a:pt x="155" y="144"/>
                  </a:lnTo>
                  <a:lnTo>
                    <a:pt x="137" y="150"/>
                  </a:lnTo>
                  <a:lnTo>
                    <a:pt x="107" y="156"/>
                  </a:lnTo>
                  <a:lnTo>
                    <a:pt x="77" y="156"/>
                  </a:lnTo>
                  <a:lnTo>
                    <a:pt x="59" y="150"/>
                  </a:lnTo>
                  <a:lnTo>
                    <a:pt x="47" y="150"/>
                  </a:lnTo>
                  <a:lnTo>
                    <a:pt x="41" y="150"/>
                  </a:lnTo>
                  <a:lnTo>
                    <a:pt x="53" y="138"/>
                  </a:lnTo>
                  <a:close/>
                  <a:moveTo>
                    <a:pt x="23" y="96"/>
                  </a:moveTo>
                  <a:lnTo>
                    <a:pt x="29" y="72"/>
                  </a:lnTo>
                  <a:lnTo>
                    <a:pt x="47" y="42"/>
                  </a:lnTo>
                  <a:lnTo>
                    <a:pt x="71" y="18"/>
                  </a:lnTo>
                  <a:lnTo>
                    <a:pt x="83" y="12"/>
                  </a:lnTo>
                  <a:lnTo>
                    <a:pt x="101" y="6"/>
                  </a:lnTo>
                  <a:lnTo>
                    <a:pt x="131" y="12"/>
                  </a:lnTo>
                  <a:lnTo>
                    <a:pt x="137" y="36"/>
                  </a:lnTo>
                  <a:lnTo>
                    <a:pt x="131" y="60"/>
                  </a:lnTo>
                  <a:lnTo>
                    <a:pt x="119" y="96"/>
                  </a:lnTo>
                  <a:lnTo>
                    <a:pt x="95" y="120"/>
                  </a:lnTo>
                  <a:lnTo>
                    <a:pt x="77" y="132"/>
                  </a:lnTo>
                  <a:lnTo>
                    <a:pt x="59" y="132"/>
                  </a:lnTo>
                  <a:lnTo>
                    <a:pt x="41" y="126"/>
                  </a:lnTo>
                  <a:lnTo>
                    <a:pt x="29" y="114"/>
                  </a:lnTo>
                  <a:lnTo>
                    <a:pt x="23" y="102"/>
                  </a:lnTo>
                  <a:lnTo>
                    <a:pt x="23" y="96"/>
                  </a:lnTo>
                  <a:lnTo>
                    <a:pt x="23" y="96"/>
                  </a:lnTo>
                  <a:close/>
                </a:path>
              </a:pathLst>
            </a:custGeom>
            <a:solidFill>
              <a:srgbClr val="000000"/>
            </a:solidFill>
            <a:ln w="9525">
              <a:solidFill>
                <a:schemeClr val="tx1"/>
              </a:solidFill>
              <a:round/>
              <a:headEnd/>
              <a:tailEnd/>
            </a:ln>
          </p:spPr>
          <p:txBody>
            <a:bodyPr/>
            <a:lstStyle/>
            <a:p>
              <a:endParaRPr lang="zh-CN" altLang="en-US"/>
            </a:p>
          </p:txBody>
        </p:sp>
        <p:sp>
          <p:nvSpPr>
            <p:cNvPr id="68645" name="Freeform 37"/>
            <p:cNvSpPr>
              <a:spLocks/>
            </p:cNvSpPr>
            <p:nvPr/>
          </p:nvSpPr>
          <p:spPr bwMode="auto">
            <a:xfrm>
              <a:off x="3505" y="3172"/>
              <a:ext cx="58" cy="168"/>
            </a:xfrm>
            <a:custGeom>
              <a:avLst/>
              <a:gdLst>
                <a:gd name="T0" fmla="*/ 66 w 66"/>
                <a:gd name="T1" fmla="*/ 0 h 174"/>
                <a:gd name="T2" fmla="*/ 36 w 66"/>
                <a:gd name="T3" fmla="*/ 18 h 174"/>
                <a:gd name="T4" fmla="*/ 18 w 66"/>
                <a:gd name="T5" fmla="*/ 42 h 174"/>
                <a:gd name="T6" fmla="*/ 6 w 66"/>
                <a:gd name="T7" fmla="*/ 60 h 174"/>
                <a:gd name="T8" fmla="*/ 0 w 66"/>
                <a:gd name="T9" fmla="*/ 84 h 174"/>
                <a:gd name="T10" fmla="*/ 6 w 66"/>
                <a:gd name="T11" fmla="*/ 120 h 174"/>
                <a:gd name="T12" fmla="*/ 18 w 66"/>
                <a:gd name="T13" fmla="*/ 144 h 174"/>
                <a:gd name="T14" fmla="*/ 42 w 66"/>
                <a:gd name="T15" fmla="*/ 162 h 174"/>
                <a:gd name="T16" fmla="*/ 60 w 66"/>
                <a:gd name="T17" fmla="*/ 174 h 174"/>
                <a:gd name="T18" fmla="*/ 66 w 66"/>
                <a:gd name="T19" fmla="*/ 174 h 174"/>
                <a:gd name="T20" fmla="*/ 42 w 66"/>
                <a:gd name="T21" fmla="*/ 156 h 174"/>
                <a:gd name="T22" fmla="*/ 30 w 66"/>
                <a:gd name="T23" fmla="*/ 132 h 174"/>
                <a:gd name="T24" fmla="*/ 24 w 66"/>
                <a:gd name="T25" fmla="*/ 108 h 174"/>
                <a:gd name="T26" fmla="*/ 24 w 66"/>
                <a:gd name="T27" fmla="*/ 84 h 174"/>
                <a:gd name="T28" fmla="*/ 30 w 66"/>
                <a:gd name="T29" fmla="*/ 54 h 174"/>
                <a:gd name="T30" fmla="*/ 36 w 66"/>
                <a:gd name="T31" fmla="*/ 30 h 174"/>
                <a:gd name="T32" fmla="*/ 54 w 66"/>
                <a:gd name="T33" fmla="*/ 18 h 174"/>
                <a:gd name="T34" fmla="*/ 66 w 66"/>
                <a:gd name="T35" fmla="*/ 6 h 174"/>
                <a:gd name="T36" fmla="*/ 66 w 66"/>
                <a:gd name="T37"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74">
                  <a:moveTo>
                    <a:pt x="66" y="0"/>
                  </a:moveTo>
                  <a:lnTo>
                    <a:pt x="36" y="18"/>
                  </a:lnTo>
                  <a:lnTo>
                    <a:pt x="18" y="42"/>
                  </a:lnTo>
                  <a:lnTo>
                    <a:pt x="6" y="60"/>
                  </a:lnTo>
                  <a:lnTo>
                    <a:pt x="0" y="84"/>
                  </a:lnTo>
                  <a:lnTo>
                    <a:pt x="6" y="120"/>
                  </a:lnTo>
                  <a:lnTo>
                    <a:pt x="18" y="144"/>
                  </a:lnTo>
                  <a:lnTo>
                    <a:pt x="42" y="162"/>
                  </a:lnTo>
                  <a:lnTo>
                    <a:pt x="60" y="174"/>
                  </a:lnTo>
                  <a:lnTo>
                    <a:pt x="66" y="174"/>
                  </a:lnTo>
                  <a:lnTo>
                    <a:pt x="42" y="156"/>
                  </a:lnTo>
                  <a:lnTo>
                    <a:pt x="30" y="132"/>
                  </a:lnTo>
                  <a:lnTo>
                    <a:pt x="24" y="108"/>
                  </a:lnTo>
                  <a:lnTo>
                    <a:pt x="24" y="84"/>
                  </a:lnTo>
                  <a:lnTo>
                    <a:pt x="30" y="54"/>
                  </a:lnTo>
                  <a:lnTo>
                    <a:pt x="36" y="30"/>
                  </a:lnTo>
                  <a:lnTo>
                    <a:pt x="54" y="18"/>
                  </a:lnTo>
                  <a:lnTo>
                    <a:pt x="66" y="6"/>
                  </a:lnTo>
                  <a:lnTo>
                    <a:pt x="66" y="0"/>
                  </a:lnTo>
                  <a:close/>
                </a:path>
              </a:pathLst>
            </a:custGeom>
            <a:solidFill>
              <a:srgbClr val="000000"/>
            </a:solidFill>
            <a:ln w="9525">
              <a:solidFill>
                <a:schemeClr val="tx1"/>
              </a:solidFill>
              <a:round/>
              <a:headEnd/>
              <a:tailEnd/>
            </a:ln>
          </p:spPr>
          <p:txBody>
            <a:bodyPr/>
            <a:lstStyle/>
            <a:p>
              <a:endParaRPr lang="zh-CN" altLang="en-US"/>
            </a:p>
          </p:txBody>
        </p:sp>
        <p:sp>
          <p:nvSpPr>
            <p:cNvPr id="68646" name="Freeform 38"/>
            <p:cNvSpPr>
              <a:spLocks/>
            </p:cNvSpPr>
            <p:nvPr/>
          </p:nvSpPr>
          <p:spPr bwMode="auto">
            <a:xfrm>
              <a:off x="3573" y="3172"/>
              <a:ext cx="57" cy="133"/>
            </a:xfrm>
            <a:custGeom>
              <a:avLst/>
              <a:gdLst>
                <a:gd name="T0" fmla="*/ 0 w 65"/>
                <a:gd name="T1" fmla="*/ 138 h 138"/>
                <a:gd name="T2" fmla="*/ 65 w 65"/>
                <a:gd name="T3" fmla="*/ 138 h 138"/>
                <a:gd name="T4" fmla="*/ 65 w 65"/>
                <a:gd name="T5" fmla="*/ 138 h 138"/>
                <a:gd name="T6" fmla="*/ 47 w 65"/>
                <a:gd name="T7" fmla="*/ 138 h 138"/>
                <a:gd name="T8" fmla="*/ 41 w 65"/>
                <a:gd name="T9" fmla="*/ 126 h 138"/>
                <a:gd name="T10" fmla="*/ 41 w 65"/>
                <a:gd name="T11" fmla="*/ 0 h 138"/>
                <a:gd name="T12" fmla="*/ 41 w 65"/>
                <a:gd name="T13" fmla="*/ 0 h 138"/>
                <a:gd name="T14" fmla="*/ 23 w 65"/>
                <a:gd name="T15" fmla="*/ 6 h 138"/>
                <a:gd name="T16" fmla="*/ 0 w 65"/>
                <a:gd name="T17" fmla="*/ 12 h 138"/>
                <a:gd name="T18" fmla="*/ 0 w 65"/>
                <a:gd name="T19" fmla="*/ 12 h 138"/>
                <a:gd name="T20" fmla="*/ 6 w 65"/>
                <a:gd name="T21" fmla="*/ 12 h 138"/>
                <a:gd name="T22" fmla="*/ 12 w 65"/>
                <a:gd name="T23" fmla="*/ 12 h 138"/>
                <a:gd name="T24" fmla="*/ 17 w 65"/>
                <a:gd name="T25" fmla="*/ 18 h 138"/>
                <a:gd name="T26" fmla="*/ 23 w 65"/>
                <a:gd name="T27" fmla="*/ 24 h 138"/>
                <a:gd name="T28" fmla="*/ 23 w 65"/>
                <a:gd name="T29" fmla="*/ 120 h 138"/>
                <a:gd name="T30" fmla="*/ 17 w 65"/>
                <a:gd name="T31" fmla="*/ 132 h 138"/>
                <a:gd name="T32" fmla="*/ 0 w 65"/>
                <a:gd name="T33" fmla="*/ 138 h 138"/>
                <a:gd name="T34" fmla="*/ 0 w 65"/>
                <a:gd name="T35"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138">
                  <a:moveTo>
                    <a:pt x="0" y="138"/>
                  </a:moveTo>
                  <a:lnTo>
                    <a:pt x="65" y="138"/>
                  </a:lnTo>
                  <a:lnTo>
                    <a:pt x="65" y="138"/>
                  </a:lnTo>
                  <a:lnTo>
                    <a:pt x="47" y="138"/>
                  </a:lnTo>
                  <a:lnTo>
                    <a:pt x="41" y="126"/>
                  </a:lnTo>
                  <a:lnTo>
                    <a:pt x="41" y="0"/>
                  </a:lnTo>
                  <a:lnTo>
                    <a:pt x="41" y="0"/>
                  </a:lnTo>
                  <a:lnTo>
                    <a:pt x="23" y="6"/>
                  </a:lnTo>
                  <a:lnTo>
                    <a:pt x="0" y="12"/>
                  </a:lnTo>
                  <a:lnTo>
                    <a:pt x="0" y="12"/>
                  </a:lnTo>
                  <a:lnTo>
                    <a:pt x="6" y="12"/>
                  </a:lnTo>
                  <a:lnTo>
                    <a:pt x="12" y="12"/>
                  </a:lnTo>
                  <a:lnTo>
                    <a:pt x="17" y="18"/>
                  </a:lnTo>
                  <a:lnTo>
                    <a:pt x="23" y="24"/>
                  </a:lnTo>
                  <a:lnTo>
                    <a:pt x="23" y="120"/>
                  </a:lnTo>
                  <a:lnTo>
                    <a:pt x="17" y="132"/>
                  </a:lnTo>
                  <a:lnTo>
                    <a:pt x="0" y="138"/>
                  </a:lnTo>
                  <a:lnTo>
                    <a:pt x="0" y="138"/>
                  </a:lnTo>
                  <a:close/>
                </a:path>
              </a:pathLst>
            </a:custGeom>
            <a:solidFill>
              <a:srgbClr val="000000"/>
            </a:solidFill>
            <a:ln w="9525">
              <a:solidFill>
                <a:schemeClr val="tx1"/>
              </a:solidFill>
              <a:round/>
              <a:headEnd/>
              <a:tailEnd/>
            </a:ln>
          </p:spPr>
          <p:txBody>
            <a:bodyPr/>
            <a:lstStyle/>
            <a:p>
              <a:endParaRPr lang="zh-CN" altLang="en-US"/>
            </a:p>
          </p:txBody>
        </p:sp>
        <p:sp>
          <p:nvSpPr>
            <p:cNvPr id="68647" name="Freeform 39"/>
            <p:cNvSpPr>
              <a:spLocks noEditPoints="1"/>
            </p:cNvSpPr>
            <p:nvPr/>
          </p:nvSpPr>
          <p:spPr bwMode="auto">
            <a:xfrm>
              <a:off x="3640" y="3219"/>
              <a:ext cx="89" cy="92"/>
            </a:xfrm>
            <a:custGeom>
              <a:avLst/>
              <a:gdLst>
                <a:gd name="T0" fmla="*/ 96 w 102"/>
                <a:gd name="T1" fmla="*/ 60 h 96"/>
                <a:gd name="T2" fmla="*/ 84 w 102"/>
                <a:gd name="T3" fmla="*/ 72 h 96"/>
                <a:gd name="T4" fmla="*/ 60 w 102"/>
                <a:gd name="T5" fmla="*/ 78 h 96"/>
                <a:gd name="T6" fmla="*/ 48 w 102"/>
                <a:gd name="T7" fmla="*/ 78 h 96"/>
                <a:gd name="T8" fmla="*/ 30 w 102"/>
                <a:gd name="T9" fmla="*/ 72 h 96"/>
                <a:gd name="T10" fmla="*/ 24 w 102"/>
                <a:gd name="T11" fmla="*/ 60 h 96"/>
                <a:gd name="T12" fmla="*/ 18 w 102"/>
                <a:gd name="T13" fmla="*/ 36 h 96"/>
                <a:gd name="T14" fmla="*/ 96 w 102"/>
                <a:gd name="T15" fmla="*/ 36 h 96"/>
                <a:gd name="T16" fmla="*/ 96 w 102"/>
                <a:gd name="T17" fmla="*/ 18 h 96"/>
                <a:gd name="T18" fmla="*/ 84 w 102"/>
                <a:gd name="T19" fmla="*/ 12 h 96"/>
                <a:gd name="T20" fmla="*/ 54 w 102"/>
                <a:gd name="T21" fmla="*/ 0 h 96"/>
                <a:gd name="T22" fmla="*/ 36 w 102"/>
                <a:gd name="T23" fmla="*/ 0 h 96"/>
                <a:gd name="T24" fmla="*/ 18 w 102"/>
                <a:gd name="T25" fmla="*/ 12 h 96"/>
                <a:gd name="T26" fmla="*/ 6 w 102"/>
                <a:gd name="T27" fmla="*/ 24 h 96"/>
                <a:gd name="T28" fmla="*/ 0 w 102"/>
                <a:gd name="T29" fmla="*/ 48 h 96"/>
                <a:gd name="T30" fmla="*/ 6 w 102"/>
                <a:gd name="T31" fmla="*/ 66 h 96"/>
                <a:gd name="T32" fmla="*/ 12 w 102"/>
                <a:gd name="T33" fmla="*/ 84 h 96"/>
                <a:gd name="T34" fmla="*/ 30 w 102"/>
                <a:gd name="T35" fmla="*/ 90 h 96"/>
                <a:gd name="T36" fmla="*/ 48 w 102"/>
                <a:gd name="T37" fmla="*/ 96 h 96"/>
                <a:gd name="T38" fmla="*/ 72 w 102"/>
                <a:gd name="T39" fmla="*/ 90 h 96"/>
                <a:gd name="T40" fmla="*/ 90 w 102"/>
                <a:gd name="T41" fmla="*/ 78 h 96"/>
                <a:gd name="T42" fmla="*/ 96 w 102"/>
                <a:gd name="T43" fmla="*/ 66 h 96"/>
                <a:gd name="T44" fmla="*/ 102 w 102"/>
                <a:gd name="T45" fmla="*/ 60 h 96"/>
                <a:gd name="T46" fmla="*/ 96 w 102"/>
                <a:gd name="T47" fmla="*/ 60 h 96"/>
                <a:gd name="T48" fmla="*/ 18 w 102"/>
                <a:gd name="T49" fmla="*/ 30 h 96"/>
                <a:gd name="T50" fmla="*/ 24 w 102"/>
                <a:gd name="T51" fmla="*/ 12 h 96"/>
                <a:gd name="T52" fmla="*/ 48 w 102"/>
                <a:gd name="T53" fmla="*/ 6 h 96"/>
                <a:gd name="T54" fmla="*/ 60 w 102"/>
                <a:gd name="T55" fmla="*/ 6 h 96"/>
                <a:gd name="T56" fmla="*/ 66 w 102"/>
                <a:gd name="T57" fmla="*/ 12 h 96"/>
                <a:gd name="T58" fmla="*/ 72 w 102"/>
                <a:gd name="T59" fmla="*/ 30 h 96"/>
                <a:gd name="T60" fmla="*/ 18 w 102"/>
                <a:gd name="T61" fmla="*/ 3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 h="96">
                  <a:moveTo>
                    <a:pt x="96" y="60"/>
                  </a:moveTo>
                  <a:lnTo>
                    <a:pt x="84" y="72"/>
                  </a:lnTo>
                  <a:lnTo>
                    <a:pt x="60" y="78"/>
                  </a:lnTo>
                  <a:lnTo>
                    <a:pt x="48" y="78"/>
                  </a:lnTo>
                  <a:lnTo>
                    <a:pt x="30" y="72"/>
                  </a:lnTo>
                  <a:lnTo>
                    <a:pt x="24" y="60"/>
                  </a:lnTo>
                  <a:lnTo>
                    <a:pt x="18" y="36"/>
                  </a:lnTo>
                  <a:lnTo>
                    <a:pt x="96" y="36"/>
                  </a:lnTo>
                  <a:lnTo>
                    <a:pt x="96" y="18"/>
                  </a:lnTo>
                  <a:lnTo>
                    <a:pt x="84" y="12"/>
                  </a:lnTo>
                  <a:lnTo>
                    <a:pt x="54" y="0"/>
                  </a:lnTo>
                  <a:lnTo>
                    <a:pt x="36" y="0"/>
                  </a:lnTo>
                  <a:lnTo>
                    <a:pt x="18" y="12"/>
                  </a:lnTo>
                  <a:lnTo>
                    <a:pt x="6" y="24"/>
                  </a:lnTo>
                  <a:lnTo>
                    <a:pt x="0" y="48"/>
                  </a:lnTo>
                  <a:lnTo>
                    <a:pt x="6" y="66"/>
                  </a:lnTo>
                  <a:lnTo>
                    <a:pt x="12" y="84"/>
                  </a:lnTo>
                  <a:lnTo>
                    <a:pt x="30" y="90"/>
                  </a:lnTo>
                  <a:lnTo>
                    <a:pt x="48" y="96"/>
                  </a:lnTo>
                  <a:lnTo>
                    <a:pt x="72" y="90"/>
                  </a:lnTo>
                  <a:lnTo>
                    <a:pt x="90" y="78"/>
                  </a:lnTo>
                  <a:lnTo>
                    <a:pt x="96" y="66"/>
                  </a:lnTo>
                  <a:lnTo>
                    <a:pt x="102" y="60"/>
                  </a:lnTo>
                  <a:lnTo>
                    <a:pt x="96" y="60"/>
                  </a:lnTo>
                  <a:close/>
                  <a:moveTo>
                    <a:pt x="18" y="30"/>
                  </a:moveTo>
                  <a:lnTo>
                    <a:pt x="24" y="12"/>
                  </a:lnTo>
                  <a:lnTo>
                    <a:pt x="48" y="6"/>
                  </a:lnTo>
                  <a:lnTo>
                    <a:pt x="60" y="6"/>
                  </a:lnTo>
                  <a:lnTo>
                    <a:pt x="66" y="12"/>
                  </a:lnTo>
                  <a:lnTo>
                    <a:pt x="72" y="30"/>
                  </a:lnTo>
                  <a:lnTo>
                    <a:pt x="18" y="30"/>
                  </a:lnTo>
                  <a:close/>
                </a:path>
              </a:pathLst>
            </a:custGeom>
            <a:solidFill>
              <a:srgbClr val="000000"/>
            </a:solidFill>
            <a:ln w="9525">
              <a:solidFill>
                <a:schemeClr val="tx1"/>
              </a:solidFill>
              <a:round/>
              <a:headEnd/>
              <a:tailEnd/>
            </a:ln>
          </p:spPr>
          <p:txBody>
            <a:bodyPr/>
            <a:lstStyle/>
            <a:p>
              <a:endParaRPr lang="zh-CN" altLang="en-US"/>
            </a:p>
          </p:txBody>
        </p:sp>
        <p:sp>
          <p:nvSpPr>
            <p:cNvPr id="68648" name="Freeform 40"/>
            <p:cNvSpPr>
              <a:spLocks noEditPoints="1"/>
            </p:cNvSpPr>
            <p:nvPr/>
          </p:nvSpPr>
          <p:spPr bwMode="auto">
            <a:xfrm>
              <a:off x="3745" y="3219"/>
              <a:ext cx="88" cy="92"/>
            </a:xfrm>
            <a:custGeom>
              <a:avLst/>
              <a:gdLst>
                <a:gd name="T0" fmla="*/ 66 w 102"/>
                <a:gd name="T1" fmla="*/ 66 h 96"/>
                <a:gd name="T2" fmla="*/ 60 w 102"/>
                <a:gd name="T3" fmla="*/ 72 h 96"/>
                <a:gd name="T4" fmla="*/ 54 w 102"/>
                <a:gd name="T5" fmla="*/ 78 h 96"/>
                <a:gd name="T6" fmla="*/ 48 w 102"/>
                <a:gd name="T7" fmla="*/ 84 h 96"/>
                <a:gd name="T8" fmla="*/ 36 w 102"/>
                <a:gd name="T9" fmla="*/ 84 h 96"/>
                <a:gd name="T10" fmla="*/ 24 w 102"/>
                <a:gd name="T11" fmla="*/ 78 h 96"/>
                <a:gd name="T12" fmla="*/ 18 w 102"/>
                <a:gd name="T13" fmla="*/ 66 h 96"/>
                <a:gd name="T14" fmla="*/ 18 w 102"/>
                <a:gd name="T15" fmla="*/ 66 h 96"/>
                <a:gd name="T16" fmla="*/ 18 w 102"/>
                <a:gd name="T17" fmla="*/ 60 h 96"/>
                <a:gd name="T18" fmla="*/ 24 w 102"/>
                <a:gd name="T19" fmla="*/ 54 h 96"/>
                <a:gd name="T20" fmla="*/ 42 w 102"/>
                <a:gd name="T21" fmla="*/ 48 h 96"/>
                <a:gd name="T22" fmla="*/ 66 w 102"/>
                <a:gd name="T23" fmla="*/ 36 h 96"/>
                <a:gd name="T24" fmla="*/ 66 w 102"/>
                <a:gd name="T25" fmla="*/ 66 h 96"/>
                <a:gd name="T26" fmla="*/ 102 w 102"/>
                <a:gd name="T27" fmla="*/ 78 h 96"/>
                <a:gd name="T28" fmla="*/ 96 w 102"/>
                <a:gd name="T29" fmla="*/ 84 h 96"/>
                <a:gd name="T30" fmla="*/ 90 w 102"/>
                <a:gd name="T31" fmla="*/ 84 h 96"/>
                <a:gd name="T32" fmla="*/ 84 w 102"/>
                <a:gd name="T33" fmla="*/ 78 h 96"/>
                <a:gd name="T34" fmla="*/ 84 w 102"/>
                <a:gd name="T35" fmla="*/ 72 h 96"/>
                <a:gd name="T36" fmla="*/ 84 w 102"/>
                <a:gd name="T37" fmla="*/ 30 h 96"/>
                <a:gd name="T38" fmla="*/ 84 w 102"/>
                <a:gd name="T39" fmla="*/ 18 h 96"/>
                <a:gd name="T40" fmla="*/ 78 w 102"/>
                <a:gd name="T41" fmla="*/ 12 h 96"/>
                <a:gd name="T42" fmla="*/ 72 w 102"/>
                <a:gd name="T43" fmla="*/ 6 h 96"/>
                <a:gd name="T44" fmla="*/ 48 w 102"/>
                <a:gd name="T45" fmla="*/ 0 h 96"/>
                <a:gd name="T46" fmla="*/ 24 w 102"/>
                <a:gd name="T47" fmla="*/ 0 h 96"/>
                <a:gd name="T48" fmla="*/ 12 w 102"/>
                <a:gd name="T49" fmla="*/ 6 h 96"/>
                <a:gd name="T50" fmla="*/ 0 w 102"/>
                <a:gd name="T51" fmla="*/ 18 h 96"/>
                <a:gd name="T52" fmla="*/ 0 w 102"/>
                <a:gd name="T53" fmla="*/ 24 h 96"/>
                <a:gd name="T54" fmla="*/ 6 w 102"/>
                <a:gd name="T55" fmla="*/ 30 h 96"/>
                <a:gd name="T56" fmla="*/ 12 w 102"/>
                <a:gd name="T57" fmla="*/ 30 h 96"/>
                <a:gd name="T58" fmla="*/ 18 w 102"/>
                <a:gd name="T59" fmla="*/ 30 h 96"/>
                <a:gd name="T60" fmla="*/ 24 w 102"/>
                <a:gd name="T61" fmla="*/ 24 h 96"/>
                <a:gd name="T62" fmla="*/ 24 w 102"/>
                <a:gd name="T63" fmla="*/ 18 h 96"/>
                <a:gd name="T64" fmla="*/ 24 w 102"/>
                <a:gd name="T65" fmla="*/ 12 h 96"/>
                <a:gd name="T66" fmla="*/ 30 w 102"/>
                <a:gd name="T67" fmla="*/ 6 h 96"/>
                <a:gd name="T68" fmla="*/ 42 w 102"/>
                <a:gd name="T69" fmla="*/ 6 h 96"/>
                <a:gd name="T70" fmla="*/ 54 w 102"/>
                <a:gd name="T71" fmla="*/ 6 h 96"/>
                <a:gd name="T72" fmla="*/ 66 w 102"/>
                <a:gd name="T73" fmla="*/ 12 h 96"/>
                <a:gd name="T74" fmla="*/ 66 w 102"/>
                <a:gd name="T75" fmla="*/ 18 h 96"/>
                <a:gd name="T76" fmla="*/ 66 w 102"/>
                <a:gd name="T77" fmla="*/ 30 h 96"/>
                <a:gd name="T78" fmla="*/ 36 w 102"/>
                <a:gd name="T79" fmla="*/ 42 h 96"/>
                <a:gd name="T80" fmla="*/ 18 w 102"/>
                <a:gd name="T81" fmla="*/ 54 h 96"/>
                <a:gd name="T82" fmla="*/ 6 w 102"/>
                <a:gd name="T83" fmla="*/ 60 h 96"/>
                <a:gd name="T84" fmla="*/ 0 w 102"/>
                <a:gd name="T85" fmla="*/ 72 h 96"/>
                <a:gd name="T86" fmla="*/ 6 w 102"/>
                <a:gd name="T87" fmla="*/ 90 h 96"/>
                <a:gd name="T88" fmla="*/ 24 w 102"/>
                <a:gd name="T89" fmla="*/ 96 h 96"/>
                <a:gd name="T90" fmla="*/ 48 w 102"/>
                <a:gd name="T91" fmla="*/ 90 h 96"/>
                <a:gd name="T92" fmla="*/ 66 w 102"/>
                <a:gd name="T93" fmla="*/ 78 h 96"/>
                <a:gd name="T94" fmla="*/ 66 w 102"/>
                <a:gd name="T95" fmla="*/ 90 h 96"/>
                <a:gd name="T96" fmla="*/ 72 w 102"/>
                <a:gd name="T97" fmla="*/ 96 h 96"/>
                <a:gd name="T98" fmla="*/ 78 w 102"/>
                <a:gd name="T99" fmla="*/ 96 h 96"/>
                <a:gd name="T100" fmla="*/ 90 w 102"/>
                <a:gd name="T101" fmla="*/ 96 h 96"/>
                <a:gd name="T102" fmla="*/ 102 w 102"/>
                <a:gd name="T103" fmla="*/ 84 h 96"/>
                <a:gd name="T104" fmla="*/ 102 w 102"/>
                <a:gd name="T105"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2" h="96">
                  <a:moveTo>
                    <a:pt x="66" y="66"/>
                  </a:moveTo>
                  <a:lnTo>
                    <a:pt x="60" y="72"/>
                  </a:lnTo>
                  <a:lnTo>
                    <a:pt x="54" y="78"/>
                  </a:lnTo>
                  <a:lnTo>
                    <a:pt x="48" y="84"/>
                  </a:lnTo>
                  <a:lnTo>
                    <a:pt x="36" y="84"/>
                  </a:lnTo>
                  <a:lnTo>
                    <a:pt x="24" y="78"/>
                  </a:lnTo>
                  <a:lnTo>
                    <a:pt x="18" y="66"/>
                  </a:lnTo>
                  <a:lnTo>
                    <a:pt x="18" y="66"/>
                  </a:lnTo>
                  <a:lnTo>
                    <a:pt x="18" y="60"/>
                  </a:lnTo>
                  <a:lnTo>
                    <a:pt x="24" y="54"/>
                  </a:lnTo>
                  <a:lnTo>
                    <a:pt x="42" y="48"/>
                  </a:lnTo>
                  <a:lnTo>
                    <a:pt x="66" y="36"/>
                  </a:lnTo>
                  <a:lnTo>
                    <a:pt x="66" y="66"/>
                  </a:lnTo>
                  <a:close/>
                  <a:moveTo>
                    <a:pt x="102" y="78"/>
                  </a:moveTo>
                  <a:lnTo>
                    <a:pt x="96" y="84"/>
                  </a:lnTo>
                  <a:lnTo>
                    <a:pt x="90" y="84"/>
                  </a:lnTo>
                  <a:lnTo>
                    <a:pt x="84" y="78"/>
                  </a:lnTo>
                  <a:lnTo>
                    <a:pt x="84" y="72"/>
                  </a:lnTo>
                  <a:lnTo>
                    <a:pt x="84" y="30"/>
                  </a:lnTo>
                  <a:lnTo>
                    <a:pt x="84" y="18"/>
                  </a:lnTo>
                  <a:lnTo>
                    <a:pt x="78" y="12"/>
                  </a:lnTo>
                  <a:lnTo>
                    <a:pt x="72" y="6"/>
                  </a:lnTo>
                  <a:lnTo>
                    <a:pt x="48" y="0"/>
                  </a:lnTo>
                  <a:lnTo>
                    <a:pt x="24" y="0"/>
                  </a:lnTo>
                  <a:lnTo>
                    <a:pt x="12" y="6"/>
                  </a:lnTo>
                  <a:lnTo>
                    <a:pt x="0" y="18"/>
                  </a:lnTo>
                  <a:lnTo>
                    <a:pt x="0" y="24"/>
                  </a:lnTo>
                  <a:lnTo>
                    <a:pt x="6" y="30"/>
                  </a:lnTo>
                  <a:lnTo>
                    <a:pt x="12" y="30"/>
                  </a:lnTo>
                  <a:lnTo>
                    <a:pt x="18" y="30"/>
                  </a:lnTo>
                  <a:lnTo>
                    <a:pt x="24" y="24"/>
                  </a:lnTo>
                  <a:lnTo>
                    <a:pt x="24" y="18"/>
                  </a:lnTo>
                  <a:lnTo>
                    <a:pt x="24" y="12"/>
                  </a:lnTo>
                  <a:lnTo>
                    <a:pt x="30" y="6"/>
                  </a:lnTo>
                  <a:lnTo>
                    <a:pt x="42" y="6"/>
                  </a:lnTo>
                  <a:lnTo>
                    <a:pt x="54" y="6"/>
                  </a:lnTo>
                  <a:lnTo>
                    <a:pt x="66" y="12"/>
                  </a:lnTo>
                  <a:lnTo>
                    <a:pt x="66" y="18"/>
                  </a:lnTo>
                  <a:lnTo>
                    <a:pt x="66" y="30"/>
                  </a:lnTo>
                  <a:lnTo>
                    <a:pt x="36" y="42"/>
                  </a:lnTo>
                  <a:lnTo>
                    <a:pt x="18" y="54"/>
                  </a:lnTo>
                  <a:lnTo>
                    <a:pt x="6" y="60"/>
                  </a:lnTo>
                  <a:lnTo>
                    <a:pt x="0" y="72"/>
                  </a:lnTo>
                  <a:lnTo>
                    <a:pt x="6" y="90"/>
                  </a:lnTo>
                  <a:lnTo>
                    <a:pt x="24" y="96"/>
                  </a:lnTo>
                  <a:lnTo>
                    <a:pt x="48" y="90"/>
                  </a:lnTo>
                  <a:lnTo>
                    <a:pt x="66" y="78"/>
                  </a:lnTo>
                  <a:lnTo>
                    <a:pt x="66" y="90"/>
                  </a:lnTo>
                  <a:lnTo>
                    <a:pt x="72" y="96"/>
                  </a:lnTo>
                  <a:lnTo>
                    <a:pt x="78" y="96"/>
                  </a:lnTo>
                  <a:lnTo>
                    <a:pt x="90" y="96"/>
                  </a:lnTo>
                  <a:lnTo>
                    <a:pt x="102" y="84"/>
                  </a:lnTo>
                  <a:lnTo>
                    <a:pt x="102" y="78"/>
                  </a:lnTo>
                  <a:close/>
                </a:path>
              </a:pathLst>
            </a:custGeom>
            <a:solidFill>
              <a:srgbClr val="000000"/>
            </a:solidFill>
            <a:ln w="9525">
              <a:solidFill>
                <a:schemeClr val="tx1"/>
              </a:solidFill>
              <a:round/>
              <a:headEnd/>
              <a:tailEnd/>
            </a:ln>
          </p:spPr>
          <p:txBody>
            <a:bodyPr/>
            <a:lstStyle/>
            <a:p>
              <a:endParaRPr lang="zh-CN" altLang="en-US"/>
            </a:p>
          </p:txBody>
        </p:sp>
        <p:sp>
          <p:nvSpPr>
            <p:cNvPr id="68649" name="Freeform 41"/>
            <p:cNvSpPr>
              <a:spLocks noEditPoints="1"/>
            </p:cNvSpPr>
            <p:nvPr/>
          </p:nvSpPr>
          <p:spPr bwMode="auto">
            <a:xfrm>
              <a:off x="3844" y="3172"/>
              <a:ext cx="103" cy="139"/>
            </a:xfrm>
            <a:custGeom>
              <a:avLst/>
              <a:gdLst>
                <a:gd name="T0" fmla="*/ 77 w 119"/>
                <a:gd name="T1" fmla="*/ 120 h 144"/>
                <a:gd name="T2" fmla="*/ 71 w 119"/>
                <a:gd name="T3" fmla="*/ 126 h 144"/>
                <a:gd name="T4" fmla="*/ 53 w 119"/>
                <a:gd name="T5" fmla="*/ 132 h 144"/>
                <a:gd name="T6" fmla="*/ 29 w 119"/>
                <a:gd name="T7" fmla="*/ 120 h 144"/>
                <a:gd name="T8" fmla="*/ 24 w 119"/>
                <a:gd name="T9" fmla="*/ 108 h 144"/>
                <a:gd name="T10" fmla="*/ 18 w 119"/>
                <a:gd name="T11" fmla="*/ 90 h 144"/>
                <a:gd name="T12" fmla="*/ 24 w 119"/>
                <a:gd name="T13" fmla="*/ 72 h 144"/>
                <a:gd name="T14" fmla="*/ 29 w 119"/>
                <a:gd name="T15" fmla="*/ 60 h 144"/>
                <a:gd name="T16" fmla="*/ 53 w 119"/>
                <a:gd name="T17" fmla="*/ 54 h 144"/>
                <a:gd name="T18" fmla="*/ 71 w 119"/>
                <a:gd name="T19" fmla="*/ 60 h 144"/>
                <a:gd name="T20" fmla="*/ 77 w 119"/>
                <a:gd name="T21" fmla="*/ 72 h 144"/>
                <a:gd name="T22" fmla="*/ 77 w 119"/>
                <a:gd name="T23" fmla="*/ 120 h 144"/>
                <a:gd name="T24" fmla="*/ 119 w 119"/>
                <a:gd name="T25" fmla="*/ 126 h 144"/>
                <a:gd name="T26" fmla="*/ 107 w 119"/>
                <a:gd name="T27" fmla="*/ 126 h 144"/>
                <a:gd name="T28" fmla="*/ 101 w 119"/>
                <a:gd name="T29" fmla="*/ 126 h 144"/>
                <a:gd name="T30" fmla="*/ 101 w 119"/>
                <a:gd name="T31" fmla="*/ 120 h 144"/>
                <a:gd name="T32" fmla="*/ 101 w 119"/>
                <a:gd name="T33" fmla="*/ 0 h 144"/>
                <a:gd name="T34" fmla="*/ 101 w 119"/>
                <a:gd name="T35" fmla="*/ 0 h 144"/>
                <a:gd name="T36" fmla="*/ 83 w 119"/>
                <a:gd name="T37" fmla="*/ 6 h 144"/>
                <a:gd name="T38" fmla="*/ 59 w 119"/>
                <a:gd name="T39" fmla="*/ 12 h 144"/>
                <a:gd name="T40" fmla="*/ 59 w 119"/>
                <a:gd name="T41" fmla="*/ 12 h 144"/>
                <a:gd name="T42" fmla="*/ 65 w 119"/>
                <a:gd name="T43" fmla="*/ 12 h 144"/>
                <a:gd name="T44" fmla="*/ 65 w 119"/>
                <a:gd name="T45" fmla="*/ 12 h 144"/>
                <a:gd name="T46" fmla="*/ 77 w 119"/>
                <a:gd name="T47" fmla="*/ 18 h 144"/>
                <a:gd name="T48" fmla="*/ 77 w 119"/>
                <a:gd name="T49" fmla="*/ 24 h 144"/>
                <a:gd name="T50" fmla="*/ 77 w 119"/>
                <a:gd name="T51" fmla="*/ 54 h 144"/>
                <a:gd name="T52" fmla="*/ 65 w 119"/>
                <a:gd name="T53" fmla="*/ 48 h 144"/>
                <a:gd name="T54" fmla="*/ 53 w 119"/>
                <a:gd name="T55" fmla="*/ 48 h 144"/>
                <a:gd name="T56" fmla="*/ 35 w 119"/>
                <a:gd name="T57" fmla="*/ 54 h 144"/>
                <a:gd name="T58" fmla="*/ 18 w 119"/>
                <a:gd name="T59" fmla="*/ 66 h 144"/>
                <a:gd name="T60" fmla="*/ 6 w 119"/>
                <a:gd name="T61" fmla="*/ 78 h 144"/>
                <a:gd name="T62" fmla="*/ 0 w 119"/>
                <a:gd name="T63" fmla="*/ 96 h 144"/>
                <a:gd name="T64" fmla="*/ 6 w 119"/>
                <a:gd name="T65" fmla="*/ 120 h 144"/>
                <a:gd name="T66" fmla="*/ 18 w 119"/>
                <a:gd name="T67" fmla="*/ 138 h 144"/>
                <a:gd name="T68" fmla="*/ 35 w 119"/>
                <a:gd name="T69" fmla="*/ 144 h 144"/>
                <a:gd name="T70" fmla="*/ 47 w 119"/>
                <a:gd name="T71" fmla="*/ 144 h 144"/>
                <a:gd name="T72" fmla="*/ 65 w 119"/>
                <a:gd name="T73" fmla="*/ 138 h 144"/>
                <a:gd name="T74" fmla="*/ 77 w 119"/>
                <a:gd name="T75" fmla="*/ 132 h 144"/>
                <a:gd name="T76" fmla="*/ 77 w 119"/>
                <a:gd name="T77" fmla="*/ 132 h 144"/>
                <a:gd name="T78" fmla="*/ 77 w 119"/>
                <a:gd name="T79" fmla="*/ 144 h 144"/>
                <a:gd name="T80" fmla="*/ 83 w 119"/>
                <a:gd name="T81" fmla="*/ 144 h 144"/>
                <a:gd name="T82" fmla="*/ 101 w 119"/>
                <a:gd name="T83" fmla="*/ 138 h 144"/>
                <a:gd name="T84" fmla="*/ 119 w 119"/>
                <a:gd name="T85" fmla="*/ 132 h 144"/>
                <a:gd name="T86" fmla="*/ 119 w 119"/>
                <a:gd name="T87"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9" h="144">
                  <a:moveTo>
                    <a:pt x="77" y="120"/>
                  </a:moveTo>
                  <a:lnTo>
                    <a:pt x="71" y="126"/>
                  </a:lnTo>
                  <a:lnTo>
                    <a:pt x="53" y="132"/>
                  </a:lnTo>
                  <a:lnTo>
                    <a:pt x="29" y="120"/>
                  </a:lnTo>
                  <a:lnTo>
                    <a:pt x="24" y="108"/>
                  </a:lnTo>
                  <a:lnTo>
                    <a:pt x="18" y="90"/>
                  </a:lnTo>
                  <a:lnTo>
                    <a:pt x="24" y="72"/>
                  </a:lnTo>
                  <a:lnTo>
                    <a:pt x="29" y="60"/>
                  </a:lnTo>
                  <a:lnTo>
                    <a:pt x="53" y="54"/>
                  </a:lnTo>
                  <a:lnTo>
                    <a:pt x="71" y="60"/>
                  </a:lnTo>
                  <a:lnTo>
                    <a:pt x="77" y="72"/>
                  </a:lnTo>
                  <a:lnTo>
                    <a:pt x="77" y="120"/>
                  </a:lnTo>
                  <a:close/>
                  <a:moveTo>
                    <a:pt x="119" y="126"/>
                  </a:moveTo>
                  <a:lnTo>
                    <a:pt x="107" y="126"/>
                  </a:lnTo>
                  <a:lnTo>
                    <a:pt x="101" y="126"/>
                  </a:lnTo>
                  <a:lnTo>
                    <a:pt x="101" y="120"/>
                  </a:lnTo>
                  <a:lnTo>
                    <a:pt x="101" y="0"/>
                  </a:lnTo>
                  <a:lnTo>
                    <a:pt x="101" y="0"/>
                  </a:lnTo>
                  <a:lnTo>
                    <a:pt x="83" y="6"/>
                  </a:lnTo>
                  <a:lnTo>
                    <a:pt x="59" y="12"/>
                  </a:lnTo>
                  <a:lnTo>
                    <a:pt x="59" y="12"/>
                  </a:lnTo>
                  <a:lnTo>
                    <a:pt x="65" y="12"/>
                  </a:lnTo>
                  <a:lnTo>
                    <a:pt x="65" y="12"/>
                  </a:lnTo>
                  <a:lnTo>
                    <a:pt x="77" y="18"/>
                  </a:lnTo>
                  <a:lnTo>
                    <a:pt x="77" y="24"/>
                  </a:lnTo>
                  <a:lnTo>
                    <a:pt x="77" y="54"/>
                  </a:lnTo>
                  <a:lnTo>
                    <a:pt x="65" y="48"/>
                  </a:lnTo>
                  <a:lnTo>
                    <a:pt x="53" y="48"/>
                  </a:lnTo>
                  <a:lnTo>
                    <a:pt x="35" y="54"/>
                  </a:lnTo>
                  <a:lnTo>
                    <a:pt x="18" y="66"/>
                  </a:lnTo>
                  <a:lnTo>
                    <a:pt x="6" y="78"/>
                  </a:lnTo>
                  <a:lnTo>
                    <a:pt x="0" y="96"/>
                  </a:lnTo>
                  <a:lnTo>
                    <a:pt x="6" y="120"/>
                  </a:lnTo>
                  <a:lnTo>
                    <a:pt x="18" y="138"/>
                  </a:lnTo>
                  <a:lnTo>
                    <a:pt x="35" y="144"/>
                  </a:lnTo>
                  <a:lnTo>
                    <a:pt x="47" y="144"/>
                  </a:lnTo>
                  <a:lnTo>
                    <a:pt x="65" y="138"/>
                  </a:lnTo>
                  <a:lnTo>
                    <a:pt x="77" y="132"/>
                  </a:lnTo>
                  <a:lnTo>
                    <a:pt x="77" y="132"/>
                  </a:lnTo>
                  <a:lnTo>
                    <a:pt x="77" y="144"/>
                  </a:lnTo>
                  <a:lnTo>
                    <a:pt x="83" y="144"/>
                  </a:lnTo>
                  <a:lnTo>
                    <a:pt x="101" y="138"/>
                  </a:lnTo>
                  <a:lnTo>
                    <a:pt x="119" y="132"/>
                  </a:lnTo>
                  <a:lnTo>
                    <a:pt x="119" y="126"/>
                  </a:lnTo>
                  <a:close/>
                </a:path>
              </a:pathLst>
            </a:custGeom>
            <a:solidFill>
              <a:srgbClr val="000000"/>
            </a:solidFill>
            <a:ln w="9525">
              <a:solidFill>
                <a:schemeClr val="tx1"/>
              </a:solidFill>
              <a:round/>
              <a:headEnd/>
              <a:tailEnd/>
            </a:ln>
          </p:spPr>
          <p:txBody>
            <a:bodyPr/>
            <a:lstStyle/>
            <a:p>
              <a:endParaRPr lang="zh-CN" altLang="en-US"/>
            </a:p>
          </p:txBody>
        </p:sp>
        <p:sp>
          <p:nvSpPr>
            <p:cNvPr id="68650" name="Freeform 42"/>
            <p:cNvSpPr>
              <a:spLocks noEditPoints="1"/>
            </p:cNvSpPr>
            <p:nvPr/>
          </p:nvSpPr>
          <p:spPr bwMode="auto">
            <a:xfrm>
              <a:off x="3953" y="3172"/>
              <a:ext cx="52" cy="133"/>
            </a:xfrm>
            <a:custGeom>
              <a:avLst/>
              <a:gdLst>
                <a:gd name="T0" fmla="*/ 0 w 60"/>
                <a:gd name="T1" fmla="*/ 138 h 138"/>
                <a:gd name="T2" fmla="*/ 60 w 60"/>
                <a:gd name="T3" fmla="*/ 138 h 138"/>
                <a:gd name="T4" fmla="*/ 60 w 60"/>
                <a:gd name="T5" fmla="*/ 138 h 138"/>
                <a:gd name="T6" fmla="*/ 48 w 60"/>
                <a:gd name="T7" fmla="*/ 138 h 138"/>
                <a:gd name="T8" fmla="*/ 42 w 60"/>
                <a:gd name="T9" fmla="*/ 132 h 138"/>
                <a:gd name="T10" fmla="*/ 42 w 60"/>
                <a:gd name="T11" fmla="*/ 120 h 138"/>
                <a:gd name="T12" fmla="*/ 42 w 60"/>
                <a:gd name="T13" fmla="*/ 48 h 138"/>
                <a:gd name="T14" fmla="*/ 42 w 60"/>
                <a:gd name="T15" fmla="*/ 48 h 138"/>
                <a:gd name="T16" fmla="*/ 24 w 60"/>
                <a:gd name="T17" fmla="*/ 54 h 138"/>
                <a:gd name="T18" fmla="*/ 0 w 60"/>
                <a:gd name="T19" fmla="*/ 60 h 138"/>
                <a:gd name="T20" fmla="*/ 0 w 60"/>
                <a:gd name="T21" fmla="*/ 60 h 138"/>
                <a:gd name="T22" fmla="*/ 6 w 60"/>
                <a:gd name="T23" fmla="*/ 60 h 138"/>
                <a:gd name="T24" fmla="*/ 12 w 60"/>
                <a:gd name="T25" fmla="*/ 60 h 138"/>
                <a:gd name="T26" fmla="*/ 18 w 60"/>
                <a:gd name="T27" fmla="*/ 60 h 138"/>
                <a:gd name="T28" fmla="*/ 24 w 60"/>
                <a:gd name="T29" fmla="*/ 72 h 138"/>
                <a:gd name="T30" fmla="*/ 24 w 60"/>
                <a:gd name="T31" fmla="*/ 120 h 138"/>
                <a:gd name="T32" fmla="*/ 24 w 60"/>
                <a:gd name="T33" fmla="*/ 132 h 138"/>
                <a:gd name="T34" fmla="*/ 18 w 60"/>
                <a:gd name="T35" fmla="*/ 138 h 138"/>
                <a:gd name="T36" fmla="*/ 0 w 60"/>
                <a:gd name="T37" fmla="*/ 138 h 138"/>
                <a:gd name="T38" fmla="*/ 0 w 60"/>
                <a:gd name="T39" fmla="*/ 138 h 138"/>
                <a:gd name="T40" fmla="*/ 18 w 60"/>
                <a:gd name="T41" fmla="*/ 12 h 138"/>
                <a:gd name="T42" fmla="*/ 18 w 60"/>
                <a:gd name="T43" fmla="*/ 18 h 138"/>
                <a:gd name="T44" fmla="*/ 30 w 60"/>
                <a:gd name="T45" fmla="*/ 24 h 138"/>
                <a:gd name="T46" fmla="*/ 36 w 60"/>
                <a:gd name="T47" fmla="*/ 18 h 138"/>
                <a:gd name="T48" fmla="*/ 42 w 60"/>
                <a:gd name="T49" fmla="*/ 12 h 138"/>
                <a:gd name="T50" fmla="*/ 36 w 60"/>
                <a:gd name="T51" fmla="*/ 6 h 138"/>
                <a:gd name="T52" fmla="*/ 30 w 60"/>
                <a:gd name="T53" fmla="*/ 0 h 138"/>
                <a:gd name="T54" fmla="*/ 18 w 60"/>
                <a:gd name="T55" fmla="*/ 6 h 138"/>
                <a:gd name="T56" fmla="*/ 18 w 60"/>
                <a:gd name="T57" fmla="*/ 12 h 138"/>
                <a:gd name="T58" fmla="*/ 18 w 60"/>
                <a:gd name="T59" fmla="*/ 1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138">
                  <a:moveTo>
                    <a:pt x="0" y="138"/>
                  </a:moveTo>
                  <a:lnTo>
                    <a:pt x="60" y="138"/>
                  </a:lnTo>
                  <a:lnTo>
                    <a:pt x="60" y="138"/>
                  </a:lnTo>
                  <a:lnTo>
                    <a:pt x="48" y="138"/>
                  </a:lnTo>
                  <a:lnTo>
                    <a:pt x="42" y="132"/>
                  </a:lnTo>
                  <a:lnTo>
                    <a:pt x="42" y="120"/>
                  </a:lnTo>
                  <a:lnTo>
                    <a:pt x="42" y="48"/>
                  </a:lnTo>
                  <a:lnTo>
                    <a:pt x="42" y="48"/>
                  </a:lnTo>
                  <a:lnTo>
                    <a:pt x="24" y="54"/>
                  </a:lnTo>
                  <a:lnTo>
                    <a:pt x="0" y="60"/>
                  </a:lnTo>
                  <a:lnTo>
                    <a:pt x="0" y="60"/>
                  </a:lnTo>
                  <a:lnTo>
                    <a:pt x="6" y="60"/>
                  </a:lnTo>
                  <a:lnTo>
                    <a:pt x="12" y="60"/>
                  </a:lnTo>
                  <a:lnTo>
                    <a:pt x="18" y="60"/>
                  </a:lnTo>
                  <a:lnTo>
                    <a:pt x="24" y="72"/>
                  </a:lnTo>
                  <a:lnTo>
                    <a:pt x="24" y="120"/>
                  </a:lnTo>
                  <a:lnTo>
                    <a:pt x="24" y="132"/>
                  </a:lnTo>
                  <a:lnTo>
                    <a:pt x="18" y="138"/>
                  </a:lnTo>
                  <a:lnTo>
                    <a:pt x="0" y="138"/>
                  </a:lnTo>
                  <a:lnTo>
                    <a:pt x="0" y="138"/>
                  </a:lnTo>
                  <a:close/>
                  <a:moveTo>
                    <a:pt x="18" y="12"/>
                  </a:moveTo>
                  <a:lnTo>
                    <a:pt x="18" y="18"/>
                  </a:lnTo>
                  <a:lnTo>
                    <a:pt x="30" y="24"/>
                  </a:lnTo>
                  <a:lnTo>
                    <a:pt x="36" y="18"/>
                  </a:lnTo>
                  <a:lnTo>
                    <a:pt x="42" y="12"/>
                  </a:lnTo>
                  <a:lnTo>
                    <a:pt x="36" y="6"/>
                  </a:lnTo>
                  <a:lnTo>
                    <a:pt x="30" y="0"/>
                  </a:lnTo>
                  <a:lnTo>
                    <a:pt x="18" y="6"/>
                  </a:lnTo>
                  <a:lnTo>
                    <a:pt x="18" y="12"/>
                  </a:lnTo>
                  <a:lnTo>
                    <a:pt x="18" y="12"/>
                  </a:lnTo>
                  <a:close/>
                </a:path>
              </a:pathLst>
            </a:custGeom>
            <a:solidFill>
              <a:srgbClr val="000000"/>
            </a:solidFill>
            <a:ln w="9525">
              <a:solidFill>
                <a:schemeClr val="tx1"/>
              </a:solidFill>
              <a:round/>
              <a:headEnd/>
              <a:tailEnd/>
            </a:ln>
          </p:spPr>
          <p:txBody>
            <a:bodyPr/>
            <a:lstStyle/>
            <a:p>
              <a:endParaRPr lang="zh-CN" altLang="en-US"/>
            </a:p>
          </p:txBody>
        </p:sp>
        <p:sp>
          <p:nvSpPr>
            <p:cNvPr id="68651" name="Freeform 43"/>
            <p:cNvSpPr>
              <a:spLocks/>
            </p:cNvSpPr>
            <p:nvPr/>
          </p:nvSpPr>
          <p:spPr bwMode="auto">
            <a:xfrm>
              <a:off x="4015" y="3219"/>
              <a:ext cx="110" cy="86"/>
            </a:xfrm>
            <a:custGeom>
              <a:avLst/>
              <a:gdLst>
                <a:gd name="T0" fmla="*/ 18 w 126"/>
                <a:gd name="T1" fmla="*/ 72 h 90"/>
                <a:gd name="T2" fmla="*/ 12 w 126"/>
                <a:gd name="T3" fmla="*/ 84 h 90"/>
                <a:gd name="T4" fmla="*/ 0 w 126"/>
                <a:gd name="T5" fmla="*/ 90 h 90"/>
                <a:gd name="T6" fmla="*/ 0 w 126"/>
                <a:gd name="T7" fmla="*/ 90 h 90"/>
                <a:gd name="T8" fmla="*/ 60 w 126"/>
                <a:gd name="T9" fmla="*/ 90 h 90"/>
                <a:gd name="T10" fmla="*/ 60 w 126"/>
                <a:gd name="T11" fmla="*/ 90 h 90"/>
                <a:gd name="T12" fmla="*/ 48 w 126"/>
                <a:gd name="T13" fmla="*/ 90 h 90"/>
                <a:gd name="T14" fmla="*/ 42 w 126"/>
                <a:gd name="T15" fmla="*/ 84 h 90"/>
                <a:gd name="T16" fmla="*/ 42 w 126"/>
                <a:gd name="T17" fmla="*/ 78 h 90"/>
                <a:gd name="T18" fmla="*/ 42 w 126"/>
                <a:gd name="T19" fmla="*/ 24 h 90"/>
                <a:gd name="T20" fmla="*/ 54 w 126"/>
                <a:gd name="T21" fmla="*/ 12 h 90"/>
                <a:gd name="T22" fmla="*/ 66 w 126"/>
                <a:gd name="T23" fmla="*/ 12 h 90"/>
                <a:gd name="T24" fmla="*/ 78 w 126"/>
                <a:gd name="T25" fmla="*/ 12 h 90"/>
                <a:gd name="T26" fmla="*/ 84 w 126"/>
                <a:gd name="T27" fmla="*/ 18 h 90"/>
                <a:gd name="T28" fmla="*/ 84 w 126"/>
                <a:gd name="T29" fmla="*/ 30 h 90"/>
                <a:gd name="T30" fmla="*/ 84 w 126"/>
                <a:gd name="T31" fmla="*/ 72 h 90"/>
                <a:gd name="T32" fmla="*/ 84 w 126"/>
                <a:gd name="T33" fmla="*/ 84 h 90"/>
                <a:gd name="T34" fmla="*/ 78 w 126"/>
                <a:gd name="T35" fmla="*/ 90 h 90"/>
                <a:gd name="T36" fmla="*/ 72 w 126"/>
                <a:gd name="T37" fmla="*/ 90 h 90"/>
                <a:gd name="T38" fmla="*/ 72 w 126"/>
                <a:gd name="T39" fmla="*/ 90 h 90"/>
                <a:gd name="T40" fmla="*/ 126 w 126"/>
                <a:gd name="T41" fmla="*/ 90 h 90"/>
                <a:gd name="T42" fmla="*/ 126 w 126"/>
                <a:gd name="T43" fmla="*/ 90 h 90"/>
                <a:gd name="T44" fmla="*/ 114 w 126"/>
                <a:gd name="T45" fmla="*/ 84 h 90"/>
                <a:gd name="T46" fmla="*/ 108 w 126"/>
                <a:gd name="T47" fmla="*/ 78 h 90"/>
                <a:gd name="T48" fmla="*/ 108 w 126"/>
                <a:gd name="T49" fmla="*/ 30 h 90"/>
                <a:gd name="T50" fmla="*/ 108 w 126"/>
                <a:gd name="T51" fmla="*/ 18 h 90"/>
                <a:gd name="T52" fmla="*/ 96 w 126"/>
                <a:gd name="T53" fmla="*/ 6 h 90"/>
                <a:gd name="T54" fmla="*/ 78 w 126"/>
                <a:gd name="T55" fmla="*/ 0 h 90"/>
                <a:gd name="T56" fmla="*/ 60 w 126"/>
                <a:gd name="T57" fmla="*/ 6 h 90"/>
                <a:gd name="T58" fmla="*/ 42 w 126"/>
                <a:gd name="T59" fmla="*/ 12 h 90"/>
                <a:gd name="T60" fmla="*/ 42 w 126"/>
                <a:gd name="T61" fmla="*/ 0 h 90"/>
                <a:gd name="T62" fmla="*/ 36 w 126"/>
                <a:gd name="T63" fmla="*/ 0 h 90"/>
                <a:gd name="T64" fmla="*/ 18 w 126"/>
                <a:gd name="T65" fmla="*/ 6 h 90"/>
                <a:gd name="T66" fmla="*/ 0 w 126"/>
                <a:gd name="T67" fmla="*/ 6 h 90"/>
                <a:gd name="T68" fmla="*/ 0 w 126"/>
                <a:gd name="T69" fmla="*/ 12 h 90"/>
                <a:gd name="T70" fmla="*/ 6 w 126"/>
                <a:gd name="T71" fmla="*/ 12 h 90"/>
                <a:gd name="T72" fmla="*/ 12 w 126"/>
                <a:gd name="T73" fmla="*/ 12 h 90"/>
                <a:gd name="T74" fmla="*/ 18 w 126"/>
                <a:gd name="T75" fmla="*/ 12 h 90"/>
                <a:gd name="T76" fmla="*/ 18 w 126"/>
                <a:gd name="T77" fmla="*/ 24 h 90"/>
                <a:gd name="T78" fmla="*/ 18 w 126"/>
                <a:gd name="T79" fmla="*/ 7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6" h="90">
                  <a:moveTo>
                    <a:pt x="18" y="72"/>
                  </a:moveTo>
                  <a:lnTo>
                    <a:pt x="12" y="84"/>
                  </a:lnTo>
                  <a:lnTo>
                    <a:pt x="0" y="90"/>
                  </a:lnTo>
                  <a:lnTo>
                    <a:pt x="0" y="90"/>
                  </a:lnTo>
                  <a:lnTo>
                    <a:pt x="60" y="90"/>
                  </a:lnTo>
                  <a:lnTo>
                    <a:pt x="60" y="90"/>
                  </a:lnTo>
                  <a:lnTo>
                    <a:pt x="48" y="90"/>
                  </a:lnTo>
                  <a:lnTo>
                    <a:pt x="42" y="84"/>
                  </a:lnTo>
                  <a:lnTo>
                    <a:pt x="42" y="78"/>
                  </a:lnTo>
                  <a:lnTo>
                    <a:pt x="42" y="24"/>
                  </a:lnTo>
                  <a:lnTo>
                    <a:pt x="54" y="12"/>
                  </a:lnTo>
                  <a:lnTo>
                    <a:pt x="66" y="12"/>
                  </a:lnTo>
                  <a:lnTo>
                    <a:pt x="78" y="12"/>
                  </a:lnTo>
                  <a:lnTo>
                    <a:pt x="84" y="18"/>
                  </a:lnTo>
                  <a:lnTo>
                    <a:pt x="84" y="30"/>
                  </a:lnTo>
                  <a:lnTo>
                    <a:pt x="84" y="72"/>
                  </a:lnTo>
                  <a:lnTo>
                    <a:pt x="84" y="84"/>
                  </a:lnTo>
                  <a:lnTo>
                    <a:pt x="78" y="90"/>
                  </a:lnTo>
                  <a:lnTo>
                    <a:pt x="72" y="90"/>
                  </a:lnTo>
                  <a:lnTo>
                    <a:pt x="72" y="90"/>
                  </a:lnTo>
                  <a:lnTo>
                    <a:pt x="126" y="90"/>
                  </a:lnTo>
                  <a:lnTo>
                    <a:pt x="126" y="90"/>
                  </a:lnTo>
                  <a:lnTo>
                    <a:pt x="114" y="84"/>
                  </a:lnTo>
                  <a:lnTo>
                    <a:pt x="108" y="78"/>
                  </a:lnTo>
                  <a:lnTo>
                    <a:pt x="108" y="30"/>
                  </a:lnTo>
                  <a:lnTo>
                    <a:pt x="108" y="18"/>
                  </a:lnTo>
                  <a:lnTo>
                    <a:pt x="96" y="6"/>
                  </a:lnTo>
                  <a:lnTo>
                    <a:pt x="78" y="0"/>
                  </a:lnTo>
                  <a:lnTo>
                    <a:pt x="60" y="6"/>
                  </a:lnTo>
                  <a:lnTo>
                    <a:pt x="42" y="12"/>
                  </a:lnTo>
                  <a:lnTo>
                    <a:pt x="42" y="0"/>
                  </a:lnTo>
                  <a:lnTo>
                    <a:pt x="36" y="0"/>
                  </a:lnTo>
                  <a:lnTo>
                    <a:pt x="18" y="6"/>
                  </a:lnTo>
                  <a:lnTo>
                    <a:pt x="0" y="6"/>
                  </a:lnTo>
                  <a:lnTo>
                    <a:pt x="0" y="12"/>
                  </a:lnTo>
                  <a:lnTo>
                    <a:pt x="6" y="12"/>
                  </a:lnTo>
                  <a:lnTo>
                    <a:pt x="12" y="12"/>
                  </a:lnTo>
                  <a:lnTo>
                    <a:pt x="18" y="12"/>
                  </a:lnTo>
                  <a:lnTo>
                    <a:pt x="18" y="24"/>
                  </a:lnTo>
                  <a:lnTo>
                    <a:pt x="18" y="72"/>
                  </a:lnTo>
                  <a:close/>
                </a:path>
              </a:pathLst>
            </a:custGeom>
            <a:solidFill>
              <a:srgbClr val="000000"/>
            </a:solidFill>
            <a:ln w="9525">
              <a:solidFill>
                <a:schemeClr val="tx1"/>
              </a:solidFill>
              <a:round/>
              <a:headEnd/>
              <a:tailEnd/>
            </a:ln>
          </p:spPr>
          <p:txBody>
            <a:bodyPr/>
            <a:lstStyle/>
            <a:p>
              <a:endParaRPr lang="zh-CN" altLang="en-US"/>
            </a:p>
          </p:txBody>
        </p:sp>
        <p:sp>
          <p:nvSpPr>
            <p:cNvPr id="68652" name="Freeform 44"/>
            <p:cNvSpPr>
              <a:spLocks noEditPoints="1"/>
            </p:cNvSpPr>
            <p:nvPr/>
          </p:nvSpPr>
          <p:spPr bwMode="auto">
            <a:xfrm>
              <a:off x="4135" y="3219"/>
              <a:ext cx="99" cy="133"/>
            </a:xfrm>
            <a:custGeom>
              <a:avLst/>
              <a:gdLst>
                <a:gd name="T0" fmla="*/ 23 w 113"/>
                <a:gd name="T1" fmla="*/ 102 h 138"/>
                <a:gd name="T2" fmla="*/ 47 w 113"/>
                <a:gd name="T3" fmla="*/ 96 h 138"/>
                <a:gd name="T4" fmla="*/ 71 w 113"/>
                <a:gd name="T5" fmla="*/ 96 h 138"/>
                <a:gd name="T6" fmla="*/ 107 w 113"/>
                <a:gd name="T7" fmla="*/ 102 h 138"/>
                <a:gd name="T8" fmla="*/ 101 w 113"/>
                <a:gd name="T9" fmla="*/ 114 h 138"/>
                <a:gd name="T10" fmla="*/ 77 w 113"/>
                <a:gd name="T11" fmla="*/ 126 h 138"/>
                <a:gd name="T12" fmla="*/ 35 w 113"/>
                <a:gd name="T13" fmla="*/ 126 h 138"/>
                <a:gd name="T14" fmla="*/ 17 w 113"/>
                <a:gd name="T15" fmla="*/ 108 h 138"/>
                <a:gd name="T16" fmla="*/ 29 w 113"/>
                <a:gd name="T17" fmla="*/ 24 h 138"/>
                <a:gd name="T18" fmla="*/ 35 w 113"/>
                <a:gd name="T19" fmla="*/ 6 h 138"/>
                <a:gd name="T20" fmla="*/ 65 w 113"/>
                <a:gd name="T21" fmla="*/ 12 h 138"/>
                <a:gd name="T22" fmla="*/ 77 w 113"/>
                <a:gd name="T23" fmla="*/ 30 h 138"/>
                <a:gd name="T24" fmla="*/ 77 w 113"/>
                <a:gd name="T25" fmla="*/ 48 h 138"/>
                <a:gd name="T26" fmla="*/ 59 w 113"/>
                <a:gd name="T27" fmla="*/ 54 h 138"/>
                <a:gd name="T28" fmla="*/ 35 w 113"/>
                <a:gd name="T29" fmla="*/ 42 h 138"/>
                <a:gd name="T30" fmla="*/ 29 w 113"/>
                <a:gd name="T31" fmla="*/ 24 h 138"/>
                <a:gd name="T32" fmla="*/ 113 w 113"/>
                <a:gd name="T33" fmla="*/ 6 h 138"/>
                <a:gd name="T34" fmla="*/ 77 w 113"/>
                <a:gd name="T35" fmla="*/ 6 h 138"/>
                <a:gd name="T36" fmla="*/ 53 w 113"/>
                <a:gd name="T37" fmla="*/ 0 h 138"/>
                <a:gd name="T38" fmla="*/ 17 w 113"/>
                <a:gd name="T39" fmla="*/ 18 h 138"/>
                <a:gd name="T40" fmla="*/ 17 w 113"/>
                <a:gd name="T41" fmla="*/ 48 h 138"/>
                <a:gd name="T42" fmla="*/ 23 w 113"/>
                <a:gd name="T43" fmla="*/ 72 h 138"/>
                <a:gd name="T44" fmla="*/ 12 w 113"/>
                <a:gd name="T45" fmla="*/ 84 h 138"/>
                <a:gd name="T46" fmla="*/ 23 w 113"/>
                <a:gd name="T47" fmla="*/ 90 h 138"/>
                <a:gd name="T48" fmla="*/ 0 w 113"/>
                <a:gd name="T49" fmla="*/ 120 h 138"/>
                <a:gd name="T50" fmla="*/ 12 w 113"/>
                <a:gd name="T51" fmla="*/ 132 h 138"/>
                <a:gd name="T52" fmla="*/ 65 w 113"/>
                <a:gd name="T53" fmla="*/ 138 h 138"/>
                <a:gd name="T54" fmla="*/ 107 w 113"/>
                <a:gd name="T55" fmla="*/ 120 h 138"/>
                <a:gd name="T56" fmla="*/ 107 w 113"/>
                <a:gd name="T57" fmla="*/ 90 h 138"/>
                <a:gd name="T58" fmla="*/ 77 w 113"/>
                <a:gd name="T59" fmla="*/ 78 h 138"/>
                <a:gd name="T60" fmla="*/ 29 w 113"/>
                <a:gd name="T61" fmla="*/ 78 h 138"/>
                <a:gd name="T62" fmla="*/ 29 w 113"/>
                <a:gd name="T63" fmla="*/ 66 h 138"/>
                <a:gd name="T64" fmla="*/ 47 w 113"/>
                <a:gd name="T65" fmla="*/ 60 h 138"/>
                <a:gd name="T66" fmla="*/ 83 w 113"/>
                <a:gd name="T67" fmla="*/ 54 h 138"/>
                <a:gd name="T68" fmla="*/ 95 w 113"/>
                <a:gd name="T69" fmla="*/ 30 h 138"/>
                <a:gd name="T70" fmla="*/ 89 w 113"/>
                <a:gd name="T71" fmla="*/ 1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 h="138">
                  <a:moveTo>
                    <a:pt x="17" y="108"/>
                  </a:moveTo>
                  <a:lnTo>
                    <a:pt x="23" y="102"/>
                  </a:lnTo>
                  <a:lnTo>
                    <a:pt x="29" y="90"/>
                  </a:lnTo>
                  <a:lnTo>
                    <a:pt x="47" y="96"/>
                  </a:lnTo>
                  <a:lnTo>
                    <a:pt x="59" y="96"/>
                  </a:lnTo>
                  <a:lnTo>
                    <a:pt x="71" y="96"/>
                  </a:lnTo>
                  <a:lnTo>
                    <a:pt x="95" y="96"/>
                  </a:lnTo>
                  <a:lnTo>
                    <a:pt x="107" y="102"/>
                  </a:lnTo>
                  <a:lnTo>
                    <a:pt x="107" y="108"/>
                  </a:lnTo>
                  <a:lnTo>
                    <a:pt x="101" y="114"/>
                  </a:lnTo>
                  <a:lnTo>
                    <a:pt x="95" y="120"/>
                  </a:lnTo>
                  <a:lnTo>
                    <a:pt x="77" y="126"/>
                  </a:lnTo>
                  <a:lnTo>
                    <a:pt x="53" y="126"/>
                  </a:lnTo>
                  <a:lnTo>
                    <a:pt x="35" y="126"/>
                  </a:lnTo>
                  <a:lnTo>
                    <a:pt x="23" y="120"/>
                  </a:lnTo>
                  <a:lnTo>
                    <a:pt x="17" y="108"/>
                  </a:lnTo>
                  <a:lnTo>
                    <a:pt x="17" y="108"/>
                  </a:lnTo>
                  <a:close/>
                  <a:moveTo>
                    <a:pt x="29" y="24"/>
                  </a:moveTo>
                  <a:lnTo>
                    <a:pt x="29" y="12"/>
                  </a:lnTo>
                  <a:lnTo>
                    <a:pt x="35" y="6"/>
                  </a:lnTo>
                  <a:lnTo>
                    <a:pt x="47" y="6"/>
                  </a:lnTo>
                  <a:lnTo>
                    <a:pt x="65" y="12"/>
                  </a:lnTo>
                  <a:lnTo>
                    <a:pt x="71" y="18"/>
                  </a:lnTo>
                  <a:lnTo>
                    <a:pt x="77" y="30"/>
                  </a:lnTo>
                  <a:lnTo>
                    <a:pt x="77" y="36"/>
                  </a:lnTo>
                  <a:lnTo>
                    <a:pt x="77" y="48"/>
                  </a:lnTo>
                  <a:lnTo>
                    <a:pt x="71" y="54"/>
                  </a:lnTo>
                  <a:lnTo>
                    <a:pt x="59" y="54"/>
                  </a:lnTo>
                  <a:lnTo>
                    <a:pt x="47" y="54"/>
                  </a:lnTo>
                  <a:lnTo>
                    <a:pt x="35" y="42"/>
                  </a:lnTo>
                  <a:lnTo>
                    <a:pt x="29" y="24"/>
                  </a:lnTo>
                  <a:lnTo>
                    <a:pt x="29" y="24"/>
                  </a:lnTo>
                  <a:close/>
                  <a:moveTo>
                    <a:pt x="113" y="12"/>
                  </a:moveTo>
                  <a:lnTo>
                    <a:pt x="113" y="6"/>
                  </a:lnTo>
                  <a:lnTo>
                    <a:pt x="95" y="6"/>
                  </a:lnTo>
                  <a:lnTo>
                    <a:pt x="77" y="6"/>
                  </a:lnTo>
                  <a:lnTo>
                    <a:pt x="65" y="0"/>
                  </a:lnTo>
                  <a:lnTo>
                    <a:pt x="53" y="0"/>
                  </a:lnTo>
                  <a:lnTo>
                    <a:pt x="23" y="6"/>
                  </a:lnTo>
                  <a:lnTo>
                    <a:pt x="17" y="18"/>
                  </a:lnTo>
                  <a:lnTo>
                    <a:pt x="12" y="30"/>
                  </a:lnTo>
                  <a:lnTo>
                    <a:pt x="17" y="48"/>
                  </a:lnTo>
                  <a:lnTo>
                    <a:pt x="35" y="60"/>
                  </a:lnTo>
                  <a:lnTo>
                    <a:pt x="23" y="72"/>
                  </a:lnTo>
                  <a:lnTo>
                    <a:pt x="17" y="78"/>
                  </a:lnTo>
                  <a:lnTo>
                    <a:pt x="12" y="84"/>
                  </a:lnTo>
                  <a:lnTo>
                    <a:pt x="17" y="90"/>
                  </a:lnTo>
                  <a:lnTo>
                    <a:pt x="23" y="90"/>
                  </a:lnTo>
                  <a:lnTo>
                    <a:pt x="6" y="108"/>
                  </a:lnTo>
                  <a:lnTo>
                    <a:pt x="0" y="120"/>
                  </a:lnTo>
                  <a:lnTo>
                    <a:pt x="6" y="126"/>
                  </a:lnTo>
                  <a:lnTo>
                    <a:pt x="12" y="132"/>
                  </a:lnTo>
                  <a:lnTo>
                    <a:pt x="47" y="138"/>
                  </a:lnTo>
                  <a:lnTo>
                    <a:pt x="65" y="138"/>
                  </a:lnTo>
                  <a:lnTo>
                    <a:pt x="89" y="132"/>
                  </a:lnTo>
                  <a:lnTo>
                    <a:pt x="107" y="120"/>
                  </a:lnTo>
                  <a:lnTo>
                    <a:pt x="113" y="102"/>
                  </a:lnTo>
                  <a:lnTo>
                    <a:pt x="107" y="90"/>
                  </a:lnTo>
                  <a:lnTo>
                    <a:pt x="95" y="84"/>
                  </a:lnTo>
                  <a:lnTo>
                    <a:pt x="77" y="78"/>
                  </a:lnTo>
                  <a:lnTo>
                    <a:pt x="47" y="78"/>
                  </a:lnTo>
                  <a:lnTo>
                    <a:pt x="29" y="78"/>
                  </a:lnTo>
                  <a:lnTo>
                    <a:pt x="23" y="72"/>
                  </a:lnTo>
                  <a:lnTo>
                    <a:pt x="29" y="66"/>
                  </a:lnTo>
                  <a:lnTo>
                    <a:pt x="41" y="60"/>
                  </a:lnTo>
                  <a:lnTo>
                    <a:pt x="47" y="60"/>
                  </a:lnTo>
                  <a:lnTo>
                    <a:pt x="53" y="60"/>
                  </a:lnTo>
                  <a:lnTo>
                    <a:pt x="83" y="54"/>
                  </a:lnTo>
                  <a:lnTo>
                    <a:pt x="89" y="48"/>
                  </a:lnTo>
                  <a:lnTo>
                    <a:pt x="95" y="30"/>
                  </a:lnTo>
                  <a:lnTo>
                    <a:pt x="95" y="24"/>
                  </a:lnTo>
                  <a:lnTo>
                    <a:pt x="89" y="12"/>
                  </a:lnTo>
                  <a:lnTo>
                    <a:pt x="113" y="12"/>
                  </a:lnTo>
                  <a:close/>
                </a:path>
              </a:pathLst>
            </a:custGeom>
            <a:solidFill>
              <a:srgbClr val="000000"/>
            </a:solidFill>
            <a:ln w="9525">
              <a:solidFill>
                <a:schemeClr val="tx1"/>
              </a:solidFill>
              <a:round/>
              <a:headEnd/>
              <a:tailEnd/>
            </a:ln>
          </p:spPr>
          <p:txBody>
            <a:bodyPr/>
            <a:lstStyle/>
            <a:p>
              <a:endParaRPr lang="zh-CN" altLang="en-US"/>
            </a:p>
          </p:txBody>
        </p:sp>
        <p:sp>
          <p:nvSpPr>
            <p:cNvPr id="68653" name="Freeform 45"/>
            <p:cNvSpPr>
              <a:spLocks noEditPoints="1"/>
            </p:cNvSpPr>
            <p:nvPr/>
          </p:nvSpPr>
          <p:spPr bwMode="auto">
            <a:xfrm>
              <a:off x="4302" y="3219"/>
              <a:ext cx="104" cy="133"/>
            </a:xfrm>
            <a:custGeom>
              <a:avLst/>
              <a:gdLst>
                <a:gd name="T0" fmla="*/ 18 w 120"/>
                <a:gd name="T1" fmla="*/ 120 h 138"/>
                <a:gd name="T2" fmla="*/ 18 w 120"/>
                <a:gd name="T3" fmla="*/ 126 h 138"/>
                <a:gd name="T4" fmla="*/ 12 w 120"/>
                <a:gd name="T5" fmla="*/ 132 h 138"/>
                <a:gd name="T6" fmla="*/ 0 w 120"/>
                <a:gd name="T7" fmla="*/ 132 h 138"/>
                <a:gd name="T8" fmla="*/ 0 w 120"/>
                <a:gd name="T9" fmla="*/ 138 h 138"/>
                <a:gd name="T10" fmla="*/ 60 w 120"/>
                <a:gd name="T11" fmla="*/ 138 h 138"/>
                <a:gd name="T12" fmla="*/ 60 w 120"/>
                <a:gd name="T13" fmla="*/ 132 h 138"/>
                <a:gd name="T14" fmla="*/ 42 w 120"/>
                <a:gd name="T15" fmla="*/ 132 h 138"/>
                <a:gd name="T16" fmla="*/ 36 w 120"/>
                <a:gd name="T17" fmla="*/ 120 h 138"/>
                <a:gd name="T18" fmla="*/ 36 w 120"/>
                <a:gd name="T19" fmla="*/ 84 h 138"/>
                <a:gd name="T20" fmla="*/ 54 w 120"/>
                <a:gd name="T21" fmla="*/ 90 h 138"/>
                <a:gd name="T22" fmla="*/ 66 w 120"/>
                <a:gd name="T23" fmla="*/ 96 h 138"/>
                <a:gd name="T24" fmla="*/ 90 w 120"/>
                <a:gd name="T25" fmla="*/ 90 h 138"/>
                <a:gd name="T26" fmla="*/ 108 w 120"/>
                <a:gd name="T27" fmla="*/ 78 h 138"/>
                <a:gd name="T28" fmla="*/ 114 w 120"/>
                <a:gd name="T29" fmla="*/ 60 h 138"/>
                <a:gd name="T30" fmla="*/ 120 w 120"/>
                <a:gd name="T31" fmla="*/ 42 h 138"/>
                <a:gd name="T32" fmla="*/ 120 w 120"/>
                <a:gd name="T33" fmla="*/ 24 h 138"/>
                <a:gd name="T34" fmla="*/ 108 w 120"/>
                <a:gd name="T35" fmla="*/ 12 h 138"/>
                <a:gd name="T36" fmla="*/ 96 w 120"/>
                <a:gd name="T37" fmla="*/ 6 h 138"/>
                <a:gd name="T38" fmla="*/ 78 w 120"/>
                <a:gd name="T39" fmla="*/ 0 h 138"/>
                <a:gd name="T40" fmla="*/ 48 w 120"/>
                <a:gd name="T41" fmla="*/ 6 h 138"/>
                <a:gd name="T42" fmla="*/ 36 w 120"/>
                <a:gd name="T43" fmla="*/ 12 h 138"/>
                <a:gd name="T44" fmla="*/ 36 w 120"/>
                <a:gd name="T45" fmla="*/ 12 h 138"/>
                <a:gd name="T46" fmla="*/ 36 w 120"/>
                <a:gd name="T47" fmla="*/ 0 h 138"/>
                <a:gd name="T48" fmla="*/ 36 w 120"/>
                <a:gd name="T49" fmla="*/ 0 h 138"/>
                <a:gd name="T50" fmla="*/ 18 w 120"/>
                <a:gd name="T51" fmla="*/ 6 h 138"/>
                <a:gd name="T52" fmla="*/ 0 w 120"/>
                <a:gd name="T53" fmla="*/ 6 h 138"/>
                <a:gd name="T54" fmla="*/ 0 w 120"/>
                <a:gd name="T55" fmla="*/ 12 h 138"/>
                <a:gd name="T56" fmla="*/ 6 w 120"/>
                <a:gd name="T57" fmla="*/ 12 h 138"/>
                <a:gd name="T58" fmla="*/ 6 w 120"/>
                <a:gd name="T59" fmla="*/ 12 h 138"/>
                <a:gd name="T60" fmla="*/ 18 w 120"/>
                <a:gd name="T61" fmla="*/ 18 h 138"/>
                <a:gd name="T62" fmla="*/ 18 w 120"/>
                <a:gd name="T63" fmla="*/ 24 h 138"/>
                <a:gd name="T64" fmla="*/ 18 w 120"/>
                <a:gd name="T65" fmla="*/ 120 h 138"/>
                <a:gd name="T66" fmla="*/ 36 w 120"/>
                <a:gd name="T67" fmla="*/ 24 h 138"/>
                <a:gd name="T68" fmla="*/ 48 w 120"/>
                <a:gd name="T69" fmla="*/ 18 h 138"/>
                <a:gd name="T70" fmla="*/ 66 w 120"/>
                <a:gd name="T71" fmla="*/ 12 h 138"/>
                <a:gd name="T72" fmla="*/ 84 w 120"/>
                <a:gd name="T73" fmla="*/ 18 h 138"/>
                <a:gd name="T74" fmla="*/ 90 w 120"/>
                <a:gd name="T75" fmla="*/ 30 h 138"/>
                <a:gd name="T76" fmla="*/ 96 w 120"/>
                <a:gd name="T77" fmla="*/ 42 h 138"/>
                <a:gd name="T78" fmla="*/ 96 w 120"/>
                <a:gd name="T79" fmla="*/ 48 h 138"/>
                <a:gd name="T80" fmla="*/ 90 w 120"/>
                <a:gd name="T81" fmla="*/ 72 h 138"/>
                <a:gd name="T82" fmla="*/ 84 w 120"/>
                <a:gd name="T83" fmla="*/ 84 h 138"/>
                <a:gd name="T84" fmla="*/ 72 w 120"/>
                <a:gd name="T85" fmla="*/ 90 h 138"/>
                <a:gd name="T86" fmla="*/ 66 w 120"/>
                <a:gd name="T87" fmla="*/ 90 h 138"/>
                <a:gd name="T88" fmla="*/ 42 w 120"/>
                <a:gd name="T89" fmla="*/ 84 h 138"/>
                <a:gd name="T90" fmla="*/ 36 w 120"/>
                <a:gd name="T91" fmla="*/ 72 h 138"/>
                <a:gd name="T92" fmla="*/ 36 w 120"/>
                <a:gd name="T93" fmla="*/ 2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0" h="138">
                  <a:moveTo>
                    <a:pt x="18" y="120"/>
                  </a:moveTo>
                  <a:lnTo>
                    <a:pt x="18" y="126"/>
                  </a:lnTo>
                  <a:lnTo>
                    <a:pt x="12" y="132"/>
                  </a:lnTo>
                  <a:lnTo>
                    <a:pt x="0" y="132"/>
                  </a:lnTo>
                  <a:lnTo>
                    <a:pt x="0" y="138"/>
                  </a:lnTo>
                  <a:lnTo>
                    <a:pt x="60" y="138"/>
                  </a:lnTo>
                  <a:lnTo>
                    <a:pt x="60" y="132"/>
                  </a:lnTo>
                  <a:lnTo>
                    <a:pt x="42" y="132"/>
                  </a:lnTo>
                  <a:lnTo>
                    <a:pt x="36" y="120"/>
                  </a:lnTo>
                  <a:lnTo>
                    <a:pt x="36" y="84"/>
                  </a:lnTo>
                  <a:lnTo>
                    <a:pt x="54" y="90"/>
                  </a:lnTo>
                  <a:lnTo>
                    <a:pt x="66" y="96"/>
                  </a:lnTo>
                  <a:lnTo>
                    <a:pt x="90" y="90"/>
                  </a:lnTo>
                  <a:lnTo>
                    <a:pt x="108" y="78"/>
                  </a:lnTo>
                  <a:lnTo>
                    <a:pt x="114" y="60"/>
                  </a:lnTo>
                  <a:lnTo>
                    <a:pt x="120" y="42"/>
                  </a:lnTo>
                  <a:lnTo>
                    <a:pt x="120" y="24"/>
                  </a:lnTo>
                  <a:lnTo>
                    <a:pt x="108" y="12"/>
                  </a:lnTo>
                  <a:lnTo>
                    <a:pt x="96" y="6"/>
                  </a:lnTo>
                  <a:lnTo>
                    <a:pt x="78" y="0"/>
                  </a:lnTo>
                  <a:lnTo>
                    <a:pt x="48" y="6"/>
                  </a:lnTo>
                  <a:lnTo>
                    <a:pt x="36" y="12"/>
                  </a:lnTo>
                  <a:lnTo>
                    <a:pt x="36" y="12"/>
                  </a:lnTo>
                  <a:lnTo>
                    <a:pt x="36" y="0"/>
                  </a:lnTo>
                  <a:lnTo>
                    <a:pt x="36" y="0"/>
                  </a:lnTo>
                  <a:lnTo>
                    <a:pt x="18" y="6"/>
                  </a:lnTo>
                  <a:lnTo>
                    <a:pt x="0" y="6"/>
                  </a:lnTo>
                  <a:lnTo>
                    <a:pt x="0" y="12"/>
                  </a:lnTo>
                  <a:lnTo>
                    <a:pt x="6" y="12"/>
                  </a:lnTo>
                  <a:lnTo>
                    <a:pt x="6" y="12"/>
                  </a:lnTo>
                  <a:lnTo>
                    <a:pt x="18" y="18"/>
                  </a:lnTo>
                  <a:lnTo>
                    <a:pt x="18" y="24"/>
                  </a:lnTo>
                  <a:lnTo>
                    <a:pt x="18" y="120"/>
                  </a:lnTo>
                  <a:close/>
                  <a:moveTo>
                    <a:pt x="36" y="24"/>
                  </a:moveTo>
                  <a:lnTo>
                    <a:pt x="48" y="18"/>
                  </a:lnTo>
                  <a:lnTo>
                    <a:pt x="66" y="12"/>
                  </a:lnTo>
                  <a:lnTo>
                    <a:pt x="84" y="18"/>
                  </a:lnTo>
                  <a:lnTo>
                    <a:pt x="90" y="30"/>
                  </a:lnTo>
                  <a:lnTo>
                    <a:pt x="96" y="42"/>
                  </a:lnTo>
                  <a:lnTo>
                    <a:pt x="96" y="48"/>
                  </a:lnTo>
                  <a:lnTo>
                    <a:pt x="90" y="72"/>
                  </a:lnTo>
                  <a:lnTo>
                    <a:pt x="84" y="84"/>
                  </a:lnTo>
                  <a:lnTo>
                    <a:pt x="72" y="90"/>
                  </a:lnTo>
                  <a:lnTo>
                    <a:pt x="66" y="90"/>
                  </a:lnTo>
                  <a:lnTo>
                    <a:pt x="42" y="84"/>
                  </a:lnTo>
                  <a:lnTo>
                    <a:pt x="36" y="72"/>
                  </a:lnTo>
                  <a:lnTo>
                    <a:pt x="36" y="24"/>
                  </a:lnTo>
                  <a:close/>
                </a:path>
              </a:pathLst>
            </a:custGeom>
            <a:solidFill>
              <a:srgbClr val="000000"/>
            </a:solidFill>
            <a:ln w="9525">
              <a:solidFill>
                <a:schemeClr val="tx1"/>
              </a:solidFill>
              <a:round/>
              <a:headEnd/>
              <a:tailEnd/>
            </a:ln>
          </p:spPr>
          <p:txBody>
            <a:bodyPr/>
            <a:lstStyle/>
            <a:p>
              <a:endParaRPr lang="zh-CN" altLang="en-US"/>
            </a:p>
          </p:txBody>
        </p:sp>
        <p:sp>
          <p:nvSpPr>
            <p:cNvPr id="68654" name="Freeform 46"/>
            <p:cNvSpPr>
              <a:spLocks/>
            </p:cNvSpPr>
            <p:nvPr/>
          </p:nvSpPr>
          <p:spPr bwMode="auto">
            <a:xfrm>
              <a:off x="4416" y="3172"/>
              <a:ext cx="83" cy="133"/>
            </a:xfrm>
            <a:custGeom>
              <a:avLst/>
              <a:gdLst>
                <a:gd name="T0" fmla="*/ 77 w 95"/>
                <a:gd name="T1" fmla="*/ 48 h 138"/>
                <a:gd name="T2" fmla="*/ 47 w 95"/>
                <a:gd name="T3" fmla="*/ 48 h 138"/>
                <a:gd name="T4" fmla="*/ 47 w 95"/>
                <a:gd name="T5" fmla="*/ 24 h 138"/>
                <a:gd name="T6" fmla="*/ 47 w 95"/>
                <a:gd name="T7" fmla="*/ 12 h 138"/>
                <a:gd name="T8" fmla="*/ 59 w 95"/>
                <a:gd name="T9" fmla="*/ 6 h 138"/>
                <a:gd name="T10" fmla="*/ 65 w 95"/>
                <a:gd name="T11" fmla="*/ 12 h 138"/>
                <a:gd name="T12" fmla="*/ 71 w 95"/>
                <a:gd name="T13" fmla="*/ 18 h 138"/>
                <a:gd name="T14" fmla="*/ 77 w 95"/>
                <a:gd name="T15" fmla="*/ 24 h 138"/>
                <a:gd name="T16" fmla="*/ 83 w 95"/>
                <a:gd name="T17" fmla="*/ 24 h 138"/>
                <a:gd name="T18" fmla="*/ 89 w 95"/>
                <a:gd name="T19" fmla="*/ 18 h 138"/>
                <a:gd name="T20" fmla="*/ 95 w 95"/>
                <a:gd name="T21" fmla="*/ 12 h 138"/>
                <a:gd name="T22" fmla="*/ 89 w 95"/>
                <a:gd name="T23" fmla="*/ 6 h 138"/>
                <a:gd name="T24" fmla="*/ 71 w 95"/>
                <a:gd name="T25" fmla="*/ 0 h 138"/>
                <a:gd name="T26" fmla="*/ 41 w 95"/>
                <a:gd name="T27" fmla="*/ 6 h 138"/>
                <a:gd name="T28" fmla="*/ 29 w 95"/>
                <a:gd name="T29" fmla="*/ 18 h 138"/>
                <a:gd name="T30" fmla="*/ 23 w 95"/>
                <a:gd name="T31" fmla="*/ 36 h 138"/>
                <a:gd name="T32" fmla="*/ 23 w 95"/>
                <a:gd name="T33" fmla="*/ 48 h 138"/>
                <a:gd name="T34" fmla="*/ 0 w 95"/>
                <a:gd name="T35" fmla="*/ 48 h 138"/>
                <a:gd name="T36" fmla="*/ 0 w 95"/>
                <a:gd name="T37" fmla="*/ 54 h 138"/>
                <a:gd name="T38" fmla="*/ 23 w 95"/>
                <a:gd name="T39" fmla="*/ 54 h 138"/>
                <a:gd name="T40" fmla="*/ 23 w 95"/>
                <a:gd name="T41" fmla="*/ 120 h 138"/>
                <a:gd name="T42" fmla="*/ 17 w 95"/>
                <a:gd name="T43" fmla="*/ 132 h 138"/>
                <a:gd name="T44" fmla="*/ 0 w 95"/>
                <a:gd name="T45" fmla="*/ 138 h 138"/>
                <a:gd name="T46" fmla="*/ 0 w 95"/>
                <a:gd name="T47" fmla="*/ 138 h 138"/>
                <a:gd name="T48" fmla="*/ 71 w 95"/>
                <a:gd name="T49" fmla="*/ 138 h 138"/>
                <a:gd name="T50" fmla="*/ 71 w 95"/>
                <a:gd name="T51" fmla="*/ 138 h 138"/>
                <a:gd name="T52" fmla="*/ 59 w 95"/>
                <a:gd name="T53" fmla="*/ 138 h 138"/>
                <a:gd name="T54" fmla="*/ 53 w 95"/>
                <a:gd name="T55" fmla="*/ 132 h 138"/>
                <a:gd name="T56" fmla="*/ 47 w 95"/>
                <a:gd name="T57" fmla="*/ 120 h 138"/>
                <a:gd name="T58" fmla="*/ 47 w 95"/>
                <a:gd name="T59" fmla="*/ 54 h 138"/>
                <a:gd name="T60" fmla="*/ 77 w 95"/>
                <a:gd name="T61" fmla="*/ 54 h 138"/>
                <a:gd name="T62" fmla="*/ 77 w 95"/>
                <a:gd name="T63" fmla="*/ 4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 h="138">
                  <a:moveTo>
                    <a:pt x="77" y="48"/>
                  </a:moveTo>
                  <a:lnTo>
                    <a:pt x="47" y="48"/>
                  </a:lnTo>
                  <a:lnTo>
                    <a:pt x="47" y="24"/>
                  </a:lnTo>
                  <a:lnTo>
                    <a:pt x="47" y="12"/>
                  </a:lnTo>
                  <a:lnTo>
                    <a:pt x="59" y="6"/>
                  </a:lnTo>
                  <a:lnTo>
                    <a:pt x="65" y="12"/>
                  </a:lnTo>
                  <a:lnTo>
                    <a:pt x="71" y="18"/>
                  </a:lnTo>
                  <a:lnTo>
                    <a:pt x="77" y="24"/>
                  </a:lnTo>
                  <a:lnTo>
                    <a:pt x="83" y="24"/>
                  </a:lnTo>
                  <a:lnTo>
                    <a:pt x="89" y="18"/>
                  </a:lnTo>
                  <a:lnTo>
                    <a:pt x="95" y="12"/>
                  </a:lnTo>
                  <a:lnTo>
                    <a:pt x="89" y="6"/>
                  </a:lnTo>
                  <a:lnTo>
                    <a:pt x="71" y="0"/>
                  </a:lnTo>
                  <a:lnTo>
                    <a:pt x="41" y="6"/>
                  </a:lnTo>
                  <a:lnTo>
                    <a:pt x="29" y="18"/>
                  </a:lnTo>
                  <a:lnTo>
                    <a:pt x="23" y="36"/>
                  </a:lnTo>
                  <a:lnTo>
                    <a:pt x="23" y="48"/>
                  </a:lnTo>
                  <a:lnTo>
                    <a:pt x="0" y="48"/>
                  </a:lnTo>
                  <a:lnTo>
                    <a:pt x="0" y="54"/>
                  </a:lnTo>
                  <a:lnTo>
                    <a:pt x="23" y="54"/>
                  </a:lnTo>
                  <a:lnTo>
                    <a:pt x="23" y="120"/>
                  </a:lnTo>
                  <a:lnTo>
                    <a:pt x="17" y="132"/>
                  </a:lnTo>
                  <a:lnTo>
                    <a:pt x="0" y="138"/>
                  </a:lnTo>
                  <a:lnTo>
                    <a:pt x="0" y="138"/>
                  </a:lnTo>
                  <a:lnTo>
                    <a:pt x="71" y="138"/>
                  </a:lnTo>
                  <a:lnTo>
                    <a:pt x="71" y="138"/>
                  </a:lnTo>
                  <a:lnTo>
                    <a:pt x="59" y="138"/>
                  </a:lnTo>
                  <a:lnTo>
                    <a:pt x="53" y="132"/>
                  </a:lnTo>
                  <a:lnTo>
                    <a:pt x="47" y="120"/>
                  </a:lnTo>
                  <a:lnTo>
                    <a:pt x="47" y="54"/>
                  </a:lnTo>
                  <a:lnTo>
                    <a:pt x="77" y="54"/>
                  </a:lnTo>
                  <a:lnTo>
                    <a:pt x="77" y="48"/>
                  </a:lnTo>
                  <a:close/>
                </a:path>
              </a:pathLst>
            </a:custGeom>
            <a:solidFill>
              <a:srgbClr val="000000"/>
            </a:solidFill>
            <a:ln w="9525">
              <a:solidFill>
                <a:schemeClr val="tx1"/>
              </a:solidFill>
              <a:round/>
              <a:headEnd/>
              <a:tailEnd/>
            </a:ln>
          </p:spPr>
          <p:txBody>
            <a:bodyPr/>
            <a:lstStyle/>
            <a:p>
              <a:endParaRPr lang="zh-CN" altLang="en-US"/>
            </a:p>
          </p:txBody>
        </p:sp>
        <p:sp>
          <p:nvSpPr>
            <p:cNvPr id="68655" name="Freeform 47"/>
            <p:cNvSpPr>
              <a:spLocks/>
            </p:cNvSpPr>
            <p:nvPr/>
          </p:nvSpPr>
          <p:spPr bwMode="auto">
            <a:xfrm>
              <a:off x="4494" y="3172"/>
              <a:ext cx="57" cy="168"/>
            </a:xfrm>
            <a:custGeom>
              <a:avLst/>
              <a:gdLst>
                <a:gd name="T0" fmla="*/ 6 w 66"/>
                <a:gd name="T1" fmla="*/ 174 h 174"/>
                <a:gd name="T2" fmla="*/ 30 w 66"/>
                <a:gd name="T3" fmla="*/ 156 h 174"/>
                <a:gd name="T4" fmla="*/ 48 w 66"/>
                <a:gd name="T5" fmla="*/ 138 h 174"/>
                <a:gd name="T6" fmla="*/ 60 w 66"/>
                <a:gd name="T7" fmla="*/ 114 h 174"/>
                <a:gd name="T8" fmla="*/ 66 w 66"/>
                <a:gd name="T9" fmla="*/ 90 h 174"/>
                <a:gd name="T10" fmla="*/ 60 w 66"/>
                <a:gd name="T11" fmla="*/ 60 h 174"/>
                <a:gd name="T12" fmla="*/ 48 w 66"/>
                <a:gd name="T13" fmla="*/ 36 h 174"/>
                <a:gd name="T14" fmla="*/ 30 w 66"/>
                <a:gd name="T15" fmla="*/ 18 h 174"/>
                <a:gd name="T16" fmla="*/ 6 w 66"/>
                <a:gd name="T17" fmla="*/ 0 h 174"/>
                <a:gd name="T18" fmla="*/ 0 w 66"/>
                <a:gd name="T19" fmla="*/ 6 h 174"/>
                <a:gd name="T20" fmla="*/ 30 w 66"/>
                <a:gd name="T21" fmla="*/ 30 h 174"/>
                <a:gd name="T22" fmla="*/ 42 w 66"/>
                <a:gd name="T23" fmla="*/ 54 h 174"/>
                <a:gd name="T24" fmla="*/ 48 w 66"/>
                <a:gd name="T25" fmla="*/ 78 h 174"/>
                <a:gd name="T26" fmla="*/ 48 w 66"/>
                <a:gd name="T27" fmla="*/ 96 h 174"/>
                <a:gd name="T28" fmla="*/ 42 w 66"/>
                <a:gd name="T29" fmla="*/ 126 h 174"/>
                <a:gd name="T30" fmla="*/ 30 w 66"/>
                <a:gd name="T31" fmla="*/ 150 h 174"/>
                <a:gd name="T32" fmla="*/ 18 w 66"/>
                <a:gd name="T33" fmla="*/ 162 h 174"/>
                <a:gd name="T34" fmla="*/ 0 w 66"/>
                <a:gd name="T35" fmla="*/ 174 h 174"/>
                <a:gd name="T36" fmla="*/ 6 w 66"/>
                <a:gd name="T37"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74">
                  <a:moveTo>
                    <a:pt x="6" y="174"/>
                  </a:moveTo>
                  <a:lnTo>
                    <a:pt x="30" y="156"/>
                  </a:lnTo>
                  <a:lnTo>
                    <a:pt x="48" y="138"/>
                  </a:lnTo>
                  <a:lnTo>
                    <a:pt x="60" y="114"/>
                  </a:lnTo>
                  <a:lnTo>
                    <a:pt x="66" y="90"/>
                  </a:lnTo>
                  <a:lnTo>
                    <a:pt x="60" y="60"/>
                  </a:lnTo>
                  <a:lnTo>
                    <a:pt x="48" y="36"/>
                  </a:lnTo>
                  <a:lnTo>
                    <a:pt x="30" y="18"/>
                  </a:lnTo>
                  <a:lnTo>
                    <a:pt x="6" y="0"/>
                  </a:lnTo>
                  <a:lnTo>
                    <a:pt x="0" y="6"/>
                  </a:lnTo>
                  <a:lnTo>
                    <a:pt x="30" y="30"/>
                  </a:lnTo>
                  <a:lnTo>
                    <a:pt x="42" y="54"/>
                  </a:lnTo>
                  <a:lnTo>
                    <a:pt x="48" y="78"/>
                  </a:lnTo>
                  <a:lnTo>
                    <a:pt x="48" y="96"/>
                  </a:lnTo>
                  <a:lnTo>
                    <a:pt x="42" y="126"/>
                  </a:lnTo>
                  <a:lnTo>
                    <a:pt x="30" y="150"/>
                  </a:lnTo>
                  <a:lnTo>
                    <a:pt x="18" y="162"/>
                  </a:lnTo>
                  <a:lnTo>
                    <a:pt x="0" y="174"/>
                  </a:lnTo>
                  <a:lnTo>
                    <a:pt x="6" y="174"/>
                  </a:lnTo>
                  <a:close/>
                </a:path>
              </a:pathLst>
            </a:custGeom>
            <a:solidFill>
              <a:srgbClr val="000000"/>
            </a:solidFill>
            <a:ln w="9525">
              <a:solidFill>
                <a:schemeClr val="tx1"/>
              </a:solidFill>
              <a:round/>
              <a:headEnd/>
              <a:tailEnd/>
            </a:ln>
          </p:spPr>
          <p:txBody>
            <a:bodyPr/>
            <a:lstStyle/>
            <a:p>
              <a:endParaRPr lang="zh-CN" altLang="en-US"/>
            </a:p>
          </p:txBody>
        </p:sp>
        <p:sp>
          <p:nvSpPr>
            <p:cNvPr id="68656" name="Freeform 48"/>
            <p:cNvSpPr>
              <a:spLocks/>
            </p:cNvSpPr>
            <p:nvPr/>
          </p:nvSpPr>
          <p:spPr bwMode="auto">
            <a:xfrm>
              <a:off x="1667" y="2191"/>
              <a:ext cx="125" cy="226"/>
            </a:xfrm>
            <a:custGeom>
              <a:avLst/>
              <a:gdLst>
                <a:gd name="T0" fmla="*/ 0 w 144"/>
                <a:gd name="T1" fmla="*/ 233 h 233"/>
                <a:gd name="T2" fmla="*/ 60 w 144"/>
                <a:gd name="T3" fmla="*/ 185 h 233"/>
                <a:gd name="T4" fmla="*/ 102 w 144"/>
                <a:gd name="T5" fmla="*/ 132 h 233"/>
                <a:gd name="T6" fmla="*/ 132 w 144"/>
                <a:gd name="T7" fmla="*/ 72 h 233"/>
                <a:gd name="T8" fmla="*/ 144 w 144"/>
                <a:gd name="T9" fmla="*/ 0 h 233"/>
                <a:gd name="T10" fmla="*/ 144 w 144"/>
                <a:gd name="T11" fmla="*/ 0 h 233"/>
                <a:gd name="T12" fmla="*/ 132 w 144"/>
                <a:gd name="T13" fmla="*/ 72 h 233"/>
                <a:gd name="T14" fmla="*/ 102 w 144"/>
                <a:gd name="T15" fmla="*/ 132 h 233"/>
                <a:gd name="T16" fmla="*/ 60 w 144"/>
                <a:gd name="T17" fmla="*/ 185 h 233"/>
                <a:gd name="T18" fmla="*/ 0 w 144"/>
                <a:gd name="T19" fmla="*/ 233 h 233"/>
                <a:gd name="T20" fmla="*/ 0 w 144"/>
                <a:gd name="T21" fmla="*/ 23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 h="233">
                  <a:moveTo>
                    <a:pt x="0" y="233"/>
                  </a:moveTo>
                  <a:lnTo>
                    <a:pt x="60" y="185"/>
                  </a:lnTo>
                  <a:lnTo>
                    <a:pt x="102" y="132"/>
                  </a:lnTo>
                  <a:lnTo>
                    <a:pt x="132" y="72"/>
                  </a:lnTo>
                  <a:lnTo>
                    <a:pt x="144" y="0"/>
                  </a:lnTo>
                  <a:lnTo>
                    <a:pt x="144" y="0"/>
                  </a:lnTo>
                  <a:lnTo>
                    <a:pt x="132" y="72"/>
                  </a:lnTo>
                  <a:lnTo>
                    <a:pt x="102" y="132"/>
                  </a:lnTo>
                  <a:lnTo>
                    <a:pt x="60" y="185"/>
                  </a:lnTo>
                  <a:lnTo>
                    <a:pt x="0" y="233"/>
                  </a:lnTo>
                  <a:lnTo>
                    <a:pt x="0" y="233"/>
                  </a:lnTo>
                  <a:close/>
                </a:path>
              </a:pathLst>
            </a:custGeom>
            <a:solidFill>
              <a:srgbClr val="000000"/>
            </a:solidFill>
            <a:ln w="9525">
              <a:solidFill>
                <a:schemeClr val="tx1"/>
              </a:solidFill>
              <a:round/>
              <a:headEnd/>
              <a:tailEnd/>
            </a:ln>
          </p:spPr>
          <p:txBody>
            <a:bodyPr/>
            <a:lstStyle/>
            <a:p>
              <a:endParaRPr lang="zh-CN" altLang="en-US"/>
            </a:p>
          </p:txBody>
        </p:sp>
        <p:sp>
          <p:nvSpPr>
            <p:cNvPr id="68657" name="Freeform 49"/>
            <p:cNvSpPr>
              <a:spLocks/>
            </p:cNvSpPr>
            <p:nvPr/>
          </p:nvSpPr>
          <p:spPr bwMode="auto">
            <a:xfrm>
              <a:off x="1620" y="2359"/>
              <a:ext cx="104" cy="87"/>
            </a:xfrm>
            <a:custGeom>
              <a:avLst/>
              <a:gdLst>
                <a:gd name="T0" fmla="*/ 120 w 120"/>
                <a:gd name="T1" fmla="*/ 41 h 89"/>
                <a:gd name="T2" fmla="*/ 0 w 120"/>
                <a:gd name="T3" fmla="*/ 89 h 89"/>
                <a:gd name="T4" fmla="*/ 78 w 120"/>
                <a:gd name="T5" fmla="*/ 0 h 89"/>
                <a:gd name="T6" fmla="*/ 120 w 120"/>
                <a:gd name="T7" fmla="*/ 41 h 89"/>
                <a:gd name="T8" fmla="*/ 120 w 120"/>
                <a:gd name="T9" fmla="*/ 41 h 89"/>
              </a:gdLst>
              <a:ahLst/>
              <a:cxnLst>
                <a:cxn ang="0">
                  <a:pos x="T0" y="T1"/>
                </a:cxn>
                <a:cxn ang="0">
                  <a:pos x="T2" y="T3"/>
                </a:cxn>
                <a:cxn ang="0">
                  <a:pos x="T4" y="T5"/>
                </a:cxn>
                <a:cxn ang="0">
                  <a:pos x="T6" y="T7"/>
                </a:cxn>
                <a:cxn ang="0">
                  <a:pos x="T8" y="T9"/>
                </a:cxn>
              </a:cxnLst>
              <a:rect l="0" t="0" r="r" b="b"/>
              <a:pathLst>
                <a:path w="120" h="89">
                  <a:moveTo>
                    <a:pt x="120" y="41"/>
                  </a:moveTo>
                  <a:lnTo>
                    <a:pt x="0" y="89"/>
                  </a:lnTo>
                  <a:lnTo>
                    <a:pt x="78" y="0"/>
                  </a:lnTo>
                  <a:lnTo>
                    <a:pt x="120" y="41"/>
                  </a:lnTo>
                  <a:lnTo>
                    <a:pt x="120" y="41"/>
                  </a:lnTo>
                  <a:close/>
                </a:path>
              </a:pathLst>
            </a:custGeom>
            <a:solidFill>
              <a:srgbClr val="000000"/>
            </a:solidFill>
            <a:ln w="9525">
              <a:solidFill>
                <a:schemeClr val="tx1"/>
              </a:solidFill>
              <a:round/>
              <a:headEnd/>
              <a:tailEnd/>
            </a:ln>
          </p:spPr>
          <p:txBody>
            <a:bodyPr/>
            <a:lstStyle/>
            <a:p>
              <a:endParaRPr lang="zh-CN" altLang="en-US"/>
            </a:p>
          </p:txBody>
        </p:sp>
        <p:sp>
          <p:nvSpPr>
            <p:cNvPr id="68658" name="Freeform 50"/>
            <p:cNvSpPr>
              <a:spLocks/>
            </p:cNvSpPr>
            <p:nvPr/>
          </p:nvSpPr>
          <p:spPr bwMode="auto">
            <a:xfrm>
              <a:off x="2849" y="692"/>
              <a:ext cx="157" cy="133"/>
            </a:xfrm>
            <a:custGeom>
              <a:avLst/>
              <a:gdLst>
                <a:gd name="T0" fmla="*/ 84 w 180"/>
                <a:gd name="T1" fmla="*/ 137 h 137"/>
                <a:gd name="T2" fmla="*/ 180 w 180"/>
                <a:gd name="T3" fmla="*/ 0 h 137"/>
                <a:gd name="T4" fmla="*/ 0 w 180"/>
                <a:gd name="T5" fmla="*/ 84 h 137"/>
                <a:gd name="T6" fmla="*/ 84 w 180"/>
                <a:gd name="T7" fmla="*/ 137 h 137"/>
                <a:gd name="T8" fmla="*/ 84 w 180"/>
                <a:gd name="T9" fmla="*/ 137 h 137"/>
              </a:gdLst>
              <a:ahLst/>
              <a:cxnLst>
                <a:cxn ang="0">
                  <a:pos x="T0" y="T1"/>
                </a:cxn>
                <a:cxn ang="0">
                  <a:pos x="T2" y="T3"/>
                </a:cxn>
                <a:cxn ang="0">
                  <a:pos x="T4" y="T5"/>
                </a:cxn>
                <a:cxn ang="0">
                  <a:pos x="T6" y="T7"/>
                </a:cxn>
                <a:cxn ang="0">
                  <a:pos x="T8" y="T9"/>
                </a:cxn>
              </a:cxnLst>
              <a:rect l="0" t="0" r="r" b="b"/>
              <a:pathLst>
                <a:path w="180" h="137">
                  <a:moveTo>
                    <a:pt x="84" y="137"/>
                  </a:moveTo>
                  <a:lnTo>
                    <a:pt x="180" y="0"/>
                  </a:lnTo>
                  <a:lnTo>
                    <a:pt x="0" y="84"/>
                  </a:lnTo>
                  <a:lnTo>
                    <a:pt x="84" y="137"/>
                  </a:lnTo>
                  <a:lnTo>
                    <a:pt x="84" y="137"/>
                  </a:lnTo>
                  <a:close/>
                </a:path>
              </a:pathLst>
            </a:custGeom>
            <a:solidFill>
              <a:srgbClr val="006666"/>
            </a:solidFill>
            <a:ln w="9525">
              <a:solidFill>
                <a:srgbClr val="006666"/>
              </a:solidFill>
              <a:round/>
              <a:headEnd/>
              <a:tailEnd/>
            </a:ln>
          </p:spPr>
          <p:txBody>
            <a:bodyPr/>
            <a:lstStyle/>
            <a:p>
              <a:endParaRPr lang="zh-CN" altLang="en-US"/>
            </a:p>
          </p:txBody>
        </p:sp>
        <p:sp>
          <p:nvSpPr>
            <p:cNvPr id="68659" name="Freeform 51"/>
            <p:cNvSpPr>
              <a:spLocks/>
            </p:cNvSpPr>
            <p:nvPr/>
          </p:nvSpPr>
          <p:spPr bwMode="auto">
            <a:xfrm>
              <a:off x="2849" y="3519"/>
              <a:ext cx="157" cy="138"/>
            </a:xfrm>
            <a:custGeom>
              <a:avLst/>
              <a:gdLst>
                <a:gd name="T0" fmla="*/ 84 w 180"/>
                <a:gd name="T1" fmla="*/ 0 h 143"/>
                <a:gd name="T2" fmla="*/ 180 w 180"/>
                <a:gd name="T3" fmla="*/ 143 h 143"/>
                <a:gd name="T4" fmla="*/ 0 w 180"/>
                <a:gd name="T5" fmla="*/ 59 h 143"/>
                <a:gd name="T6" fmla="*/ 84 w 180"/>
                <a:gd name="T7" fmla="*/ 0 h 143"/>
                <a:gd name="T8" fmla="*/ 84 w 180"/>
                <a:gd name="T9" fmla="*/ 0 h 143"/>
              </a:gdLst>
              <a:ahLst/>
              <a:cxnLst>
                <a:cxn ang="0">
                  <a:pos x="T0" y="T1"/>
                </a:cxn>
                <a:cxn ang="0">
                  <a:pos x="T2" y="T3"/>
                </a:cxn>
                <a:cxn ang="0">
                  <a:pos x="T4" y="T5"/>
                </a:cxn>
                <a:cxn ang="0">
                  <a:pos x="T6" y="T7"/>
                </a:cxn>
                <a:cxn ang="0">
                  <a:pos x="T8" y="T9"/>
                </a:cxn>
              </a:cxnLst>
              <a:rect l="0" t="0" r="r" b="b"/>
              <a:pathLst>
                <a:path w="180" h="143">
                  <a:moveTo>
                    <a:pt x="84" y="0"/>
                  </a:moveTo>
                  <a:lnTo>
                    <a:pt x="180" y="143"/>
                  </a:lnTo>
                  <a:lnTo>
                    <a:pt x="0" y="59"/>
                  </a:lnTo>
                  <a:lnTo>
                    <a:pt x="84" y="0"/>
                  </a:lnTo>
                  <a:lnTo>
                    <a:pt x="84" y="0"/>
                  </a:lnTo>
                  <a:close/>
                </a:path>
              </a:pathLst>
            </a:custGeom>
            <a:solidFill>
              <a:srgbClr val="006666"/>
            </a:solidFill>
            <a:ln w="9525">
              <a:solidFill>
                <a:srgbClr val="006666"/>
              </a:solidFill>
              <a:round/>
              <a:headEnd/>
              <a:tailEnd/>
            </a:ln>
          </p:spPr>
          <p:txBody>
            <a:bodyPr/>
            <a:lstStyle/>
            <a:p>
              <a:endParaRPr lang="zh-CN" altLang="en-US"/>
            </a:p>
          </p:txBody>
        </p:sp>
        <p:sp>
          <p:nvSpPr>
            <p:cNvPr id="68660" name="Freeform 52"/>
            <p:cNvSpPr>
              <a:spLocks/>
            </p:cNvSpPr>
            <p:nvPr/>
          </p:nvSpPr>
          <p:spPr bwMode="auto">
            <a:xfrm>
              <a:off x="2969" y="692"/>
              <a:ext cx="93" cy="150"/>
            </a:xfrm>
            <a:custGeom>
              <a:avLst/>
              <a:gdLst>
                <a:gd name="T0" fmla="*/ 107 w 107"/>
                <a:gd name="T1" fmla="*/ 155 h 155"/>
                <a:gd name="T2" fmla="*/ 54 w 107"/>
                <a:gd name="T3" fmla="*/ 0 h 155"/>
                <a:gd name="T4" fmla="*/ 0 w 107"/>
                <a:gd name="T5" fmla="*/ 155 h 155"/>
                <a:gd name="T6" fmla="*/ 107 w 107"/>
                <a:gd name="T7" fmla="*/ 155 h 155"/>
                <a:gd name="T8" fmla="*/ 107 w 107"/>
                <a:gd name="T9" fmla="*/ 155 h 155"/>
              </a:gdLst>
              <a:ahLst/>
              <a:cxnLst>
                <a:cxn ang="0">
                  <a:pos x="T0" y="T1"/>
                </a:cxn>
                <a:cxn ang="0">
                  <a:pos x="T2" y="T3"/>
                </a:cxn>
                <a:cxn ang="0">
                  <a:pos x="T4" y="T5"/>
                </a:cxn>
                <a:cxn ang="0">
                  <a:pos x="T6" y="T7"/>
                </a:cxn>
                <a:cxn ang="0">
                  <a:pos x="T8" y="T9"/>
                </a:cxn>
              </a:cxnLst>
              <a:rect l="0" t="0" r="r" b="b"/>
              <a:pathLst>
                <a:path w="107" h="155">
                  <a:moveTo>
                    <a:pt x="107" y="155"/>
                  </a:moveTo>
                  <a:lnTo>
                    <a:pt x="54" y="0"/>
                  </a:lnTo>
                  <a:lnTo>
                    <a:pt x="0" y="155"/>
                  </a:lnTo>
                  <a:lnTo>
                    <a:pt x="107" y="155"/>
                  </a:lnTo>
                  <a:lnTo>
                    <a:pt x="107" y="155"/>
                  </a:lnTo>
                  <a:close/>
                </a:path>
              </a:pathLst>
            </a:custGeom>
            <a:solidFill>
              <a:srgbClr val="006666"/>
            </a:solidFill>
            <a:ln w="9525">
              <a:solidFill>
                <a:srgbClr val="006666"/>
              </a:solidFill>
              <a:round/>
              <a:headEnd/>
              <a:tailEnd/>
            </a:ln>
          </p:spPr>
          <p:txBody>
            <a:bodyPr/>
            <a:lstStyle/>
            <a:p>
              <a:endParaRPr lang="zh-CN" altLang="en-US"/>
            </a:p>
          </p:txBody>
        </p:sp>
        <p:sp>
          <p:nvSpPr>
            <p:cNvPr id="68661" name="Freeform 53"/>
            <p:cNvSpPr>
              <a:spLocks/>
            </p:cNvSpPr>
            <p:nvPr/>
          </p:nvSpPr>
          <p:spPr bwMode="auto">
            <a:xfrm>
              <a:off x="2974" y="3507"/>
              <a:ext cx="93" cy="150"/>
            </a:xfrm>
            <a:custGeom>
              <a:avLst/>
              <a:gdLst>
                <a:gd name="T0" fmla="*/ 107 w 107"/>
                <a:gd name="T1" fmla="*/ 0 h 155"/>
                <a:gd name="T2" fmla="*/ 54 w 107"/>
                <a:gd name="T3" fmla="*/ 155 h 155"/>
                <a:gd name="T4" fmla="*/ 0 w 107"/>
                <a:gd name="T5" fmla="*/ 0 h 155"/>
                <a:gd name="T6" fmla="*/ 107 w 107"/>
                <a:gd name="T7" fmla="*/ 0 h 155"/>
                <a:gd name="T8" fmla="*/ 107 w 107"/>
                <a:gd name="T9" fmla="*/ 0 h 155"/>
              </a:gdLst>
              <a:ahLst/>
              <a:cxnLst>
                <a:cxn ang="0">
                  <a:pos x="T0" y="T1"/>
                </a:cxn>
                <a:cxn ang="0">
                  <a:pos x="T2" y="T3"/>
                </a:cxn>
                <a:cxn ang="0">
                  <a:pos x="T4" y="T5"/>
                </a:cxn>
                <a:cxn ang="0">
                  <a:pos x="T6" y="T7"/>
                </a:cxn>
                <a:cxn ang="0">
                  <a:pos x="T8" y="T9"/>
                </a:cxn>
              </a:cxnLst>
              <a:rect l="0" t="0" r="r" b="b"/>
              <a:pathLst>
                <a:path w="107" h="155">
                  <a:moveTo>
                    <a:pt x="107" y="0"/>
                  </a:moveTo>
                  <a:lnTo>
                    <a:pt x="54" y="155"/>
                  </a:lnTo>
                  <a:lnTo>
                    <a:pt x="0" y="0"/>
                  </a:lnTo>
                  <a:lnTo>
                    <a:pt x="107" y="0"/>
                  </a:lnTo>
                  <a:lnTo>
                    <a:pt x="107" y="0"/>
                  </a:lnTo>
                  <a:close/>
                </a:path>
              </a:pathLst>
            </a:custGeom>
            <a:solidFill>
              <a:srgbClr val="006666"/>
            </a:solidFill>
            <a:ln w="9525">
              <a:solidFill>
                <a:srgbClr val="006666"/>
              </a:solidFill>
              <a:round/>
              <a:headEnd/>
              <a:tailEnd/>
            </a:ln>
          </p:spPr>
          <p:txBody>
            <a:bodyPr/>
            <a:lstStyle/>
            <a:p>
              <a:endParaRPr lang="zh-CN" altLang="en-US"/>
            </a:p>
          </p:txBody>
        </p:sp>
        <p:sp>
          <p:nvSpPr>
            <p:cNvPr id="68662" name="Freeform 54"/>
            <p:cNvSpPr>
              <a:spLocks/>
            </p:cNvSpPr>
            <p:nvPr/>
          </p:nvSpPr>
          <p:spPr bwMode="auto">
            <a:xfrm>
              <a:off x="2833" y="2135"/>
              <a:ext cx="173" cy="80"/>
            </a:xfrm>
            <a:custGeom>
              <a:avLst/>
              <a:gdLst>
                <a:gd name="T0" fmla="*/ 0 w 198"/>
                <a:gd name="T1" fmla="*/ 83 h 83"/>
                <a:gd name="T2" fmla="*/ 198 w 198"/>
                <a:gd name="T3" fmla="*/ 41 h 83"/>
                <a:gd name="T4" fmla="*/ 0 w 198"/>
                <a:gd name="T5" fmla="*/ 0 h 83"/>
                <a:gd name="T6" fmla="*/ 0 w 198"/>
                <a:gd name="T7" fmla="*/ 83 h 83"/>
                <a:gd name="T8" fmla="*/ 0 w 198"/>
                <a:gd name="T9" fmla="*/ 83 h 83"/>
              </a:gdLst>
              <a:ahLst/>
              <a:cxnLst>
                <a:cxn ang="0">
                  <a:pos x="T0" y="T1"/>
                </a:cxn>
                <a:cxn ang="0">
                  <a:pos x="T2" y="T3"/>
                </a:cxn>
                <a:cxn ang="0">
                  <a:pos x="T4" y="T5"/>
                </a:cxn>
                <a:cxn ang="0">
                  <a:pos x="T6" y="T7"/>
                </a:cxn>
                <a:cxn ang="0">
                  <a:pos x="T8" y="T9"/>
                </a:cxn>
              </a:cxnLst>
              <a:rect l="0" t="0" r="r" b="b"/>
              <a:pathLst>
                <a:path w="198" h="83">
                  <a:moveTo>
                    <a:pt x="0" y="83"/>
                  </a:moveTo>
                  <a:lnTo>
                    <a:pt x="198" y="41"/>
                  </a:lnTo>
                  <a:lnTo>
                    <a:pt x="0" y="0"/>
                  </a:lnTo>
                  <a:lnTo>
                    <a:pt x="0" y="83"/>
                  </a:lnTo>
                  <a:lnTo>
                    <a:pt x="0" y="83"/>
                  </a:lnTo>
                  <a:close/>
                </a:path>
              </a:pathLst>
            </a:custGeom>
            <a:solidFill>
              <a:srgbClr val="006666"/>
            </a:solidFill>
            <a:ln w="9525">
              <a:solidFill>
                <a:srgbClr val="006666"/>
              </a:solidFill>
              <a:round/>
              <a:headEnd/>
              <a:tailEnd/>
            </a:ln>
          </p:spPr>
          <p:txBody>
            <a:bodyPr/>
            <a:lstStyle/>
            <a:p>
              <a:endParaRPr lang="zh-CN" altLang="en-US"/>
            </a:p>
          </p:txBody>
        </p:sp>
        <p:sp>
          <p:nvSpPr>
            <p:cNvPr id="68663" name="Rectangle 55"/>
            <p:cNvSpPr>
              <a:spLocks noChangeArrowheads="1"/>
            </p:cNvSpPr>
            <p:nvPr/>
          </p:nvSpPr>
          <p:spPr bwMode="auto">
            <a:xfrm>
              <a:off x="1818" y="1801"/>
              <a:ext cx="236"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dirty="0">
                  <a:latin typeface="Times New Roman" pitchFamily="18" charset="0"/>
                  <a:sym typeface="Symbol" pitchFamily="18" charset="2"/>
                </a:rPr>
                <a:t></a:t>
              </a:r>
            </a:p>
          </p:txBody>
        </p:sp>
        <p:sp>
          <p:nvSpPr>
            <p:cNvPr id="68664" name="Rectangle 56"/>
            <p:cNvSpPr>
              <a:spLocks noChangeArrowheads="1"/>
            </p:cNvSpPr>
            <p:nvPr/>
          </p:nvSpPr>
          <p:spPr bwMode="auto">
            <a:xfrm>
              <a:off x="1818" y="2232"/>
              <a:ext cx="236"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kumimoji="1" lang="en-US" altLang="zh-CN" sz="2400" dirty="0">
                  <a:latin typeface="Times New Roman" pitchFamily="18" charset="0"/>
                  <a:sym typeface="Symbol" pitchFamily="18" charset="2"/>
                </a:rPr>
                <a:t></a:t>
              </a:r>
            </a:p>
          </p:txBody>
        </p:sp>
        <p:sp>
          <p:nvSpPr>
            <p:cNvPr id="68665" name="Line 57"/>
            <p:cNvSpPr>
              <a:spLocks noChangeShapeType="1"/>
            </p:cNvSpPr>
            <p:nvPr/>
          </p:nvSpPr>
          <p:spPr bwMode="auto">
            <a:xfrm>
              <a:off x="2064" y="3024"/>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66" name="Line 58"/>
            <p:cNvSpPr>
              <a:spLocks noChangeShapeType="1"/>
            </p:cNvSpPr>
            <p:nvPr/>
          </p:nvSpPr>
          <p:spPr bwMode="auto">
            <a:xfrm>
              <a:off x="2064" y="115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 name="Text Box 21"/>
          <p:cNvSpPr txBox="1">
            <a:spLocks noChangeArrowheads="1"/>
          </p:cNvSpPr>
          <p:nvPr/>
        </p:nvSpPr>
        <p:spPr bwMode="auto">
          <a:xfrm>
            <a:off x="3534270" y="5877294"/>
            <a:ext cx="2133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mn-ea"/>
                <a:cs typeface="Times New Roman" pitchFamily="18" charset="0"/>
              </a:defRPr>
            </a:lvl2pPr>
            <a:lvl3pPr marL="914400" algn="l" rtl="0" fontAlgn="base">
              <a:spcBef>
                <a:spcPct val="0"/>
              </a:spcBef>
              <a:spcAft>
                <a:spcPct val="0"/>
              </a:spcAft>
              <a:defRPr kern="1200">
                <a:solidFill>
                  <a:schemeClr val="tx1"/>
                </a:solidFill>
                <a:latin typeface="Arial" pitchFamily="34" charset="0"/>
                <a:ea typeface="+mn-ea"/>
                <a:cs typeface="Times New Roman" pitchFamily="18" charset="0"/>
              </a:defRPr>
            </a:lvl3pPr>
            <a:lvl4pPr marL="1371600" algn="l" rtl="0" fontAlgn="base">
              <a:spcBef>
                <a:spcPct val="0"/>
              </a:spcBef>
              <a:spcAft>
                <a:spcPct val="0"/>
              </a:spcAft>
              <a:defRPr kern="1200">
                <a:solidFill>
                  <a:schemeClr val="tx1"/>
                </a:solidFill>
                <a:latin typeface="Arial" pitchFamily="34" charset="0"/>
                <a:ea typeface="+mn-ea"/>
                <a:cs typeface="Times New Roman" pitchFamily="18" charset="0"/>
              </a:defRPr>
            </a:lvl4pPr>
            <a:lvl5pPr marL="1828800" algn="l" rtl="0" fontAlgn="base">
              <a:spcBef>
                <a:spcPct val="0"/>
              </a:spcBef>
              <a:spcAft>
                <a:spcPct val="0"/>
              </a:spcAft>
              <a:defRPr kern="1200">
                <a:solidFill>
                  <a:schemeClr val="tx1"/>
                </a:solidFill>
                <a:latin typeface="Arial" pitchFamily="34" charset="0"/>
                <a:ea typeface="+mn-ea"/>
                <a:cs typeface="Times New Roman" pitchFamily="18" charset="0"/>
              </a:defRPr>
            </a:lvl5pPr>
            <a:lvl6pPr marL="2286000" algn="l" defTabSz="914400" rtl="0" eaLnBrk="1" latinLnBrk="0" hangingPunct="1">
              <a:defRPr kern="1200">
                <a:solidFill>
                  <a:schemeClr val="tx1"/>
                </a:solidFill>
                <a:latin typeface="Arial" pitchFamily="34" charset="0"/>
                <a:ea typeface="+mn-ea"/>
                <a:cs typeface="Times New Roman" pitchFamily="18" charset="0"/>
              </a:defRPr>
            </a:lvl6pPr>
            <a:lvl7pPr marL="2743200" algn="l" defTabSz="914400" rtl="0" eaLnBrk="1" latinLnBrk="0" hangingPunct="1">
              <a:defRPr kern="1200">
                <a:solidFill>
                  <a:schemeClr val="tx1"/>
                </a:solidFill>
                <a:latin typeface="Arial" pitchFamily="34" charset="0"/>
                <a:ea typeface="+mn-ea"/>
                <a:cs typeface="Times New Roman" pitchFamily="18" charset="0"/>
              </a:defRPr>
            </a:lvl7pPr>
            <a:lvl8pPr marL="3200400" algn="l" defTabSz="914400" rtl="0" eaLnBrk="1" latinLnBrk="0" hangingPunct="1">
              <a:defRPr kern="1200">
                <a:solidFill>
                  <a:schemeClr val="tx1"/>
                </a:solidFill>
                <a:latin typeface="Arial" pitchFamily="34" charset="0"/>
                <a:ea typeface="+mn-ea"/>
                <a:cs typeface="Times New Roman" pitchFamily="18" charset="0"/>
              </a:defRPr>
            </a:lvl8pPr>
            <a:lvl9pPr marL="3657600" algn="l" defTabSz="914400" rtl="0" eaLnBrk="1" latinLnBrk="0" hangingPunct="1">
              <a:defRPr kern="1200">
                <a:solidFill>
                  <a:schemeClr val="tx1"/>
                </a:solidFill>
                <a:latin typeface="Arial" pitchFamily="34" charset="0"/>
                <a:ea typeface="+mn-ea"/>
                <a:cs typeface="Times New Roman" pitchFamily="18" charset="0"/>
              </a:defRPr>
            </a:lvl9pPr>
          </a:lstStyle>
          <a:p>
            <a:pPr algn="ctr">
              <a:spcBef>
                <a:spcPct val="50000"/>
              </a:spcBef>
            </a:pPr>
            <a:r>
              <a:rPr lang="en-US" altLang="zh-CN" b="1" u="sng">
                <a:solidFill>
                  <a:srgbClr val="FF0000"/>
                </a:solidFill>
                <a:ea typeface="宋体" pitchFamily="2" charset="-122"/>
              </a:rPr>
              <a:t>Power Factor</a:t>
            </a:r>
          </a:p>
        </p:txBody>
      </p:sp>
    </p:spTree>
    <p:extLst>
      <p:ext uri="{BB962C8B-B14F-4D97-AF65-F5344CB8AC3E}">
        <p14:creationId xmlns:p14="http://schemas.microsoft.com/office/powerpoint/2010/main" val="390466271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41" name="Group 9"/>
          <p:cNvGrpSpPr>
            <a:grpSpLocks/>
          </p:cNvGrpSpPr>
          <p:nvPr/>
        </p:nvGrpSpPr>
        <p:grpSpPr bwMode="auto">
          <a:xfrm>
            <a:off x="539750" y="1340858"/>
            <a:ext cx="7992690" cy="436563"/>
            <a:chOff x="340" y="1525"/>
            <a:chExt cx="4808" cy="275"/>
          </a:xfrm>
        </p:grpSpPr>
        <p:sp>
          <p:nvSpPr>
            <p:cNvPr id="44038" name="Text Box 6"/>
            <p:cNvSpPr txBox="1">
              <a:spLocks noChangeArrowheads="1"/>
            </p:cNvSpPr>
            <p:nvPr/>
          </p:nvSpPr>
          <p:spPr bwMode="auto">
            <a:xfrm>
              <a:off x="340" y="1525"/>
              <a:ext cx="48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(a) Impedances      and       are connected in parallel across an ac source </a:t>
              </a:r>
              <a:r>
                <a:rPr lang="en-US" altLang="zh-CN" b="1" dirty="0"/>
                <a:t>V</a:t>
              </a:r>
              <a:r>
                <a:rPr lang="en-US" altLang="zh-CN" dirty="0"/>
                <a:t>.</a:t>
              </a:r>
            </a:p>
          </p:txBody>
        </p:sp>
        <p:graphicFrame>
          <p:nvGraphicFramePr>
            <p:cNvPr id="44039" name="Object 7"/>
            <p:cNvGraphicFramePr>
              <a:graphicFrameLocks noChangeAspect="1"/>
            </p:cNvGraphicFramePr>
            <p:nvPr/>
          </p:nvGraphicFramePr>
          <p:xfrm>
            <a:off x="1422" y="1525"/>
            <a:ext cx="227" cy="275"/>
          </p:xfrm>
          <a:graphic>
            <a:graphicData uri="http://schemas.openxmlformats.org/presentationml/2006/ole">
              <mc:AlternateContent xmlns:mc="http://schemas.openxmlformats.org/markup-compatibility/2006">
                <mc:Choice xmlns:v="urn:schemas-microsoft-com:vml" Requires="v">
                  <p:oleObj spid="_x0000_s31866" name="公式" r:id="rId3" imgW="190440" imgH="215640" progId="Equation.3">
                    <p:embed/>
                  </p:oleObj>
                </mc:Choice>
                <mc:Fallback>
                  <p:oleObj name="公式" r:id="rId3" imgW="19044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 y="1525"/>
                          <a:ext cx="227"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40" name="Object 8"/>
            <p:cNvGraphicFramePr>
              <a:graphicFrameLocks noChangeAspect="1"/>
            </p:cNvGraphicFramePr>
            <p:nvPr>
              <p:extLst>
                <p:ext uri="{D42A27DB-BD31-4B8C-83A1-F6EECF244321}">
                  <p14:modId xmlns:p14="http://schemas.microsoft.com/office/powerpoint/2010/main" val="946118073"/>
                </p:ext>
              </p:extLst>
            </p:nvPr>
          </p:nvGraphicFramePr>
          <p:xfrm>
            <a:off x="1908" y="1525"/>
            <a:ext cx="243" cy="275"/>
          </p:xfrm>
          <a:graphic>
            <a:graphicData uri="http://schemas.openxmlformats.org/presentationml/2006/ole">
              <mc:AlternateContent xmlns:mc="http://schemas.openxmlformats.org/markup-compatibility/2006">
                <mc:Choice xmlns:v="urn:schemas-microsoft-com:vml" Requires="v">
                  <p:oleObj spid="_x0000_s31867" name="公式" r:id="rId5" imgW="203040" imgH="215640" progId="Equation.3">
                    <p:embed/>
                  </p:oleObj>
                </mc:Choice>
                <mc:Fallback>
                  <p:oleObj name="公式" r:id="rId5" imgW="20304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 y="1525"/>
                          <a:ext cx="243"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042" name="Object 10"/>
          <p:cNvGraphicFramePr>
            <a:graphicFrameLocks noChangeAspect="1"/>
          </p:cNvGraphicFramePr>
          <p:nvPr>
            <p:extLst>
              <p:ext uri="{D42A27DB-BD31-4B8C-83A1-F6EECF244321}">
                <p14:modId xmlns:p14="http://schemas.microsoft.com/office/powerpoint/2010/main" val="2102337262"/>
              </p:ext>
            </p:extLst>
          </p:nvPr>
        </p:nvGraphicFramePr>
        <p:xfrm>
          <a:off x="1257114" y="3897511"/>
          <a:ext cx="6557962" cy="890588"/>
        </p:xfrm>
        <a:graphic>
          <a:graphicData uri="http://schemas.openxmlformats.org/presentationml/2006/ole">
            <mc:AlternateContent xmlns:mc="http://schemas.openxmlformats.org/markup-compatibility/2006">
              <mc:Choice xmlns:v="urn:schemas-microsoft-com:vml" Requires="v">
                <p:oleObj spid="_x0000_s31868" name="公式" r:id="rId7" imgW="3085920" imgH="393480" progId="Equation.3">
                  <p:embed/>
                </p:oleObj>
              </mc:Choice>
              <mc:Fallback>
                <p:oleObj name="公式" r:id="rId7" imgW="3085920" imgH="393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7114" y="3897511"/>
                        <a:ext cx="6557962"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 name="Rectangle 4"/>
          <p:cNvSpPr>
            <a:spLocks noGrp="1" noChangeArrowheads="1"/>
          </p:cNvSpPr>
          <p:nvPr>
            <p:ph type="title"/>
          </p:nvPr>
        </p:nvSpPr>
        <p:spPr bwMode="auto">
          <a:xfrm>
            <a:off x="899592" y="260648"/>
            <a:ext cx="8244408" cy="792088"/>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1074738" indent="-1074738" eaLnBrk="1" hangingPunct="1">
              <a:lnSpc>
                <a:spcPct val="130000"/>
              </a:lnSpc>
            </a:pPr>
            <a:r>
              <a:rPr lang="en-US" altLang="zh-CN" kern="1200" dirty="0">
                <a:latin typeface="Arial Black" pitchFamily="34" charset="0"/>
                <a:ea typeface="宋体" charset="-122"/>
                <a:cs typeface="+mn-cs"/>
              </a:rPr>
              <a:t>11.7  Conservation of AC Power</a:t>
            </a:r>
          </a:p>
        </p:txBody>
      </p:sp>
      <p:pic>
        <p:nvPicPr>
          <p:cNvPr id="102" name="Picture 22" descr="11-0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1331640" y="1808383"/>
            <a:ext cx="5715000" cy="2089151"/>
          </a:xfrm>
          <a:prstGeom prst="rect">
            <a:avLst/>
          </a:prstGeom>
          <a:ln/>
        </p:spPr>
      </p:pic>
      <p:sp>
        <p:nvSpPr>
          <p:cNvPr id="103" name="Text Box 4"/>
          <p:cNvSpPr txBox="1">
            <a:spLocks noChangeArrowheads="1"/>
          </p:cNvSpPr>
          <p:nvPr/>
        </p:nvSpPr>
        <p:spPr bwMode="auto">
          <a:xfrm>
            <a:off x="683265" y="4784213"/>
            <a:ext cx="7705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(b) If the loads are connected in series with the voltage source, </a:t>
            </a:r>
          </a:p>
        </p:txBody>
      </p:sp>
      <p:graphicFrame>
        <p:nvGraphicFramePr>
          <p:cNvPr id="3" name="对象 2"/>
          <p:cNvGraphicFramePr>
            <a:graphicFrameLocks noChangeAspect="1"/>
          </p:cNvGraphicFramePr>
          <p:nvPr>
            <p:extLst>
              <p:ext uri="{D42A27DB-BD31-4B8C-83A1-F6EECF244321}">
                <p14:modId xmlns:p14="http://schemas.microsoft.com/office/powerpoint/2010/main" val="479757196"/>
              </p:ext>
            </p:extLst>
          </p:nvPr>
        </p:nvGraphicFramePr>
        <p:xfrm>
          <a:off x="1331640" y="5181089"/>
          <a:ext cx="6827838" cy="890587"/>
        </p:xfrm>
        <a:graphic>
          <a:graphicData uri="http://schemas.openxmlformats.org/presentationml/2006/ole">
            <mc:AlternateContent xmlns:mc="http://schemas.openxmlformats.org/markup-compatibility/2006">
              <mc:Choice xmlns:v="urn:schemas-microsoft-com:vml" Requires="v">
                <p:oleObj spid="_x0000_s31869" name="公式" r:id="rId10" imgW="3213100" imgH="393700" progId="Equation.3">
                  <p:embed/>
                </p:oleObj>
              </mc:Choice>
              <mc:Fallback>
                <p:oleObj name="公式" r:id="rId10" imgW="3213100" imgH="393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1640" y="5181089"/>
                        <a:ext cx="6827838"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0283618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Text Box 6"/>
          <p:cNvSpPr txBox="1">
            <a:spLocks noChangeArrowheads="1"/>
          </p:cNvSpPr>
          <p:nvPr/>
        </p:nvSpPr>
        <p:spPr bwMode="auto">
          <a:xfrm>
            <a:off x="611190" y="1261237"/>
            <a:ext cx="83534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latin typeface="Times New Roman" panose="02020603050405020304" pitchFamily="18" charset="0"/>
                <a:cs typeface="Times New Roman" panose="02020603050405020304" pitchFamily="18" charset="0"/>
              </a:rPr>
              <a:t>Whether the loads are connected in series or in parallel (or in general), the total complex power supplied by the source equals the total complex power delivered to the load. Thus ,</a:t>
            </a:r>
          </a:p>
        </p:txBody>
      </p:sp>
      <p:grpSp>
        <p:nvGrpSpPr>
          <p:cNvPr id="45065" name="Group 9"/>
          <p:cNvGrpSpPr>
            <a:grpSpLocks/>
          </p:cNvGrpSpPr>
          <p:nvPr/>
        </p:nvGrpSpPr>
        <p:grpSpPr bwMode="auto">
          <a:xfrm>
            <a:off x="2555810" y="2276872"/>
            <a:ext cx="3313113" cy="720725"/>
            <a:chOff x="1519" y="2296"/>
            <a:chExt cx="2087" cy="454"/>
          </a:xfrm>
        </p:grpSpPr>
        <p:graphicFrame>
          <p:nvGraphicFramePr>
            <p:cNvPr id="45063" name="Object 7"/>
            <p:cNvGraphicFramePr>
              <a:graphicFrameLocks noChangeAspect="1"/>
            </p:cNvGraphicFramePr>
            <p:nvPr/>
          </p:nvGraphicFramePr>
          <p:xfrm>
            <a:off x="1717" y="2368"/>
            <a:ext cx="1700" cy="326"/>
          </p:xfrm>
          <a:graphic>
            <a:graphicData uri="http://schemas.openxmlformats.org/presentationml/2006/ole">
              <mc:AlternateContent xmlns:mc="http://schemas.openxmlformats.org/markup-compatibility/2006">
                <mc:Choice xmlns:v="urn:schemas-microsoft-com:vml" Requires="v">
                  <p:oleObj spid="_x0000_s32800" name="公式" r:id="rId3" imgW="1269720" imgH="228600" progId="Equation.3">
                    <p:embed/>
                  </p:oleObj>
                </mc:Choice>
                <mc:Fallback>
                  <p:oleObj name="公式" r:id="rId3" imgW="126972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 y="2368"/>
                          <a:ext cx="170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4" name="Rectangle 8"/>
            <p:cNvSpPr>
              <a:spLocks noChangeArrowheads="1"/>
            </p:cNvSpPr>
            <p:nvPr/>
          </p:nvSpPr>
          <p:spPr bwMode="auto">
            <a:xfrm>
              <a:off x="1519" y="2296"/>
              <a:ext cx="2087" cy="45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066" name="Text Box 10"/>
          <p:cNvSpPr txBox="1">
            <a:spLocks noChangeArrowheads="1"/>
          </p:cNvSpPr>
          <p:nvPr/>
        </p:nvSpPr>
        <p:spPr bwMode="auto">
          <a:xfrm>
            <a:off x="564175" y="3501039"/>
            <a:ext cx="8208962" cy="1015663"/>
          </a:xfrm>
          <a:prstGeom prst="rect">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latin typeface="Times New Roman" panose="02020603050405020304" pitchFamily="18" charset="0"/>
                <a:cs typeface="Times New Roman" panose="02020603050405020304" pitchFamily="18" charset="0"/>
              </a:rPr>
              <a:t>The total complex power in a network is the sum of the complex powers of the individual components. (This is also true of real power and reactive power, but not true of apparent power.)</a:t>
            </a:r>
          </a:p>
        </p:txBody>
      </p:sp>
      <p:sp>
        <p:nvSpPr>
          <p:cNvPr id="45067" name="Text Box 11"/>
          <p:cNvSpPr txBox="1">
            <a:spLocks noChangeArrowheads="1"/>
          </p:cNvSpPr>
          <p:nvPr/>
        </p:nvSpPr>
        <p:spPr bwMode="auto">
          <a:xfrm>
            <a:off x="683418" y="4964724"/>
            <a:ext cx="8064500" cy="923330"/>
          </a:xfrm>
          <a:prstGeom prst="rect">
            <a:avLst/>
          </a:prstGeom>
          <a:noFill/>
          <a:ln w="76200" cmpd="tri"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Arial Black" pitchFamily="34" charset="0"/>
              </a:rPr>
              <a:t>The </a:t>
            </a:r>
            <a:r>
              <a:rPr lang="en-US" altLang="zh-CN" dirty="0">
                <a:solidFill>
                  <a:srgbClr val="FF0000"/>
                </a:solidFill>
                <a:latin typeface="Arial Black" pitchFamily="34" charset="0"/>
              </a:rPr>
              <a:t>complex</a:t>
            </a:r>
            <a:r>
              <a:rPr lang="en-US" altLang="zh-CN" dirty="0">
                <a:latin typeface="Arial Black" pitchFamily="34" charset="0"/>
              </a:rPr>
              <a:t>, </a:t>
            </a:r>
            <a:r>
              <a:rPr lang="en-US" altLang="zh-CN" dirty="0">
                <a:solidFill>
                  <a:srgbClr val="FF0000"/>
                </a:solidFill>
                <a:latin typeface="Arial Black" pitchFamily="34" charset="0"/>
              </a:rPr>
              <a:t>real</a:t>
            </a:r>
            <a:r>
              <a:rPr lang="en-US" altLang="zh-CN" dirty="0">
                <a:latin typeface="Arial Black" pitchFamily="34" charset="0"/>
              </a:rPr>
              <a:t>, and </a:t>
            </a:r>
            <a:r>
              <a:rPr lang="en-US" altLang="zh-CN" dirty="0">
                <a:solidFill>
                  <a:srgbClr val="FF0000"/>
                </a:solidFill>
                <a:latin typeface="Arial Black" pitchFamily="34" charset="0"/>
              </a:rPr>
              <a:t>reactive</a:t>
            </a:r>
            <a:r>
              <a:rPr lang="en-US" altLang="zh-CN" dirty="0">
                <a:latin typeface="Arial Black" pitchFamily="34" charset="0"/>
              </a:rPr>
              <a:t> </a:t>
            </a:r>
            <a:r>
              <a:rPr lang="en-US" altLang="zh-CN" dirty="0">
                <a:solidFill>
                  <a:srgbClr val="FF0000"/>
                </a:solidFill>
                <a:latin typeface="Arial Black" pitchFamily="34" charset="0"/>
              </a:rPr>
              <a:t>powers</a:t>
            </a:r>
            <a:r>
              <a:rPr lang="en-US" altLang="zh-CN" dirty="0">
                <a:latin typeface="Arial Black" pitchFamily="34" charset="0"/>
              </a:rPr>
              <a:t> of the sources </a:t>
            </a:r>
            <a:r>
              <a:rPr lang="en-US" altLang="zh-CN" dirty="0">
                <a:solidFill>
                  <a:srgbClr val="FF0000"/>
                </a:solidFill>
                <a:latin typeface="Arial Black" pitchFamily="34" charset="0"/>
              </a:rPr>
              <a:t>equal</a:t>
            </a:r>
            <a:r>
              <a:rPr lang="en-US" altLang="zh-CN" dirty="0">
                <a:latin typeface="Arial Black" pitchFamily="34" charset="0"/>
              </a:rPr>
              <a:t> the respective </a:t>
            </a:r>
            <a:r>
              <a:rPr lang="en-US" altLang="zh-CN" dirty="0">
                <a:solidFill>
                  <a:srgbClr val="FF0000"/>
                </a:solidFill>
                <a:latin typeface="Arial Black" pitchFamily="34" charset="0"/>
              </a:rPr>
              <a:t>sums of </a:t>
            </a:r>
            <a:r>
              <a:rPr lang="en-US" altLang="zh-CN" dirty="0">
                <a:latin typeface="Arial Black" pitchFamily="34" charset="0"/>
              </a:rPr>
              <a:t>the complex, real, and reactive powers of the </a:t>
            </a:r>
            <a:r>
              <a:rPr lang="en-US" altLang="zh-CN" dirty="0">
                <a:solidFill>
                  <a:srgbClr val="FF0000"/>
                </a:solidFill>
                <a:latin typeface="Arial Black" pitchFamily="34" charset="0"/>
              </a:rPr>
              <a:t>individual loads</a:t>
            </a:r>
            <a:r>
              <a:rPr lang="en-US" altLang="zh-CN" dirty="0">
                <a:latin typeface="Arial Black" pitchFamily="34" charset="0"/>
              </a:rPr>
              <a:t>.</a:t>
            </a:r>
          </a:p>
        </p:txBody>
      </p:sp>
    </p:spTree>
    <p:extLst>
      <p:ext uri="{BB962C8B-B14F-4D97-AF65-F5344CB8AC3E}">
        <p14:creationId xmlns:p14="http://schemas.microsoft.com/office/powerpoint/2010/main" val="366152146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7" name="Object 5"/>
          <p:cNvGraphicFramePr>
            <a:graphicFrameLocks noChangeAspect="1"/>
          </p:cNvGraphicFramePr>
          <p:nvPr>
            <p:extLst>
              <p:ext uri="{D42A27DB-BD31-4B8C-83A1-F6EECF244321}">
                <p14:modId xmlns:p14="http://schemas.microsoft.com/office/powerpoint/2010/main" val="2549753609"/>
              </p:ext>
            </p:extLst>
          </p:nvPr>
        </p:nvGraphicFramePr>
        <p:xfrm>
          <a:off x="251527" y="1596597"/>
          <a:ext cx="3265487" cy="473075"/>
        </p:xfrm>
        <a:graphic>
          <a:graphicData uri="http://schemas.openxmlformats.org/presentationml/2006/ole">
            <mc:AlternateContent xmlns:mc="http://schemas.openxmlformats.org/markup-compatibility/2006">
              <mc:Choice xmlns:v="urn:schemas-microsoft-com:vml" Requires="v">
                <p:oleObj spid="_x0000_s33914" name="Equation" r:id="rId3" imgW="1574640" imgH="228600" progId="Equation.DSMT4">
                  <p:embed/>
                </p:oleObj>
              </mc:Choice>
              <mc:Fallback>
                <p:oleObj name="Equation" r:id="rId3" imgW="1574640" imgH="228600" progId="Equation.DSMT4">
                  <p:embed/>
                  <p:pic>
                    <p:nvPicPr>
                      <p:cNvPr id="0" name=""/>
                      <p:cNvPicPr>
                        <a:picLocks noChangeAspect="1" noChangeArrowheads="1"/>
                      </p:cNvPicPr>
                      <p:nvPr/>
                    </p:nvPicPr>
                    <p:blipFill>
                      <a:blip r:embed="rId4"/>
                      <a:srcRect/>
                      <a:stretch>
                        <a:fillRect/>
                      </a:stretch>
                    </p:blipFill>
                    <p:spPr bwMode="auto">
                      <a:xfrm>
                        <a:off x="251527" y="1596597"/>
                        <a:ext cx="3265487" cy="473075"/>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18" name="Group 6"/>
          <p:cNvGrpSpPr>
            <a:grpSpLocks/>
          </p:cNvGrpSpPr>
          <p:nvPr/>
        </p:nvGrpSpPr>
        <p:grpSpPr bwMode="auto">
          <a:xfrm>
            <a:off x="3751264" y="1257300"/>
            <a:ext cx="1792288" cy="838200"/>
            <a:chOff x="2012" y="528"/>
            <a:chExt cx="1129" cy="528"/>
          </a:xfrm>
        </p:grpSpPr>
        <p:sp>
          <p:nvSpPr>
            <p:cNvPr id="38919" name="AutoShape 7"/>
            <p:cNvSpPr>
              <a:spLocks noChangeArrowheads="1"/>
            </p:cNvSpPr>
            <p:nvPr/>
          </p:nvSpPr>
          <p:spPr bwMode="auto">
            <a:xfrm>
              <a:off x="2304" y="912"/>
              <a:ext cx="528" cy="144"/>
            </a:xfrm>
            <a:prstGeom prst="rightArrow">
              <a:avLst>
                <a:gd name="adj1" fmla="val 50000"/>
                <a:gd name="adj2" fmla="val 9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8920" name="Object 8"/>
            <p:cNvGraphicFramePr>
              <a:graphicFrameLocks noChangeAspect="1"/>
            </p:cNvGraphicFramePr>
            <p:nvPr>
              <p:extLst>
                <p:ext uri="{D42A27DB-BD31-4B8C-83A1-F6EECF244321}">
                  <p14:modId xmlns:p14="http://schemas.microsoft.com/office/powerpoint/2010/main" val="2061803261"/>
                </p:ext>
              </p:extLst>
            </p:nvPr>
          </p:nvGraphicFramePr>
          <p:xfrm>
            <a:off x="2012" y="528"/>
            <a:ext cx="1129" cy="315"/>
          </p:xfrm>
          <a:graphic>
            <a:graphicData uri="http://schemas.openxmlformats.org/presentationml/2006/ole">
              <mc:AlternateContent xmlns:mc="http://schemas.openxmlformats.org/markup-compatibility/2006">
                <mc:Choice xmlns:v="urn:schemas-microsoft-com:vml" Requires="v">
                  <p:oleObj spid="_x0000_s33915" name="Equation" r:id="rId5" imgW="863280" imgH="241200" progId="Equation.DSMT4">
                    <p:embed/>
                  </p:oleObj>
                </mc:Choice>
                <mc:Fallback>
                  <p:oleObj name="Equation" r:id="rId5" imgW="863280" imgH="241200" progId="Equation.DSMT4">
                    <p:embed/>
                    <p:pic>
                      <p:nvPicPr>
                        <p:cNvPr id="0" name=""/>
                        <p:cNvPicPr>
                          <a:picLocks noChangeAspect="1" noChangeArrowheads="1"/>
                        </p:cNvPicPr>
                        <p:nvPr/>
                      </p:nvPicPr>
                      <p:blipFill>
                        <a:blip r:embed="rId6"/>
                        <a:srcRect/>
                        <a:stretch>
                          <a:fillRect/>
                        </a:stretch>
                      </p:blipFill>
                      <p:spPr bwMode="auto">
                        <a:xfrm>
                          <a:off x="2012" y="528"/>
                          <a:ext cx="1129" cy="315"/>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8921" name="Object 9"/>
          <p:cNvGraphicFramePr>
            <a:graphicFrameLocks noChangeAspect="1"/>
          </p:cNvGraphicFramePr>
          <p:nvPr>
            <p:extLst>
              <p:ext uri="{D42A27DB-BD31-4B8C-83A1-F6EECF244321}">
                <p14:modId xmlns:p14="http://schemas.microsoft.com/office/powerpoint/2010/main" val="2261853962"/>
              </p:ext>
            </p:extLst>
          </p:nvPr>
        </p:nvGraphicFramePr>
        <p:xfrm>
          <a:off x="6023810" y="1149371"/>
          <a:ext cx="2713037" cy="946151"/>
        </p:xfrm>
        <a:graphic>
          <a:graphicData uri="http://schemas.openxmlformats.org/presentationml/2006/ole">
            <mc:AlternateContent xmlns:mc="http://schemas.openxmlformats.org/markup-compatibility/2006">
              <mc:Choice xmlns:v="urn:schemas-microsoft-com:vml" Requires="v">
                <p:oleObj spid="_x0000_s33916" name="Equation" r:id="rId7" imgW="1307880" imgH="457200" progId="Equation.3">
                  <p:embed/>
                </p:oleObj>
              </mc:Choice>
              <mc:Fallback>
                <p:oleObj name="Equation" r:id="rId7" imgW="130788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3810" y="1149371"/>
                        <a:ext cx="2713037" cy="946151"/>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2" name="Object 10"/>
          <p:cNvGraphicFramePr>
            <a:graphicFrameLocks noChangeAspect="1"/>
          </p:cNvGraphicFramePr>
          <p:nvPr>
            <p:extLst>
              <p:ext uri="{D42A27DB-BD31-4B8C-83A1-F6EECF244321}">
                <p14:modId xmlns:p14="http://schemas.microsoft.com/office/powerpoint/2010/main" val="4288960778"/>
              </p:ext>
            </p:extLst>
          </p:nvPr>
        </p:nvGraphicFramePr>
        <p:xfrm>
          <a:off x="3086896" y="2420889"/>
          <a:ext cx="3094039" cy="794659"/>
        </p:xfrm>
        <a:graphic>
          <a:graphicData uri="http://schemas.openxmlformats.org/presentationml/2006/ole">
            <mc:AlternateContent xmlns:mc="http://schemas.openxmlformats.org/markup-compatibility/2006">
              <mc:Choice xmlns:v="urn:schemas-microsoft-com:vml" Requires="v">
                <p:oleObj spid="_x0000_s33917" name="Equation" r:id="rId9" imgW="1587240" imgH="241200" progId="Equation.DSMT4">
                  <p:embed/>
                </p:oleObj>
              </mc:Choice>
              <mc:Fallback>
                <p:oleObj name="Equation" r:id="rId9" imgW="1587240" imgH="241200" progId="Equation.DSMT4">
                  <p:embed/>
                  <p:pic>
                    <p:nvPicPr>
                      <p:cNvPr id="0" name=""/>
                      <p:cNvPicPr>
                        <a:picLocks noChangeAspect="1" noChangeArrowheads="1"/>
                      </p:cNvPicPr>
                      <p:nvPr/>
                    </p:nvPicPr>
                    <p:blipFill>
                      <a:blip r:embed="rId10"/>
                      <a:srcRect/>
                      <a:stretch>
                        <a:fillRect/>
                      </a:stretch>
                    </p:blipFill>
                    <p:spPr bwMode="auto">
                      <a:xfrm>
                        <a:off x="3086896" y="2420889"/>
                        <a:ext cx="3094039" cy="794659"/>
                      </a:xfrm>
                      <a:prstGeom prst="rect">
                        <a:avLst/>
                      </a:prstGeom>
                      <a:noFill/>
                      <a:ln w="9525">
                        <a:solidFill>
                          <a:srgbClr val="FF3300"/>
                        </a:solidFill>
                        <a:miter lim="800000"/>
                        <a:headEnd/>
                        <a:tailEnd/>
                      </a:ln>
                      <a:effectLst/>
                    </p:spPr>
                  </p:pic>
                </p:oleObj>
              </mc:Fallback>
            </mc:AlternateContent>
          </a:graphicData>
        </a:graphic>
      </p:graphicFrame>
      <p:sp>
        <p:nvSpPr>
          <p:cNvPr id="38923" name="Text Box 11"/>
          <p:cNvSpPr txBox="1">
            <a:spLocks noChangeArrowheads="1"/>
          </p:cNvSpPr>
          <p:nvPr/>
        </p:nvSpPr>
        <p:spPr bwMode="auto">
          <a:xfrm>
            <a:off x="381000" y="3505223"/>
            <a:ext cx="1752600"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en-US" altLang="zh-CN" sz="3600" b="1" dirty="0">
                <a:solidFill>
                  <a:srgbClr val="FF3300"/>
                </a:solidFill>
                <a:latin typeface="Times New Roman" pitchFamily="18" charset="0"/>
              </a:rPr>
              <a:t>Why ?</a:t>
            </a:r>
          </a:p>
        </p:txBody>
      </p:sp>
      <p:grpSp>
        <p:nvGrpSpPr>
          <p:cNvPr id="38924" name="Group 12"/>
          <p:cNvGrpSpPr>
            <a:grpSpLocks/>
          </p:cNvGrpSpPr>
          <p:nvPr/>
        </p:nvGrpSpPr>
        <p:grpSpPr bwMode="auto">
          <a:xfrm>
            <a:off x="2843759" y="3581406"/>
            <a:ext cx="4535931" cy="2284810"/>
            <a:chOff x="600" y="2298"/>
            <a:chExt cx="3222" cy="2045"/>
          </a:xfrm>
        </p:grpSpPr>
        <p:grpSp>
          <p:nvGrpSpPr>
            <p:cNvPr id="38925" name="Group 13"/>
            <p:cNvGrpSpPr>
              <a:grpSpLocks/>
            </p:cNvGrpSpPr>
            <p:nvPr/>
          </p:nvGrpSpPr>
          <p:grpSpPr bwMode="auto">
            <a:xfrm>
              <a:off x="600" y="2298"/>
              <a:ext cx="1848" cy="2045"/>
              <a:chOff x="600" y="2256"/>
              <a:chExt cx="1848" cy="2045"/>
            </a:xfrm>
          </p:grpSpPr>
          <p:sp>
            <p:nvSpPr>
              <p:cNvPr id="38926" name="AutoShape 14"/>
              <p:cNvSpPr>
                <a:spLocks noChangeArrowheads="1"/>
              </p:cNvSpPr>
              <p:nvPr/>
            </p:nvSpPr>
            <p:spPr bwMode="auto">
              <a:xfrm rot="-5400000">
                <a:off x="1104" y="2928"/>
                <a:ext cx="672" cy="1056"/>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927" name="AutoShape 15"/>
              <p:cNvSpPr>
                <a:spLocks noChangeArrowheads="1"/>
              </p:cNvSpPr>
              <p:nvPr/>
            </p:nvSpPr>
            <p:spPr bwMode="auto">
              <a:xfrm rot="-5400000">
                <a:off x="1800" y="2472"/>
                <a:ext cx="816" cy="480"/>
              </a:xfrm>
              <a:prstGeom prst="rtTriangl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928" name="AutoShape 16"/>
              <p:cNvSpPr>
                <a:spLocks noChangeArrowheads="1"/>
              </p:cNvSpPr>
              <p:nvPr/>
            </p:nvSpPr>
            <p:spPr bwMode="auto">
              <a:xfrm rot="-5400000">
                <a:off x="912" y="2256"/>
                <a:ext cx="1536" cy="1536"/>
              </a:xfrm>
              <a:prstGeom prst="rtTriangl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929" name="Rectangle 17"/>
              <p:cNvSpPr>
                <a:spLocks noChangeArrowheads="1"/>
              </p:cNvSpPr>
              <p:nvPr/>
            </p:nvSpPr>
            <p:spPr bwMode="auto">
              <a:xfrm>
                <a:off x="600" y="2571"/>
                <a:ext cx="992" cy="413"/>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r>
                  <a:rPr kumimoji="1" lang="en-US" altLang="zh-CN" sz="2400" dirty="0">
                    <a:latin typeface="Times New Roman" pitchFamily="18" charset="0"/>
                  </a:rPr>
                  <a:t>S&lt; S</a:t>
                </a:r>
                <a:r>
                  <a:rPr kumimoji="1" lang="en-US" altLang="zh-CN" sz="2400" baseline="-25000" dirty="0">
                    <a:latin typeface="Times New Roman" pitchFamily="18" charset="0"/>
                  </a:rPr>
                  <a:t>1</a:t>
                </a:r>
                <a:r>
                  <a:rPr kumimoji="1" lang="en-US" altLang="zh-CN" sz="2400" dirty="0">
                    <a:latin typeface="Times New Roman" pitchFamily="18" charset="0"/>
                  </a:rPr>
                  <a:t>+S </a:t>
                </a:r>
                <a:r>
                  <a:rPr kumimoji="1" lang="en-US" altLang="zh-CN" sz="2400" baseline="-25000" dirty="0">
                    <a:latin typeface="Times New Roman" pitchFamily="18" charset="0"/>
                  </a:rPr>
                  <a:t>2</a:t>
                </a:r>
              </a:p>
            </p:txBody>
          </p:sp>
          <p:sp>
            <p:nvSpPr>
              <p:cNvPr id="38930" name="Rectangle 18"/>
              <p:cNvSpPr>
                <a:spLocks noChangeArrowheads="1"/>
              </p:cNvSpPr>
              <p:nvPr/>
            </p:nvSpPr>
            <p:spPr bwMode="auto">
              <a:xfrm>
                <a:off x="1392" y="3888"/>
                <a:ext cx="1056" cy="413"/>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kumimoji="1" lang="en-US" altLang="zh-CN" sz="2400" dirty="0">
                    <a:latin typeface="Times New Roman" pitchFamily="18" charset="0"/>
                  </a:rPr>
                  <a:t>P=P</a:t>
                </a:r>
                <a:r>
                  <a:rPr kumimoji="1" lang="en-US" altLang="zh-CN" sz="2400" baseline="-25000" dirty="0">
                    <a:latin typeface="Times New Roman" pitchFamily="18" charset="0"/>
                  </a:rPr>
                  <a:t>1 </a:t>
                </a:r>
                <a:r>
                  <a:rPr kumimoji="1" lang="en-US" altLang="zh-CN" sz="2400" dirty="0">
                    <a:latin typeface="Times New Roman" pitchFamily="18" charset="0"/>
                  </a:rPr>
                  <a:t>+P</a:t>
                </a:r>
                <a:r>
                  <a:rPr kumimoji="1" lang="en-US" altLang="zh-CN" sz="2400" baseline="-25000" dirty="0">
                    <a:latin typeface="Times New Roman" pitchFamily="18" charset="0"/>
                  </a:rPr>
                  <a:t>2</a:t>
                </a:r>
              </a:p>
            </p:txBody>
          </p:sp>
        </p:grpSp>
        <p:sp>
          <p:nvSpPr>
            <p:cNvPr id="38931" name="Rectangle 19"/>
            <p:cNvSpPr>
              <a:spLocks noChangeArrowheads="1"/>
            </p:cNvSpPr>
            <p:nvPr/>
          </p:nvSpPr>
          <p:spPr bwMode="auto">
            <a:xfrm>
              <a:off x="2610" y="2754"/>
              <a:ext cx="1212" cy="413"/>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r>
                <a:rPr kumimoji="1" lang="en-US" altLang="zh-CN" sz="2400" dirty="0">
                  <a:latin typeface="Times New Roman" pitchFamily="18" charset="0"/>
                </a:rPr>
                <a:t>Q =Q </a:t>
              </a:r>
              <a:r>
                <a:rPr kumimoji="1" lang="en-US" altLang="zh-CN" sz="2400" baseline="-25000" dirty="0">
                  <a:latin typeface="Times New Roman" pitchFamily="18" charset="0"/>
                </a:rPr>
                <a:t>1 </a:t>
              </a:r>
              <a:r>
                <a:rPr kumimoji="1" lang="en-US" altLang="zh-CN" sz="2400" dirty="0">
                  <a:latin typeface="Times New Roman" pitchFamily="18" charset="0"/>
                </a:rPr>
                <a:t>+Q </a:t>
              </a:r>
              <a:r>
                <a:rPr kumimoji="1" lang="en-US" altLang="zh-CN" sz="2400" baseline="-25000" dirty="0">
                  <a:latin typeface="Times New Roman" pitchFamily="18" charset="0"/>
                </a:rPr>
                <a:t>2</a:t>
              </a:r>
            </a:p>
          </p:txBody>
        </p:sp>
      </p:grpSp>
    </p:spTree>
    <p:extLst>
      <p:ext uri="{BB962C8B-B14F-4D97-AF65-F5344CB8AC3E}">
        <p14:creationId xmlns:p14="http://schemas.microsoft.com/office/powerpoint/2010/main" val="42141025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wipe(up)">
                                      <p:cBhvr>
                                        <p:cTn id="7" dur="500"/>
                                        <p:tgtEl>
                                          <p:spTgt spid="38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transition="in" filter="dissolve">
                                      <p:cBhvr>
                                        <p:cTn id="12" dur="500"/>
                                        <p:tgtEl>
                                          <p:spTgt spid="389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8921"/>
                                        </p:tgtEl>
                                        <p:attrNameLst>
                                          <p:attrName>style.visibility</p:attrName>
                                        </p:attrNameLst>
                                      </p:cBhvr>
                                      <p:to>
                                        <p:strVal val="visible"/>
                                      </p:to>
                                    </p:set>
                                    <p:animEffect transition="in" filter="slide(fromLeft)">
                                      <p:cBhvr>
                                        <p:cTn id="17" dur="500"/>
                                        <p:tgtEl>
                                          <p:spTgt spid="389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8922"/>
                                        </p:tgtEl>
                                        <p:attrNameLst>
                                          <p:attrName>style.visibility</p:attrName>
                                        </p:attrNameLst>
                                      </p:cBhvr>
                                      <p:to>
                                        <p:strVal val="visible"/>
                                      </p:to>
                                    </p:set>
                                    <p:animEffect transition="in" filter="dissolve">
                                      <p:cBhvr>
                                        <p:cTn id="22" dur="500"/>
                                        <p:tgtEl>
                                          <p:spTgt spid="389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8923"/>
                                        </p:tgtEl>
                                        <p:attrNameLst>
                                          <p:attrName>style.visibility</p:attrName>
                                        </p:attrNameLst>
                                      </p:cBhvr>
                                      <p:to>
                                        <p:strVal val="visible"/>
                                      </p:to>
                                    </p:set>
                                    <p:animEffect transition="in" filter="slide(fromLeft)">
                                      <p:cBhvr>
                                        <p:cTn id="27" dur="500"/>
                                        <p:tgtEl>
                                          <p:spTgt spid="389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8924"/>
                                        </p:tgtEl>
                                        <p:attrNameLst>
                                          <p:attrName>style.visibility</p:attrName>
                                        </p:attrNameLst>
                                      </p:cBhvr>
                                      <p:to>
                                        <p:strVal val="visible"/>
                                      </p:to>
                                    </p:set>
                                    <p:animEffect transition="in" filter="dissolve">
                                      <p:cBhvr>
                                        <p:cTn id="32" dur="500"/>
                                        <p:tgtEl>
                                          <p:spTgt spid="38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3"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894556" y="188662"/>
            <a:ext cx="7670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400" i="0" dirty="0">
                <a:solidFill>
                  <a:srgbClr val="CC3300"/>
                </a:solidFill>
                <a:cs typeface="Times New Roman" pitchFamily="18" charset="0"/>
              </a:rPr>
              <a:t>  </a:t>
            </a:r>
            <a:r>
              <a:rPr lang="en-US" altLang="zh-CN" sz="2400" i="0" dirty="0">
                <a:solidFill>
                  <a:srgbClr val="FF0000"/>
                </a:solidFill>
                <a:cs typeface="Times New Roman" pitchFamily="18" charset="0"/>
              </a:rPr>
              <a:t>Example</a:t>
            </a:r>
            <a:r>
              <a:rPr lang="en-US" altLang="zh-CN" sz="2400" i="0" dirty="0">
                <a:solidFill>
                  <a:srgbClr val="CC3300"/>
                </a:solidFill>
                <a:cs typeface="Times New Roman" pitchFamily="18" charset="0"/>
              </a:rPr>
              <a:t> </a:t>
            </a:r>
            <a:r>
              <a:rPr lang="en-US" altLang="zh-CN" sz="2400" i="0" dirty="0">
                <a:solidFill>
                  <a:srgbClr val="1C1C1C"/>
                </a:solidFill>
                <a:cs typeface="Times New Roman" pitchFamily="18" charset="0"/>
              </a:rPr>
              <a:t>Find the total real power, reactive power and apparent power in the circuit.</a:t>
            </a:r>
            <a:endParaRPr lang="zh-CN" altLang="en-US" sz="2400" i="0" dirty="0">
              <a:solidFill>
                <a:srgbClr val="1C1C1C"/>
              </a:solidFill>
              <a:cs typeface="Times New Roman" pitchFamily="18" charset="0"/>
              <a:sym typeface="Wingdings" pitchFamily="2" charset="2"/>
            </a:endParaRPr>
          </a:p>
        </p:txBody>
      </p:sp>
      <p:grpSp>
        <p:nvGrpSpPr>
          <p:cNvPr id="2" name="Group 3"/>
          <p:cNvGrpSpPr>
            <a:grpSpLocks/>
          </p:cNvGrpSpPr>
          <p:nvPr/>
        </p:nvGrpSpPr>
        <p:grpSpPr bwMode="auto">
          <a:xfrm>
            <a:off x="1168419" y="4826044"/>
            <a:ext cx="7370763" cy="461963"/>
            <a:chOff x="736" y="3040"/>
            <a:chExt cx="4643" cy="291"/>
          </a:xfrm>
        </p:grpSpPr>
        <p:sp>
          <p:nvSpPr>
            <p:cNvPr id="84053" name="Text Box 4"/>
            <p:cNvSpPr txBox="1">
              <a:spLocks noChangeArrowheads="1"/>
            </p:cNvSpPr>
            <p:nvPr/>
          </p:nvSpPr>
          <p:spPr bwMode="auto">
            <a:xfrm>
              <a:off x="736" y="3040"/>
              <a:ext cx="46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spcBef>
                  <a:spcPct val="10000"/>
                </a:spcBef>
              </a:pPr>
              <a:r>
                <a:rPr lang="en-US" altLang="zh-CN" sz="2400" dirty="0">
                  <a:solidFill>
                    <a:srgbClr val="1C1C1C"/>
                  </a:solidFill>
                  <a:cs typeface="Times New Roman" pitchFamily="18" charset="0"/>
                </a:rPr>
                <a:t>P</a:t>
              </a:r>
              <a:r>
                <a:rPr lang="en-US" altLang="zh-CN" sz="2400" i="0" dirty="0">
                  <a:solidFill>
                    <a:srgbClr val="1C1C1C"/>
                  </a:solidFill>
                  <a:cs typeface="Times New Roman" pitchFamily="18" charset="0"/>
                </a:rPr>
                <a:t> = </a:t>
              </a:r>
              <a:r>
                <a:rPr lang="en-US" altLang="zh-CN" sz="2400" dirty="0">
                  <a:solidFill>
                    <a:srgbClr val="1C1C1C"/>
                  </a:solidFill>
                  <a:cs typeface="Times New Roman" pitchFamily="18" charset="0"/>
                </a:rPr>
                <a:t>U</a:t>
              </a:r>
              <a:r>
                <a:rPr lang="en-US" altLang="zh-CN" sz="2400" i="0" dirty="0">
                  <a:solidFill>
                    <a:srgbClr val="1C1C1C"/>
                  </a:solidFill>
                  <a:cs typeface="Times New Roman" pitchFamily="18" charset="0"/>
                </a:rPr>
                <a:t> </a:t>
              </a:r>
              <a:r>
                <a:rPr lang="en-US" altLang="zh-CN" sz="2400" dirty="0">
                  <a:solidFill>
                    <a:srgbClr val="1C1C1C"/>
                  </a:solidFill>
                  <a:cs typeface="Times New Roman" pitchFamily="18" charset="0"/>
                </a:rPr>
                <a:t>I </a:t>
              </a:r>
              <a:r>
                <a:rPr lang="en-US" altLang="zh-CN" sz="2400" i="0" dirty="0" err="1">
                  <a:solidFill>
                    <a:srgbClr val="1C1C1C"/>
                  </a:solidFill>
                  <a:cs typeface="Times New Roman" pitchFamily="18" charset="0"/>
                </a:rPr>
                <a:t>cos</a:t>
              </a:r>
              <a:r>
                <a:rPr lang="en-US" altLang="zh-CN" sz="2400" dirty="0">
                  <a:solidFill>
                    <a:srgbClr val="1C1C1C"/>
                  </a:solidFill>
                  <a:cs typeface="Times New Roman" pitchFamily="18" charset="0"/>
                  <a:sym typeface="Symbol" pitchFamily="18" charset="2"/>
                </a:rPr>
                <a:t></a:t>
              </a:r>
              <a:r>
                <a:rPr lang="en-US" altLang="zh-CN" sz="2400" dirty="0">
                  <a:solidFill>
                    <a:srgbClr val="1C1C1C"/>
                  </a:solidFill>
                  <a:cs typeface="Times New Roman" pitchFamily="18" charset="0"/>
                </a:rPr>
                <a:t> </a:t>
              </a:r>
              <a:r>
                <a:rPr lang="en-US" altLang="zh-CN" sz="2400" i="0" dirty="0">
                  <a:solidFill>
                    <a:srgbClr val="1C1C1C"/>
                  </a:solidFill>
                  <a:cs typeface="Times New Roman" pitchFamily="18" charset="0"/>
                </a:rPr>
                <a:t>= 220×0.86×cos ( 0 </a:t>
              </a:r>
              <a:r>
                <a:rPr lang="en-US" altLang="zh-CN" sz="2400" i="0" dirty="0">
                  <a:solidFill>
                    <a:srgbClr val="1C1C1C"/>
                  </a:solidFill>
                  <a:cs typeface="Times New Roman" pitchFamily="18" charset="0"/>
                  <a:sym typeface="Symbol" pitchFamily="18" charset="2"/>
                </a:rPr>
                <a:t> </a:t>
              </a:r>
              <a:r>
                <a:rPr lang="en-US" altLang="zh-CN" sz="2400" i="0" dirty="0">
                  <a:solidFill>
                    <a:srgbClr val="1C1C1C"/>
                  </a:solidFill>
                  <a:cs typeface="Times New Roman" pitchFamily="18" charset="0"/>
                </a:rPr>
                <a:t>39.6   ) W = 146 W </a:t>
              </a:r>
            </a:p>
          </p:txBody>
        </p:sp>
        <p:sp>
          <p:nvSpPr>
            <p:cNvPr id="84054" name="Oval 5"/>
            <p:cNvSpPr>
              <a:spLocks noChangeArrowheads="1"/>
            </p:cNvSpPr>
            <p:nvPr/>
          </p:nvSpPr>
          <p:spPr bwMode="auto">
            <a:xfrm>
              <a:off x="3533" y="3112"/>
              <a:ext cx="41"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55" name="Oval 6"/>
            <p:cNvSpPr>
              <a:spLocks noChangeArrowheads="1"/>
            </p:cNvSpPr>
            <p:nvPr/>
          </p:nvSpPr>
          <p:spPr bwMode="auto">
            <a:xfrm>
              <a:off x="4126" y="3124"/>
              <a:ext cx="42"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grpSp>
      <p:grpSp>
        <p:nvGrpSpPr>
          <p:cNvPr id="3" name="Group 7"/>
          <p:cNvGrpSpPr>
            <a:grpSpLocks/>
          </p:cNvGrpSpPr>
          <p:nvPr/>
        </p:nvGrpSpPr>
        <p:grpSpPr bwMode="auto">
          <a:xfrm>
            <a:off x="1123950" y="5359446"/>
            <a:ext cx="7804150" cy="461963"/>
            <a:chOff x="708" y="3376"/>
            <a:chExt cx="4916" cy="291"/>
          </a:xfrm>
        </p:grpSpPr>
        <p:sp>
          <p:nvSpPr>
            <p:cNvPr id="84050" name="Text Box 8"/>
            <p:cNvSpPr txBox="1">
              <a:spLocks noChangeArrowheads="1"/>
            </p:cNvSpPr>
            <p:nvPr/>
          </p:nvSpPr>
          <p:spPr bwMode="auto">
            <a:xfrm>
              <a:off x="708" y="3376"/>
              <a:ext cx="49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eaLnBrk="1" hangingPunct="1">
                <a:spcBef>
                  <a:spcPct val="10000"/>
                </a:spcBef>
              </a:pPr>
              <a:r>
                <a:rPr lang="en-US" altLang="zh-CN" sz="2400">
                  <a:solidFill>
                    <a:srgbClr val="1C1C1C"/>
                  </a:solidFill>
                  <a:cs typeface="Times New Roman" pitchFamily="18" charset="0"/>
                </a:rPr>
                <a:t>Q</a:t>
              </a:r>
              <a:r>
                <a:rPr lang="en-US" altLang="zh-CN" sz="2400" i="0">
                  <a:solidFill>
                    <a:srgbClr val="1C1C1C"/>
                  </a:solidFill>
                  <a:cs typeface="Times New Roman" pitchFamily="18" charset="0"/>
                </a:rPr>
                <a:t> = </a:t>
              </a:r>
              <a:r>
                <a:rPr lang="en-US" altLang="zh-CN" sz="2400">
                  <a:solidFill>
                    <a:srgbClr val="1C1C1C"/>
                  </a:solidFill>
                  <a:cs typeface="Times New Roman" pitchFamily="18" charset="0"/>
                </a:rPr>
                <a:t>U I </a:t>
              </a:r>
              <a:r>
                <a:rPr lang="en-US" altLang="zh-CN" sz="2400" i="0">
                  <a:solidFill>
                    <a:srgbClr val="1C1C1C"/>
                  </a:solidFill>
                  <a:cs typeface="Times New Roman" pitchFamily="18" charset="0"/>
                </a:rPr>
                <a:t>sin</a:t>
              </a:r>
              <a:r>
                <a:rPr lang="en-US" altLang="zh-CN" sz="2400">
                  <a:solidFill>
                    <a:srgbClr val="1C1C1C"/>
                  </a:solidFill>
                  <a:cs typeface="Times New Roman" pitchFamily="18" charset="0"/>
                </a:rPr>
                <a:t> </a:t>
              </a:r>
              <a:r>
                <a:rPr lang="en-US" altLang="zh-CN" sz="2400">
                  <a:solidFill>
                    <a:srgbClr val="1C1C1C"/>
                  </a:solidFill>
                  <a:cs typeface="Times New Roman" pitchFamily="18" charset="0"/>
                  <a:sym typeface="Symbol" pitchFamily="18" charset="2"/>
                </a:rPr>
                <a:t></a:t>
              </a:r>
              <a:r>
                <a:rPr lang="en-US" altLang="zh-CN" sz="2400">
                  <a:solidFill>
                    <a:srgbClr val="1C1C1C"/>
                  </a:solidFill>
                  <a:cs typeface="Times New Roman" pitchFamily="18" charset="0"/>
                </a:rPr>
                <a:t> </a:t>
              </a:r>
              <a:r>
                <a:rPr lang="en-US" altLang="zh-CN" sz="2400" i="0">
                  <a:solidFill>
                    <a:srgbClr val="1C1C1C"/>
                  </a:solidFill>
                  <a:cs typeface="Times New Roman" pitchFamily="18" charset="0"/>
                </a:rPr>
                <a:t>= 220×0.86×sin ( 0 </a:t>
              </a:r>
              <a:r>
                <a:rPr lang="en-US" altLang="zh-CN" sz="2400" i="0">
                  <a:solidFill>
                    <a:srgbClr val="1C1C1C"/>
                  </a:solidFill>
                  <a:cs typeface="Times New Roman" pitchFamily="18" charset="0"/>
                  <a:sym typeface="Symbol" pitchFamily="18" charset="2"/>
                </a:rPr>
                <a:t> </a:t>
              </a:r>
              <a:r>
                <a:rPr lang="en-US" altLang="zh-CN" sz="2400" i="0">
                  <a:solidFill>
                    <a:srgbClr val="1C1C1C"/>
                  </a:solidFill>
                  <a:cs typeface="Times New Roman" pitchFamily="18" charset="0"/>
                </a:rPr>
                <a:t>39.6  ) var = </a:t>
              </a:r>
              <a:r>
                <a:rPr lang="en-US" altLang="zh-CN" sz="2000" i="0">
                  <a:solidFill>
                    <a:srgbClr val="1C1C1C"/>
                  </a:solidFill>
                  <a:cs typeface="Times New Roman" pitchFamily="18" charset="0"/>
                  <a:sym typeface="Symbol" pitchFamily="18" charset="2"/>
                </a:rPr>
                <a:t></a:t>
              </a:r>
              <a:r>
                <a:rPr lang="en-US" altLang="zh-CN" sz="2400" i="0">
                  <a:solidFill>
                    <a:srgbClr val="1C1C1C"/>
                  </a:solidFill>
                  <a:cs typeface="Times New Roman" pitchFamily="18" charset="0"/>
                </a:rPr>
                <a:t> 121 var </a:t>
              </a:r>
            </a:p>
          </p:txBody>
        </p:sp>
        <p:sp>
          <p:nvSpPr>
            <p:cNvPr id="84051" name="Oval 9"/>
            <p:cNvSpPr>
              <a:spLocks noChangeArrowheads="1"/>
            </p:cNvSpPr>
            <p:nvPr/>
          </p:nvSpPr>
          <p:spPr bwMode="auto">
            <a:xfrm>
              <a:off x="3534" y="3456"/>
              <a:ext cx="45"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sp>
          <p:nvSpPr>
            <p:cNvPr id="84052" name="Oval 10"/>
            <p:cNvSpPr>
              <a:spLocks noChangeArrowheads="1"/>
            </p:cNvSpPr>
            <p:nvPr/>
          </p:nvSpPr>
          <p:spPr bwMode="auto">
            <a:xfrm>
              <a:off x="4111" y="3456"/>
              <a:ext cx="45"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0"/>
            </a:p>
          </p:txBody>
        </p:sp>
      </p:grpSp>
      <p:sp>
        <p:nvSpPr>
          <p:cNvPr id="314379" name="Text Box 11"/>
          <p:cNvSpPr txBox="1">
            <a:spLocks noChangeArrowheads="1"/>
          </p:cNvSpPr>
          <p:nvPr/>
        </p:nvSpPr>
        <p:spPr bwMode="auto">
          <a:xfrm>
            <a:off x="1181178" y="5840209"/>
            <a:ext cx="7429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spcBef>
                <a:spcPct val="10000"/>
              </a:spcBef>
            </a:pPr>
            <a:r>
              <a:rPr lang="en-US" altLang="zh-CN" sz="2400">
                <a:solidFill>
                  <a:srgbClr val="1C1C1C"/>
                </a:solidFill>
                <a:cs typeface="Times New Roman" pitchFamily="18" charset="0"/>
              </a:rPr>
              <a:t>S</a:t>
            </a:r>
            <a:r>
              <a:rPr lang="en-US" altLang="zh-CN" sz="2400" i="0">
                <a:solidFill>
                  <a:srgbClr val="1C1C1C"/>
                </a:solidFill>
                <a:cs typeface="Times New Roman" pitchFamily="18" charset="0"/>
              </a:rPr>
              <a:t> = </a:t>
            </a:r>
            <a:r>
              <a:rPr lang="en-US" altLang="zh-CN" sz="2400">
                <a:solidFill>
                  <a:srgbClr val="1C1C1C"/>
                </a:solidFill>
                <a:cs typeface="Times New Roman" pitchFamily="18" charset="0"/>
              </a:rPr>
              <a:t>U I</a:t>
            </a:r>
            <a:r>
              <a:rPr lang="en-US" altLang="zh-CN" sz="2400" i="0">
                <a:solidFill>
                  <a:srgbClr val="1C1C1C"/>
                </a:solidFill>
                <a:cs typeface="Times New Roman" pitchFamily="18" charset="0"/>
              </a:rPr>
              <a:t> = 220×0.86 V</a:t>
            </a:r>
            <a:r>
              <a:rPr lang="en-US" altLang="en-US" sz="2400" i="0">
                <a:solidFill>
                  <a:srgbClr val="1C1C1C"/>
                </a:solidFill>
                <a:cs typeface="Times New Roman" pitchFamily="18" charset="0"/>
              </a:rPr>
              <a:t>·</a:t>
            </a:r>
            <a:r>
              <a:rPr lang="en-US" altLang="zh-CN" sz="2400" i="0">
                <a:solidFill>
                  <a:srgbClr val="1C1C1C"/>
                </a:solidFill>
                <a:cs typeface="Times New Roman" pitchFamily="18" charset="0"/>
              </a:rPr>
              <a:t>A = 190 V</a:t>
            </a:r>
            <a:r>
              <a:rPr lang="en-US" altLang="en-US" sz="2400" i="0">
                <a:solidFill>
                  <a:srgbClr val="1C1C1C"/>
                </a:solidFill>
                <a:cs typeface="Times New Roman" pitchFamily="18" charset="0"/>
              </a:rPr>
              <a:t>·</a:t>
            </a:r>
            <a:r>
              <a:rPr lang="en-US" altLang="zh-CN" sz="2400" i="0">
                <a:solidFill>
                  <a:srgbClr val="1C1C1C"/>
                </a:solidFill>
                <a:cs typeface="Times New Roman" pitchFamily="18" charset="0"/>
              </a:rPr>
              <a:t>A</a:t>
            </a:r>
          </a:p>
        </p:txBody>
      </p:sp>
      <p:sp>
        <p:nvSpPr>
          <p:cNvPr id="314380" name="Rectangle 12"/>
          <p:cNvSpPr>
            <a:spLocks noChangeArrowheads="1"/>
          </p:cNvSpPr>
          <p:nvPr/>
        </p:nvSpPr>
        <p:spPr bwMode="auto">
          <a:xfrm>
            <a:off x="907599" y="3470851"/>
            <a:ext cx="30770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dirty="0">
                <a:solidFill>
                  <a:srgbClr val="800000"/>
                </a:solidFill>
                <a:cs typeface="Times New Roman" pitchFamily="18" charset="0"/>
              </a:rPr>
              <a:t> </a:t>
            </a:r>
            <a:r>
              <a:rPr lang="en-US" altLang="zh-CN" sz="2400" i="0" dirty="0">
                <a:solidFill>
                  <a:srgbClr val="FF0000"/>
                </a:solidFill>
                <a:cs typeface="Times New Roman" pitchFamily="18" charset="0"/>
              </a:rPr>
              <a:t>[</a:t>
            </a:r>
            <a:r>
              <a:rPr lang="en-US" altLang="zh-CN" sz="2400" dirty="0">
                <a:solidFill>
                  <a:srgbClr val="FF0000"/>
                </a:solidFill>
                <a:cs typeface="Times New Roman" pitchFamily="18" charset="0"/>
              </a:rPr>
              <a:t>Solution</a:t>
            </a:r>
            <a:r>
              <a:rPr lang="en-US" altLang="zh-CN" sz="2400" i="0" dirty="0">
                <a:solidFill>
                  <a:srgbClr val="FF0000"/>
                </a:solidFill>
                <a:cs typeface="Times New Roman" pitchFamily="18" charset="0"/>
              </a:rPr>
              <a:t>] </a:t>
            </a:r>
            <a:r>
              <a:rPr lang="en-US" altLang="zh-CN" sz="2400" dirty="0">
                <a:solidFill>
                  <a:srgbClr val="FF0000"/>
                </a:solidFill>
                <a:cs typeface="Times New Roman" pitchFamily="18" charset="0"/>
              </a:rPr>
              <a:t>Method </a:t>
            </a:r>
            <a:r>
              <a:rPr lang="en-US" altLang="zh-CN" sz="2400" i="0" dirty="0">
                <a:solidFill>
                  <a:srgbClr val="FF0000"/>
                </a:solidFill>
                <a:cs typeface="Times New Roman" pitchFamily="18" charset="0"/>
              </a:rPr>
              <a:t>1 </a:t>
            </a:r>
          </a:p>
        </p:txBody>
      </p:sp>
      <p:sp>
        <p:nvSpPr>
          <p:cNvPr id="314381" name="Text Box 13"/>
          <p:cNvSpPr txBox="1">
            <a:spLocks noChangeArrowheads="1"/>
          </p:cNvSpPr>
          <p:nvPr/>
        </p:nvSpPr>
        <p:spPr bwMode="auto">
          <a:xfrm>
            <a:off x="1112384" y="3932527"/>
            <a:ext cx="68185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400" i="0" dirty="0">
                <a:cs typeface="Times New Roman" pitchFamily="18" charset="0"/>
              </a:rPr>
              <a:t>Find the total powers by using the voltage and current at the terminals</a:t>
            </a:r>
            <a:endParaRPr lang="zh-CN" altLang="en-US" sz="2400" i="0" dirty="0">
              <a:cs typeface="Times New Roman" pitchFamily="18" charset="0"/>
            </a:endParaRPr>
          </a:p>
        </p:txBody>
      </p:sp>
      <p:grpSp>
        <p:nvGrpSpPr>
          <p:cNvPr id="4" name="Group 14"/>
          <p:cNvGrpSpPr>
            <a:grpSpLocks/>
          </p:cNvGrpSpPr>
          <p:nvPr/>
        </p:nvGrpSpPr>
        <p:grpSpPr bwMode="auto">
          <a:xfrm>
            <a:off x="2017730" y="1285088"/>
            <a:ext cx="5457825" cy="2157415"/>
            <a:chOff x="1524" y="1168"/>
            <a:chExt cx="3438" cy="1359"/>
          </a:xfrm>
        </p:grpSpPr>
        <p:sp>
          <p:nvSpPr>
            <p:cNvPr id="83986" name="Rectangle 15"/>
            <p:cNvSpPr>
              <a:spLocks noChangeArrowheads="1"/>
            </p:cNvSpPr>
            <p:nvPr/>
          </p:nvSpPr>
          <p:spPr bwMode="auto">
            <a:xfrm>
              <a:off x="2145" y="1202"/>
              <a:ext cx="3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med" len="lg"/>
                </a14:hiddenLine>
              </a:ext>
            </a:extLst>
          </p:spPr>
          <p:txBody>
            <a:bodyPr>
              <a:spAutoFit/>
            </a:bodyPr>
            <a:lstStyle/>
            <a:p>
              <a:pPr algn="l"/>
              <a:r>
                <a:rPr lang="en-US" altLang="zh-CN" sz="2000">
                  <a:solidFill>
                    <a:srgbClr val="000000"/>
                  </a:solidFill>
                </a:rPr>
                <a:t>I</a:t>
              </a:r>
              <a:endParaRPr lang="en-US" altLang="zh-CN" sz="2000" baseline="-25000">
                <a:solidFill>
                  <a:srgbClr val="000000"/>
                </a:solidFill>
              </a:endParaRPr>
            </a:p>
          </p:txBody>
        </p:sp>
        <p:sp>
          <p:nvSpPr>
            <p:cNvPr id="83987" name="Rectangle 16"/>
            <p:cNvSpPr>
              <a:spLocks noChangeArrowheads="1"/>
            </p:cNvSpPr>
            <p:nvPr/>
          </p:nvSpPr>
          <p:spPr bwMode="auto">
            <a:xfrm>
              <a:off x="2800" y="1184"/>
              <a:ext cx="5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a:spcBef>
                  <a:spcPct val="25000"/>
                </a:spcBef>
              </a:pPr>
              <a:r>
                <a:rPr lang="en-US" altLang="zh-CN" sz="2000" i="0" dirty="0">
                  <a:solidFill>
                    <a:srgbClr val="1C1C1C"/>
                  </a:solidFill>
                </a:rPr>
                <a:t>39.6</a:t>
              </a:r>
            </a:p>
          </p:txBody>
        </p:sp>
        <p:sp>
          <p:nvSpPr>
            <p:cNvPr id="83988" name="Text Box 17"/>
            <p:cNvSpPr txBox="1">
              <a:spLocks noChangeArrowheads="1"/>
            </p:cNvSpPr>
            <p:nvPr/>
          </p:nvSpPr>
          <p:spPr bwMode="auto">
            <a:xfrm>
              <a:off x="3569" y="1503"/>
              <a:ext cx="3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sym typeface="Wingdings" pitchFamily="2" charset="2"/>
                </a:rPr>
                <a:t>A</a:t>
              </a:r>
            </a:p>
          </p:txBody>
        </p:sp>
        <p:sp>
          <p:nvSpPr>
            <p:cNvPr id="83989" name="Rectangle 18"/>
            <p:cNvSpPr>
              <a:spLocks noChangeArrowheads="1"/>
            </p:cNvSpPr>
            <p:nvPr/>
          </p:nvSpPr>
          <p:spPr bwMode="auto">
            <a:xfrm>
              <a:off x="3371" y="1488"/>
              <a:ext cx="3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a:spcBef>
                  <a:spcPct val="25000"/>
                </a:spcBef>
              </a:pPr>
              <a:r>
                <a:rPr lang="en-US" altLang="zh-CN" sz="2000" i="0">
                  <a:solidFill>
                    <a:srgbClr val="1C1C1C"/>
                  </a:solidFill>
                </a:rPr>
                <a:t>80</a:t>
              </a:r>
            </a:p>
          </p:txBody>
        </p:sp>
        <p:sp>
          <p:nvSpPr>
            <p:cNvPr id="83990" name="Rectangle 19"/>
            <p:cNvSpPr>
              <a:spLocks noChangeArrowheads="1"/>
            </p:cNvSpPr>
            <p:nvPr/>
          </p:nvSpPr>
          <p:spPr bwMode="auto">
            <a:xfrm>
              <a:off x="2876" y="1520"/>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lgn="l"/>
              <a:r>
                <a:rPr lang="en-US" altLang="zh-CN" sz="2000" i="0">
                  <a:solidFill>
                    <a:srgbClr val="1C1C1C"/>
                  </a:solidFill>
                </a:rPr>
                <a:t>=</a:t>
              </a:r>
            </a:p>
          </p:txBody>
        </p:sp>
        <p:sp>
          <p:nvSpPr>
            <p:cNvPr id="83991" name="Text Box 20"/>
            <p:cNvSpPr txBox="1">
              <a:spLocks noChangeArrowheads="1"/>
            </p:cNvSpPr>
            <p:nvPr/>
          </p:nvSpPr>
          <p:spPr bwMode="auto">
            <a:xfrm>
              <a:off x="3156" y="1185"/>
              <a:ext cx="4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rPr>
                <a:t>A</a:t>
              </a:r>
            </a:p>
          </p:txBody>
        </p:sp>
        <p:grpSp>
          <p:nvGrpSpPr>
            <p:cNvPr id="83992" name="Group 21"/>
            <p:cNvGrpSpPr>
              <a:grpSpLocks/>
            </p:cNvGrpSpPr>
            <p:nvPr/>
          </p:nvGrpSpPr>
          <p:grpSpPr bwMode="auto">
            <a:xfrm rot="5400000" flipV="1">
              <a:off x="2727" y="2107"/>
              <a:ext cx="72" cy="202"/>
              <a:chOff x="4156" y="2784"/>
              <a:chExt cx="85" cy="312"/>
            </a:xfrm>
          </p:grpSpPr>
          <p:sp>
            <p:nvSpPr>
              <p:cNvPr id="84048" name="Line 22"/>
              <p:cNvSpPr>
                <a:spLocks noChangeShapeType="1"/>
              </p:cNvSpPr>
              <p:nvPr/>
            </p:nvSpPr>
            <p:spPr bwMode="auto">
              <a:xfrm>
                <a:off x="4156" y="2784"/>
                <a:ext cx="0" cy="3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49" name="Line 23"/>
              <p:cNvSpPr>
                <a:spLocks noChangeShapeType="1"/>
              </p:cNvSpPr>
              <p:nvPr/>
            </p:nvSpPr>
            <p:spPr bwMode="auto">
              <a:xfrm>
                <a:off x="4241" y="2784"/>
                <a:ext cx="0" cy="3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993" name="Line 24"/>
            <p:cNvSpPr>
              <a:spLocks noChangeShapeType="1"/>
            </p:cNvSpPr>
            <p:nvPr/>
          </p:nvSpPr>
          <p:spPr bwMode="auto">
            <a:xfrm flipH="1">
              <a:off x="2763" y="1917"/>
              <a:ext cx="0" cy="2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4" name="Line 25"/>
            <p:cNvSpPr>
              <a:spLocks noChangeShapeType="1"/>
            </p:cNvSpPr>
            <p:nvPr/>
          </p:nvSpPr>
          <p:spPr bwMode="auto">
            <a:xfrm flipV="1">
              <a:off x="2129" y="2473"/>
              <a:ext cx="178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5" name="Oval 26"/>
            <p:cNvSpPr>
              <a:spLocks noChangeArrowheads="1"/>
            </p:cNvSpPr>
            <p:nvPr/>
          </p:nvSpPr>
          <p:spPr bwMode="auto">
            <a:xfrm>
              <a:off x="2139" y="1451"/>
              <a:ext cx="51" cy="48"/>
            </a:xfrm>
            <a:prstGeom prst="ellipse">
              <a:avLst/>
            </a:prstGeom>
            <a:solidFill>
              <a:srgbClr val="FFFFFF"/>
            </a:solidFill>
            <a:ln w="28575" algn="ctr">
              <a:solidFill>
                <a:srgbClr val="000000"/>
              </a:solidFill>
              <a:round/>
              <a:headEnd/>
              <a:tailEnd type="none" w="med" len="lg"/>
            </a:ln>
          </p:spPr>
          <p:txBody>
            <a:bodyPr wrap="none" anchor="ctr"/>
            <a:lstStyle/>
            <a:p>
              <a:pPr algn="l"/>
              <a:endParaRPr lang="zh-CN" altLang="en-US" i="0"/>
            </a:p>
          </p:txBody>
        </p:sp>
        <p:sp>
          <p:nvSpPr>
            <p:cNvPr id="83996" name="Oval 27"/>
            <p:cNvSpPr>
              <a:spLocks noChangeArrowheads="1"/>
            </p:cNvSpPr>
            <p:nvPr/>
          </p:nvSpPr>
          <p:spPr bwMode="auto">
            <a:xfrm>
              <a:off x="2089" y="2437"/>
              <a:ext cx="51" cy="48"/>
            </a:xfrm>
            <a:prstGeom prst="ellipse">
              <a:avLst/>
            </a:prstGeom>
            <a:solidFill>
              <a:srgbClr val="FFFFFF"/>
            </a:solidFill>
            <a:ln w="28575" algn="ctr">
              <a:solidFill>
                <a:srgbClr val="000000"/>
              </a:solidFill>
              <a:round/>
              <a:headEnd/>
              <a:tailEnd type="none" w="med" len="lg"/>
            </a:ln>
          </p:spPr>
          <p:txBody>
            <a:bodyPr wrap="none" anchor="ctr"/>
            <a:lstStyle/>
            <a:p>
              <a:pPr algn="l"/>
              <a:endParaRPr lang="zh-CN" altLang="en-US" i="0"/>
            </a:p>
          </p:txBody>
        </p:sp>
        <p:sp>
          <p:nvSpPr>
            <p:cNvPr id="83997" name="Text Box 28"/>
            <p:cNvSpPr txBox="1">
              <a:spLocks noChangeArrowheads="1"/>
            </p:cNvSpPr>
            <p:nvPr/>
          </p:nvSpPr>
          <p:spPr bwMode="auto">
            <a:xfrm>
              <a:off x="1846" y="1392"/>
              <a:ext cx="4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sym typeface="Symbol" pitchFamily="18" charset="2"/>
                </a:rPr>
                <a:t>+ </a:t>
              </a:r>
              <a:endParaRPr lang="en-US" altLang="zh-CN" sz="2000" i="0">
                <a:solidFill>
                  <a:srgbClr val="1C1C1C"/>
                </a:solidFill>
                <a:latin typeface="Arial" charset="0"/>
                <a:cs typeface="Times New Roman" pitchFamily="18" charset="0"/>
              </a:endParaRPr>
            </a:p>
          </p:txBody>
        </p:sp>
        <p:sp>
          <p:nvSpPr>
            <p:cNvPr id="83998" name="Text Box 29"/>
            <p:cNvSpPr txBox="1">
              <a:spLocks noChangeArrowheads="1"/>
            </p:cNvSpPr>
            <p:nvPr/>
          </p:nvSpPr>
          <p:spPr bwMode="auto">
            <a:xfrm>
              <a:off x="1874" y="2275"/>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sym typeface="Symbol" pitchFamily="18" charset="2"/>
                </a:rPr>
                <a:t></a:t>
              </a:r>
              <a:endParaRPr lang="en-US" altLang="zh-CN" sz="2000" i="0">
                <a:solidFill>
                  <a:srgbClr val="1C1C1C"/>
                </a:solidFill>
                <a:latin typeface="Arial" charset="0"/>
                <a:cs typeface="Times New Roman" pitchFamily="18" charset="0"/>
              </a:endParaRPr>
            </a:p>
          </p:txBody>
        </p:sp>
        <p:sp>
          <p:nvSpPr>
            <p:cNvPr id="83999" name="Line 30"/>
            <p:cNvSpPr>
              <a:spLocks noChangeShapeType="1"/>
            </p:cNvSpPr>
            <p:nvPr/>
          </p:nvSpPr>
          <p:spPr bwMode="auto">
            <a:xfrm flipV="1">
              <a:off x="2192" y="1481"/>
              <a:ext cx="1735" cy="0"/>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4000" name="Line 31"/>
            <p:cNvSpPr>
              <a:spLocks noChangeShapeType="1"/>
            </p:cNvSpPr>
            <p:nvPr/>
          </p:nvSpPr>
          <p:spPr bwMode="auto">
            <a:xfrm flipH="1">
              <a:off x="3930" y="1481"/>
              <a:ext cx="1" cy="174"/>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nvGrpSpPr>
            <p:cNvPr id="84001" name="Group 32"/>
            <p:cNvGrpSpPr>
              <a:grpSpLocks/>
            </p:cNvGrpSpPr>
            <p:nvPr/>
          </p:nvGrpSpPr>
          <p:grpSpPr bwMode="auto">
            <a:xfrm rot="5400000">
              <a:off x="3769" y="2153"/>
              <a:ext cx="382" cy="75"/>
              <a:chOff x="2937" y="2415"/>
              <a:chExt cx="793" cy="114"/>
            </a:xfrm>
          </p:grpSpPr>
          <p:sp>
            <p:nvSpPr>
              <p:cNvPr id="84044" name="Freeform 33"/>
              <p:cNvSpPr>
                <a:spLocks/>
              </p:cNvSpPr>
              <p:nvPr/>
            </p:nvSpPr>
            <p:spPr bwMode="auto">
              <a:xfrm>
                <a:off x="2937" y="2415"/>
                <a:ext cx="198" cy="114"/>
              </a:xfrm>
              <a:custGeom>
                <a:avLst/>
                <a:gdLst>
                  <a:gd name="T0" fmla="*/ 0 w 1290"/>
                  <a:gd name="T1" fmla="*/ 0 h 734"/>
                  <a:gd name="T2" fmla="*/ 0 w 1290"/>
                  <a:gd name="T3" fmla="*/ 0 h 734"/>
                  <a:gd name="T4" fmla="*/ 0 w 1290"/>
                  <a:gd name="T5" fmla="*/ 0 h 734"/>
                  <a:gd name="T6" fmla="*/ 0 w 1290"/>
                  <a:gd name="T7" fmla="*/ 0 h 734"/>
                  <a:gd name="T8" fmla="*/ 0 w 1290"/>
                  <a:gd name="T9" fmla="*/ 0 h 734"/>
                  <a:gd name="T10" fmla="*/ 0 w 1290"/>
                  <a:gd name="T11" fmla="*/ 0 h 734"/>
                  <a:gd name="T12" fmla="*/ 0 w 1290"/>
                  <a:gd name="T13" fmla="*/ 0 h 734"/>
                  <a:gd name="T14" fmla="*/ 0 w 1290"/>
                  <a:gd name="T15" fmla="*/ 0 h 734"/>
                  <a:gd name="T16" fmla="*/ 0 w 1290"/>
                  <a:gd name="T17" fmla="*/ 0 h 734"/>
                  <a:gd name="T18" fmla="*/ 0 w 1290"/>
                  <a:gd name="T19" fmla="*/ 0 h 7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90"/>
                  <a:gd name="T31" fmla="*/ 0 h 734"/>
                  <a:gd name="T32" fmla="*/ 1290 w 1290"/>
                  <a:gd name="T33" fmla="*/ 734 h 7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90" h="734">
                    <a:moveTo>
                      <a:pt x="0" y="734"/>
                    </a:moveTo>
                    <a:cubicBezTo>
                      <a:pt x="4" y="682"/>
                      <a:pt x="9" y="509"/>
                      <a:pt x="35" y="424"/>
                    </a:cubicBezTo>
                    <a:cubicBezTo>
                      <a:pt x="61" y="339"/>
                      <a:pt x="100" y="283"/>
                      <a:pt x="155" y="221"/>
                    </a:cubicBezTo>
                    <a:cubicBezTo>
                      <a:pt x="210" y="159"/>
                      <a:pt x="287" y="88"/>
                      <a:pt x="368" y="53"/>
                    </a:cubicBezTo>
                    <a:cubicBezTo>
                      <a:pt x="449" y="18"/>
                      <a:pt x="566" y="15"/>
                      <a:pt x="643" y="9"/>
                    </a:cubicBezTo>
                    <a:cubicBezTo>
                      <a:pt x="720" y="3"/>
                      <a:pt x="770" y="0"/>
                      <a:pt x="829" y="18"/>
                    </a:cubicBezTo>
                    <a:cubicBezTo>
                      <a:pt x="888" y="36"/>
                      <a:pt x="945" y="77"/>
                      <a:pt x="997" y="115"/>
                    </a:cubicBezTo>
                    <a:cubicBezTo>
                      <a:pt x="1049" y="153"/>
                      <a:pt x="1094" y="186"/>
                      <a:pt x="1139" y="248"/>
                    </a:cubicBezTo>
                    <a:cubicBezTo>
                      <a:pt x="1184" y="310"/>
                      <a:pt x="1244" y="405"/>
                      <a:pt x="1267" y="486"/>
                    </a:cubicBezTo>
                    <a:cubicBezTo>
                      <a:pt x="1290" y="567"/>
                      <a:pt x="1277" y="681"/>
                      <a:pt x="1279" y="732"/>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5" name="Freeform 34"/>
              <p:cNvSpPr>
                <a:spLocks/>
              </p:cNvSpPr>
              <p:nvPr/>
            </p:nvSpPr>
            <p:spPr bwMode="auto">
              <a:xfrm>
                <a:off x="3135" y="2415"/>
                <a:ext cx="198" cy="114"/>
              </a:xfrm>
              <a:custGeom>
                <a:avLst/>
                <a:gdLst>
                  <a:gd name="T0" fmla="*/ 0 w 1290"/>
                  <a:gd name="T1" fmla="*/ 0 h 734"/>
                  <a:gd name="T2" fmla="*/ 0 w 1290"/>
                  <a:gd name="T3" fmla="*/ 0 h 734"/>
                  <a:gd name="T4" fmla="*/ 0 w 1290"/>
                  <a:gd name="T5" fmla="*/ 0 h 734"/>
                  <a:gd name="T6" fmla="*/ 0 w 1290"/>
                  <a:gd name="T7" fmla="*/ 0 h 734"/>
                  <a:gd name="T8" fmla="*/ 0 w 1290"/>
                  <a:gd name="T9" fmla="*/ 0 h 734"/>
                  <a:gd name="T10" fmla="*/ 0 w 1290"/>
                  <a:gd name="T11" fmla="*/ 0 h 734"/>
                  <a:gd name="T12" fmla="*/ 0 w 1290"/>
                  <a:gd name="T13" fmla="*/ 0 h 734"/>
                  <a:gd name="T14" fmla="*/ 0 w 1290"/>
                  <a:gd name="T15" fmla="*/ 0 h 734"/>
                  <a:gd name="T16" fmla="*/ 0 w 1290"/>
                  <a:gd name="T17" fmla="*/ 0 h 734"/>
                  <a:gd name="T18" fmla="*/ 0 w 1290"/>
                  <a:gd name="T19" fmla="*/ 0 h 7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90"/>
                  <a:gd name="T31" fmla="*/ 0 h 734"/>
                  <a:gd name="T32" fmla="*/ 1290 w 1290"/>
                  <a:gd name="T33" fmla="*/ 734 h 7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90" h="734">
                    <a:moveTo>
                      <a:pt x="0" y="734"/>
                    </a:moveTo>
                    <a:cubicBezTo>
                      <a:pt x="4" y="682"/>
                      <a:pt x="9" y="509"/>
                      <a:pt x="35" y="424"/>
                    </a:cubicBezTo>
                    <a:cubicBezTo>
                      <a:pt x="61" y="339"/>
                      <a:pt x="100" y="283"/>
                      <a:pt x="155" y="221"/>
                    </a:cubicBezTo>
                    <a:cubicBezTo>
                      <a:pt x="210" y="159"/>
                      <a:pt x="287" y="88"/>
                      <a:pt x="368" y="53"/>
                    </a:cubicBezTo>
                    <a:cubicBezTo>
                      <a:pt x="449" y="18"/>
                      <a:pt x="566" y="15"/>
                      <a:pt x="643" y="9"/>
                    </a:cubicBezTo>
                    <a:cubicBezTo>
                      <a:pt x="720" y="3"/>
                      <a:pt x="770" y="0"/>
                      <a:pt x="829" y="18"/>
                    </a:cubicBezTo>
                    <a:cubicBezTo>
                      <a:pt x="888" y="36"/>
                      <a:pt x="945" y="77"/>
                      <a:pt x="997" y="115"/>
                    </a:cubicBezTo>
                    <a:cubicBezTo>
                      <a:pt x="1049" y="153"/>
                      <a:pt x="1094" y="186"/>
                      <a:pt x="1139" y="248"/>
                    </a:cubicBezTo>
                    <a:cubicBezTo>
                      <a:pt x="1184" y="310"/>
                      <a:pt x="1244" y="405"/>
                      <a:pt x="1267" y="486"/>
                    </a:cubicBezTo>
                    <a:cubicBezTo>
                      <a:pt x="1290" y="567"/>
                      <a:pt x="1277" y="681"/>
                      <a:pt x="1279" y="732"/>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6" name="Freeform 35"/>
              <p:cNvSpPr>
                <a:spLocks/>
              </p:cNvSpPr>
              <p:nvPr/>
            </p:nvSpPr>
            <p:spPr bwMode="auto">
              <a:xfrm>
                <a:off x="3334" y="2415"/>
                <a:ext cx="198" cy="114"/>
              </a:xfrm>
              <a:custGeom>
                <a:avLst/>
                <a:gdLst>
                  <a:gd name="T0" fmla="*/ 0 w 1290"/>
                  <a:gd name="T1" fmla="*/ 0 h 734"/>
                  <a:gd name="T2" fmla="*/ 0 w 1290"/>
                  <a:gd name="T3" fmla="*/ 0 h 734"/>
                  <a:gd name="T4" fmla="*/ 0 w 1290"/>
                  <a:gd name="T5" fmla="*/ 0 h 734"/>
                  <a:gd name="T6" fmla="*/ 0 w 1290"/>
                  <a:gd name="T7" fmla="*/ 0 h 734"/>
                  <a:gd name="T8" fmla="*/ 0 w 1290"/>
                  <a:gd name="T9" fmla="*/ 0 h 734"/>
                  <a:gd name="T10" fmla="*/ 0 w 1290"/>
                  <a:gd name="T11" fmla="*/ 0 h 734"/>
                  <a:gd name="T12" fmla="*/ 0 w 1290"/>
                  <a:gd name="T13" fmla="*/ 0 h 734"/>
                  <a:gd name="T14" fmla="*/ 0 w 1290"/>
                  <a:gd name="T15" fmla="*/ 0 h 734"/>
                  <a:gd name="T16" fmla="*/ 0 w 1290"/>
                  <a:gd name="T17" fmla="*/ 0 h 734"/>
                  <a:gd name="T18" fmla="*/ 0 w 1290"/>
                  <a:gd name="T19" fmla="*/ 0 h 7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90"/>
                  <a:gd name="T31" fmla="*/ 0 h 734"/>
                  <a:gd name="T32" fmla="*/ 1290 w 1290"/>
                  <a:gd name="T33" fmla="*/ 734 h 7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90" h="734">
                    <a:moveTo>
                      <a:pt x="0" y="734"/>
                    </a:moveTo>
                    <a:cubicBezTo>
                      <a:pt x="4" y="682"/>
                      <a:pt x="9" y="509"/>
                      <a:pt x="35" y="424"/>
                    </a:cubicBezTo>
                    <a:cubicBezTo>
                      <a:pt x="61" y="339"/>
                      <a:pt x="100" y="283"/>
                      <a:pt x="155" y="221"/>
                    </a:cubicBezTo>
                    <a:cubicBezTo>
                      <a:pt x="210" y="159"/>
                      <a:pt x="287" y="88"/>
                      <a:pt x="368" y="53"/>
                    </a:cubicBezTo>
                    <a:cubicBezTo>
                      <a:pt x="449" y="18"/>
                      <a:pt x="566" y="15"/>
                      <a:pt x="643" y="9"/>
                    </a:cubicBezTo>
                    <a:cubicBezTo>
                      <a:pt x="720" y="3"/>
                      <a:pt x="770" y="0"/>
                      <a:pt x="829" y="18"/>
                    </a:cubicBezTo>
                    <a:cubicBezTo>
                      <a:pt x="888" y="36"/>
                      <a:pt x="945" y="77"/>
                      <a:pt x="997" y="115"/>
                    </a:cubicBezTo>
                    <a:cubicBezTo>
                      <a:pt x="1049" y="153"/>
                      <a:pt x="1094" y="186"/>
                      <a:pt x="1139" y="248"/>
                    </a:cubicBezTo>
                    <a:cubicBezTo>
                      <a:pt x="1184" y="310"/>
                      <a:pt x="1244" y="405"/>
                      <a:pt x="1267" y="486"/>
                    </a:cubicBezTo>
                    <a:cubicBezTo>
                      <a:pt x="1290" y="567"/>
                      <a:pt x="1277" y="681"/>
                      <a:pt x="1279" y="732"/>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7" name="Freeform 36"/>
              <p:cNvSpPr>
                <a:spLocks/>
              </p:cNvSpPr>
              <p:nvPr/>
            </p:nvSpPr>
            <p:spPr bwMode="auto">
              <a:xfrm>
                <a:off x="3532" y="2415"/>
                <a:ext cx="198" cy="114"/>
              </a:xfrm>
              <a:custGeom>
                <a:avLst/>
                <a:gdLst>
                  <a:gd name="T0" fmla="*/ 0 w 1290"/>
                  <a:gd name="T1" fmla="*/ 0 h 734"/>
                  <a:gd name="T2" fmla="*/ 0 w 1290"/>
                  <a:gd name="T3" fmla="*/ 0 h 734"/>
                  <a:gd name="T4" fmla="*/ 0 w 1290"/>
                  <a:gd name="T5" fmla="*/ 0 h 734"/>
                  <a:gd name="T6" fmla="*/ 0 w 1290"/>
                  <a:gd name="T7" fmla="*/ 0 h 734"/>
                  <a:gd name="T8" fmla="*/ 0 w 1290"/>
                  <a:gd name="T9" fmla="*/ 0 h 734"/>
                  <a:gd name="T10" fmla="*/ 0 w 1290"/>
                  <a:gd name="T11" fmla="*/ 0 h 734"/>
                  <a:gd name="T12" fmla="*/ 0 w 1290"/>
                  <a:gd name="T13" fmla="*/ 0 h 734"/>
                  <a:gd name="T14" fmla="*/ 0 w 1290"/>
                  <a:gd name="T15" fmla="*/ 0 h 734"/>
                  <a:gd name="T16" fmla="*/ 0 w 1290"/>
                  <a:gd name="T17" fmla="*/ 0 h 734"/>
                  <a:gd name="T18" fmla="*/ 0 w 1290"/>
                  <a:gd name="T19" fmla="*/ 0 h 7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90"/>
                  <a:gd name="T31" fmla="*/ 0 h 734"/>
                  <a:gd name="T32" fmla="*/ 1290 w 1290"/>
                  <a:gd name="T33" fmla="*/ 734 h 7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90" h="734">
                    <a:moveTo>
                      <a:pt x="0" y="734"/>
                    </a:moveTo>
                    <a:cubicBezTo>
                      <a:pt x="4" y="682"/>
                      <a:pt x="9" y="509"/>
                      <a:pt x="35" y="424"/>
                    </a:cubicBezTo>
                    <a:cubicBezTo>
                      <a:pt x="61" y="339"/>
                      <a:pt x="100" y="283"/>
                      <a:pt x="155" y="221"/>
                    </a:cubicBezTo>
                    <a:cubicBezTo>
                      <a:pt x="210" y="159"/>
                      <a:pt x="287" y="88"/>
                      <a:pt x="368" y="53"/>
                    </a:cubicBezTo>
                    <a:cubicBezTo>
                      <a:pt x="449" y="18"/>
                      <a:pt x="566" y="15"/>
                      <a:pt x="643" y="9"/>
                    </a:cubicBezTo>
                    <a:cubicBezTo>
                      <a:pt x="720" y="3"/>
                      <a:pt x="770" y="0"/>
                      <a:pt x="829" y="18"/>
                    </a:cubicBezTo>
                    <a:cubicBezTo>
                      <a:pt x="888" y="36"/>
                      <a:pt x="945" y="77"/>
                      <a:pt x="997" y="115"/>
                    </a:cubicBezTo>
                    <a:cubicBezTo>
                      <a:pt x="1049" y="153"/>
                      <a:pt x="1094" y="186"/>
                      <a:pt x="1139" y="248"/>
                    </a:cubicBezTo>
                    <a:cubicBezTo>
                      <a:pt x="1184" y="310"/>
                      <a:pt x="1244" y="405"/>
                      <a:pt x="1267" y="486"/>
                    </a:cubicBezTo>
                    <a:cubicBezTo>
                      <a:pt x="1290" y="567"/>
                      <a:pt x="1277" y="681"/>
                      <a:pt x="1279" y="732"/>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4002" name="Rectangle 37"/>
            <p:cNvSpPr>
              <a:spLocks noChangeArrowheads="1"/>
            </p:cNvSpPr>
            <p:nvPr/>
          </p:nvSpPr>
          <p:spPr bwMode="auto">
            <a:xfrm rot="10800000">
              <a:off x="3878" y="1663"/>
              <a:ext cx="93" cy="22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03" name="Line 38"/>
            <p:cNvSpPr>
              <a:spLocks noChangeShapeType="1"/>
            </p:cNvSpPr>
            <p:nvPr/>
          </p:nvSpPr>
          <p:spPr bwMode="auto">
            <a:xfrm>
              <a:off x="3922" y="1886"/>
              <a:ext cx="0" cy="114"/>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4004" name="Line 39"/>
            <p:cNvSpPr>
              <a:spLocks noChangeShapeType="1"/>
            </p:cNvSpPr>
            <p:nvPr/>
          </p:nvSpPr>
          <p:spPr bwMode="auto">
            <a:xfrm>
              <a:off x="3922" y="2368"/>
              <a:ext cx="0" cy="114"/>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4005" name="Text Box 40"/>
            <p:cNvSpPr txBox="1">
              <a:spLocks noChangeArrowheads="1"/>
            </p:cNvSpPr>
            <p:nvPr/>
          </p:nvSpPr>
          <p:spPr bwMode="auto">
            <a:xfrm>
              <a:off x="2460" y="1707"/>
              <a:ext cx="4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a:solidFill>
                    <a:srgbClr val="1C1C1C"/>
                  </a:solidFill>
                </a:rPr>
                <a:t>R</a:t>
              </a:r>
              <a:r>
                <a:rPr lang="en-US" altLang="zh-CN" sz="2000" i="0" baseline="-25000">
                  <a:solidFill>
                    <a:srgbClr val="1C1C1C"/>
                  </a:solidFill>
                </a:rPr>
                <a:t>1 </a:t>
              </a:r>
            </a:p>
          </p:txBody>
        </p:sp>
        <p:sp>
          <p:nvSpPr>
            <p:cNvPr id="84006" name="Line 41"/>
            <p:cNvSpPr>
              <a:spLocks noChangeShapeType="1"/>
            </p:cNvSpPr>
            <p:nvPr/>
          </p:nvSpPr>
          <p:spPr bwMode="auto">
            <a:xfrm flipH="1">
              <a:off x="2763" y="2236"/>
              <a:ext cx="0" cy="237"/>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4007" name="Line 42"/>
            <p:cNvSpPr>
              <a:spLocks noChangeShapeType="1"/>
            </p:cNvSpPr>
            <p:nvPr/>
          </p:nvSpPr>
          <p:spPr bwMode="auto">
            <a:xfrm>
              <a:off x="2759" y="1481"/>
              <a:ext cx="0" cy="198"/>
            </a:xfrm>
            <a:prstGeom prst="line">
              <a:avLst/>
            </a:prstGeom>
            <a:noFill/>
            <a:ln w="28575">
              <a:solidFill>
                <a:srgbClr val="00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4008" name="Rectangle 43"/>
            <p:cNvSpPr>
              <a:spLocks noChangeArrowheads="1"/>
            </p:cNvSpPr>
            <p:nvPr/>
          </p:nvSpPr>
          <p:spPr bwMode="auto">
            <a:xfrm>
              <a:off x="4081" y="1168"/>
              <a:ext cx="6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a:spcBef>
                  <a:spcPct val="25000"/>
                </a:spcBef>
              </a:pPr>
              <a:r>
                <a:rPr lang="en-US" altLang="zh-CN" sz="2000" i="0" dirty="0">
                  <a:solidFill>
                    <a:srgbClr val="1C1C1C"/>
                  </a:solidFill>
                </a:rPr>
                <a:t> </a:t>
              </a:r>
              <a:r>
                <a:rPr lang="en-US" altLang="zh-CN" sz="2000" i="0" dirty="0">
                  <a:solidFill>
                    <a:srgbClr val="1C1C1C"/>
                  </a:solidFill>
                  <a:cs typeface="Times New Roman" pitchFamily="18" charset="0"/>
                  <a:sym typeface="Symbol" pitchFamily="18" charset="2"/>
                </a:rPr>
                <a:t></a:t>
              </a:r>
              <a:r>
                <a:rPr lang="en-US" altLang="zh-CN" sz="2000" i="0" dirty="0">
                  <a:solidFill>
                    <a:srgbClr val="1C1C1C"/>
                  </a:solidFill>
                </a:rPr>
                <a:t> 75.7</a:t>
              </a:r>
            </a:p>
          </p:txBody>
        </p:sp>
        <p:sp>
          <p:nvSpPr>
            <p:cNvPr id="84009" name="Freeform 44"/>
            <p:cNvSpPr>
              <a:spLocks/>
            </p:cNvSpPr>
            <p:nvPr/>
          </p:nvSpPr>
          <p:spPr bwMode="auto">
            <a:xfrm>
              <a:off x="4100" y="1225"/>
              <a:ext cx="498" cy="154"/>
            </a:xfrm>
            <a:custGeom>
              <a:avLst/>
              <a:gdLst>
                <a:gd name="T0" fmla="*/ 178 w 453"/>
                <a:gd name="T1" fmla="*/ 0 h 201"/>
                <a:gd name="T2" fmla="*/ 0 w 453"/>
                <a:gd name="T3" fmla="*/ 24 h 201"/>
                <a:gd name="T4" fmla="*/ 965 w 453"/>
                <a:gd name="T5" fmla="*/ 24 h 201"/>
                <a:gd name="T6" fmla="*/ 0 60000 65536"/>
                <a:gd name="T7" fmla="*/ 0 60000 65536"/>
                <a:gd name="T8" fmla="*/ 0 60000 65536"/>
                <a:gd name="T9" fmla="*/ 0 w 453"/>
                <a:gd name="T10" fmla="*/ 0 h 201"/>
                <a:gd name="T11" fmla="*/ 453 w 453"/>
                <a:gd name="T12" fmla="*/ 201 h 201"/>
              </a:gdLst>
              <a:ahLst/>
              <a:cxnLst>
                <a:cxn ang="T6">
                  <a:pos x="T0" y="T1"/>
                </a:cxn>
                <a:cxn ang="T7">
                  <a:pos x="T2" y="T3"/>
                </a:cxn>
                <a:cxn ang="T8">
                  <a:pos x="T4" y="T5"/>
                </a:cxn>
              </a:cxnLst>
              <a:rect l="T9" t="T10" r="T11" b="T12"/>
              <a:pathLst>
                <a:path w="453" h="201">
                  <a:moveTo>
                    <a:pt x="84" y="0"/>
                  </a:moveTo>
                  <a:lnTo>
                    <a:pt x="0" y="201"/>
                  </a:lnTo>
                  <a:lnTo>
                    <a:pt x="453" y="20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0" name="Rectangle 45"/>
            <p:cNvSpPr>
              <a:spLocks noChangeArrowheads="1"/>
            </p:cNvSpPr>
            <p:nvPr/>
          </p:nvSpPr>
          <p:spPr bwMode="auto">
            <a:xfrm>
              <a:off x="3568" y="1168"/>
              <a:ext cx="5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000" i="0" dirty="0">
                  <a:solidFill>
                    <a:srgbClr val="1C1C1C"/>
                  </a:solidFill>
                </a:rPr>
                <a:t>= 1.36</a:t>
              </a:r>
            </a:p>
          </p:txBody>
        </p:sp>
        <p:sp>
          <p:nvSpPr>
            <p:cNvPr id="84011" name="Text Box 46"/>
            <p:cNvSpPr txBox="1">
              <a:spLocks noChangeArrowheads="1"/>
            </p:cNvSpPr>
            <p:nvPr/>
          </p:nvSpPr>
          <p:spPr bwMode="auto">
            <a:xfrm>
              <a:off x="4562" y="1201"/>
              <a:ext cx="4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rPr>
                <a:t>A</a:t>
              </a:r>
            </a:p>
          </p:txBody>
        </p:sp>
        <p:sp>
          <p:nvSpPr>
            <p:cNvPr id="84012" name="Rectangle 47"/>
            <p:cNvSpPr>
              <a:spLocks noChangeArrowheads="1"/>
            </p:cNvSpPr>
            <p:nvPr/>
          </p:nvSpPr>
          <p:spPr bwMode="auto">
            <a:xfrm>
              <a:off x="3472" y="1189"/>
              <a:ext cx="34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p>
              <a:pPr algn="l"/>
              <a:r>
                <a:rPr lang="en-US" altLang="zh-CN" sz="2000">
                  <a:solidFill>
                    <a:srgbClr val="1C1C1C"/>
                  </a:solidFill>
                </a:rPr>
                <a:t>I</a:t>
              </a:r>
              <a:r>
                <a:rPr lang="en-US" altLang="zh-CN" sz="2000" i="0" baseline="-25000">
                  <a:solidFill>
                    <a:srgbClr val="1C1C1C"/>
                  </a:solidFill>
                </a:rPr>
                <a:t>2</a:t>
              </a:r>
              <a:r>
                <a:rPr lang="en-US" altLang="zh-CN" sz="2000" i="0"/>
                <a:t> </a:t>
              </a:r>
            </a:p>
          </p:txBody>
        </p:sp>
        <p:sp>
          <p:nvSpPr>
            <p:cNvPr id="84013" name="Oval 48"/>
            <p:cNvSpPr>
              <a:spLocks noChangeArrowheads="1"/>
            </p:cNvSpPr>
            <p:nvPr/>
          </p:nvSpPr>
          <p:spPr bwMode="auto">
            <a:xfrm>
              <a:off x="3565" y="1225"/>
              <a:ext cx="29" cy="28"/>
            </a:xfrm>
            <a:prstGeom prst="ellipse">
              <a:avLst/>
            </a:prstGeom>
            <a:solidFill>
              <a:srgbClr val="1C1C1C"/>
            </a:soli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p>
              <a:pPr algn="l"/>
              <a:endParaRPr lang="zh-CN" altLang="en-US" i="0"/>
            </a:p>
          </p:txBody>
        </p:sp>
        <p:sp>
          <p:nvSpPr>
            <p:cNvPr id="84014" name="Rectangle 49"/>
            <p:cNvSpPr>
              <a:spLocks noChangeArrowheads="1"/>
            </p:cNvSpPr>
            <p:nvPr/>
          </p:nvSpPr>
          <p:spPr bwMode="auto">
            <a:xfrm>
              <a:off x="2755" y="1506"/>
              <a:ext cx="3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med" len="lg"/>
                </a14:hiddenLine>
              </a:ext>
            </a:extLst>
          </p:spPr>
          <p:txBody>
            <a:bodyPr>
              <a:spAutoFit/>
            </a:bodyPr>
            <a:lstStyle/>
            <a:p>
              <a:pPr algn="l"/>
              <a:r>
                <a:rPr lang="en-US" altLang="zh-CN" sz="2000">
                  <a:solidFill>
                    <a:srgbClr val="000000"/>
                  </a:solidFill>
                </a:rPr>
                <a:t>I</a:t>
              </a:r>
              <a:r>
                <a:rPr lang="en-US" altLang="zh-CN" sz="2000" i="0" baseline="-25000">
                  <a:solidFill>
                    <a:srgbClr val="000000"/>
                  </a:solidFill>
                </a:rPr>
                <a:t>1 </a:t>
              </a:r>
            </a:p>
          </p:txBody>
        </p:sp>
        <p:sp>
          <p:nvSpPr>
            <p:cNvPr id="84015" name="Oval 50"/>
            <p:cNvSpPr>
              <a:spLocks noChangeArrowheads="1"/>
            </p:cNvSpPr>
            <p:nvPr/>
          </p:nvSpPr>
          <p:spPr bwMode="auto">
            <a:xfrm flipH="1" flipV="1">
              <a:off x="2857" y="1535"/>
              <a:ext cx="29" cy="27"/>
            </a:xfrm>
            <a:prstGeom prst="ellipse">
              <a:avLst/>
            </a:prstGeom>
            <a:solidFill>
              <a:srgbClr val="000000"/>
            </a:soli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p>
              <a:pPr algn="l"/>
              <a:endParaRPr lang="zh-CN" altLang="en-US" i="0"/>
            </a:p>
          </p:txBody>
        </p:sp>
        <p:sp>
          <p:nvSpPr>
            <p:cNvPr id="84016" name="Text Box 51"/>
            <p:cNvSpPr txBox="1">
              <a:spLocks noChangeArrowheads="1"/>
            </p:cNvSpPr>
            <p:nvPr/>
          </p:nvSpPr>
          <p:spPr bwMode="auto">
            <a:xfrm>
              <a:off x="2195" y="2072"/>
              <a:ext cx="5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sym typeface="Symbol" pitchFamily="18" charset="2"/>
                </a:rPr>
                <a:t></a:t>
              </a:r>
              <a:r>
                <a:rPr lang="en-US" altLang="zh-CN" sz="2000" i="0">
                  <a:solidFill>
                    <a:srgbClr val="1C1C1C"/>
                  </a:solidFill>
                  <a:cs typeface="Times New Roman" pitchFamily="18" charset="0"/>
                </a:rPr>
                <a:t> j</a:t>
              </a:r>
              <a:r>
                <a:rPr lang="en-US" altLang="zh-CN" sz="2000">
                  <a:solidFill>
                    <a:srgbClr val="1C1C1C"/>
                  </a:solidFill>
                  <a:cs typeface="Times New Roman" pitchFamily="18" charset="0"/>
                </a:rPr>
                <a:t>X</a:t>
              </a:r>
              <a:r>
                <a:rPr lang="en-US" altLang="zh-CN" sz="2000" baseline="-25000">
                  <a:solidFill>
                    <a:srgbClr val="1C1C1C"/>
                  </a:solidFill>
                  <a:cs typeface="Times New Roman" pitchFamily="18" charset="0"/>
                </a:rPr>
                <a:t>C</a:t>
              </a:r>
            </a:p>
          </p:txBody>
        </p:sp>
        <p:sp>
          <p:nvSpPr>
            <p:cNvPr id="84017" name="Text Box 52"/>
            <p:cNvSpPr txBox="1">
              <a:spLocks noChangeArrowheads="1"/>
            </p:cNvSpPr>
            <p:nvPr/>
          </p:nvSpPr>
          <p:spPr bwMode="auto">
            <a:xfrm>
              <a:off x="3613" y="2059"/>
              <a:ext cx="4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rPr>
                <a:t>j</a:t>
              </a:r>
              <a:r>
                <a:rPr lang="en-US" altLang="zh-CN" sz="2000">
                  <a:solidFill>
                    <a:srgbClr val="1C1C1C"/>
                  </a:solidFill>
                </a:rPr>
                <a:t>X</a:t>
              </a:r>
              <a:r>
                <a:rPr lang="en-US" altLang="zh-CN" sz="2000" baseline="-25000">
                  <a:solidFill>
                    <a:srgbClr val="1C1C1C"/>
                  </a:solidFill>
                </a:rPr>
                <a:t>L</a:t>
              </a:r>
            </a:p>
          </p:txBody>
        </p:sp>
        <p:sp>
          <p:nvSpPr>
            <p:cNvPr id="84018" name="Text Box 53"/>
            <p:cNvSpPr txBox="1">
              <a:spLocks noChangeArrowheads="1"/>
            </p:cNvSpPr>
            <p:nvPr/>
          </p:nvSpPr>
          <p:spPr bwMode="auto">
            <a:xfrm>
              <a:off x="2803" y="1783"/>
              <a:ext cx="5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med" len="lg"/>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000000"/>
                  </a:solidFill>
                </a:rPr>
                <a:t>20 </a:t>
              </a:r>
              <a:r>
                <a:rPr lang="en-US" altLang="zh-CN" sz="2000" i="0">
                  <a:solidFill>
                    <a:srgbClr val="000000"/>
                  </a:solidFill>
                  <a:cs typeface="Times New Roman" pitchFamily="18" charset="0"/>
                </a:rPr>
                <a:t>Ω </a:t>
              </a:r>
            </a:p>
          </p:txBody>
        </p:sp>
        <p:sp>
          <p:nvSpPr>
            <p:cNvPr id="84019" name="Text Box 54"/>
            <p:cNvSpPr txBox="1">
              <a:spLocks noChangeArrowheads="1"/>
            </p:cNvSpPr>
            <p:nvPr/>
          </p:nvSpPr>
          <p:spPr bwMode="auto">
            <a:xfrm>
              <a:off x="2869" y="2083"/>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med" len="lg"/>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1C1C1C"/>
                  </a:solidFill>
                  <a:cs typeface="Times New Roman" pitchFamily="18" charset="0"/>
                  <a:sym typeface="Symbol" pitchFamily="18" charset="2"/>
                </a:rPr>
                <a:t></a:t>
              </a:r>
              <a:r>
                <a:rPr lang="en-US" altLang="zh-CN" sz="2000" i="0">
                  <a:solidFill>
                    <a:srgbClr val="000000"/>
                  </a:solidFill>
                  <a:cs typeface="Times New Roman" pitchFamily="18" charset="0"/>
                </a:rPr>
                <a:t> j114 Ω</a:t>
              </a:r>
            </a:p>
          </p:txBody>
        </p:sp>
        <p:sp>
          <p:nvSpPr>
            <p:cNvPr id="84020" name="Oval 55"/>
            <p:cNvSpPr>
              <a:spLocks noChangeArrowheads="1"/>
            </p:cNvSpPr>
            <p:nvPr/>
          </p:nvSpPr>
          <p:spPr bwMode="auto">
            <a:xfrm flipH="1" flipV="1">
              <a:off x="2238" y="1226"/>
              <a:ext cx="27" cy="27"/>
            </a:xfrm>
            <a:prstGeom prst="ellipse">
              <a:avLst/>
            </a:prstGeom>
            <a:solidFill>
              <a:srgbClr val="000000"/>
            </a:soli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p>
              <a:pPr algn="l"/>
              <a:endParaRPr lang="zh-CN" altLang="en-US" i="0"/>
            </a:p>
          </p:txBody>
        </p:sp>
        <p:sp>
          <p:nvSpPr>
            <p:cNvPr id="84021" name="Line 56"/>
            <p:cNvSpPr>
              <a:spLocks noChangeShapeType="1"/>
            </p:cNvSpPr>
            <p:nvPr/>
          </p:nvSpPr>
          <p:spPr bwMode="auto">
            <a:xfrm>
              <a:off x="2759" y="1509"/>
              <a:ext cx="0" cy="142"/>
            </a:xfrm>
            <a:prstGeom prst="line">
              <a:avLst/>
            </a:prstGeom>
            <a:noFill/>
            <a:ln w="2857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4022" name="Line 57"/>
            <p:cNvSpPr>
              <a:spLocks noChangeShapeType="1"/>
            </p:cNvSpPr>
            <p:nvPr/>
          </p:nvSpPr>
          <p:spPr bwMode="auto">
            <a:xfrm>
              <a:off x="3928" y="1521"/>
              <a:ext cx="1" cy="142"/>
            </a:xfrm>
            <a:prstGeom prst="line">
              <a:avLst/>
            </a:prstGeom>
            <a:noFill/>
            <a:ln w="2857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4023" name="Rectangle 58"/>
            <p:cNvSpPr>
              <a:spLocks noChangeArrowheads="1"/>
            </p:cNvSpPr>
            <p:nvPr/>
          </p:nvSpPr>
          <p:spPr bwMode="auto">
            <a:xfrm rot="10800000">
              <a:off x="2713" y="1688"/>
              <a:ext cx="93" cy="22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24" name="Line 59"/>
            <p:cNvSpPr>
              <a:spLocks noChangeShapeType="1"/>
            </p:cNvSpPr>
            <p:nvPr/>
          </p:nvSpPr>
          <p:spPr bwMode="auto">
            <a:xfrm flipV="1">
              <a:off x="2222" y="1476"/>
              <a:ext cx="177" cy="0"/>
            </a:xfrm>
            <a:prstGeom prst="line">
              <a:avLst/>
            </a:prstGeom>
            <a:noFill/>
            <a:ln w="2857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4025" name="Text Box 60"/>
            <p:cNvSpPr txBox="1">
              <a:spLocks noChangeArrowheads="1"/>
            </p:cNvSpPr>
            <p:nvPr/>
          </p:nvSpPr>
          <p:spPr bwMode="auto">
            <a:xfrm>
              <a:off x="4046" y="2075"/>
              <a:ext cx="5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med" len="lg"/>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000000"/>
                  </a:solidFill>
                </a:rPr>
                <a:t>j157 </a:t>
              </a:r>
              <a:r>
                <a:rPr lang="en-US" altLang="zh-CN" sz="2000" i="0">
                  <a:solidFill>
                    <a:srgbClr val="000000"/>
                  </a:solidFill>
                  <a:cs typeface="Times New Roman" pitchFamily="18" charset="0"/>
                </a:rPr>
                <a:t>Ω </a:t>
              </a:r>
            </a:p>
          </p:txBody>
        </p:sp>
        <p:sp>
          <p:nvSpPr>
            <p:cNvPr id="84026" name="Text Box 61"/>
            <p:cNvSpPr txBox="1">
              <a:spLocks noChangeArrowheads="1"/>
            </p:cNvSpPr>
            <p:nvPr/>
          </p:nvSpPr>
          <p:spPr bwMode="auto">
            <a:xfrm>
              <a:off x="3971" y="1687"/>
              <a:ext cx="5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med" len="lg"/>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i="0">
                  <a:solidFill>
                    <a:srgbClr val="000000"/>
                  </a:solidFill>
                </a:rPr>
                <a:t>40 </a:t>
              </a:r>
              <a:r>
                <a:rPr lang="en-US" altLang="zh-CN" sz="2000" i="0">
                  <a:solidFill>
                    <a:srgbClr val="000000"/>
                  </a:solidFill>
                  <a:cs typeface="Times New Roman" pitchFamily="18" charset="0"/>
                </a:rPr>
                <a:t>Ω</a:t>
              </a:r>
            </a:p>
          </p:txBody>
        </p:sp>
        <p:sp>
          <p:nvSpPr>
            <p:cNvPr id="84027" name="Freeform 62"/>
            <p:cNvSpPr>
              <a:spLocks/>
            </p:cNvSpPr>
            <p:nvPr/>
          </p:nvSpPr>
          <p:spPr bwMode="auto">
            <a:xfrm>
              <a:off x="2746" y="1261"/>
              <a:ext cx="455" cy="121"/>
            </a:xfrm>
            <a:custGeom>
              <a:avLst/>
              <a:gdLst>
                <a:gd name="T0" fmla="*/ 84 w 453"/>
                <a:gd name="T1" fmla="*/ 0 h 201"/>
                <a:gd name="T2" fmla="*/ 0 w 453"/>
                <a:gd name="T3" fmla="*/ 4 h 201"/>
                <a:gd name="T4" fmla="*/ 469 w 453"/>
                <a:gd name="T5" fmla="*/ 4 h 201"/>
                <a:gd name="T6" fmla="*/ 0 60000 65536"/>
                <a:gd name="T7" fmla="*/ 0 60000 65536"/>
                <a:gd name="T8" fmla="*/ 0 60000 65536"/>
                <a:gd name="T9" fmla="*/ 0 w 453"/>
                <a:gd name="T10" fmla="*/ 0 h 201"/>
                <a:gd name="T11" fmla="*/ 453 w 453"/>
                <a:gd name="T12" fmla="*/ 201 h 201"/>
              </a:gdLst>
              <a:ahLst/>
              <a:cxnLst>
                <a:cxn ang="T6">
                  <a:pos x="T0" y="T1"/>
                </a:cxn>
                <a:cxn ang="T7">
                  <a:pos x="T2" y="T3"/>
                </a:cxn>
                <a:cxn ang="T8">
                  <a:pos x="T4" y="T5"/>
                </a:cxn>
              </a:cxnLst>
              <a:rect l="T9" t="T10" r="T11" b="T12"/>
              <a:pathLst>
                <a:path w="453" h="201">
                  <a:moveTo>
                    <a:pt x="84" y="0"/>
                  </a:moveTo>
                  <a:lnTo>
                    <a:pt x="0" y="201"/>
                  </a:lnTo>
                  <a:lnTo>
                    <a:pt x="453" y="20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28" name="Rectangle 63"/>
            <p:cNvSpPr>
              <a:spLocks noChangeArrowheads="1"/>
            </p:cNvSpPr>
            <p:nvPr/>
          </p:nvSpPr>
          <p:spPr bwMode="auto">
            <a:xfrm>
              <a:off x="2213" y="1195"/>
              <a:ext cx="5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000" i="0" dirty="0">
                  <a:solidFill>
                    <a:srgbClr val="1C1C1C"/>
                  </a:solidFill>
                </a:rPr>
                <a:t>= 0.86</a:t>
              </a:r>
            </a:p>
          </p:txBody>
        </p:sp>
        <p:sp>
          <p:nvSpPr>
            <p:cNvPr id="84029" name="Oval 64"/>
            <p:cNvSpPr>
              <a:spLocks noChangeArrowheads="1"/>
            </p:cNvSpPr>
            <p:nvPr/>
          </p:nvSpPr>
          <p:spPr bwMode="auto">
            <a:xfrm>
              <a:off x="3165" y="1224"/>
              <a:ext cx="31" cy="3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30" name="Rectangle 65"/>
            <p:cNvSpPr>
              <a:spLocks noChangeArrowheads="1"/>
            </p:cNvSpPr>
            <p:nvPr/>
          </p:nvSpPr>
          <p:spPr bwMode="auto">
            <a:xfrm>
              <a:off x="2984" y="1512"/>
              <a:ext cx="4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000" i="0">
                  <a:solidFill>
                    <a:srgbClr val="1C1C1C"/>
                  </a:solidFill>
                </a:rPr>
                <a:t>1.90</a:t>
              </a:r>
            </a:p>
          </p:txBody>
        </p:sp>
        <p:sp>
          <p:nvSpPr>
            <p:cNvPr id="84031" name="Rectangle 66"/>
            <p:cNvSpPr>
              <a:spLocks noChangeArrowheads="1"/>
            </p:cNvSpPr>
            <p:nvPr/>
          </p:nvSpPr>
          <p:spPr bwMode="auto">
            <a:xfrm>
              <a:off x="2195" y="1840"/>
              <a:ext cx="2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a:spcBef>
                  <a:spcPct val="25000"/>
                </a:spcBef>
              </a:pPr>
              <a:r>
                <a:rPr lang="en-US" altLang="zh-CN" sz="2000" i="0">
                  <a:solidFill>
                    <a:srgbClr val="1C1C1C"/>
                  </a:solidFill>
                </a:rPr>
                <a:t>0</a:t>
              </a:r>
            </a:p>
          </p:txBody>
        </p:sp>
        <p:sp>
          <p:nvSpPr>
            <p:cNvPr id="84032" name="Text Box 67"/>
            <p:cNvSpPr txBox="1">
              <a:spLocks noChangeArrowheads="1"/>
            </p:cNvSpPr>
            <p:nvPr/>
          </p:nvSpPr>
          <p:spPr bwMode="auto">
            <a:xfrm>
              <a:off x="1524" y="1871"/>
              <a:ext cx="8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a:r>
                <a:rPr lang="en-US" altLang="zh-CN" sz="2000">
                  <a:solidFill>
                    <a:srgbClr val="1C1C1C"/>
                  </a:solidFill>
                </a:rPr>
                <a:t>U</a:t>
              </a:r>
              <a:r>
                <a:rPr lang="en-US" altLang="zh-CN" sz="2000" i="0">
                  <a:solidFill>
                    <a:srgbClr val="1C1C1C"/>
                  </a:solidFill>
                </a:rPr>
                <a:t> = 220</a:t>
              </a:r>
            </a:p>
          </p:txBody>
        </p:sp>
        <p:sp>
          <p:nvSpPr>
            <p:cNvPr id="84033" name="Oval 68"/>
            <p:cNvSpPr>
              <a:spLocks noChangeAspect="1" noChangeArrowheads="1"/>
            </p:cNvSpPr>
            <p:nvPr/>
          </p:nvSpPr>
          <p:spPr bwMode="auto">
            <a:xfrm flipH="1">
              <a:off x="1657" y="1899"/>
              <a:ext cx="27" cy="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l"/>
              <a:endParaRPr lang="zh-CN" altLang="en-US" i="0"/>
            </a:p>
          </p:txBody>
        </p:sp>
        <p:sp>
          <p:nvSpPr>
            <p:cNvPr id="84034" name="Text Box 69"/>
            <p:cNvSpPr txBox="1">
              <a:spLocks noChangeArrowheads="1"/>
            </p:cNvSpPr>
            <p:nvPr/>
          </p:nvSpPr>
          <p:spPr bwMode="auto">
            <a:xfrm>
              <a:off x="3612" y="1680"/>
              <a:ext cx="4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000">
                  <a:solidFill>
                    <a:srgbClr val="1C1C1C"/>
                  </a:solidFill>
                </a:rPr>
                <a:t>R</a:t>
              </a:r>
              <a:r>
                <a:rPr lang="en-US" altLang="zh-CN" sz="2000" i="0" baseline="-25000">
                  <a:solidFill>
                    <a:srgbClr val="1C1C1C"/>
                  </a:solidFill>
                </a:rPr>
                <a:t>2 </a:t>
              </a:r>
            </a:p>
          </p:txBody>
        </p:sp>
        <p:grpSp>
          <p:nvGrpSpPr>
            <p:cNvPr id="84035" name="Group 70"/>
            <p:cNvGrpSpPr>
              <a:grpSpLocks/>
            </p:cNvGrpSpPr>
            <p:nvPr/>
          </p:nvGrpSpPr>
          <p:grpSpPr bwMode="auto">
            <a:xfrm>
              <a:off x="2144" y="1921"/>
              <a:ext cx="248" cy="128"/>
              <a:chOff x="3264" y="1928"/>
              <a:chExt cx="328" cy="160"/>
            </a:xfrm>
          </p:grpSpPr>
          <p:sp>
            <p:nvSpPr>
              <p:cNvPr id="84042" name="Line 71"/>
              <p:cNvSpPr>
                <a:spLocks noChangeShapeType="1"/>
              </p:cNvSpPr>
              <p:nvPr/>
            </p:nvSpPr>
            <p:spPr bwMode="auto">
              <a:xfrm flipH="1">
                <a:off x="3272" y="1928"/>
                <a:ext cx="120" cy="160"/>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43" name="Line 72"/>
              <p:cNvSpPr>
                <a:spLocks noChangeShapeType="1"/>
              </p:cNvSpPr>
              <p:nvPr/>
            </p:nvSpPr>
            <p:spPr bwMode="auto">
              <a:xfrm>
                <a:off x="3264" y="2088"/>
                <a:ext cx="328" cy="0"/>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4036" name="Group 73"/>
            <p:cNvGrpSpPr>
              <a:grpSpLocks/>
            </p:cNvGrpSpPr>
            <p:nvPr/>
          </p:nvGrpSpPr>
          <p:grpSpPr bwMode="auto">
            <a:xfrm>
              <a:off x="3331" y="1561"/>
              <a:ext cx="248" cy="128"/>
              <a:chOff x="3264" y="1928"/>
              <a:chExt cx="328" cy="160"/>
            </a:xfrm>
          </p:grpSpPr>
          <p:sp>
            <p:nvSpPr>
              <p:cNvPr id="84040" name="Line 74"/>
              <p:cNvSpPr>
                <a:spLocks noChangeShapeType="1"/>
              </p:cNvSpPr>
              <p:nvPr/>
            </p:nvSpPr>
            <p:spPr bwMode="auto">
              <a:xfrm flipH="1">
                <a:off x="3272" y="1928"/>
                <a:ext cx="120" cy="160"/>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41" name="Line 75"/>
              <p:cNvSpPr>
                <a:spLocks noChangeShapeType="1"/>
              </p:cNvSpPr>
              <p:nvPr/>
            </p:nvSpPr>
            <p:spPr bwMode="auto">
              <a:xfrm>
                <a:off x="3264" y="2088"/>
                <a:ext cx="328" cy="0"/>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4037" name="Oval 76"/>
            <p:cNvSpPr>
              <a:spLocks noChangeArrowheads="1"/>
            </p:cNvSpPr>
            <p:nvPr/>
          </p:nvSpPr>
          <p:spPr bwMode="auto">
            <a:xfrm>
              <a:off x="3606" y="1542"/>
              <a:ext cx="31" cy="3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38" name="Oval 77"/>
            <p:cNvSpPr>
              <a:spLocks noChangeArrowheads="1"/>
            </p:cNvSpPr>
            <p:nvPr/>
          </p:nvSpPr>
          <p:spPr bwMode="auto">
            <a:xfrm>
              <a:off x="4605" y="1222"/>
              <a:ext cx="31" cy="3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4039" name="Oval 78"/>
            <p:cNvSpPr>
              <a:spLocks noChangeArrowheads="1"/>
            </p:cNvSpPr>
            <p:nvPr/>
          </p:nvSpPr>
          <p:spPr bwMode="auto">
            <a:xfrm>
              <a:off x="2343" y="1902"/>
              <a:ext cx="31" cy="32"/>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grpSp>
      <p:sp>
        <p:nvSpPr>
          <p:cNvPr id="83980" name="灯片编号占位符 26"/>
          <p:cNvSpPr txBox="1">
            <a:spLocks/>
          </p:cNvSpPr>
          <p:nvPr/>
        </p:nvSpPr>
        <p:spPr bwMode="auto">
          <a:xfrm>
            <a:off x="0" y="6613525"/>
            <a:ext cx="53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eaLnBrk="1" hangingPunct="1"/>
            <a:fld id="{2BF04140-74D2-4BAC-84B8-9B7CE7CACE89}" type="slidenum">
              <a:rPr lang="zh-CN" altLang="en-US" sz="1000" i="0">
                <a:solidFill>
                  <a:schemeClr val="bg1"/>
                </a:solidFill>
              </a:rPr>
              <a:pPr eaLnBrk="1" hangingPunct="1"/>
              <a:t>39</a:t>
            </a:fld>
            <a:endParaRPr lang="en-US" altLang="zh-CN" sz="1000" i="0">
              <a:solidFill>
                <a:schemeClr val="bg1"/>
              </a:solidFill>
            </a:endParaRPr>
          </a:p>
        </p:txBody>
      </p:sp>
      <p:sp>
        <p:nvSpPr>
          <p:cNvPr id="83981" name="Rectangle 44">
            <a:hlinkClick r:id="" action="ppaction://hlinkshowjump?jump=firstslide"/>
          </p:cNvPr>
          <p:cNvSpPr>
            <a:spLocks noChangeArrowheads="1"/>
          </p:cNvSpPr>
          <p:nvPr/>
        </p:nvSpPr>
        <p:spPr bwMode="auto">
          <a:xfrm>
            <a:off x="4340225" y="6610351"/>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返 回</a:t>
            </a:r>
          </a:p>
        </p:txBody>
      </p:sp>
      <p:sp>
        <p:nvSpPr>
          <p:cNvPr id="83982" name="Rectangle 46">
            <a:hlinkClick r:id="rId2" action="ppaction://hlinksldjump"/>
          </p:cNvPr>
          <p:cNvSpPr>
            <a:spLocks noChangeArrowheads="1"/>
          </p:cNvSpPr>
          <p:nvPr/>
        </p:nvSpPr>
        <p:spPr bwMode="auto">
          <a:xfrm>
            <a:off x="5254625" y="6619875"/>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上一节</a:t>
            </a:r>
          </a:p>
        </p:txBody>
      </p:sp>
      <p:sp>
        <p:nvSpPr>
          <p:cNvPr id="83983" name="Rectangle 45">
            <a:hlinkClick r:id="rId3" action="ppaction://hlinksldjump"/>
          </p:cNvPr>
          <p:cNvSpPr>
            <a:spLocks noChangeArrowheads="1"/>
          </p:cNvSpPr>
          <p:nvPr/>
        </p:nvSpPr>
        <p:spPr bwMode="auto">
          <a:xfrm>
            <a:off x="6245225" y="6610351"/>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下一节</a:t>
            </a:r>
          </a:p>
        </p:txBody>
      </p:sp>
      <p:sp>
        <p:nvSpPr>
          <p:cNvPr id="83984" name="Rectangle 42">
            <a:hlinkClick r:id="" action="ppaction://hlinkshowjump?jump=previousslide"/>
          </p:cNvPr>
          <p:cNvSpPr>
            <a:spLocks noChangeArrowheads="1"/>
          </p:cNvSpPr>
          <p:nvPr/>
        </p:nvSpPr>
        <p:spPr bwMode="auto">
          <a:xfrm>
            <a:off x="73120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上一页</a:t>
            </a:r>
          </a:p>
        </p:txBody>
      </p:sp>
      <p:sp>
        <p:nvSpPr>
          <p:cNvPr id="83985" name="Rectangle 43">
            <a:hlinkClick r:id="" action="ppaction://hlinkshowjump?jump=nextslide"/>
          </p:cNvPr>
          <p:cNvSpPr>
            <a:spLocks noChangeArrowheads="1"/>
          </p:cNvSpPr>
          <p:nvPr/>
        </p:nvSpPr>
        <p:spPr bwMode="auto">
          <a:xfrm>
            <a:off x="82264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下一页</a:t>
            </a:r>
          </a:p>
        </p:txBody>
      </p:sp>
    </p:spTree>
    <p:extLst>
      <p:ext uri="{BB962C8B-B14F-4D97-AF65-F5344CB8AC3E}">
        <p14:creationId xmlns:p14="http://schemas.microsoft.com/office/powerpoint/2010/main" val="25365080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4380"/>
                                        </p:tgtEl>
                                        <p:attrNameLst>
                                          <p:attrName>style.visibility</p:attrName>
                                        </p:attrNameLst>
                                      </p:cBhvr>
                                      <p:to>
                                        <p:strVal val="visible"/>
                                      </p:to>
                                    </p:set>
                                    <p:animEffect transition="in" filter="wipe(left)">
                                      <p:cBhvr>
                                        <p:cTn id="12" dur="1000"/>
                                        <p:tgtEl>
                                          <p:spTgt spid="3143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4381"/>
                                        </p:tgtEl>
                                        <p:attrNameLst>
                                          <p:attrName>style.visibility</p:attrName>
                                        </p:attrNameLst>
                                      </p:cBhvr>
                                      <p:to>
                                        <p:strVal val="visible"/>
                                      </p:to>
                                    </p:set>
                                    <p:animEffect transition="in" filter="wipe(left)">
                                      <p:cBhvr>
                                        <p:cTn id="17" dur="1000"/>
                                        <p:tgtEl>
                                          <p:spTgt spid="3143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4379"/>
                                        </p:tgtEl>
                                        <p:attrNameLst>
                                          <p:attrName>style.visibility</p:attrName>
                                        </p:attrNameLst>
                                      </p:cBhvr>
                                      <p:to>
                                        <p:strVal val="visible"/>
                                      </p:to>
                                    </p:set>
                                    <p:animEffect transition="in" filter="wipe(left)">
                                      <p:cBhvr>
                                        <p:cTn id="32" dur="1000"/>
                                        <p:tgtEl>
                                          <p:spTgt spid="314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9" grpId="0"/>
      <p:bldP spid="314380" grpId="0"/>
      <p:bldP spid="31438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Text Box 2"/>
          <p:cNvSpPr txBox="1">
            <a:spLocks noChangeArrowheads="1"/>
          </p:cNvSpPr>
          <p:nvPr/>
        </p:nvSpPr>
        <p:spPr bwMode="auto">
          <a:xfrm>
            <a:off x="1157288" y="1358922"/>
            <a:ext cx="50946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400">
                <a:solidFill>
                  <a:srgbClr val="1C1C1C"/>
                </a:solidFill>
              </a:rPr>
              <a:t>P</a:t>
            </a:r>
            <a:r>
              <a:rPr lang="en-US" altLang="zh-CN" sz="2400" i="0">
                <a:solidFill>
                  <a:srgbClr val="1C1C1C"/>
                </a:solidFill>
              </a:rPr>
              <a:t> = </a:t>
            </a:r>
            <a:r>
              <a:rPr lang="en-US" altLang="zh-CN" sz="2400">
                <a:solidFill>
                  <a:srgbClr val="1C1C1C"/>
                </a:solidFill>
              </a:rPr>
              <a:t>P</a:t>
            </a:r>
            <a:r>
              <a:rPr lang="en-US" altLang="zh-CN" sz="2400" i="0" baseline="-25000">
                <a:solidFill>
                  <a:srgbClr val="1C1C1C"/>
                </a:solidFill>
              </a:rPr>
              <a:t>1 </a:t>
            </a:r>
            <a:r>
              <a:rPr lang="en-US" altLang="zh-CN" sz="2400" i="0">
                <a:solidFill>
                  <a:srgbClr val="1C1C1C"/>
                </a:solidFill>
              </a:rPr>
              <a:t>+ </a:t>
            </a:r>
            <a:r>
              <a:rPr lang="en-US" altLang="zh-CN" sz="2400">
                <a:solidFill>
                  <a:srgbClr val="1C1C1C"/>
                </a:solidFill>
              </a:rPr>
              <a:t>P</a:t>
            </a:r>
            <a:r>
              <a:rPr lang="en-US" altLang="zh-CN" sz="2400" i="0" baseline="-25000">
                <a:solidFill>
                  <a:srgbClr val="1C1C1C"/>
                </a:solidFill>
              </a:rPr>
              <a:t>2 </a:t>
            </a:r>
            <a:r>
              <a:rPr lang="en-US" altLang="zh-CN" sz="2400" i="0">
                <a:solidFill>
                  <a:srgbClr val="1C1C1C"/>
                </a:solidFill>
              </a:rPr>
              <a:t>= </a:t>
            </a:r>
            <a:r>
              <a:rPr lang="en-US" altLang="zh-CN" sz="2400">
                <a:solidFill>
                  <a:srgbClr val="1C1C1C"/>
                </a:solidFill>
              </a:rPr>
              <a:t>U</a:t>
            </a:r>
            <a:r>
              <a:rPr lang="en-US" altLang="zh-CN" sz="2400" i="0" baseline="-25000">
                <a:solidFill>
                  <a:srgbClr val="1C1C1C"/>
                </a:solidFill>
              </a:rPr>
              <a:t>1 </a:t>
            </a:r>
            <a:r>
              <a:rPr lang="en-US" altLang="zh-CN" sz="2400">
                <a:solidFill>
                  <a:srgbClr val="1C1C1C"/>
                </a:solidFill>
              </a:rPr>
              <a:t>I</a:t>
            </a:r>
            <a:r>
              <a:rPr lang="en-US" altLang="zh-CN" sz="2400" i="0" baseline="-25000">
                <a:solidFill>
                  <a:srgbClr val="1C1C1C"/>
                </a:solidFill>
              </a:rPr>
              <a:t>1</a:t>
            </a:r>
            <a:r>
              <a:rPr lang="en-US" altLang="zh-CN" sz="2400" i="0">
                <a:solidFill>
                  <a:srgbClr val="1C1C1C"/>
                </a:solidFill>
              </a:rPr>
              <a:t> cos</a:t>
            </a:r>
            <a:r>
              <a:rPr lang="en-US" altLang="zh-CN" sz="2400">
                <a:solidFill>
                  <a:srgbClr val="1C1C1C"/>
                </a:solidFill>
                <a:sym typeface="Symbol" pitchFamily="18" charset="2"/>
              </a:rPr>
              <a:t></a:t>
            </a:r>
            <a:r>
              <a:rPr lang="en-US" altLang="zh-CN" sz="2400" i="0">
                <a:solidFill>
                  <a:srgbClr val="1C1C1C"/>
                </a:solidFill>
              </a:rPr>
              <a:t> </a:t>
            </a:r>
            <a:r>
              <a:rPr lang="en-US" altLang="zh-CN" sz="2400" i="0" baseline="-25000">
                <a:solidFill>
                  <a:srgbClr val="1C1C1C"/>
                </a:solidFill>
              </a:rPr>
              <a:t>1</a:t>
            </a:r>
            <a:r>
              <a:rPr lang="en-US" altLang="zh-CN" sz="2400" i="0">
                <a:solidFill>
                  <a:srgbClr val="1C1C1C"/>
                </a:solidFill>
              </a:rPr>
              <a:t>+ </a:t>
            </a:r>
            <a:r>
              <a:rPr lang="en-US" altLang="zh-CN" sz="2400">
                <a:solidFill>
                  <a:srgbClr val="1C1C1C"/>
                </a:solidFill>
              </a:rPr>
              <a:t>U</a:t>
            </a:r>
            <a:r>
              <a:rPr lang="en-US" altLang="zh-CN" sz="2400" i="0" baseline="-25000">
                <a:solidFill>
                  <a:srgbClr val="1C1C1C"/>
                </a:solidFill>
              </a:rPr>
              <a:t>2 </a:t>
            </a:r>
            <a:r>
              <a:rPr lang="en-US" altLang="zh-CN" sz="2400">
                <a:solidFill>
                  <a:srgbClr val="1C1C1C"/>
                </a:solidFill>
              </a:rPr>
              <a:t>I</a:t>
            </a:r>
            <a:r>
              <a:rPr lang="en-US" altLang="zh-CN" sz="2400" i="0" baseline="-25000">
                <a:solidFill>
                  <a:srgbClr val="1C1C1C"/>
                </a:solidFill>
              </a:rPr>
              <a:t>2</a:t>
            </a:r>
            <a:r>
              <a:rPr lang="en-US" altLang="zh-CN" sz="2400" i="0">
                <a:solidFill>
                  <a:srgbClr val="1C1C1C"/>
                </a:solidFill>
              </a:rPr>
              <a:t> cos</a:t>
            </a:r>
            <a:r>
              <a:rPr lang="en-US" altLang="zh-CN" sz="2400">
                <a:solidFill>
                  <a:srgbClr val="1C1C1C"/>
                </a:solidFill>
                <a:sym typeface="Symbol" pitchFamily="18" charset="2"/>
              </a:rPr>
              <a:t></a:t>
            </a:r>
            <a:r>
              <a:rPr lang="en-US" altLang="zh-CN" sz="2400" i="0">
                <a:solidFill>
                  <a:srgbClr val="1C1C1C"/>
                </a:solidFill>
              </a:rPr>
              <a:t> </a:t>
            </a:r>
            <a:r>
              <a:rPr lang="en-US" altLang="zh-CN" sz="2400" i="0" baseline="-25000">
                <a:solidFill>
                  <a:srgbClr val="1C1C1C"/>
                </a:solidFill>
              </a:rPr>
              <a:t>2 </a:t>
            </a:r>
            <a:endParaRPr lang="en-US" altLang="zh-CN" sz="2400" i="0">
              <a:solidFill>
                <a:srgbClr val="1C1C1C"/>
              </a:solidFill>
            </a:endParaRPr>
          </a:p>
        </p:txBody>
      </p:sp>
      <p:grpSp>
        <p:nvGrpSpPr>
          <p:cNvPr id="2" name="Group 3"/>
          <p:cNvGrpSpPr>
            <a:grpSpLocks/>
          </p:cNvGrpSpPr>
          <p:nvPr/>
        </p:nvGrpSpPr>
        <p:grpSpPr bwMode="auto">
          <a:xfrm>
            <a:off x="1128713" y="5032401"/>
            <a:ext cx="3470274" cy="479427"/>
            <a:chOff x="964" y="2928"/>
            <a:chExt cx="2186" cy="302"/>
          </a:xfrm>
        </p:grpSpPr>
        <p:sp>
          <p:nvSpPr>
            <p:cNvPr id="85018" name="Rectangle 4"/>
            <p:cNvSpPr>
              <a:spLocks noChangeArrowheads="1"/>
            </p:cNvSpPr>
            <p:nvPr/>
          </p:nvSpPr>
          <p:spPr bwMode="auto">
            <a:xfrm>
              <a:off x="2152" y="2928"/>
              <a:ext cx="9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spcBef>
                  <a:spcPct val="25000"/>
                </a:spcBef>
              </a:pPr>
              <a:r>
                <a:rPr lang="en-US" altLang="zh-CN" sz="2400" i="0">
                  <a:solidFill>
                    <a:srgbClr val="1C1C1C"/>
                  </a:solidFill>
                </a:rPr>
                <a:t>= 190 V·A</a:t>
              </a:r>
            </a:p>
          </p:txBody>
        </p:sp>
        <p:sp>
          <p:nvSpPr>
            <p:cNvPr id="85019" name="Rectangle 5"/>
            <p:cNvSpPr>
              <a:spLocks noChangeArrowheads="1"/>
            </p:cNvSpPr>
            <p:nvPr/>
          </p:nvSpPr>
          <p:spPr bwMode="auto">
            <a:xfrm>
              <a:off x="964" y="2939"/>
              <a:ext cx="16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a:r>
                <a:rPr lang="en-US" altLang="zh-CN" sz="2400" i="0"/>
                <a:t> </a:t>
              </a:r>
              <a:r>
                <a:rPr lang="en-US" altLang="zh-CN" sz="2400">
                  <a:solidFill>
                    <a:srgbClr val="1C1C1C"/>
                  </a:solidFill>
                </a:rPr>
                <a:t>S</a:t>
              </a:r>
              <a:r>
                <a:rPr lang="en-US" altLang="zh-CN" sz="2400" i="0">
                  <a:solidFill>
                    <a:srgbClr val="1C1C1C"/>
                  </a:solidFill>
                </a:rPr>
                <a:t> =√</a:t>
              </a:r>
              <a:r>
                <a:rPr lang="en-US" altLang="zh-CN" sz="2400">
                  <a:solidFill>
                    <a:srgbClr val="1C1C1C"/>
                  </a:solidFill>
                </a:rPr>
                <a:t>P</a:t>
              </a:r>
              <a:r>
                <a:rPr lang="en-US" altLang="zh-CN" sz="2400" i="0" baseline="30000">
                  <a:solidFill>
                    <a:srgbClr val="1C1C1C"/>
                  </a:solidFill>
                </a:rPr>
                <a:t>2</a:t>
              </a:r>
              <a:r>
                <a:rPr lang="en-US" altLang="zh-CN" sz="2400" i="0">
                  <a:solidFill>
                    <a:srgbClr val="1C1C1C"/>
                  </a:solidFill>
                </a:rPr>
                <a:t> + </a:t>
              </a:r>
              <a:r>
                <a:rPr lang="en-US" altLang="zh-CN" sz="2400">
                  <a:solidFill>
                    <a:srgbClr val="1C1C1C"/>
                  </a:solidFill>
                </a:rPr>
                <a:t>Q</a:t>
              </a:r>
              <a:r>
                <a:rPr lang="en-US" altLang="zh-CN" sz="2400" i="0" baseline="30000">
                  <a:solidFill>
                    <a:srgbClr val="1C1C1C"/>
                  </a:solidFill>
                </a:rPr>
                <a:t>2</a:t>
              </a:r>
            </a:p>
          </p:txBody>
        </p:sp>
        <p:sp>
          <p:nvSpPr>
            <p:cNvPr id="85020" name="Line 6"/>
            <p:cNvSpPr>
              <a:spLocks noChangeShapeType="1"/>
            </p:cNvSpPr>
            <p:nvPr/>
          </p:nvSpPr>
          <p:spPr bwMode="auto">
            <a:xfrm flipV="1">
              <a:off x="1545" y="2934"/>
              <a:ext cx="686" cy="0"/>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5399" name="Rectangle 7"/>
          <p:cNvSpPr>
            <a:spLocks noChangeArrowheads="1"/>
          </p:cNvSpPr>
          <p:nvPr/>
        </p:nvSpPr>
        <p:spPr bwMode="auto">
          <a:xfrm>
            <a:off x="1123950" y="3446486"/>
            <a:ext cx="65151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p>
            <a:r>
              <a:rPr lang="en-US" altLang="zh-CN" sz="2400">
                <a:solidFill>
                  <a:srgbClr val="1C1C1C"/>
                </a:solidFill>
              </a:rPr>
              <a:t>Q</a:t>
            </a:r>
            <a:r>
              <a:rPr lang="en-US" altLang="zh-CN" sz="2400" i="0">
                <a:solidFill>
                  <a:srgbClr val="1C1C1C"/>
                </a:solidFill>
              </a:rPr>
              <a:t> = </a:t>
            </a:r>
            <a:r>
              <a:rPr lang="en-US" altLang="zh-CN" sz="2400">
                <a:solidFill>
                  <a:srgbClr val="1C1C1C"/>
                </a:solidFill>
              </a:rPr>
              <a:t>Q</a:t>
            </a:r>
            <a:r>
              <a:rPr lang="en-US" altLang="zh-CN" sz="2400" i="0" baseline="-25000">
                <a:solidFill>
                  <a:srgbClr val="1C1C1C"/>
                </a:solidFill>
              </a:rPr>
              <a:t>1 </a:t>
            </a:r>
            <a:r>
              <a:rPr lang="en-US" altLang="zh-CN" sz="2400" i="0">
                <a:solidFill>
                  <a:srgbClr val="1C1C1C"/>
                </a:solidFill>
              </a:rPr>
              <a:t>+ </a:t>
            </a:r>
            <a:r>
              <a:rPr lang="en-US" altLang="zh-CN" sz="2400">
                <a:solidFill>
                  <a:srgbClr val="1C1C1C"/>
                </a:solidFill>
              </a:rPr>
              <a:t>Q</a:t>
            </a:r>
            <a:r>
              <a:rPr lang="en-US" altLang="zh-CN" sz="2400" i="0" baseline="-25000">
                <a:solidFill>
                  <a:srgbClr val="1C1C1C"/>
                </a:solidFill>
              </a:rPr>
              <a:t>2 </a:t>
            </a:r>
            <a:r>
              <a:rPr lang="en-US" altLang="zh-CN" sz="2400" i="0">
                <a:solidFill>
                  <a:srgbClr val="1C1C1C"/>
                </a:solidFill>
              </a:rPr>
              <a:t>= </a:t>
            </a:r>
            <a:r>
              <a:rPr lang="en-US" altLang="zh-CN" sz="2400">
                <a:solidFill>
                  <a:srgbClr val="1C1C1C"/>
                </a:solidFill>
              </a:rPr>
              <a:t>P</a:t>
            </a:r>
            <a:r>
              <a:rPr lang="en-US" altLang="zh-CN" sz="2400" i="0" baseline="-25000">
                <a:solidFill>
                  <a:srgbClr val="1C1C1C"/>
                </a:solidFill>
              </a:rPr>
              <a:t>1 </a:t>
            </a:r>
            <a:r>
              <a:rPr lang="en-US" altLang="zh-CN" sz="2400" i="0">
                <a:solidFill>
                  <a:srgbClr val="1C1C1C"/>
                </a:solidFill>
              </a:rPr>
              <a:t>tan</a:t>
            </a:r>
            <a:r>
              <a:rPr lang="en-US" altLang="zh-CN" sz="2400">
                <a:solidFill>
                  <a:srgbClr val="1C1C1C"/>
                </a:solidFill>
                <a:sym typeface="Symbol" pitchFamily="18" charset="2"/>
              </a:rPr>
              <a:t></a:t>
            </a:r>
            <a:r>
              <a:rPr lang="en-US" altLang="zh-CN" sz="2400" i="0" baseline="-25000">
                <a:solidFill>
                  <a:srgbClr val="1C1C1C"/>
                </a:solidFill>
              </a:rPr>
              <a:t>1 </a:t>
            </a:r>
            <a:r>
              <a:rPr lang="en-US" altLang="zh-CN" sz="2400" i="0">
                <a:solidFill>
                  <a:srgbClr val="1C1C1C"/>
                </a:solidFill>
              </a:rPr>
              <a:t>+ </a:t>
            </a:r>
            <a:r>
              <a:rPr lang="en-US" altLang="zh-CN" sz="2400">
                <a:solidFill>
                  <a:srgbClr val="1C1C1C"/>
                </a:solidFill>
              </a:rPr>
              <a:t>P</a:t>
            </a:r>
            <a:r>
              <a:rPr lang="en-US" altLang="zh-CN" sz="2400" i="0" baseline="-25000">
                <a:solidFill>
                  <a:srgbClr val="1C1C1C"/>
                </a:solidFill>
              </a:rPr>
              <a:t>2 </a:t>
            </a:r>
            <a:r>
              <a:rPr lang="en-US" altLang="zh-CN" sz="2400" i="0">
                <a:solidFill>
                  <a:srgbClr val="1C1C1C"/>
                </a:solidFill>
              </a:rPr>
              <a:t>tan </a:t>
            </a:r>
            <a:r>
              <a:rPr lang="en-US" altLang="zh-CN" sz="2400">
                <a:solidFill>
                  <a:srgbClr val="1C1C1C"/>
                </a:solidFill>
                <a:sym typeface="Symbol" pitchFamily="18" charset="2"/>
              </a:rPr>
              <a:t></a:t>
            </a:r>
            <a:r>
              <a:rPr lang="en-US" altLang="zh-CN" sz="2400" i="0" baseline="-25000">
                <a:solidFill>
                  <a:srgbClr val="1C1C1C"/>
                </a:solidFill>
              </a:rPr>
              <a:t>2 </a:t>
            </a:r>
          </a:p>
          <a:p>
            <a:r>
              <a:rPr lang="en-US" altLang="zh-CN" sz="2400" i="0">
                <a:solidFill>
                  <a:srgbClr val="1C1C1C"/>
                </a:solidFill>
              </a:rPr>
              <a:t>    = ( </a:t>
            </a:r>
            <a:r>
              <a:rPr lang="en-US" altLang="zh-CN" sz="2400" i="0">
                <a:solidFill>
                  <a:srgbClr val="1C1C1C"/>
                </a:solidFill>
                <a:cs typeface="Times New Roman" pitchFamily="18" charset="0"/>
                <a:sym typeface="Symbol" pitchFamily="18" charset="2"/>
              </a:rPr>
              <a:t></a:t>
            </a:r>
            <a:r>
              <a:rPr lang="en-US" altLang="zh-CN" sz="2400" i="0">
                <a:solidFill>
                  <a:srgbClr val="1C1C1C"/>
                </a:solidFill>
              </a:rPr>
              <a:t> 411 + 290) var</a:t>
            </a:r>
          </a:p>
          <a:p>
            <a:r>
              <a:rPr lang="en-US" altLang="zh-CN" sz="2400" i="0">
                <a:solidFill>
                  <a:srgbClr val="1C1C1C"/>
                </a:solidFill>
              </a:rPr>
              <a:t>    = </a:t>
            </a:r>
            <a:r>
              <a:rPr lang="en-US" altLang="zh-CN" sz="2400" i="0">
                <a:solidFill>
                  <a:srgbClr val="1C1C1C"/>
                </a:solidFill>
                <a:sym typeface="Symbol" pitchFamily="18" charset="2"/>
              </a:rPr>
              <a:t></a:t>
            </a:r>
            <a:r>
              <a:rPr lang="en-US" altLang="zh-CN" sz="2400" i="0">
                <a:solidFill>
                  <a:srgbClr val="1C1C1C"/>
                </a:solidFill>
              </a:rPr>
              <a:t> 121 var</a:t>
            </a:r>
          </a:p>
        </p:txBody>
      </p:sp>
      <p:sp>
        <p:nvSpPr>
          <p:cNvPr id="315400" name="Rectangle 8"/>
          <p:cNvSpPr>
            <a:spLocks noChangeArrowheads="1"/>
          </p:cNvSpPr>
          <p:nvPr/>
        </p:nvSpPr>
        <p:spPr bwMode="auto">
          <a:xfrm>
            <a:off x="971600" y="431822"/>
            <a:ext cx="16514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dirty="0">
                <a:solidFill>
                  <a:srgbClr val="FF0000"/>
                </a:solidFill>
                <a:cs typeface="Times New Roman" pitchFamily="18" charset="0"/>
              </a:rPr>
              <a:t>Method</a:t>
            </a:r>
            <a:r>
              <a:rPr lang="zh-CN" altLang="en-US" sz="2400" i="0" dirty="0">
                <a:solidFill>
                  <a:srgbClr val="FF0000"/>
                </a:solidFill>
                <a:cs typeface="Times New Roman" pitchFamily="18" charset="0"/>
              </a:rPr>
              <a:t> </a:t>
            </a:r>
            <a:r>
              <a:rPr lang="en-US" altLang="zh-CN" sz="2400" i="0" dirty="0">
                <a:solidFill>
                  <a:srgbClr val="FF0000"/>
                </a:solidFill>
                <a:cs typeface="Times New Roman" pitchFamily="18" charset="0"/>
              </a:rPr>
              <a:t>2  </a:t>
            </a:r>
          </a:p>
        </p:txBody>
      </p:sp>
      <p:sp>
        <p:nvSpPr>
          <p:cNvPr id="315401" name="Text Box 9"/>
          <p:cNvSpPr txBox="1">
            <a:spLocks noChangeArrowheads="1"/>
          </p:cNvSpPr>
          <p:nvPr/>
        </p:nvSpPr>
        <p:spPr bwMode="auto">
          <a:xfrm>
            <a:off x="2484453" y="247155"/>
            <a:ext cx="5743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400" i="0" dirty="0">
                <a:cs typeface="Times New Roman" pitchFamily="18" charset="0"/>
              </a:rPr>
              <a:t>Find the total powers by using the branch powers</a:t>
            </a:r>
            <a:endParaRPr lang="zh-CN" altLang="en-US" sz="2400" i="0" dirty="0">
              <a:cs typeface="Times New Roman" pitchFamily="18" charset="0"/>
            </a:endParaRPr>
          </a:p>
        </p:txBody>
      </p:sp>
      <p:sp>
        <p:nvSpPr>
          <p:cNvPr id="315402" name="Rectangle 10"/>
          <p:cNvSpPr>
            <a:spLocks noChangeArrowheads="1"/>
          </p:cNvSpPr>
          <p:nvPr/>
        </p:nvSpPr>
        <p:spPr bwMode="auto">
          <a:xfrm>
            <a:off x="1416059" y="2559073"/>
            <a:ext cx="22060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a:solidFill>
                  <a:srgbClr val="1C1C1C"/>
                </a:solidFill>
              </a:rPr>
              <a:t>= (72 + 74) W</a:t>
            </a:r>
          </a:p>
        </p:txBody>
      </p:sp>
      <p:sp>
        <p:nvSpPr>
          <p:cNvPr id="315403" name="Rectangle 11"/>
          <p:cNvSpPr>
            <a:spLocks noChangeArrowheads="1"/>
          </p:cNvSpPr>
          <p:nvPr/>
        </p:nvSpPr>
        <p:spPr bwMode="auto">
          <a:xfrm>
            <a:off x="1416050" y="2984522"/>
            <a:ext cx="13837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a:solidFill>
                  <a:srgbClr val="1C1C1C"/>
                </a:solidFill>
              </a:rPr>
              <a:t>= 146 W</a:t>
            </a:r>
          </a:p>
        </p:txBody>
      </p:sp>
      <p:grpSp>
        <p:nvGrpSpPr>
          <p:cNvPr id="3" name="Group 12"/>
          <p:cNvGrpSpPr>
            <a:grpSpLocks/>
          </p:cNvGrpSpPr>
          <p:nvPr/>
        </p:nvGrpSpPr>
        <p:grpSpPr bwMode="auto">
          <a:xfrm>
            <a:off x="1428766" y="1720875"/>
            <a:ext cx="4562475" cy="461963"/>
            <a:chOff x="1172" y="1084"/>
            <a:chExt cx="2874" cy="291"/>
          </a:xfrm>
        </p:grpSpPr>
        <p:sp>
          <p:nvSpPr>
            <p:cNvPr id="85015" name="Rectangle 13"/>
            <p:cNvSpPr>
              <a:spLocks noChangeArrowheads="1"/>
            </p:cNvSpPr>
            <p:nvPr/>
          </p:nvSpPr>
          <p:spPr bwMode="auto">
            <a:xfrm>
              <a:off x="1172" y="1084"/>
              <a:ext cx="287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dirty="0">
                  <a:solidFill>
                    <a:srgbClr val="1C1C1C"/>
                  </a:solidFill>
                </a:rPr>
                <a:t>=</a:t>
              </a:r>
              <a:r>
                <a:rPr lang="zh-CN" altLang="en-US" sz="2400" i="0" dirty="0">
                  <a:solidFill>
                    <a:srgbClr val="1C1C1C"/>
                  </a:solidFill>
                  <a:cs typeface="Times New Roman" pitchFamily="18" charset="0"/>
                </a:rPr>
                <a:t>｛</a:t>
              </a:r>
              <a:r>
                <a:rPr lang="en-US" altLang="zh-CN" sz="2400" i="0" dirty="0">
                  <a:solidFill>
                    <a:srgbClr val="1C1C1C"/>
                  </a:solidFill>
                  <a:cs typeface="Times New Roman" pitchFamily="18" charset="0"/>
                </a:rPr>
                <a:t>220 </a:t>
              </a:r>
              <a:r>
                <a:rPr lang="en-US" altLang="zh-CN" sz="2400" i="0" dirty="0">
                  <a:solidFill>
                    <a:srgbClr val="1C1C1C"/>
                  </a:solidFill>
                  <a:cs typeface="Times New Roman" pitchFamily="18" charset="0"/>
                  <a:sym typeface="Symbol" pitchFamily="18" charset="2"/>
                </a:rPr>
                <a:t> </a:t>
              </a:r>
              <a:r>
                <a:rPr lang="en-US" altLang="zh-CN" sz="2400" i="0" dirty="0">
                  <a:solidFill>
                    <a:srgbClr val="1C1C1C"/>
                  </a:solidFill>
                  <a:cs typeface="Times New Roman" pitchFamily="18" charset="0"/>
                </a:rPr>
                <a:t>1.9 </a:t>
              </a:r>
              <a:r>
                <a:rPr lang="en-US" altLang="zh-CN" i="0" dirty="0">
                  <a:solidFill>
                    <a:srgbClr val="1C1C1C"/>
                  </a:solidFill>
                  <a:cs typeface="Times New Roman" pitchFamily="18" charset="0"/>
                  <a:sym typeface="Symbol" pitchFamily="18" charset="2"/>
                </a:rPr>
                <a:t> </a:t>
              </a:r>
              <a:r>
                <a:rPr lang="en-US" altLang="zh-CN" sz="2400" i="0" dirty="0" err="1">
                  <a:solidFill>
                    <a:srgbClr val="1C1C1C"/>
                  </a:solidFill>
                </a:rPr>
                <a:t>cos</a:t>
              </a:r>
              <a:r>
                <a:rPr lang="en-US" altLang="zh-CN" sz="2400" i="0" dirty="0">
                  <a:solidFill>
                    <a:srgbClr val="1C1C1C"/>
                  </a:solidFill>
                </a:rPr>
                <a:t> ( 0 </a:t>
              </a:r>
              <a:r>
                <a:rPr lang="en-US" altLang="zh-CN" sz="2400" i="0" dirty="0">
                  <a:solidFill>
                    <a:srgbClr val="1C1C1C"/>
                  </a:solidFill>
                  <a:sym typeface="Symbol" pitchFamily="18" charset="2"/>
                </a:rPr>
                <a:t></a:t>
              </a:r>
              <a:r>
                <a:rPr lang="en-US" altLang="zh-CN" sz="2400" i="0" dirty="0">
                  <a:solidFill>
                    <a:srgbClr val="1C1C1C"/>
                  </a:solidFill>
                </a:rPr>
                <a:t> 80  ) +</a:t>
              </a:r>
            </a:p>
          </p:txBody>
        </p:sp>
        <p:sp>
          <p:nvSpPr>
            <p:cNvPr id="85016" name="Oval 14"/>
            <p:cNvSpPr>
              <a:spLocks noChangeArrowheads="1"/>
            </p:cNvSpPr>
            <p:nvPr/>
          </p:nvSpPr>
          <p:spPr bwMode="auto">
            <a:xfrm>
              <a:off x="3000" y="1168"/>
              <a:ext cx="41"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5017" name="Oval 15"/>
            <p:cNvSpPr>
              <a:spLocks noChangeArrowheads="1"/>
            </p:cNvSpPr>
            <p:nvPr/>
          </p:nvSpPr>
          <p:spPr bwMode="auto">
            <a:xfrm>
              <a:off x="3392" y="1176"/>
              <a:ext cx="41"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grpSp>
      <p:grpSp>
        <p:nvGrpSpPr>
          <p:cNvPr id="4" name="Group 16"/>
          <p:cNvGrpSpPr>
            <a:grpSpLocks/>
          </p:cNvGrpSpPr>
          <p:nvPr/>
        </p:nvGrpSpPr>
        <p:grpSpPr bwMode="auto">
          <a:xfrm>
            <a:off x="1835161" y="2101878"/>
            <a:ext cx="6653213" cy="461963"/>
            <a:chOff x="1428" y="1324"/>
            <a:chExt cx="4191" cy="291"/>
          </a:xfrm>
        </p:grpSpPr>
        <p:sp>
          <p:nvSpPr>
            <p:cNvPr id="85012" name="Rectangle 17"/>
            <p:cNvSpPr>
              <a:spLocks noChangeArrowheads="1"/>
            </p:cNvSpPr>
            <p:nvPr/>
          </p:nvSpPr>
          <p:spPr bwMode="auto">
            <a:xfrm>
              <a:off x="1428" y="1324"/>
              <a:ext cx="41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p>
              <a:pPr algn="l"/>
              <a:r>
                <a:rPr lang="en-US" altLang="zh-CN" sz="2400" i="0" dirty="0">
                  <a:solidFill>
                    <a:srgbClr val="1C1C1C"/>
                  </a:solidFill>
                </a:rPr>
                <a:t>220 </a:t>
              </a:r>
              <a:r>
                <a:rPr lang="en-US" altLang="zh-CN" i="0" dirty="0">
                  <a:solidFill>
                    <a:srgbClr val="1C1C1C"/>
                  </a:solidFill>
                  <a:cs typeface="Times New Roman" pitchFamily="18" charset="0"/>
                  <a:sym typeface="Symbol" pitchFamily="18" charset="2"/>
                </a:rPr>
                <a:t></a:t>
              </a:r>
              <a:r>
                <a:rPr lang="en-US" altLang="zh-CN" i="0" dirty="0">
                  <a:cs typeface="Times New Roman" pitchFamily="18" charset="0"/>
                </a:rPr>
                <a:t> </a:t>
              </a:r>
              <a:r>
                <a:rPr lang="en-US" altLang="zh-CN" sz="2400" i="0" dirty="0">
                  <a:solidFill>
                    <a:srgbClr val="1C1C1C"/>
                  </a:solidFill>
                </a:rPr>
                <a:t>1.36 </a:t>
              </a:r>
              <a:r>
                <a:rPr lang="en-US" altLang="zh-CN" i="0" dirty="0">
                  <a:solidFill>
                    <a:srgbClr val="1C1C1C"/>
                  </a:solidFill>
                  <a:sym typeface="Symbol" pitchFamily="18" charset="2"/>
                </a:rPr>
                <a:t></a:t>
              </a:r>
              <a:r>
                <a:rPr lang="en-US" altLang="zh-CN" i="0" dirty="0"/>
                <a:t> </a:t>
              </a:r>
              <a:r>
                <a:rPr lang="en-US" altLang="zh-CN" sz="2400" i="0" dirty="0" err="1">
                  <a:solidFill>
                    <a:srgbClr val="1C1C1C"/>
                  </a:solidFill>
                </a:rPr>
                <a:t>cos</a:t>
              </a:r>
              <a:r>
                <a:rPr lang="en-US" altLang="zh-CN" sz="2400" i="0" dirty="0">
                  <a:solidFill>
                    <a:srgbClr val="1C1C1C"/>
                  </a:solidFill>
                </a:rPr>
                <a:t> </a:t>
              </a:r>
              <a:r>
                <a:rPr lang="zh-CN" altLang="zh-CN" sz="2400" i="0" dirty="0">
                  <a:solidFill>
                    <a:srgbClr val="1C1C1C"/>
                  </a:solidFill>
                </a:rPr>
                <a:t>[</a:t>
              </a:r>
              <a:r>
                <a:rPr lang="en-US" altLang="zh-CN" sz="2400" i="0" dirty="0">
                  <a:solidFill>
                    <a:srgbClr val="1C1C1C"/>
                  </a:solidFill>
                </a:rPr>
                <a:t>0 </a:t>
              </a:r>
              <a:r>
                <a:rPr lang="en-US" altLang="zh-CN" i="0" dirty="0">
                  <a:solidFill>
                    <a:srgbClr val="1C1C1C"/>
                  </a:solidFill>
                  <a:sym typeface="Symbol" pitchFamily="18" charset="2"/>
                </a:rPr>
                <a:t> </a:t>
              </a:r>
              <a:r>
                <a:rPr lang="en-US" altLang="zh-CN" sz="2400" i="0" dirty="0">
                  <a:solidFill>
                    <a:srgbClr val="1C1C1C"/>
                  </a:solidFill>
                </a:rPr>
                <a:t>( </a:t>
              </a:r>
              <a:r>
                <a:rPr lang="en-US" altLang="zh-CN" sz="2400" i="0" dirty="0">
                  <a:solidFill>
                    <a:srgbClr val="1C1C1C"/>
                  </a:solidFill>
                  <a:sym typeface="Symbol" pitchFamily="18" charset="2"/>
                </a:rPr>
                <a:t> </a:t>
              </a:r>
              <a:r>
                <a:rPr lang="en-US" altLang="zh-CN" sz="2400" i="0" dirty="0">
                  <a:solidFill>
                    <a:srgbClr val="1C1C1C"/>
                  </a:solidFill>
                </a:rPr>
                <a:t>75.7  )</a:t>
              </a:r>
              <a:r>
                <a:rPr lang="zh-CN" altLang="zh-CN" sz="2400" i="0" dirty="0">
                  <a:solidFill>
                    <a:srgbClr val="1C1C1C"/>
                  </a:solidFill>
                </a:rPr>
                <a:t>]</a:t>
              </a:r>
              <a:r>
                <a:rPr lang="zh-CN" altLang="en-US" sz="2400" i="0" dirty="0">
                  <a:solidFill>
                    <a:srgbClr val="1C1C1C"/>
                  </a:solidFill>
                </a:rPr>
                <a:t>｝</a:t>
              </a:r>
              <a:r>
                <a:rPr lang="en-US" altLang="zh-CN" sz="2400" i="0" dirty="0">
                  <a:solidFill>
                    <a:srgbClr val="1C1C1C"/>
                  </a:solidFill>
                </a:rPr>
                <a:t>W</a:t>
              </a:r>
            </a:p>
          </p:txBody>
        </p:sp>
        <p:sp>
          <p:nvSpPr>
            <p:cNvPr id="85013" name="Oval 18"/>
            <p:cNvSpPr>
              <a:spLocks noChangeArrowheads="1"/>
            </p:cNvSpPr>
            <p:nvPr/>
          </p:nvSpPr>
          <p:spPr bwMode="auto">
            <a:xfrm>
              <a:off x="3117" y="1408"/>
              <a:ext cx="41" cy="41"/>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sp>
          <p:nvSpPr>
            <p:cNvPr id="85014" name="Oval 19"/>
            <p:cNvSpPr>
              <a:spLocks noChangeArrowheads="1"/>
            </p:cNvSpPr>
            <p:nvPr/>
          </p:nvSpPr>
          <p:spPr bwMode="auto">
            <a:xfrm>
              <a:off x="3962" y="1408"/>
              <a:ext cx="43" cy="43"/>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a:endParaRPr lang="zh-CN" altLang="en-US" i="0"/>
            </a:p>
          </p:txBody>
        </p:sp>
      </p:grpSp>
      <p:sp>
        <p:nvSpPr>
          <p:cNvPr id="85006" name="灯片编号占位符 26"/>
          <p:cNvSpPr txBox="1">
            <a:spLocks/>
          </p:cNvSpPr>
          <p:nvPr/>
        </p:nvSpPr>
        <p:spPr bwMode="auto">
          <a:xfrm>
            <a:off x="0" y="6613525"/>
            <a:ext cx="53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eaLnBrk="1" hangingPunct="1"/>
            <a:fld id="{98E1E5CC-1F5C-4C28-9343-24F1A8374601}" type="slidenum">
              <a:rPr lang="zh-CN" altLang="en-US" sz="1000" i="0">
                <a:solidFill>
                  <a:schemeClr val="bg1"/>
                </a:solidFill>
              </a:rPr>
              <a:pPr eaLnBrk="1" hangingPunct="1"/>
              <a:t>40</a:t>
            </a:fld>
            <a:endParaRPr lang="en-US" altLang="zh-CN" sz="1000" i="0">
              <a:solidFill>
                <a:schemeClr val="bg1"/>
              </a:solidFill>
            </a:endParaRPr>
          </a:p>
        </p:txBody>
      </p:sp>
      <p:sp>
        <p:nvSpPr>
          <p:cNvPr id="85007" name="Rectangle 44">
            <a:hlinkClick r:id="" action="ppaction://hlinkshowjump?jump=firstslide"/>
          </p:cNvPr>
          <p:cNvSpPr>
            <a:spLocks noChangeArrowheads="1"/>
          </p:cNvSpPr>
          <p:nvPr/>
        </p:nvSpPr>
        <p:spPr bwMode="auto">
          <a:xfrm>
            <a:off x="4340225" y="6610351"/>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返 回</a:t>
            </a:r>
          </a:p>
        </p:txBody>
      </p:sp>
      <p:sp>
        <p:nvSpPr>
          <p:cNvPr id="85008" name="Rectangle 46">
            <a:hlinkClick r:id="rId2" action="ppaction://hlinksldjump"/>
          </p:cNvPr>
          <p:cNvSpPr>
            <a:spLocks noChangeArrowheads="1"/>
          </p:cNvSpPr>
          <p:nvPr/>
        </p:nvSpPr>
        <p:spPr bwMode="auto">
          <a:xfrm>
            <a:off x="5254625" y="6619875"/>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上一节</a:t>
            </a:r>
          </a:p>
        </p:txBody>
      </p:sp>
      <p:sp>
        <p:nvSpPr>
          <p:cNvPr id="85009" name="Rectangle 45">
            <a:hlinkClick r:id="rId3" action="ppaction://hlinksldjump"/>
          </p:cNvPr>
          <p:cNvSpPr>
            <a:spLocks noChangeArrowheads="1"/>
          </p:cNvSpPr>
          <p:nvPr/>
        </p:nvSpPr>
        <p:spPr bwMode="auto">
          <a:xfrm>
            <a:off x="6245225" y="6610351"/>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下一节</a:t>
            </a:r>
          </a:p>
        </p:txBody>
      </p:sp>
      <p:sp>
        <p:nvSpPr>
          <p:cNvPr id="85010" name="Rectangle 42">
            <a:hlinkClick r:id="" action="ppaction://hlinkshowjump?jump=previousslide"/>
          </p:cNvPr>
          <p:cNvSpPr>
            <a:spLocks noChangeArrowheads="1"/>
          </p:cNvSpPr>
          <p:nvPr/>
        </p:nvSpPr>
        <p:spPr bwMode="auto">
          <a:xfrm>
            <a:off x="73120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上一页</a:t>
            </a:r>
          </a:p>
        </p:txBody>
      </p:sp>
      <p:sp>
        <p:nvSpPr>
          <p:cNvPr id="85011" name="Rectangle 43">
            <a:hlinkClick r:id="" action="ppaction://hlinkshowjump?jump=nextslide"/>
          </p:cNvPr>
          <p:cNvSpPr>
            <a:spLocks noChangeArrowheads="1"/>
          </p:cNvSpPr>
          <p:nvPr/>
        </p:nvSpPr>
        <p:spPr bwMode="auto">
          <a:xfrm>
            <a:off x="82264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下一页</a:t>
            </a:r>
          </a:p>
        </p:txBody>
      </p:sp>
    </p:spTree>
    <p:extLst>
      <p:ext uri="{BB962C8B-B14F-4D97-AF65-F5344CB8AC3E}">
        <p14:creationId xmlns:p14="http://schemas.microsoft.com/office/powerpoint/2010/main" val="31626717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00"/>
                                        </p:tgtEl>
                                        <p:attrNameLst>
                                          <p:attrName>style.visibility</p:attrName>
                                        </p:attrNameLst>
                                      </p:cBhvr>
                                      <p:to>
                                        <p:strVal val="visible"/>
                                      </p:to>
                                    </p:set>
                                    <p:animEffect transition="in" filter="wipe(left)">
                                      <p:cBhvr>
                                        <p:cTn id="7" dur="1000"/>
                                        <p:tgtEl>
                                          <p:spTgt spid="3154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5401"/>
                                        </p:tgtEl>
                                        <p:attrNameLst>
                                          <p:attrName>style.visibility</p:attrName>
                                        </p:attrNameLst>
                                      </p:cBhvr>
                                      <p:to>
                                        <p:strVal val="visible"/>
                                      </p:to>
                                    </p:set>
                                    <p:animEffect transition="in" filter="wipe(left)">
                                      <p:cBhvr>
                                        <p:cTn id="12" dur="1000"/>
                                        <p:tgtEl>
                                          <p:spTgt spid="3154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5394"/>
                                        </p:tgtEl>
                                        <p:attrNameLst>
                                          <p:attrName>style.visibility</p:attrName>
                                        </p:attrNameLst>
                                      </p:cBhvr>
                                      <p:to>
                                        <p:strVal val="visible"/>
                                      </p:to>
                                    </p:set>
                                    <p:animEffect transition="in" filter="wipe(left)">
                                      <p:cBhvr>
                                        <p:cTn id="17" dur="1000"/>
                                        <p:tgtEl>
                                          <p:spTgt spid="3153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5402"/>
                                        </p:tgtEl>
                                        <p:attrNameLst>
                                          <p:attrName>style.visibility</p:attrName>
                                        </p:attrNameLst>
                                      </p:cBhvr>
                                      <p:to>
                                        <p:strVal val="visible"/>
                                      </p:to>
                                    </p:set>
                                    <p:animEffect transition="in" filter="wipe(left)">
                                      <p:cBhvr>
                                        <p:cTn id="32" dur="1000"/>
                                        <p:tgtEl>
                                          <p:spTgt spid="3154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5403"/>
                                        </p:tgtEl>
                                        <p:attrNameLst>
                                          <p:attrName>style.visibility</p:attrName>
                                        </p:attrNameLst>
                                      </p:cBhvr>
                                      <p:to>
                                        <p:strVal val="visible"/>
                                      </p:to>
                                    </p:set>
                                    <p:animEffect transition="in" filter="wipe(left)">
                                      <p:cBhvr>
                                        <p:cTn id="37" dur="1000"/>
                                        <p:tgtEl>
                                          <p:spTgt spid="3154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5399">
                                            <p:txEl>
                                              <p:pRg st="0" end="0"/>
                                            </p:txEl>
                                          </p:spTgt>
                                        </p:tgtEl>
                                        <p:attrNameLst>
                                          <p:attrName>style.visibility</p:attrName>
                                        </p:attrNameLst>
                                      </p:cBhvr>
                                      <p:to>
                                        <p:strVal val="visible"/>
                                      </p:to>
                                    </p:set>
                                    <p:animEffect transition="in" filter="wipe(left)">
                                      <p:cBhvr>
                                        <p:cTn id="42" dur="1000"/>
                                        <p:tgtEl>
                                          <p:spTgt spid="315399">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15399">
                                            <p:txEl>
                                              <p:pRg st="1" end="1"/>
                                            </p:txEl>
                                          </p:spTgt>
                                        </p:tgtEl>
                                        <p:attrNameLst>
                                          <p:attrName>style.visibility</p:attrName>
                                        </p:attrNameLst>
                                      </p:cBhvr>
                                      <p:to>
                                        <p:strVal val="visible"/>
                                      </p:to>
                                    </p:set>
                                    <p:animEffect transition="in" filter="wipe(left)">
                                      <p:cBhvr>
                                        <p:cTn id="47" dur="1000"/>
                                        <p:tgtEl>
                                          <p:spTgt spid="315399">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5399">
                                            <p:txEl>
                                              <p:pRg st="2" end="2"/>
                                            </p:txEl>
                                          </p:spTgt>
                                        </p:tgtEl>
                                        <p:attrNameLst>
                                          <p:attrName>style.visibility</p:attrName>
                                        </p:attrNameLst>
                                      </p:cBhvr>
                                      <p:to>
                                        <p:strVal val="visible"/>
                                      </p:to>
                                    </p:set>
                                    <p:animEffect transition="in" filter="wipe(left)">
                                      <p:cBhvr>
                                        <p:cTn id="52" dur="1000"/>
                                        <p:tgtEl>
                                          <p:spTgt spid="315399">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left)">
                                      <p:cBhvr>
                                        <p:cTn id="5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4" grpId="0"/>
      <p:bldP spid="315399" grpId="0" build="p"/>
      <p:bldP spid="315400" grpId="0"/>
      <p:bldP spid="315401" grpId="0"/>
      <p:bldP spid="315402" grpId="0"/>
      <p:bldP spid="31540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p:cNvSpPr txBox="1">
            <a:spLocks noChangeArrowheads="1"/>
          </p:cNvSpPr>
          <p:nvPr/>
        </p:nvSpPr>
        <p:spPr bwMode="auto">
          <a:xfrm>
            <a:off x="2695575" y="253506"/>
            <a:ext cx="5207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eaLnBrk="1" hangingPunct="1"/>
            <a:r>
              <a:rPr lang="en-US" altLang="zh-CN" sz="2400" i="0" dirty="0">
                <a:cs typeface="Times New Roman" pitchFamily="18" charset="0"/>
              </a:rPr>
              <a:t>Find the total powers by using the powers of the individual elements</a:t>
            </a:r>
            <a:endParaRPr lang="zh-CN" altLang="en-US" sz="2400" i="0" dirty="0">
              <a:cs typeface="Times New Roman" pitchFamily="18" charset="0"/>
            </a:endParaRPr>
          </a:p>
        </p:txBody>
      </p:sp>
      <p:sp>
        <p:nvSpPr>
          <p:cNvPr id="316419" name="Rectangle 3"/>
          <p:cNvSpPr>
            <a:spLocks noChangeArrowheads="1"/>
          </p:cNvSpPr>
          <p:nvPr/>
        </p:nvSpPr>
        <p:spPr bwMode="auto">
          <a:xfrm>
            <a:off x="1368452" y="1365273"/>
            <a:ext cx="77755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p>
            <a:pPr algn="l"/>
            <a:r>
              <a:rPr lang="en-US" altLang="zh-CN" sz="2400">
                <a:solidFill>
                  <a:srgbClr val="1C1C1C"/>
                </a:solidFill>
              </a:rPr>
              <a:t>P </a:t>
            </a:r>
            <a:r>
              <a:rPr lang="en-US" altLang="zh-CN" sz="2400" i="0">
                <a:solidFill>
                  <a:srgbClr val="1C1C1C"/>
                </a:solidFill>
              </a:rPr>
              <a:t>= </a:t>
            </a:r>
            <a:r>
              <a:rPr lang="en-US" altLang="zh-CN" sz="2400">
                <a:solidFill>
                  <a:srgbClr val="1C1C1C"/>
                </a:solidFill>
              </a:rPr>
              <a:t>R</a:t>
            </a:r>
            <a:r>
              <a:rPr lang="en-US" altLang="zh-CN" sz="2400" i="0" baseline="-25000">
                <a:solidFill>
                  <a:srgbClr val="1C1C1C"/>
                </a:solidFill>
              </a:rPr>
              <a:t>1</a:t>
            </a:r>
            <a:r>
              <a:rPr lang="en-US" altLang="zh-CN" sz="2400">
                <a:solidFill>
                  <a:srgbClr val="1C1C1C"/>
                </a:solidFill>
              </a:rPr>
              <a:t>I</a:t>
            </a:r>
            <a:r>
              <a:rPr lang="en-US" altLang="zh-CN" sz="2400" i="0" baseline="-25000">
                <a:solidFill>
                  <a:srgbClr val="1C1C1C"/>
                </a:solidFill>
              </a:rPr>
              <a:t>1</a:t>
            </a:r>
            <a:r>
              <a:rPr lang="en-US" altLang="zh-CN" sz="2400" i="0" baseline="30000">
                <a:solidFill>
                  <a:srgbClr val="1C1C1C"/>
                </a:solidFill>
              </a:rPr>
              <a:t>2 </a:t>
            </a:r>
            <a:r>
              <a:rPr lang="en-US" altLang="zh-CN" sz="2400" i="0">
                <a:solidFill>
                  <a:srgbClr val="1C1C1C"/>
                </a:solidFill>
              </a:rPr>
              <a:t>+ </a:t>
            </a:r>
            <a:r>
              <a:rPr lang="en-US" altLang="zh-CN" sz="2400">
                <a:solidFill>
                  <a:srgbClr val="1C1C1C"/>
                </a:solidFill>
              </a:rPr>
              <a:t>R</a:t>
            </a:r>
            <a:r>
              <a:rPr lang="en-US" altLang="zh-CN" sz="2400" i="0" baseline="-25000">
                <a:solidFill>
                  <a:srgbClr val="1C1C1C"/>
                </a:solidFill>
              </a:rPr>
              <a:t>2</a:t>
            </a:r>
            <a:r>
              <a:rPr lang="en-US" altLang="zh-CN" sz="2400">
                <a:solidFill>
                  <a:srgbClr val="1C1C1C"/>
                </a:solidFill>
              </a:rPr>
              <a:t>I</a:t>
            </a:r>
            <a:r>
              <a:rPr lang="en-US" altLang="zh-CN" sz="2400" i="0" baseline="-25000">
                <a:solidFill>
                  <a:srgbClr val="1C1C1C"/>
                </a:solidFill>
              </a:rPr>
              <a:t>2</a:t>
            </a:r>
            <a:r>
              <a:rPr lang="en-US" altLang="zh-CN" sz="2400" i="0" baseline="30000">
                <a:solidFill>
                  <a:srgbClr val="1C1C1C"/>
                </a:solidFill>
              </a:rPr>
              <a:t>2 </a:t>
            </a:r>
            <a:r>
              <a:rPr lang="en-US" altLang="zh-CN" sz="2400" i="0">
                <a:solidFill>
                  <a:srgbClr val="1C1C1C"/>
                </a:solidFill>
              </a:rPr>
              <a:t>= ( 20</a:t>
            </a:r>
            <a:r>
              <a:rPr lang="en-US" altLang="zh-CN" sz="2400" i="0">
                <a:solidFill>
                  <a:srgbClr val="1C1C1C"/>
                </a:solidFill>
                <a:cs typeface="Times New Roman" pitchFamily="18" charset="0"/>
              </a:rPr>
              <a:t>×1.9</a:t>
            </a:r>
            <a:r>
              <a:rPr lang="en-US" altLang="zh-CN" sz="2400" i="0" baseline="30000">
                <a:solidFill>
                  <a:srgbClr val="1C1C1C"/>
                </a:solidFill>
              </a:rPr>
              <a:t>2 </a:t>
            </a:r>
            <a:r>
              <a:rPr lang="en-US" altLang="zh-CN" sz="2400" i="0">
                <a:solidFill>
                  <a:srgbClr val="1C1C1C"/>
                </a:solidFill>
              </a:rPr>
              <a:t>+ 40×1.36</a:t>
            </a:r>
            <a:r>
              <a:rPr lang="en-US" altLang="zh-CN" sz="2400" i="0" baseline="30000">
                <a:solidFill>
                  <a:srgbClr val="1C1C1C"/>
                </a:solidFill>
              </a:rPr>
              <a:t>2 </a:t>
            </a:r>
            <a:r>
              <a:rPr lang="en-US" altLang="zh-CN" sz="2400" i="0">
                <a:solidFill>
                  <a:srgbClr val="1C1C1C"/>
                </a:solidFill>
              </a:rPr>
              <a:t>) W = 146 W</a:t>
            </a:r>
          </a:p>
        </p:txBody>
      </p:sp>
      <p:sp>
        <p:nvSpPr>
          <p:cNvPr id="316420" name="Rectangle 4"/>
          <p:cNvSpPr>
            <a:spLocks noChangeArrowheads="1"/>
          </p:cNvSpPr>
          <p:nvPr/>
        </p:nvSpPr>
        <p:spPr bwMode="auto">
          <a:xfrm>
            <a:off x="1343038" y="1828822"/>
            <a:ext cx="728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p>
            <a:pPr algn="l"/>
            <a:r>
              <a:rPr lang="en-US" altLang="zh-CN" sz="2400" dirty="0">
                <a:solidFill>
                  <a:srgbClr val="1C1C1C"/>
                </a:solidFill>
              </a:rPr>
              <a:t>Q</a:t>
            </a:r>
            <a:r>
              <a:rPr lang="en-US" altLang="zh-CN" sz="2400" i="0" dirty="0">
                <a:solidFill>
                  <a:srgbClr val="1C1C1C"/>
                </a:solidFill>
              </a:rPr>
              <a:t> = </a:t>
            </a:r>
            <a:r>
              <a:rPr lang="en-US" altLang="zh-CN" sz="2400" i="0" dirty="0">
                <a:solidFill>
                  <a:srgbClr val="1C1C1C"/>
                </a:solidFill>
                <a:cs typeface="Times New Roman" pitchFamily="18" charset="0"/>
                <a:sym typeface="Symbol" pitchFamily="18" charset="2"/>
              </a:rPr>
              <a:t></a:t>
            </a:r>
            <a:r>
              <a:rPr lang="en-US" altLang="zh-CN" sz="2400" i="0" dirty="0">
                <a:solidFill>
                  <a:srgbClr val="1C1C1C"/>
                </a:solidFill>
              </a:rPr>
              <a:t> </a:t>
            </a:r>
            <a:r>
              <a:rPr lang="en-US" altLang="zh-CN" sz="2400" dirty="0">
                <a:solidFill>
                  <a:srgbClr val="1C1C1C"/>
                </a:solidFill>
              </a:rPr>
              <a:t>X</a:t>
            </a:r>
            <a:r>
              <a:rPr lang="en-US" altLang="zh-CN" sz="2400" baseline="-25000" dirty="0">
                <a:solidFill>
                  <a:srgbClr val="1C1C1C"/>
                </a:solidFill>
              </a:rPr>
              <a:t>C</a:t>
            </a:r>
            <a:r>
              <a:rPr lang="en-US" altLang="zh-CN" sz="2400" i="0" baseline="-25000" dirty="0">
                <a:solidFill>
                  <a:srgbClr val="1C1C1C"/>
                </a:solidFill>
              </a:rPr>
              <a:t> </a:t>
            </a:r>
            <a:r>
              <a:rPr lang="en-US" altLang="zh-CN" sz="2400" dirty="0">
                <a:solidFill>
                  <a:srgbClr val="1C1C1C"/>
                </a:solidFill>
              </a:rPr>
              <a:t>I</a:t>
            </a:r>
            <a:r>
              <a:rPr lang="en-US" altLang="zh-CN" sz="2400" i="0" baseline="-25000" dirty="0">
                <a:solidFill>
                  <a:srgbClr val="1C1C1C"/>
                </a:solidFill>
              </a:rPr>
              <a:t>1</a:t>
            </a:r>
            <a:r>
              <a:rPr lang="en-US" altLang="zh-CN" sz="2400" i="0" baseline="30000" dirty="0">
                <a:solidFill>
                  <a:srgbClr val="1C1C1C"/>
                </a:solidFill>
              </a:rPr>
              <a:t>2 </a:t>
            </a:r>
            <a:r>
              <a:rPr lang="en-US" altLang="zh-CN" sz="2400" i="0" dirty="0">
                <a:solidFill>
                  <a:srgbClr val="1C1C1C"/>
                </a:solidFill>
              </a:rPr>
              <a:t>+ </a:t>
            </a:r>
            <a:r>
              <a:rPr lang="en-US" altLang="zh-CN" sz="2400" dirty="0">
                <a:solidFill>
                  <a:srgbClr val="1C1C1C"/>
                </a:solidFill>
              </a:rPr>
              <a:t>X</a:t>
            </a:r>
            <a:r>
              <a:rPr lang="en-US" altLang="zh-CN" sz="2400" baseline="-25000" dirty="0">
                <a:solidFill>
                  <a:srgbClr val="1C1C1C"/>
                </a:solidFill>
              </a:rPr>
              <a:t>L</a:t>
            </a:r>
            <a:r>
              <a:rPr lang="en-US" altLang="zh-CN" sz="2400" dirty="0">
                <a:solidFill>
                  <a:srgbClr val="1C1C1C"/>
                </a:solidFill>
              </a:rPr>
              <a:t>I</a:t>
            </a:r>
            <a:r>
              <a:rPr lang="en-US" altLang="zh-CN" sz="2400" i="0" baseline="-25000" dirty="0">
                <a:solidFill>
                  <a:srgbClr val="1C1C1C"/>
                </a:solidFill>
              </a:rPr>
              <a:t>2</a:t>
            </a:r>
            <a:r>
              <a:rPr lang="en-US" altLang="zh-CN" sz="2400" i="0" baseline="30000" dirty="0">
                <a:solidFill>
                  <a:srgbClr val="1C1C1C"/>
                </a:solidFill>
              </a:rPr>
              <a:t>2 </a:t>
            </a:r>
            <a:r>
              <a:rPr lang="en-US" altLang="zh-CN" sz="2400" i="0" dirty="0">
                <a:solidFill>
                  <a:srgbClr val="1C1C1C"/>
                </a:solidFill>
              </a:rPr>
              <a:t>= ( </a:t>
            </a:r>
            <a:r>
              <a:rPr lang="en-US" altLang="zh-CN" sz="2400" i="0" dirty="0">
                <a:solidFill>
                  <a:srgbClr val="1C1C1C"/>
                </a:solidFill>
                <a:sym typeface="Symbol" pitchFamily="18" charset="2"/>
              </a:rPr>
              <a:t></a:t>
            </a:r>
            <a:r>
              <a:rPr lang="en-US" altLang="zh-CN" sz="2400" i="0" dirty="0">
                <a:solidFill>
                  <a:srgbClr val="1C1C1C"/>
                </a:solidFill>
              </a:rPr>
              <a:t> 114×1.9</a:t>
            </a:r>
            <a:r>
              <a:rPr lang="en-US" altLang="zh-CN" sz="2400" i="0" baseline="30000" dirty="0">
                <a:solidFill>
                  <a:srgbClr val="1C1C1C"/>
                </a:solidFill>
              </a:rPr>
              <a:t>2  </a:t>
            </a:r>
            <a:r>
              <a:rPr lang="en-US" altLang="zh-CN" sz="2400" i="0" dirty="0">
                <a:solidFill>
                  <a:srgbClr val="1C1C1C"/>
                </a:solidFill>
              </a:rPr>
              <a:t>+ 157×1.36</a:t>
            </a:r>
            <a:r>
              <a:rPr lang="en-US" altLang="zh-CN" sz="2400" i="0" baseline="30000" dirty="0">
                <a:solidFill>
                  <a:srgbClr val="1C1C1C"/>
                </a:solidFill>
              </a:rPr>
              <a:t>2 </a:t>
            </a:r>
            <a:r>
              <a:rPr lang="en-US" altLang="zh-CN" sz="2400" i="0" dirty="0">
                <a:solidFill>
                  <a:srgbClr val="1C1C1C"/>
                </a:solidFill>
              </a:rPr>
              <a:t>) </a:t>
            </a:r>
          </a:p>
        </p:txBody>
      </p:sp>
      <p:grpSp>
        <p:nvGrpSpPr>
          <p:cNvPr id="2" name="Group 5"/>
          <p:cNvGrpSpPr>
            <a:grpSpLocks/>
          </p:cNvGrpSpPr>
          <p:nvPr/>
        </p:nvGrpSpPr>
        <p:grpSpPr bwMode="auto">
          <a:xfrm>
            <a:off x="1300847" y="2984515"/>
            <a:ext cx="3984625" cy="501652"/>
            <a:chOff x="892" y="1688"/>
            <a:chExt cx="2184" cy="316"/>
          </a:xfrm>
        </p:grpSpPr>
        <p:sp>
          <p:nvSpPr>
            <p:cNvPr id="86033" name="Rectangle 6"/>
            <p:cNvSpPr>
              <a:spLocks noChangeArrowheads="1"/>
            </p:cNvSpPr>
            <p:nvPr/>
          </p:nvSpPr>
          <p:spPr bwMode="auto">
            <a:xfrm>
              <a:off x="2141" y="1713"/>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5000"/>
                </a:spcBef>
              </a:pPr>
              <a:r>
                <a:rPr lang="en-US" altLang="zh-CN" sz="2400" i="0">
                  <a:solidFill>
                    <a:srgbClr val="1C1C1C"/>
                  </a:solidFill>
                </a:rPr>
                <a:t>= 190 V·A</a:t>
              </a:r>
            </a:p>
          </p:txBody>
        </p:sp>
        <p:sp>
          <p:nvSpPr>
            <p:cNvPr id="86034" name="Rectangle 7"/>
            <p:cNvSpPr>
              <a:spLocks noChangeArrowheads="1"/>
            </p:cNvSpPr>
            <p:nvPr/>
          </p:nvSpPr>
          <p:spPr bwMode="auto">
            <a:xfrm>
              <a:off x="892" y="1688"/>
              <a:ext cx="129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l"/>
              <a:r>
                <a:rPr lang="en-US" altLang="zh-CN" sz="2400" i="0" dirty="0"/>
                <a:t> </a:t>
              </a:r>
              <a:r>
                <a:rPr lang="en-US" altLang="zh-CN" sz="2400" dirty="0">
                  <a:solidFill>
                    <a:srgbClr val="1C1C1C"/>
                  </a:solidFill>
                </a:rPr>
                <a:t>S</a:t>
              </a:r>
              <a:r>
                <a:rPr lang="en-US" altLang="zh-CN" sz="2400" i="0" dirty="0">
                  <a:solidFill>
                    <a:srgbClr val="1C1C1C"/>
                  </a:solidFill>
                </a:rPr>
                <a:t> =√</a:t>
              </a:r>
              <a:r>
                <a:rPr lang="en-US" altLang="zh-CN" sz="2400" dirty="0">
                  <a:solidFill>
                    <a:srgbClr val="1C1C1C"/>
                  </a:solidFill>
                </a:rPr>
                <a:t>P</a:t>
              </a:r>
              <a:r>
                <a:rPr lang="en-US" altLang="zh-CN" sz="2400" i="0" baseline="30000" dirty="0">
                  <a:solidFill>
                    <a:srgbClr val="1C1C1C"/>
                  </a:solidFill>
                </a:rPr>
                <a:t>2 </a:t>
              </a:r>
              <a:r>
                <a:rPr lang="en-US" altLang="zh-CN" sz="2400" i="0" dirty="0">
                  <a:solidFill>
                    <a:srgbClr val="1C1C1C"/>
                  </a:solidFill>
                </a:rPr>
                <a:t>+ </a:t>
              </a:r>
              <a:r>
                <a:rPr lang="en-US" altLang="zh-CN" sz="2400" dirty="0">
                  <a:solidFill>
                    <a:srgbClr val="1C1C1C"/>
                  </a:solidFill>
                </a:rPr>
                <a:t>Q</a:t>
              </a:r>
              <a:r>
                <a:rPr lang="en-US" altLang="zh-CN" sz="2400" i="0" baseline="30000" dirty="0">
                  <a:solidFill>
                    <a:srgbClr val="1C1C1C"/>
                  </a:solidFill>
                </a:rPr>
                <a:t>2</a:t>
              </a:r>
            </a:p>
          </p:txBody>
        </p:sp>
        <p:sp>
          <p:nvSpPr>
            <p:cNvPr id="86035" name="Line 8"/>
            <p:cNvSpPr>
              <a:spLocks noChangeShapeType="1"/>
            </p:cNvSpPr>
            <p:nvPr/>
          </p:nvSpPr>
          <p:spPr bwMode="auto">
            <a:xfrm flipV="1">
              <a:off x="1407" y="1713"/>
              <a:ext cx="710" cy="6"/>
            </a:xfrm>
            <a:prstGeom prst="line">
              <a:avLst/>
            </a:prstGeom>
            <a:noFill/>
            <a:ln w="28575">
              <a:solidFill>
                <a:srgbClr val="1C1C1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6425" name="Rectangle 9"/>
          <p:cNvSpPr>
            <a:spLocks noChangeArrowheads="1"/>
          </p:cNvSpPr>
          <p:nvPr/>
        </p:nvSpPr>
        <p:spPr bwMode="auto">
          <a:xfrm>
            <a:off x="1655654" y="2297745"/>
            <a:ext cx="17914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dirty="0">
                <a:solidFill>
                  <a:srgbClr val="1C1C1C"/>
                </a:solidFill>
              </a:rPr>
              <a:t>= </a:t>
            </a:r>
            <a:r>
              <a:rPr lang="en-US" altLang="zh-CN" sz="2400" i="0" dirty="0">
                <a:solidFill>
                  <a:srgbClr val="1C1C1C"/>
                </a:solidFill>
                <a:cs typeface="Times New Roman" pitchFamily="18" charset="0"/>
                <a:sym typeface="Symbol" pitchFamily="18" charset="2"/>
              </a:rPr>
              <a:t></a:t>
            </a:r>
            <a:r>
              <a:rPr lang="en-US" altLang="zh-CN" sz="2400" i="0" dirty="0">
                <a:solidFill>
                  <a:srgbClr val="1C1C1C"/>
                </a:solidFill>
              </a:rPr>
              <a:t> 121 </a:t>
            </a:r>
            <a:r>
              <a:rPr lang="en-US" altLang="zh-CN" sz="2400" i="0" dirty="0" err="1">
                <a:solidFill>
                  <a:srgbClr val="1C1C1C"/>
                </a:solidFill>
              </a:rPr>
              <a:t>var</a:t>
            </a:r>
            <a:endParaRPr lang="en-US" altLang="zh-CN" sz="2400" i="0" dirty="0">
              <a:solidFill>
                <a:srgbClr val="1C1C1C"/>
              </a:solidFill>
            </a:endParaRPr>
          </a:p>
        </p:txBody>
      </p:sp>
      <p:sp>
        <p:nvSpPr>
          <p:cNvPr id="86023" name="Rectangle 10"/>
          <p:cNvSpPr>
            <a:spLocks noChangeArrowheads="1"/>
          </p:cNvSpPr>
          <p:nvPr/>
        </p:nvSpPr>
        <p:spPr bwMode="auto">
          <a:xfrm>
            <a:off x="1042987" y="438173"/>
            <a:ext cx="16514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p>
            <a:pPr algn="l"/>
            <a:r>
              <a:rPr lang="en-US" altLang="zh-CN" sz="2400" i="0" dirty="0">
                <a:solidFill>
                  <a:srgbClr val="800000"/>
                </a:solidFill>
                <a:cs typeface="Times New Roman" pitchFamily="18" charset="0"/>
              </a:rPr>
              <a:t> </a:t>
            </a:r>
            <a:r>
              <a:rPr lang="en-US" altLang="zh-CN" sz="2400" dirty="0">
                <a:solidFill>
                  <a:srgbClr val="FF0000"/>
                </a:solidFill>
                <a:cs typeface="Times New Roman" pitchFamily="18" charset="0"/>
              </a:rPr>
              <a:t>Method</a:t>
            </a:r>
            <a:r>
              <a:rPr lang="zh-CN" altLang="en-US" sz="2400" i="0" dirty="0">
                <a:solidFill>
                  <a:srgbClr val="FF0000"/>
                </a:solidFill>
                <a:cs typeface="Times New Roman" pitchFamily="18" charset="0"/>
              </a:rPr>
              <a:t> </a:t>
            </a:r>
            <a:r>
              <a:rPr lang="en-US" altLang="zh-CN" sz="2400" i="0" dirty="0">
                <a:solidFill>
                  <a:srgbClr val="FF0000"/>
                </a:solidFill>
                <a:cs typeface="Times New Roman" pitchFamily="18" charset="0"/>
              </a:rPr>
              <a:t>3 </a:t>
            </a:r>
          </a:p>
        </p:txBody>
      </p:sp>
      <p:sp>
        <p:nvSpPr>
          <p:cNvPr id="86027" name="灯片编号占位符 26"/>
          <p:cNvSpPr txBox="1">
            <a:spLocks/>
          </p:cNvSpPr>
          <p:nvPr/>
        </p:nvSpPr>
        <p:spPr bwMode="auto">
          <a:xfrm>
            <a:off x="0" y="6613525"/>
            <a:ext cx="53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eaLnBrk="1" hangingPunct="1"/>
            <a:fld id="{4F7159DD-EBA4-48AF-8D4F-519056FD8AAD}" type="slidenum">
              <a:rPr lang="zh-CN" altLang="en-US" sz="1000" i="0">
                <a:solidFill>
                  <a:schemeClr val="bg1"/>
                </a:solidFill>
              </a:rPr>
              <a:pPr eaLnBrk="1" hangingPunct="1"/>
              <a:t>41</a:t>
            </a:fld>
            <a:endParaRPr lang="en-US" altLang="zh-CN" sz="1000" i="0">
              <a:solidFill>
                <a:schemeClr val="bg1"/>
              </a:solidFill>
            </a:endParaRPr>
          </a:p>
        </p:txBody>
      </p:sp>
      <p:sp>
        <p:nvSpPr>
          <p:cNvPr id="86028" name="Rectangle 44">
            <a:hlinkClick r:id="" action="ppaction://hlinkshowjump?jump=firstslide"/>
          </p:cNvPr>
          <p:cNvSpPr>
            <a:spLocks noChangeArrowheads="1"/>
          </p:cNvSpPr>
          <p:nvPr/>
        </p:nvSpPr>
        <p:spPr bwMode="auto">
          <a:xfrm>
            <a:off x="4340225" y="6610351"/>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返 回</a:t>
            </a:r>
          </a:p>
        </p:txBody>
      </p:sp>
      <p:sp>
        <p:nvSpPr>
          <p:cNvPr id="86029" name="Rectangle 46">
            <a:hlinkClick r:id="rId2" action="ppaction://hlinksldjump"/>
          </p:cNvPr>
          <p:cNvSpPr>
            <a:spLocks noChangeArrowheads="1"/>
          </p:cNvSpPr>
          <p:nvPr/>
        </p:nvSpPr>
        <p:spPr bwMode="auto">
          <a:xfrm>
            <a:off x="5254625" y="6619875"/>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上一节</a:t>
            </a:r>
          </a:p>
        </p:txBody>
      </p:sp>
      <p:sp>
        <p:nvSpPr>
          <p:cNvPr id="86030" name="Rectangle 45">
            <a:hlinkClick r:id="rId3" action="ppaction://hlinksldjump"/>
          </p:cNvPr>
          <p:cNvSpPr>
            <a:spLocks noChangeArrowheads="1"/>
          </p:cNvSpPr>
          <p:nvPr/>
        </p:nvSpPr>
        <p:spPr bwMode="auto">
          <a:xfrm>
            <a:off x="6245225" y="6610351"/>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下一节</a:t>
            </a:r>
          </a:p>
        </p:txBody>
      </p:sp>
      <p:sp>
        <p:nvSpPr>
          <p:cNvPr id="86031" name="Rectangle 42">
            <a:hlinkClick r:id="" action="ppaction://hlinkshowjump?jump=previousslide"/>
          </p:cNvPr>
          <p:cNvSpPr>
            <a:spLocks noChangeArrowheads="1"/>
          </p:cNvSpPr>
          <p:nvPr/>
        </p:nvSpPr>
        <p:spPr bwMode="auto">
          <a:xfrm>
            <a:off x="73120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上一页</a:t>
            </a:r>
          </a:p>
        </p:txBody>
      </p:sp>
      <p:sp>
        <p:nvSpPr>
          <p:cNvPr id="86032" name="Rectangle 43">
            <a:hlinkClick r:id="" action="ppaction://hlinkshowjump?jump=nextslide"/>
          </p:cNvPr>
          <p:cNvSpPr>
            <a:spLocks noChangeArrowheads="1"/>
          </p:cNvSpPr>
          <p:nvPr/>
        </p:nvSpPr>
        <p:spPr bwMode="auto">
          <a:xfrm>
            <a:off x="8226425" y="6610351"/>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zh-CN" altLang="en-US" sz="1200" i="0">
                <a:solidFill>
                  <a:schemeClr val="bg1"/>
                </a:solidFill>
                <a:latin typeface="楷体_GB2312" pitchFamily="49" charset="-122"/>
              </a:rPr>
              <a:t>下一页</a:t>
            </a:r>
          </a:p>
        </p:txBody>
      </p:sp>
    </p:spTree>
    <p:extLst>
      <p:ext uri="{BB962C8B-B14F-4D97-AF65-F5344CB8AC3E}">
        <p14:creationId xmlns:p14="http://schemas.microsoft.com/office/powerpoint/2010/main" val="30597610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6418"/>
                                        </p:tgtEl>
                                        <p:attrNameLst>
                                          <p:attrName>style.visibility</p:attrName>
                                        </p:attrNameLst>
                                      </p:cBhvr>
                                      <p:to>
                                        <p:strVal val="visible"/>
                                      </p:to>
                                    </p:set>
                                    <p:animEffect transition="in" filter="wipe(left)">
                                      <p:cBhvr>
                                        <p:cTn id="7" dur="1000"/>
                                        <p:tgtEl>
                                          <p:spTgt spid="316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6419"/>
                                        </p:tgtEl>
                                        <p:attrNameLst>
                                          <p:attrName>style.visibility</p:attrName>
                                        </p:attrNameLst>
                                      </p:cBhvr>
                                      <p:to>
                                        <p:strVal val="visible"/>
                                      </p:to>
                                    </p:set>
                                    <p:animEffect transition="in" filter="wipe(left)">
                                      <p:cBhvr>
                                        <p:cTn id="12" dur="1000"/>
                                        <p:tgtEl>
                                          <p:spTgt spid="316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6420"/>
                                        </p:tgtEl>
                                        <p:attrNameLst>
                                          <p:attrName>style.visibility</p:attrName>
                                        </p:attrNameLst>
                                      </p:cBhvr>
                                      <p:to>
                                        <p:strVal val="visible"/>
                                      </p:to>
                                    </p:set>
                                    <p:animEffect transition="in" filter="wipe(left)">
                                      <p:cBhvr>
                                        <p:cTn id="17" dur="1000"/>
                                        <p:tgtEl>
                                          <p:spTgt spid="3164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6425"/>
                                        </p:tgtEl>
                                        <p:attrNameLst>
                                          <p:attrName>style.visibility</p:attrName>
                                        </p:attrNameLst>
                                      </p:cBhvr>
                                      <p:to>
                                        <p:strVal val="visible"/>
                                      </p:to>
                                    </p:set>
                                    <p:animEffect transition="in" filter="wipe(left)">
                                      <p:cBhvr>
                                        <p:cTn id="22" dur="1000"/>
                                        <p:tgtEl>
                                          <p:spTgt spid="3164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8" grpId="0"/>
      <p:bldP spid="316419" grpId="0"/>
      <p:bldP spid="316420" grpId="0"/>
      <p:bldP spid="31642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000" y="884723"/>
            <a:ext cx="8820000" cy="48000"/>
          </a:xfrm>
          <a:prstGeom prst="rect">
            <a:avLst/>
          </a:prstGeom>
          <a:solidFill>
            <a:srgbClr val="25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Freeform 5"/>
          <p:cNvSpPr>
            <a:spLocks/>
          </p:cNvSpPr>
          <p:nvPr/>
        </p:nvSpPr>
        <p:spPr bwMode="auto">
          <a:xfrm>
            <a:off x="254632" y="283472"/>
            <a:ext cx="156984" cy="212544"/>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4" name="Freeform 6"/>
          <p:cNvSpPr>
            <a:spLocks/>
          </p:cNvSpPr>
          <p:nvPr/>
        </p:nvSpPr>
        <p:spPr bwMode="auto">
          <a:xfrm>
            <a:off x="355983" y="409077"/>
            <a:ext cx="156984" cy="21411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5" name="Freeform 7"/>
          <p:cNvSpPr>
            <a:spLocks/>
          </p:cNvSpPr>
          <p:nvPr/>
        </p:nvSpPr>
        <p:spPr bwMode="auto">
          <a:xfrm>
            <a:off x="251520" y="528157"/>
            <a:ext cx="155802" cy="212544"/>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solidFill>
                <a:prstClr val="black"/>
              </a:solidFill>
            </a:endParaRPr>
          </a:p>
        </p:txBody>
      </p:sp>
      <p:sp>
        <p:nvSpPr>
          <p:cNvPr id="6" name="TextBox 5"/>
          <p:cNvSpPr txBox="1"/>
          <p:nvPr/>
        </p:nvSpPr>
        <p:spPr>
          <a:xfrm>
            <a:off x="517668" y="204339"/>
            <a:ext cx="1661032" cy="523220"/>
          </a:xfrm>
          <a:prstGeom prst="rect">
            <a:avLst/>
          </a:prstGeom>
          <a:noFill/>
        </p:spPr>
        <p:txBody>
          <a:bodyPr wrap="none" rtlCol="0">
            <a:spAutoFit/>
          </a:bodyPr>
          <a:lstStyle/>
          <a:p>
            <a:r>
              <a:rPr lang="en-US" altLang="zh-CN" sz="2800" spc="100" dirty="0">
                <a:solidFill>
                  <a:srgbClr val="1D4F5D"/>
                </a:solidFill>
                <a:latin typeface="Comic Sans MS" panose="030F0702030302020204" pitchFamily="66" charset="0"/>
                <a:ea typeface="微软雅黑" panose="020B0503020204020204" pitchFamily="34" charset="-122"/>
              </a:rPr>
              <a:t>Example</a:t>
            </a:r>
            <a:endParaRPr lang="zh-CN" altLang="en-US" sz="2800" spc="100" dirty="0">
              <a:solidFill>
                <a:srgbClr val="1D4F5D"/>
              </a:solidFill>
              <a:latin typeface="Comic Sans MS" panose="030F0702030302020204" pitchFamily="66" charset="0"/>
              <a:ea typeface="微软雅黑" panose="020B0503020204020204" pitchFamily="34" charset="-122"/>
            </a:endParaRPr>
          </a:p>
        </p:txBody>
      </p:sp>
      <p:sp>
        <p:nvSpPr>
          <p:cNvPr id="7" name="椭圆 6">
            <a:hlinkClick r:id="" action="ppaction://hlinkshowjump?jump=previousslide"/>
          </p:cNvPr>
          <p:cNvSpPr/>
          <p:nvPr/>
        </p:nvSpPr>
        <p:spPr>
          <a:xfrm>
            <a:off x="8140027" y="213373"/>
            <a:ext cx="178944" cy="238592"/>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KSO_Shape">
            <a:hlinkClick r:id="" action="ppaction://hlinkshowjump?jump=previousslide"/>
          </p:cNvPr>
          <p:cNvSpPr>
            <a:spLocks noChangeAspect="1"/>
          </p:cNvSpPr>
          <p:nvPr/>
        </p:nvSpPr>
        <p:spPr>
          <a:xfrm flipH="1">
            <a:off x="8187787" y="275135"/>
            <a:ext cx="83424" cy="115068"/>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9" name="椭圆 8">
            <a:hlinkClick r:id="" action="ppaction://hlinkshowjump?jump=nextslide"/>
          </p:cNvPr>
          <p:cNvSpPr/>
          <p:nvPr/>
        </p:nvSpPr>
        <p:spPr>
          <a:xfrm flipH="1">
            <a:off x="8713535" y="213376"/>
            <a:ext cx="178944" cy="238592"/>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KSO_Shape">
            <a:hlinkClick r:id="" action="ppaction://hlinkshowjump?jump=nextslide"/>
          </p:cNvPr>
          <p:cNvSpPr>
            <a:spLocks noChangeAspect="1"/>
          </p:cNvSpPr>
          <p:nvPr/>
        </p:nvSpPr>
        <p:spPr>
          <a:xfrm>
            <a:off x="8761296" y="275147"/>
            <a:ext cx="83424" cy="115068"/>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1" name="Freeform 10">
            <a:hlinkClick r:id="" action="ppaction://hlinkshowjump?jump=firstslide"/>
          </p:cNvPr>
          <p:cNvSpPr>
            <a:spLocks noChangeAspect="1" noEditPoints="1"/>
          </p:cNvSpPr>
          <p:nvPr/>
        </p:nvSpPr>
        <p:spPr bwMode="auto">
          <a:xfrm>
            <a:off x="8426253" y="212669"/>
            <a:ext cx="180000" cy="2400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rgbClr val="256779"/>
          </a:solidFill>
          <a:ln>
            <a:noFill/>
          </a:ln>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nvGrpSpPr>
          <p:cNvPr id="18" name="Group 7"/>
          <p:cNvGrpSpPr>
            <a:grpSpLocks/>
          </p:cNvGrpSpPr>
          <p:nvPr/>
        </p:nvGrpSpPr>
        <p:grpSpPr bwMode="auto">
          <a:xfrm>
            <a:off x="119934" y="1028700"/>
            <a:ext cx="3813176" cy="2633471"/>
            <a:chOff x="471" y="480"/>
            <a:chExt cx="2415" cy="1604"/>
          </a:xfrm>
        </p:grpSpPr>
        <p:sp>
          <p:nvSpPr>
            <p:cNvPr id="19" name="Line 8"/>
            <p:cNvSpPr>
              <a:spLocks noChangeShapeType="1"/>
            </p:cNvSpPr>
            <p:nvPr/>
          </p:nvSpPr>
          <p:spPr bwMode="auto">
            <a:xfrm>
              <a:off x="624" y="2064"/>
              <a:ext cx="1920" cy="0"/>
            </a:xfrm>
            <a:prstGeom prst="line">
              <a:avLst/>
            </a:prstGeom>
            <a:noFill/>
            <a:ln w="19050">
              <a:solidFill>
                <a:schemeClr val="tx1"/>
              </a:solidFill>
              <a:round/>
              <a:headEnd/>
              <a:tailEnd/>
            </a:ln>
            <a:effectLst/>
          </p:spPr>
          <p:txBody>
            <a:bodyPr wrap="none" anchor="ctr"/>
            <a:lstStyle/>
            <a:p>
              <a:endParaRPr lang="zh-CN" altLang="en-US">
                <a:solidFill>
                  <a:prstClr val="black"/>
                </a:solidFill>
              </a:endParaRPr>
            </a:p>
          </p:txBody>
        </p:sp>
        <p:sp>
          <p:nvSpPr>
            <p:cNvPr id="21" name="Line 9"/>
            <p:cNvSpPr>
              <a:spLocks noChangeShapeType="1"/>
            </p:cNvSpPr>
            <p:nvPr/>
          </p:nvSpPr>
          <p:spPr bwMode="auto">
            <a:xfrm flipH="1">
              <a:off x="2540" y="912"/>
              <a:ext cx="4" cy="594"/>
            </a:xfrm>
            <a:prstGeom prst="line">
              <a:avLst/>
            </a:prstGeom>
            <a:noFill/>
            <a:ln w="19050">
              <a:solidFill>
                <a:schemeClr val="tx1"/>
              </a:solidFill>
              <a:round/>
              <a:headEnd/>
              <a:tailEnd/>
            </a:ln>
            <a:effectLst/>
          </p:spPr>
          <p:txBody>
            <a:bodyPr wrap="none" anchor="ctr"/>
            <a:lstStyle/>
            <a:p>
              <a:endParaRPr lang="zh-CN" altLang="en-US">
                <a:solidFill>
                  <a:prstClr val="black"/>
                </a:solidFill>
              </a:endParaRPr>
            </a:p>
          </p:txBody>
        </p:sp>
        <p:sp>
          <p:nvSpPr>
            <p:cNvPr id="23" name="Freeform 10"/>
            <p:cNvSpPr>
              <a:spLocks/>
            </p:cNvSpPr>
            <p:nvPr/>
          </p:nvSpPr>
          <p:spPr bwMode="auto">
            <a:xfrm>
              <a:off x="2548" y="1890"/>
              <a:ext cx="2" cy="180"/>
            </a:xfrm>
            <a:custGeom>
              <a:avLst/>
              <a:gdLst/>
              <a:ahLst/>
              <a:cxnLst>
                <a:cxn ang="0">
                  <a:pos x="0" y="0"/>
                </a:cxn>
                <a:cxn ang="0">
                  <a:pos x="2" y="180"/>
                </a:cxn>
              </a:cxnLst>
              <a:rect l="0" t="0" r="r" b="b"/>
              <a:pathLst>
                <a:path w="2" h="180">
                  <a:moveTo>
                    <a:pt x="0" y="0"/>
                  </a:moveTo>
                  <a:lnTo>
                    <a:pt x="2" y="180"/>
                  </a:lnTo>
                </a:path>
              </a:pathLst>
            </a:custGeom>
            <a:noFill/>
            <a:ln w="19050">
              <a:solidFill>
                <a:schemeClr val="tx1"/>
              </a:solidFill>
              <a:round/>
              <a:headEnd/>
              <a:tailEnd/>
            </a:ln>
            <a:effectLst/>
          </p:spPr>
          <p:txBody>
            <a:bodyPr wrap="none" anchor="ctr"/>
            <a:lstStyle/>
            <a:p>
              <a:endParaRPr lang="zh-CN" altLang="en-US">
                <a:solidFill>
                  <a:prstClr val="black"/>
                </a:solidFill>
              </a:endParaRPr>
            </a:p>
          </p:txBody>
        </p:sp>
        <p:sp>
          <p:nvSpPr>
            <p:cNvPr id="24" name="Rectangle 11"/>
            <p:cNvSpPr>
              <a:spLocks noChangeArrowheads="1"/>
            </p:cNvSpPr>
            <p:nvPr/>
          </p:nvSpPr>
          <p:spPr bwMode="auto">
            <a:xfrm>
              <a:off x="2472" y="1179"/>
              <a:ext cx="116" cy="174"/>
            </a:xfrm>
            <a:prstGeom prst="rect">
              <a:avLst/>
            </a:prstGeom>
            <a:solidFill>
              <a:schemeClr val="accent1"/>
            </a:solidFill>
            <a:ln w="28575">
              <a:solidFill>
                <a:schemeClr val="tx2"/>
              </a:solidFill>
              <a:miter lim="800000"/>
              <a:headEnd/>
              <a:tailEnd/>
            </a:ln>
            <a:effectLst/>
          </p:spPr>
          <p:txBody>
            <a:bodyPr wrap="none" anchor="ctr">
              <a:spAutoFit/>
            </a:bodyPr>
            <a:lstStyle/>
            <a:p>
              <a:endParaRPr lang="zh-CN" altLang="en-US">
                <a:solidFill>
                  <a:prstClr val="black"/>
                </a:solidFill>
              </a:endParaRPr>
            </a:p>
          </p:txBody>
        </p:sp>
        <p:sp>
          <p:nvSpPr>
            <p:cNvPr id="25" name="Rectangle 12"/>
            <p:cNvSpPr>
              <a:spLocks noChangeArrowheads="1"/>
            </p:cNvSpPr>
            <p:nvPr/>
          </p:nvSpPr>
          <p:spPr bwMode="auto">
            <a:xfrm>
              <a:off x="2422" y="1094"/>
              <a:ext cx="250" cy="864"/>
            </a:xfrm>
            <a:prstGeom prst="rect">
              <a:avLst/>
            </a:prstGeom>
            <a:noFill/>
            <a:ln w="28575" cap="rnd">
              <a:solidFill>
                <a:srgbClr val="FF0000"/>
              </a:solidFill>
              <a:prstDash val="sysDot"/>
              <a:miter lim="800000"/>
              <a:headEnd/>
              <a:tailEnd/>
            </a:ln>
            <a:effectLst/>
          </p:spPr>
          <p:txBody>
            <a:bodyPr wrap="none" anchor="ctr"/>
            <a:lstStyle/>
            <a:p>
              <a:endParaRPr lang="zh-CN" altLang="en-US">
                <a:solidFill>
                  <a:prstClr val="black"/>
                </a:solidFill>
              </a:endParaRPr>
            </a:p>
          </p:txBody>
        </p:sp>
        <p:sp>
          <p:nvSpPr>
            <p:cNvPr id="28" name="Text Box 13"/>
            <p:cNvSpPr txBox="1">
              <a:spLocks noChangeArrowheads="1"/>
            </p:cNvSpPr>
            <p:nvPr/>
          </p:nvSpPr>
          <p:spPr bwMode="auto">
            <a:xfrm>
              <a:off x="2640" y="1187"/>
              <a:ext cx="246" cy="218"/>
            </a:xfrm>
            <a:prstGeom prst="rect">
              <a:avLst/>
            </a:prstGeom>
            <a:noFill/>
            <a:ln w="12700">
              <a:noFill/>
              <a:miter lim="800000"/>
              <a:headEnd/>
              <a:tailEnd/>
            </a:ln>
            <a:effectLst/>
          </p:spPr>
          <p:txBody>
            <a:bodyPr wrap="none" anchor="ctr">
              <a:spAutoFit/>
            </a:bodyPr>
            <a:lstStyle/>
            <a:p>
              <a:pPr>
                <a:spcBef>
                  <a:spcPct val="0"/>
                </a:spcBef>
              </a:pPr>
              <a:r>
                <a:rPr kumimoji="1" lang="en-US" altLang="zh-CN" sz="2400" b="1" i="1">
                  <a:solidFill>
                    <a:prstClr val="black"/>
                  </a:solidFill>
                  <a:latin typeface="Times New Roman" pitchFamily="18" charset="0"/>
                </a:rPr>
                <a:t>R</a:t>
              </a:r>
              <a:endParaRPr kumimoji="1" lang="en-US" altLang="zh-CN" sz="2400" b="1">
                <a:solidFill>
                  <a:prstClr val="black"/>
                </a:solidFill>
                <a:latin typeface="Times New Roman" pitchFamily="18" charset="0"/>
              </a:endParaRPr>
            </a:p>
          </p:txBody>
        </p:sp>
        <p:sp>
          <p:nvSpPr>
            <p:cNvPr id="30" name="Text Box 14"/>
            <p:cNvSpPr txBox="1">
              <a:spLocks noChangeArrowheads="1"/>
            </p:cNvSpPr>
            <p:nvPr/>
          </p:nvSpPr>
          <p:spPr bwMode="auto">
            <a:xfrm>
              <a:off x="2640" y="1619"/>
              <a:ext cx="234" cy="218"/>
            </a:xfrm>
            <a:prstGeom prst="rect">
              <a:avLst/>
            </a:prstGeom>
            <a:noFill/>
            <a:ln w="12700">
              <a:noFill/>
              <a:miter lim="800000"/>
              <a:headEnd/>
              <a:tailEnd/>
            </a:ln>
            <a:effectLst/>
          </p:spPr>
          <p:txBody>
            <a:bodyPr wrap="none" anchor="ctr">
              <a:spAutoFit/>
            </a:bodyPr>
            <a:lstStyle/>
            <a:p>
              <a:pPr>
                <a:spcBef>
                  <a:spcPct val="0"/>
                </a:spcBef>
              </a:pPr>
              <a:r>
                <a:rPr kumimoji="1" lang="en-US" altLang="zh-CN" sz="2400" b="1" i="1">
                  <a:solidFill>
                    <a:prstClr val="black"/>
                  </a:solidFill>
                  <a:latin typeface="Times New Roman" pitchFamily="18" charset="0"/>
                </a:rPr>
                <a:t>L</a:t>
              </a:r>
              <a:endParaRPr kumimoji="1" lang="en-US" altLang="zh-CN" sz="2400" b="1">
                <a:solidFill>
                  <a:prstClr val="black"/>
                </a:solidFill>
                <a:latin typeface="Times New Roman" pitchFamily="18" charset="0"/>
              </a:endParaRPr>
            </a:p>
          </p:txBody>
        </p:sp>
        <p:sp>
          <p:nvSpPr>
            <p:cNvPr id="31" name="Text Box 15"/>
            <p:cNvSpPr txBox="1">
              <a:spLocks noChangeArrowheads="1"/>
            </p:cNvSpPr>
            <p:nvPr/>
          </p:nvSpPr>
          <p:spPr bwMode="auto">
            <a:xfrm>
              <a:off x="495" y="995"/>
              <a:ext cx="226" cy="218"/>
            </a:xfrm>
            <a:prstGeom prst="rect">
              <a:avLst/>
            </a:prstGeom>
            <a:noFill/>
            <a:ln w="12700">
              <a:noFill/>
              <a:miter lim="800000"/>
              <a:headEnd/>
              <a:tailEnd/>
            </a:ln>
            <a:effectLst/>
          </p:spPr>
          <p:txBody>
            <a:bodyPr wrap="none" anchor="ctr">
              <a:spAutoFit/>
            </a:bodyPr>
            <a:lstStyle/>
            <a:p>
              <a:pPr>
                <a:spcBef>
                  <a:spcPct val="0"/>
                </a:spcBef>
              </a:pPr>
              <a:r>
                <a:rPr kumimoji="1" lang="en-US" altLang="zh-CN" sz="2400" b="1">
                  <a:solidFill>
                    <a:prstClr val="black"/>
                  </a:solidFill>
                  <a:latin typeface="Times New Roman" pitchFamily="18" charset="0"/>
                </a:rPr>
                <a:t>+</a:t>
              </a:r>
            </a:p>
          </p:txBody>
        </p:sp>
        <p:sp>
          <p:nvSpPr>
            <p:cNvPr id="32" name="Text Box 16"/>
            <p:cNvSpPr txBox="1">
              <a:spLocks noChangeArrowheads="1"/>
            </p:cNvSpPr>
            <p:nvPr/>
          </p:nvSpPr>
          <p:spPr bwMode="auto">
            <a:xfrm>
              <a:off x="480" y="1637"/>
              <a:ext cx="213" cy="218"/>
            </a:xfrm>
            <a:prstGeom prst="rect">
              <a:avLst/>
            </a:prstGeom>
            <a:noFill/>
            <a:ln w="12700">
              <a:noFill/>
              <a:miter lim="800000"/>
              <a:headEnd/>
              <a:tailEnd/>
            </a:ln>
            <a:effectLst/>
          </p:spPr>
          <p:txBody>
            <a:bodyPr wrap="none" anchor="ctr">
              <a:spAutoFit/>
            </a:bodyPr>
            <a:lstStyle/>
            <a:p>
              <a:pPr>
                <a:spcBef>
                  <a:spcPct val="0"/>
                </a:spcBef>
              </a:pPr>
              <a:r>
                <a:rPr kumimoji="1" lang="en-US" altLang="zh-CN" sz="2400" b="1">
                  <a:solidFill>
                    <a:prstClr val="black"/>
                  </a:solidFill>
                  <a:latin typeface="Times New Roman" pitchFamily="18" charset="0"/>
                </a:rPr>
                <a:t>_</a:t>
              </a:r>
            </a:p>
          </p:txBody>
        </p:sp>
        <p:graphicFrame>
          <p:nvGraphicFramePr>
            <p:cNvPr id="33" name="Object 17"/>
            <p:cNvGraphicFramePr>
              <a:graphicFrameLocks noChangeAspect="1"/>
            </p:cNvGraphicFramePr>
            <p:nvPr/>
          </p:nvGraphicFramePr>
          <p:xfrm>
            <a:off x="471" y="1344"/>
            <a:ext cx="201" cy="248"/>
          </p:xfrm>
          <a:graphic>
            <a:graphicData uri="http://schemas.openxmlformats.org/presentationml/2006/ole">
              <mc:AlternateContent xmlns:mc="http://schemas.openxmlformats.org/markup-compatibility/2006">
                <mc:Choice xmlns:v="urn:schemas-microsoft-com:vml" Requires="v">
                  <p:oleObj spid="_x0000_s35088" name="公式" r:id="rId4" imgW="164880" imgH="203040" progId="Equation.3">
                    <p:embed/>
                  </p:oleObj>
                </mc:Choice>
                <mc:Fallback>
                  <p:oleObj name="公式" r:id="rId4" imgW="164880" imgH="203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 y="1344"/>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4" name="Group 18"/>
            <p:cNvGrpSpPr>
              <a:grpSpLocks/>
            </p:cNvGrpSpPr>
            <p:nvPr/>
          </p:nvGrpSpPr>
          <p:grpSpPr bwMode="auto">
            <a:xfrm rot="5400000">
              <a:off x="2381" y="1579"/>
              <a:ext cx="374" cy="237"/>
              <a:chOff x="672" y="1775"/>
              <a:chExt cx="476" cy="249"/>
            </a:xfrm>
          </p:grpSpPr>
          <p:sp>
            <p:nvSpPr>
              <p:cNvPr id="56" name="Freeform 19"/>
              <p:cNvSpPr>
                <a:spLocks/>
              </p:cNvSpPr>
              <p:nvPr/>
            </p:nvSpPr>
            <p:spPr bwMode="auto">
              <a:xfrm>
                <a:off x="672" y="1780"/>
                <a:ext cx="111" cy="244"/>
              </a:xfrm>
              <a:custGeom>
                <a:avLst/>
                <a:gdLst/>
                <a:ahLst/>
                <a:cxnLst>
                  <a:cxn ang="0">
                    <a:pos x="0" y="60"/>
                  </a:cxn>
                  <a:cxn ang="0">
                    <a:pos x="23" y="15"/>
                  </a:cxn>
                  <a:cxn ang="0">
                    <a:pos x="65" y="0"/>
                  </a:cxn>
                  <a:cxn ang="0">
                    <a:pos x="102" y="15"/>
                  </a:cxn>
                  <a:cxn ang="0">
                    <a:pos x="125" y="51"/>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p:spPr>
            <p:txBody>
              <a:bodyPr wrap="none" anchor="ctr">
                <a:spAutoFit/>
              </a:bodyPr>
              <a:lstStyle/>
              <a:p>
                <a:endParaRPr lang="zh-CN" altLang="en-US">
                  <a:solidFill>
                    <a:prstClr val="black"/>
                  </a:solidFill>
                </a:endParaRPr>
              </a:p>
            </p:txBody>
          </p:sp>
          <p:sp>
            <p:nvSpPr>
              <p:cNvPr id="57" name="Freeform 20"/>
              <p:cNvSpPr>
                <a:spLocks/>
              </p:cNvSpPr>
              <p:nvPr/>
            </p:nvSpPr>
            <p:spPr bwMode="auto">
              <a:xfrm>
                <a:off x="795" y="1777"/>
                <a:ext cx="111" cy="244"/>
              </a:xfrm>
              <a:custGeom>
                <a:avLst/>
                <a:gdLst/>
                <a:ahLst/>
                <a:cxnLst>
                  <a:cxn ang="0">
                    <a:pos x="0" y="54"/>
                  </a:cxn>
                  <a:cxn ang="0">
                    <a:pos x="24" y="15"/>
                  </a:cxn>
                  <a:cxn ang="0">
                    <a:pos x="66" y="0"/>
                  </a:cxn>
                  <a:cxn ang="0">
                    <a:pos x="103" y="15"/>
                  </a:cxn>
                  <a:cxn ang="0">
                    <a:pos x="121" y="51"/>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p:spPr>
            <p:txBody>
              <a:bodyPr wrap="none" anchor="ctr">
                <a:spAutoFit/>
              </a:bodyPr>
              <a:lstStyle/>
              <a:p>
                <a:endParaRPr lang="zh-CN" altLang="en-US">
                  <a:solidFill>
                    <a:prstClr val="black"/>
                  </a:solidFill>
                </a:endParaRPr>
              </a:p>
            </p:txBody>
          </p:sp>
          <p:sp>
            <p:nvSpPr>
              <p:cNvPr id="58" name="Freeform 21"/>
              <p:cNvSpPr>
                <a:spLocks/>
              </p:cNvSpPr>
              <p:nvPr/>
            </p:nvSpPr>
            <p:spPr bwMode="auto">
              <a:xfrm>
                <a:off x="915" y="1775"/>
                <a:ext cx="111" cy="244"/>
              </a:xfrm>
              <a:custGeom>
                <a:avLst/>
                <a:gdLst/>
                <a:ahLst/>
                <a:cxnLst>
                  <a:cxn ang="0">
                    <a:pos x="0" y="51"/>
                  </a:cxn>
                  <a:cxn ang="0">
                    <a:pos x="17" y="15"/>
                  </a:cxn>
                  <a:cxn ang="0">
                    <a:pos x="59" y="0"/>
                  </a:cxn>
                  <a:cxn ang="0">
                    <a:pos x="96" y="15"/>
                  </a:cxn>
                  <a:cxn ang="0">
                    <a:pos x="119" y="51"/>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p:spPr>
            <p:txBody>
              <a:bodyPr wrap="none" anchor="ctr">
                <a:spAutoFit/>
              </a:bodyPr>
              <a:lstStyle/>
              <a:p>
                <a:endParaRPr lang="zh-CN" altLang="en-US">
                  <a:solidFill>
                    <a:prstClr val="black"/>
                  </a:solidFill>
                </a:endParaRPr>
              </a:p>
            </p:txBody>
          </p:sp>
          <p:sp>
            <p:nvSpPr>
              <p:cNvPr id="59" name="Freeform 22"/>
              <p:cNvSpPr>
                <a:spLocks/>
              </p:cNvSpPr>
              <p:nvPr/>
            </p:nvSpPr>
            <p:spPr bwMode="auto">
              <a:xfrm>
                <a:off x="1037" y="1778"/>
                <a:ext cx="111" cy="244"/>
              </a:xfrm>
              <a:custGeom>
                <a:avLst/>
                <a:gdLst/>
                <a:ahLst/>
                <a:cxnLst>
                  <a:cxn ang="0">
                    <a:pos x="0" y="51"/>
                  </a:cxn>
                  <a:cxn ang="0">
                    <a:pos x="23" y="15"/>
                  </a:cxn>
                  <a:cxn ang="0">
                    <a:pos x="65" y="0"/>
                  </a:cxn>
                  <a:cxn ang="0">
                    <a:pos x="102" y="15"/>
                  </a:cxn>
                  <a:cxn ang="0">
                    <a:pos x="123" y="57"/>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p:spPr>
            <p:txBody>
              <a:bodyPr wrap="none" anchor="ctr">
                <a:spAutoFit/>
              </a:bodyPr>
              <a:lstStyle/>
              <a:p>
                <a:endParaRPr lang="zh-CN" altLang="en-US">
                  <a:solidFill>
                    <a:prstClr val="black"/>
                  </a:solidFill>
                </a:endParaRPr>
              </a:p>
            </p:txBody>
          </p:sp>
        </p:grpSp>
        <p:sp>
          <p:nvSpPr>
            <p:cNvPr id="35" name="Oval 23"/>
            <p:cNvSpPr>
              <a:spLocks noChangeArrowheads="1"/>
            </p:cNvSpPr>
            <p:nvPr/>
          </p:nvSpPr>
          <p:spPr bwMode="auto">
            <a:xfrm>
              <a:off x="556" y="2016"/>
              <a:ext cx="68" cy="68"/>
            </a:xfrm>
            <a:prstGeom prst="ellipse">
              <a:avLst/>
            </a:prstGeom>
            <a:noFill/>
            <a:ln w="19050">
              <a:solidFill>
                <a:srgbClr val="000000"/>
              </a:solidFill>
              <a:round/>
              <a:headEnd/>
              <a:tailEnd/>
            </a:ln>
            <a:effectLst/>
          </p:spPr>
          <p:txBody>
            <a:bodyPr wrap="none" anchor="ctr"/>
            <a:lstStyle/>
            <a:p>
              <a:endParaRPr lang="zh-CN" altLang="en-US">
                <a:solidFill>
                  <a:prstClr val="black"/>
                </a:solidFill>
              </a:endParaRPr>
            </a:p>
          </p:txBody>
        </p:sp>
        <p:sp>
          <p:nvSpPr>
            <p:cNvPr id="36" name="Oval 24"/>
            <p:cNvSpPr>
              <a:spLocks noChangeArrowheads="1"/>
            </p:cNvSpPr>
            <p:nvPr/>
          </p:nvSpPr>
          <p:spPr bwMode="auto">
            <a:xfrm>
              <a:off x="576" y="864"/>
              <a:ext cx="68" cy="68"/>
            </a:xfrm>
            <a:prstGeom prst="ellipse">
              <a:avLst/>
            </a:prstGeom>
            <a:noFill/>
            <a:ln w="19050">
              <a:solidFill>
                <a:srgbClr val="000000"/>
              </a:solidFill>
              <a:round/>
              <a:headEnd/>
              <a:tailEnd/>
            </a:ln>
            <a:effectLst/>
          </p:spPr>
          <p:txBody>
            <a:bodyPr wrap="none" anchor="ctr"/>
            <a:lstStyle/>
            <a:p>
              <a:endParaRPr lang="zh-CN" altLang="en-US">
                <a:solidFill>
                  <a:prstClr val="black"/>
                </a:solidFill>
              </a:endParaRPr>
            </a:p>
          </p:txBody>
        </p:sp>
        <p:sp>
          <p:nvSpPr>
            <p:cNvPr id="37" name="Line 25"/>
            <p:cNvSpPr>
              <a:spLocks noChangeShapeType="1"/>
            </p:cNvSpPr>
            <p:nvPr/>
          </p:nvSpPr>
          <p:spPr bwMode="auto">
            <a:xfrm>
              <a:off x="720" y="816"/>
              <a:ext cx="240" cy="0"/>
            </a:xfrm>
            <a:prstGeom prst="line">
              <a:avLst/>
            </a:prstGeom>
            <a:noFill/>
            <a:ln w="25400">
              <a:solidFill>
                <a:srgbClr val="000000"/>
              </a:solidFill>
              <a:round/>
              <a:headEnd/>
              <a:tailEnd type="arrow" w="lg" len="med"/>
            </a:ln>
            <a:effectLst/>
          </p:spPr>
          <p:txBody>
            <a:bodyPr wrap="none" anchor="ctr"/>
            <a:lstStyle/>
            <a:p>
              <a:endParaRPr lang="zh-CN" altLang="en-US">
                <a:solidFill>
                  <a:prstClr val="black"/>
                </a:solidFill>
              </a:endParaRPr>
            </a:p>
          </p:txBody>
        </p:sp>
        <p:graphicFrame>
          <p:nvGraphicFramePr>
            <p:cNvPr id="38" name="Object 26"/>
            <p:cNvGraphicFramePr>
              <a:graphicFrameLocks noChangeAspect="1"/>
            </p:cNvGraphicFramePr>
            <p:nvPr/>
          </p:nvGraphicFramePr>
          <p:xfrm>
            <a:off x="768" y="480"/>
            <a:ext cx="154" cy="326"/>
          </p:xfrm>
          <a:graphic>
            <a:graphicData uri="http://schemas.openxmlformats.org/presentationml/2006/ole">
              <mc:AlternateContent xmlns:mc="http://schemas.openxmlformats.org/markup-compatibility/2006">
                <mc:Choice xmlns:v="urn:schemas-microsoft-com:vml" Requires="v">
                  <p:oleObj spid="_x0000_s35089" name="公式" r:id="rId6" imgW="126720" imgH="266400" progId="Equation.3">
                    <p:embed/>
                  </p:oleObj>
                </mc:Choice>
                <mc:Fallback>
                  <p:oleObj name="公式" r:id="rId6" imgW="126720" imgH="266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 y="480"/>
                          <a:ext cx="15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 name="Text Box 27"/>
            <p:cNvSpPr txBox="1">
              <a:spLocks noChangeArrowheads="1"/>
            </p:cNvSpPr>
            <p:nvPr/>
          </p:nvSpPr>
          <p:spPr bwMode="auto">
            <a:xfrm>
              <a:off x="2215" y="1427"/>
              <a:ext cx="234" cy="218"/>
            </a:xfrm>
            <a:prstGeom prst="rect">
              <a:avLst/>
            </a:prstGeom>
            <a:noFill/>
            <a:ln w="12700">
              <a:noFill/>
              <a:miter lim="800000"/>
              <a:headEnd/>
              <a:tailEnd/>
            </a:ln>
            <a:effectLst/>
          </p:spPr>
          <p:txBody>
            <a:bodyPr wrap="none" anchor="ctr">
              <a:spAutoFit/>
            </a:bodyPr>
            <a:lstStyle/>
            <a:p>
              <a:pPr>
                <a:spcBef>
                  <a:spcPct val="0"/>
                </a:spcBef>
              </a:pPr>
              <a:r>
                <a:rPr kumimoji="1" lang="en-US" altLang="zh-CN" sz="2400" b="1" i="1" dirty="0">
                  <a:solidFill>
                    <a:prstClr val="black"/>
                  </a:solidFill>
                  <a:latin typeface="Times New Roman" pitchFamily="18" charset="0"/>
                </a:rPr>
                <a:t>Z</a:t>
              </a:r>
              <a:endParaRPr kumimoji="1" lang="en-US" altLang="zh-CN" sz="2400" b="1" dirty="0">
                <a:solidFill>
                  <a:prstClr val="black"/>
                </a:solidFill>
                <a:latin typeface="Times New Roman" pitchFamily="18" charset="0"/>
              </a:endParaRPr>
            </a:p>
          </p:txBody>
        </p:sp>
        <p:sp>
          <p:nvSpPr>
            <p:cNvPr id="40" name="Oval 28"/>
            <p:cNvSpPr>
              <a:spLocks noChangeArrowheads="1"/>
            </p:cNvSpPr>
            <p:nvPr/>
          </p:nvSpPr>
          <p:spPr bwMode="auto">
            <a:xfrm>
              <a:off x="1824" y="768"/>
              <a:ext cx="272" cy="272"/>
            </a:xfrm>
            <a:prstGeom prst="ellipse">
              <a:avLst/>
            </a:prstGeom>
            <a:noFill/>
            <a:ln w="28575">
              <a:solidFill>
                <a:srgbClr val="000000"/>
              </a:solidFill>
              <a:round/>
              <a:headEnd/>
              <a:tailEnd/>
            </a:ln>
            <a:effectLst/>
          </p:spPr>
          <p:txBody>
            <a:bodyPr wrap="none" anchor="ctr"/>
            <a:lstStyle/>
            <a:p>
              <a:endParaRPr lang="zh-CN" altLang="en-US">
                <a:solidFill>
                  <a:prstClr val="black"/>
                </a:solidFill>
              </a:endParaRPr>
            </a:p>
          </p:txBody>
        </p:sp>
        <p:sp>
          <p:nvSpPr>
            <p:cNvPr id="41" name="Oval 29"/>
            <p:cNvSpPr>
              <a:spLocks noChangeArrowheads="1"/>
            </p:cNvSpPr>
            <p:nvPr/>
          </p:nvSpPr>
          <p:spPr bwMode="auto">
            <a:xfrm>
              <a:off x="1072" y="768"/>
              <a:ext cx="272" cy="272"/>
            </a:xfrm>
            <a:prstGeom prst="ellipse">
              <a:avLst/>
            </a:prstGeom>
            <a:noFill/>
            <a:ln w="28575">
              <a:solidFill>
                <a:srgbClr val="000000"/>
              </a:solidFill>
              <a:round/>
              <a:headEnd/>
              <a:tailEnd/>
            </a:ln>
            <a:effectLst/>
          </p:spPr>
          <p:txBody>
            <a:bodyPr wrap="none" anchor="ctr"/>
            <a:lstStyle/>
            <a:p>
              <a:endParaRPr lang="zh-CN" altLang="en-US">
                <a:solidFill>
                  <a:prstClr val="black"/>
                </a:solidFill>
              </a:endParaRPr>
            </a:p>
          </p:txBody>
        </p:sp>
        <p:sp>
          <p:nvSpPr>
            <p:cNvPr id="42" name="Oval 30"/>
            <p:cNvSpPr>
              <a:spLocks noChangeArrowheads="1"/>
            </p:cNvSpPr>
            <p:nvPr/>
          </p:nvSpPr>
          <p:spPr bwMode="auto">
            <a:xfrm>
              <a:off x="768" y="1296"/>
              <a:ext cx="272" cy="272"/>
            </a:xfrm>
            <a:prstGeom prst="ellipse">
              <a:avLst/>
            </a:prstGeom>
            <a:noFill/>
            <a:ln w="28575">
              <a:solidFill>
                <a:srgbClr val="000000"/>
              </a:solidFill>
              <a:round/>
              <a:headEnd/>
              <a:tailEnd/>
            </a:ln>
            <a:effectLst/>
          </p:spPr>
          <p:txBody>
            <a:bodyPr wrap="none" anchor="ctr"/>
            <a:lstStyle/>
            <a:p>
              <a:endParaRPr lang="zh-CN" altLang="en-US">
                <a:solidFill>
                  <a:prstClr val="black"/>
                </a:solidFill>
              </a:endParaRPr>
            </a:p>
          </p:txBody>
        </p:sp>
        <p:sp>
          <p:nvSpPr>
            <p:cNvPr id="43" name="Line 31"/>
            <p:cNvSpPr>
              <a:spLocks noChangeShapeType="1"/>
            </p:cNvSpPr>
            <p:nvPr/>
          </p:nvSpPr>
          <p:spPr bwMode="auto">
            <a:xfrm>
              <a:off x="1344" y="912"/>
              <a:ext cx="480" cy="0"/>
            </a:xfrm>
            <a:prstGeom prst="line">
              <a:avLst/>
            </a:prstGeom>
            <a:noFill/>
            <a:ln w="19050">
              <a:solidFill>
                <a:srgbClr val="000000"/>
              </a:solidFill>
              <a:round/>
              <a:headEnd/>
              <a:tailEnd/>
            </a:ln>
            <a:effectLst/>
          </p:spPr>
          <p:txBody>
            <a:bodyPr wrap="none" anchor="ctr"/>
            <a:lstStyle/>
            <a:p>
              <a:endParaRPr lang="zh-CN" altLang="en-US">
                <a:solidFill>
                  <a:prstClr val="black"/>
                </a:solidFill>
              </a:endParaRPr>
            </a:p>
          </p:txBody>
        </p:sp>
        <p:sp>
          <p:nvSpPr>
            <p:cNvPr id="44" name="Line 32"/>
            <p:cNvSpPr>
              <a:spLocks noChangeShapeType="1"/>
            </p:cNvSpPr>
            <p:nvPr/>
          </p:nvSpPr>
          <p:spPr bwMode="auto">
            <a:xfrm>
              <a:off x="2112" y="912"/>
              <a:ext cx="432" cy="0"/>
            </a:xfrm>
            <a:prstGeom prst="line">
              <a:avLst/>
            </a:prstGeom>
            <a:noFill/>
            <a:ln w="19050">
              <a:solidFill>
                <a:srgbClr val="000000"/>
              </a:solidFill>
              <a:round/>
              <a:headEnd/>
              <a:tailEnd/>
            </a:ln>
            <a:effectLst/>
          </p:spPr>
          <p:txBody>
            <a:bodyPr wrap="none" anchor="ctr"/>
            <a:lstStyle/>
            <a:p>
              <a:endParaRPr lang="zh-CN" altLang="en-US">
                <a:solidFill>
                  <a:prstClr val="black"/>
                </a:solidFill>
              </a:endParaRPr>
            </a:p>
          </p:txBody>
        </p:sp>
        <p:sp>
          <p:nvSpPr>
            <p:cNvPr id="45" name="Freeform 33"/>
            <p:cNvSpPr>
              <a:spLocks/>
            </p:cNvSpPr>
            <p:nvPr/>
          </p:nvSpPr>
          <p:spPr bwMode="auto">
            <a:xfrm>
              <a:off x="1584" y="576"/>
              <a:ext cx="384" cy="336"/>
            </a:xfrm>
            <a:custGeom>
              <a:avLst/>
              <a:gdLst/>
              <a:ahLst/>
              <a:cxnLst>
                <a:cxn ang="0">
                  <a:pos x="0" y="336"/>
                </a:cxn>
                <a:cxn ang="0">
                  <a:pos x="0" y="0"/>
                </a:cxn>
                <a:cxn ang="0">
                  <a:pos x="336" y="0"/>
                </a:cxn>
                <a:cxn ang="0">
                  <a:pos x="336" y="192"/>
                </a:cxn>
              </a:cxnLst>
              <a:rect l="0" t="0" r="r" b="b"/>
              <a:pathLst>
                <a:path w="336" h="336">
                  <a:moveTo>
                    <a:pt x="0" y="336"/>
                  </a:moveTo>
                  <a:lnTo>
                    <a:pt x="0" y="0"/>
                  </a:lnTo>
                  <a:lnTo>
                    <a:pt x="336" y="0"/>
                  </a:lnTo>
                  <a:lnTo>
                    <a:pt x="336" y="192"/>
                  </a:lnTo>
                </a:path>
              </a:pathLst>
            </a:custGeom>
            <a:noFill/>
            <a:ln w="19050" cap="flat" cmpd="sng">
              <a:solidFill>
                <a:srgbClr val="000000"/>
              </a:solidFill>
              <a:prstDash val="solid"/>
              <a:round/>
              <a:headEnd/>
              <a:tailEnd/>
            </a:ln>
            <a:effectLst/>
          </p:spPr>
          <p:txBody>
            <a:bodyPr wrap="none" anchor="ctr"/>
            <a:lstStyle/>
            <a:p>
              <a:endParaRPr lang="zh-CN" altLang="en-US">
                <a:solidFill>
                  <a:prstClr val="black"/>
                </a:solidFill>
              </a:endParaRPr>
            </a:p>
          </p:txBody>
        </p:sp>
        <p:sp>
          <p:nvSpPr>
            <p:cNvPr id="46" name="Freeform 34"/>
            <p:cNvSpPr>
              <a:spLocks/>
            </p:cNvSpPr>
            <p:nvPr/>
          </p:nvSpPr>
          <p:spPr bwMode="auto">
            <a:xfrm>
              <a:off x="1962" y="1032"/>
              <a:ext cx="1" cy="1044"/>
            </a:xfrm>
            <a:custGeom>
              <a:avLst/>
              <a:gdLst/>
              <a:ahLst/>
              <a:cxnLst>
                <a:cxn ang="0">
                  <a:pos x="0" y="0"/>
                </a:cxn>
                <a:cxn ang="0">
                  <a:pos x="0" y="1044"/>
                </a:cxn>
              </a:cxnLst>
              <a:rect l="0" t="0" r="r" b="b"/>
              <a:pathLst>
                <a:path w="1" h="1044">
                  <a:moveTo>
                    <a:pt x="0" y="0"/>
                  </a:moveTo>
                  <a:lnTo>
                    <a:pt x="0" y="1044"/>
                  </a:lnTo>
                </a:path>
              </a:pathLst>
            </a:custGeom>
            <a:noFill/>
            <a:ln w="19050" cap="flat" cmpd="sng">
              <a:solidFill>
                <a:srgbClr val="000000"/>
              </a:solidFill>
              <a:prstDash val="solid"/>
              <a:round/>
              <a:headEnd type="none" w="med" len="med"/>
              <a:tailEnd type="none" w="med" len="med"/>
            </a:ln>
            <a:effectLst/>
          </p:spPr>
          <p:txBody>
            <a:bodyPr wrap="none" anchor="ctr"/>
            <a:lstStyle/>
            <a:p>
              <a:endParaRPr lang="zh-CN" altLang="en-US">
                <a:solidFill>
                  <a:prstClr val="black"/>
                </a:solidFill>
              </a:endParaRPr>
            </a:p>
          </p:txBody>
        </p:sp>
        <p:sp>
          <p:nvSpPr>
            <p:cNvPr id="47" name="Freeform 35"/>
            <p:cNvSpPr>
              <a:spLocks/>
            </p:cNvSpPr>
            <p:nvPr/>
          </p:nvSpPr>
          <p:spPr bwMode="auto">
            <a:xfrm>
              <a:off x="636" y="900"/>
              <a:ext cx="432" cy="6"/>
            </a:xfrm>
            <a:custGeom>
              <a:avLst/>
              <a:gdLst/>
              <a:ahLst/>
              <a:cxnLst>
                <a:cxn ang="0">
                  <a:pos x="0" y="6"/>
                </a:cxn>
                <a:cxn ang="0">
                  <a:pos x="432" y="0"/>
                </a:cxn>
              </a:cxnLst>
              <a:rect l="0" t="0" r="r" b="b"/>
              <a:pathLst>
                <a:path w="432" h="6">
                  <a:moveTo>
                    <a:pt x="0" y="6"/>
                  </a:moveTo>
                  <a:lnTo>
                    <a:pt x="432" y="0"/>
                  </a:lnTo>
                </a:path>
              </a:pathLst>
            </a:custGeom>
            <a:noFill/>
            <a:ln w="19050" cap="flat" cmpd="sng">
              <a:solidFill>
                <a:srgbClr val="000000"/>
              </a:solidFill>
              <a:prstDash val="solid"/>
              <a:round/>
              <a:headEnd type="none" w="med" len="med"/>
              <a:tailEnd type="none" w="med" len="med"/>
            </a:ln>
            <a:effectLst/>
          </p:spPr>
          <p:txBody>
            <a:bodyPr wrap="none" anchor="ctr"/>
            <a:lstStyle/>
            <a:p>
              <a:endParaRPr lang="zh-CN" altLang="en-US">
                <a:solidFill>
                  <a:prstClr val="black"/>
                </a:solidFill>
              </a:endParaRPr>
            </a:p>
          </p:txBody>
        </p:sp>
        <p:sp>
          <p:nvSpPr>
            <p:cNvPr id="48" name="Line 36"/>
            <p:cNvSpPr>
              <a:spLocks noChangeShapeType="1"/>
            </p:cNvSpPr>
            <p:nvPr/>
          </p:nvSpPr>
          <p:spPr bwMode="auto">
            <a:xfrm>
              <a:off x="912" y="912"/>
              <a:ext cx="0" cy="384"/>
            </a:xfrm>
            <a:prstGeom prst="line">
              <a:avLst/>
            </a:prstGeom>
            <a:noFill/>
            <a:ln w="19050">
              <a:solidFill>
                <a:srgbClr val="000000"/>
              </a:solidFill>
              <a:round/>
              <a:headEnd/>
              <a:tailEnd/>
            </a:ln>
            <a:effectLst/>
          </p:spPr>
          <p:txBody>
            <a:bodyPr wrap="none" anchor="ctr"/>
            <a:lstStyle/>
            <a:p>
              <a:endParaRPr lang="zh-CN" altLang="en-US">
                <a:solidFill>
                  <a:prstClr val="black"/>
                </a:solidFill>
              </a:endParaRPr>
            </a:p>
          </p:txBody>
        </p:sp>
        <p:sp>
          <p:nvSpPr>
            <p:cNvPr id="49" name="Freeform 37"/>
            <p:cNvSpPr>
              <a:spLocks/>
            </p:cNvSpPr>
            <p:nvPr/>
          </p:nvSpPr>
          <p:spPr bwMode="auto">
            <a:xfrm>
              <a:off x="912" y="1572"/>
              <a:ext cx="1" cy="492"/>
            </a:xfrm>
            <a:custGeom>
              <a:avLst/>
              <a:gdLst/>
              <a:ahLst/>
              <a:cxnLst>
                <a:cxn ang="0">
                  <a:pos x="0" y="0"/>
                </a:cxn>
                <a:cxn ang="0">
                  <a:pos x="1" y="492"/>
                </a:cxn>
              </a:cxnLst>
              <a:rect l="0" t="0" r="r" b="b"/>
              <a:pathLst>
                <a:path w="1" h="492">
                  <a:moveTo>
                    <a:pt x="0" y="0"/>
                  </a:moveTo>
                  <a:lnTo>
                    <a:pt x="1" y="492"/>
                  </a:lnTo>
                </a:path>
              </a:pathLst>
            </a:custGeom>
            <a:noFill/>
            <a:ln w="19050" cap="flat" cmpd="sng">
              <a:solidFill>
                <a:srgbClr val="000000"/>
              </a:solidFill>
              <a:prstDash val="solid"/>
              <a:round/>
              <a:headEnd type="none" w="med" len="med"/>
              <a:tailEnd type="none" w="med" len="med"/>
            </a:ln>
            <a:effectLst/>
          </p:spPr>
          <p:txBody>
            <a:bodyPr wrap="none" anchor="ctr"/>
            <a:lstStyle/>
            <a:p>
              <a:endParaRPr lang="zh-CN" altLang="en-US">
                <a:solidFill>
                  <a:prstClr val="black"/>
                </a:solidFill>
              </a:endParaRPr>
            </a:p>
          </p:txBody>
        </p:sp>
        <p:sp>
          <p:nvSpPr>
            <p:cNvPr id="50" name="Text Box 38"/>
            <p:cNvSpPr txBox="1">
              <a:spLocks noChangeArrowheads="1"/>
            </p:cNvSpPr>
            <p:nvPr/>
          </p:nvSpPr>
          <p:spPr bwMode="auto">
            <a:xfrm>
              <a:off x="768" y="1248"/>
              <a:ext cx="116" cy="218"/>
            </a:xfrm>
            <a:prstGeom prst="rect">
              <a:avLst/>
            </a:prstGeom>
            <a:noFill/>
            <a:ln w="9525">
              <a:noFill/>
              <a:miter lim="800000"/>
              <a:headEnd/>
              <a:tailEnd/>
            </a:ln>
            <a:effectLst/>
          </p:spPr>
          <p:txBody>
            <a:bodyPr wrap="none">
              <a:spAutoFit/>
            </a:bodyPr>
            <a:lstStyle/>
            <a:p>
              <a:endParaRPr kumimoji="1" lang="zh-CN" altLang="zh-CN" sz="2400" b="1">
                <a:solidFill>
                  <a:prstClr val="black"/>
                </a:solidFill>
                <a:latin typeface="Times New Roman" pitchFamily="18" charset="0"/>
              </a:endParaRPr>
            </a:p>
          </p:txBody>
        </p:sp>
        <p:sp>
          <p:nvSpPr>
            <p:cNvPr id="51" name="Text Box 39"/>
            <p:cNvSpPr txBox="1">
              <a:spLocks noChangeArrowheads="1"/>
            </p:cNvSpPr>
            <p:nvPr/>
          </p:nvSpPr>
          <p:spPr bwMode="auto">
            <a:xfrm>
              <a:off x="768" y="1296"/>
              <a:ext cx="257" cy="218"/>
            </a:xfrm>
            <a:prstGeom prst="rect">
              <a:avLst/>
            </a:prstGeom>
            <a:noFill/>
            <a:ln w="9525">
              <a:noFill/>
              <a:miter lim="800000"/>
              <a:headEnd/>
              <a:tailEnd/>
            </a:ln>
            <a:effectLst/>
          </p:spPr>
          <p:txBody>
            <a:bodyPr wrap="none">
              <a:spAutoFit/>
            </a:bodyPr>
            <a:lstStyle/>
            <a:p>
              <a:r>
                <a:rPr kumimoji="1" lang="en-US" altLang="zh-CN" sz="2400" b="1">
                  <a:solidFill>
                    <a:prstClr val="black"/>
                  </a:solidFill>
                  <a:latin typeface="Times New Roman" pitchFamily="18" charset="0"/>
                </a:rPr>
                <a:t>V</a:t>
              </a:r>
            </a:p>
          </p:txBody>
        </p:sp>
        <p:sp>
          <p:nvSpPr>
            <p:cNvPr id="52" name="Text Box 40"/>
            <p:cNvSpPr txBox="1">
              <a:spLocks noChangeArrowheads="1"/>
            </p:cNvSpPr>
            <p:nvPr/>
          </p:nvSpPr>
          <p:spPr bwMode="auto">
            <a:xfrm>
              <a:off x="1089" y="768"/>
              <a:ext cx="257" cy="218"/>
            </a:xfrm>
            <a:prstGeom prst="rect">
              <a:avLst/>
            </a:prstGeom>
            <a:noFill/>
            <a:ln w="9525">
              <a:noFill/>
              <a:miter lim="800000"/>
              <a:headEnd/>
              <a:tailEnd/>
            </a:ln>
            <a:effectLst/>
          </p:spPr>
          <p:txBody>
            <a:bodyPr wrap="none">
              <a:spAutoFit/>
            </a:bodyPr>
            <a:lstStyle/>
            <a:p>
              <a:r>
                <a:rPr kumimoji="1" lang="en-US" altLang="zh-CN" sz="2400" b="1">
                  <a:solidFill>
                    <a:prstClr val="black"/>
                  </a:solidFill>
                  <a:latin typeface="Times New Roman" pitchFamily="18" charset="0"/>
                </a:rPr>
                <a:t>A</a:t>
              </a:r>
            </a:p>
          </p:txBody>
        </p:sp>
        <p:sp>
          <p:nvSpPr>
            <p:cNvPr id="53" name="Text Box 41"/>
            <p:cNvSpPr txBox="1">
              <a:spLocks noChangeArrowheads="1"/>
            </p:cNvSpPr>
            <p:nvPr/>
          </p:nvSpPr>
          <p:spPr bwMode="auto">
            <a:xfrm>
              <a:off x="1824" y="768"/>
              <a:ext cx="310" cy="218"/>
            </a:xfrm>
            <a:prstGeom prst="rect">
              <a:avLst/>
            </a:prstGeom>
            <a:noFill/>
            <a:ln w="9525">
              <a:noFill/>
              <a:miter lim="800000"/>
              <a:headEnd/>
              <a:tailEnd/>
            </a:ln>
            <a:effectLst/>
          </p:spPr>
          <p:txBody>
            <a:bodyPr wrap="none">
              <a:spAutoFit/>
            </a:bodyPr>
            <a:lstStyle/>
            <a:p>
              <a:r>
                <a:rPr kumimoji="1" lang="en-US" altLang="zh-CN" sz="2400" b="1" dirty="0">
                  <a:solidFill>
                    <a:prstClr val="black"/>
                  </a:solidFill>
                  <a:latin typeface="Times New Roman" pitchFamily="18" charset="0"/>
                </a:rPr>
                <a:t>W</a:t>
              </a:r>
            </a:p>
          </p:txBody>
        </p:sp>
        <p:sp>
          <p:nvSpPr>
            <p:cNvPr id="54" name="Text Box 42"/>
            <p:cNvSpPr txBox="1">
              <a:spLocks noChangeArrowheads="1"/>
            </p:cNvSpPr>
            <p:nvPr/>
          </p:nvSpPr>
          <p:spPr bwMode="auto">
            <a:xfrm>
              <a:off x="1968" y="576"/>
              <a:ext cx="200" cy="174"/>
            </a:xfrm>
            <a:prstGeom prst="rect">
              <a:avLst/>
            </a:prstGeom>
            <a:noFill/>
            <a:ln w="9525">
              <a:noFill/>
              <a:miter lim="800000"/>
              <a:headEnd/>
              <a:tailEnd/>
            </a:ln>
            <a:effectLst/>
          </p:spPr>
          <p:txBody>
            <a:bodyPr wrap="none">
              <a:spAutoFit/>
            </a:bodyPr>
            <a:lstStyle/>
            <a:p>
              <a:r>
                <a:rPr kumimoji="1" lang="el-GR" altLang="zh-CN" b="1">
                  <a:solidFill>
                    <a:prstClr val="black"/>
                  </a:solidFill>
                </a:rPr>
                <a:t>Δ</a:t>
              </a:r>
              <a:endParaRPr kumimoji="1" lang="en-US" altLang="zh-CN" b="1">
                <a:solidFill>
                  <a:prstClr val="black"/>
                </a:solidFill>
              </a:endParaRPr>
            </a:p>
          </p:txBody>
        </p:sp>
        <p:sp>
          <p:nvSpPr>
            <p:cNvPr id="55" name="Text Box 43"/>
            <p:cNvSpPr txBox="1">
              <a:spLocks noChangeArrowheads="1"/>
            </p:cNvSpPr>
            <p:nvPr/>
          </p:nvSpPr>
          <p:spPr bwMode="auto">
            <a:xfrm>
              <a:off x="1608" y="860"/>
              <a:ext cx="213" cy="218"/>
            </a:xfrm>
            <a:prstGeom prst="rect">
              <a:avLst/>
            </a:prstGeom>
            <a:noFill/>
            <a:ln w="9525">
              <a:noFill/>
              <a:miter lim="800000"/>
              <a:headEnd/>
              <a:tailEnd/>
            </a:ln>
            <a:effectLst/>
          </p:spPr>
          <p:txBody>
            <a:bodyPr wrap="none">
              <a:spAutoFit/>
            </a:bodyPr>
            <a:lstStyle/>
            <a:p>
              <a:r>
                <a:rPr kumimoji="1" lang="en-US" altLang="zh-CN" sz="2400" b="1">
                  <a:solidFill>
                    <a:prstClr val="black"/>
                  </a:solidFill>
                  <a:latin typeface="Times New Roman" pitchFamily="18" charset="0"/>
                </a:rPr>
                <a:t>*</a:t>
              </a:r>
            </a:p>
          </p:txBody>
        </p:sp>
      </p:grpSp>
      <p:sp>
        <p:nvSpPr>
          <p:cNvPr id="12" name="TextBox 11"/>
          <p:cNvSpPr txBox="1"/>
          <p:nvPr/>
        </p:nvSpPr>
        <p:spPr>
          <a:xfrm>
            <a:off x="3933110" y="1226291"/>
            <a:ext cx="5048893" cy="1477328"/>
          </a:xfrm>
          <a:prstGeom prst="rect">
            <a:avLst/>
          </a:prstGeom>
          <a:noFill/>
        </p:spPr>
        <p:txBody>
          <a:bodyPr wrap="square" rtlCol="0">
            <a:spAutoFit/>
          </a:bodyPr>
          <a:lstStyle/>
          <a:p>
            <a:r>
              <a:rPr lang="en-US" altLang="zh-CN" dirty="0">
                <a:solidFill>
                  <a:prstClr val="black"/>
                </a:solidFill>
                <a:latin typeface="Times New Roman" pitchFamily="18" charset="0"/>
                <a:cs typeface="Times New Roman" pitchFamily="18" charset="0"/>
              </a:rPr>
              <a:t>In the ac circuit, the  frequency </a:t>
            </a:r>
            <a:r>
              <a:rPr lang="en-US" altLang="zh-CN" i="1" dirty="0">
                <a:solidFill>
                  <a:prstClr val="black"/>
                </a:solidFill>
                <a:latin typeface="Times New Roman" pitchFamily="18" charset="0"/>
                <a:cs typeface="Times New Roman" pitchFamily="18" charset="0"/>
              </a:rPr>
              <a:t>ω</a:t>
            </a:r>
            <a:r>
              <a:rPr lang="en-US" altLang="zh-CN" dirty="0">
                <a:solidFill>
                  <a:prstClr val="black"/>
                </a:solidFill>
                <a:latin typeface="Times New Roman" pitchFamily="18" charset="0"/>
                <a:cs typeface="Times New Roman" pitchFamily="18" charset="0"/>
              </a:rPr>
              <a:t>= 100 rad/s, the readings of the voltmeter and ammeter are 50 V and 1 A respectively. The wattmeter reads 30 W.</a:t>
            </a:r>
          </a:p>
          <a:p>
            <a:r>
              <a:rPr lang="en-US" altLang="zh-CN" dirty="0">
                <a:solidFill>
                  <a:prstClr val="black"/>
                </a:solidFill>
                <a:latin typeface="Times New Roman" pitchFamily="18" charset="0"/>
                <a:cs typeface="Times New Roman" pitchFamily="18" charset="0"/>
              </a:rPr>
              <a:t> (1) Find the values of R and L;</a:t>
            </a:r>
          </a:p>
          <a:p>
            <a:r>
              <a:rPr lang="en-US" altLang="zh-CN" dirty="0">
                <a:solidFill>
                  <a:prstClr val="black"/>
                </a:solidFill>
                <a:latin typeface="Times New Roman" pitchFamily="18" charset="0"/>
                <a:cs typeface="Times New Roman" pitchFamily="18" charset="0"/>
              </a:rPr>
              <a:t> (2) Determine  the reactive power of the inductor.</a:t>
            </a:r>
            <a:endParaRPr lang="zh-CN" altLang="en-US" dirty="0">
              <a:solidFill>
                <a:prstClr val="black"/>
              </a:solidFill>
              <a:latin typeface="Times New Roman" pitchFamily="18" charset="0"/>
              <a:cs typeface="Times New Roman" pitchFamily="18" charset="0"/>
            </a:endParaRPr>
          </a:p>
        </p:txBody>
      </p:sp>
      <p:sp>
        <p:nvSpPr>
          <p:cNvPr id="14" name="TextBox 13"/>
          <p:cNvSpPr txBox="1"/>
          <p:nvPr/>
        </p:nvSpPr>
        <p:spPr>
          <a:xfrm>
            <a:off x="253766" y="4526928"/>
            <a:ext cx="1080120" cy="369332"/>
          </a:xfrm>
          <a:prstGeom prst="rect">
            <a:avLst/>
          </a:prstGeom>
          <a:noFill/>
        </p:spPr>
        <p:txBody>
          <a:bodyPr wrap="square" rtlCol="0">
            <a:spAutoFit/>
          </a:bodyPr>
          <a:lstStyle/>
          <a:p>
            <a:r>
              <a:rPr lang="en-US" altLang="zh-CN" b="1" dirty="0">
                <a:solidFill>
                  <a:srgbClr val="FF0000"/>
                </a:solidFill>
                <a:latin typeface="Times New Roman" pitchFamily="18" charset="0"/>
                <a:cs typeface="Times New Roman" pitchFamily="18" charset="0"/>
              </a:rPr>
              <a:t>Solution:</a:t>
            </a:r>
            <a:endParaRPr lang="zh-CN" altLang="en-US" b="1" dirty="0">
              <a:solidFill>
                <a:srgbClr val="FF0000"/>
              </a:solidFill>
              <a:latin typeface="Times New Roman" pitchFamily="18" charset="0"/>
              <a:cs typeface="Times New Roman" pitchFamily="18" charset="0"/>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941801883"/>
              </p:ext>
            </p:extLst>
          </p:nvPr>
        </p:nvGraphicFramePr>
        <p:xfrm>
          <a:off x="158035" y="4994965"/>
          <a:ext cx="1235075" cy="512233"/>
        </p:xfrm>
        <a:graphic>
          <a:graphicData uri="http://schemas.openxmlformats.org/presentationml/2006/ole">
            <mc:AlternateContent xmlns:mc="http://schemas.openxmlformats.org/markup-compatibility/2006">
              <mc:Choice xmlns:v="urn:schemas-microsoft-com:vml" Requires="v">
                <p:oleObj spid="_x0000_s35090" name="公式" r:id="rId8" imgW="609336" imgH="190417" progId="Equation.3">
                  <p:embed/>
                </p:oleObj>
              </mc:Choice>
              <mc:Fallback>
                <p:oleObj name="公式" r:id="rId8" imgW="609336" imgH="19041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035" y="4994965"/>
                        <a:ext cx="1235075" cy="512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 name="Line 48"/>
          <p:cNvSpPr>
            <a:spLocks noChangeShapeType="1"/>
          </p:cNvSpPr>
          <p:nvPr/>
        </p:nvSpPr>
        <p:spPr bwMode="auto">
          <a:xfrm>
            <a:off x="1289920" y="5347493"/>
            <a:ext cx="647700" cy="0"/>
          </a:xfrm>
          <a:prstGeom prst="line">
            <a:avLst/>
          </a:prstGeom>
          <a:noFill/>
          <a:ln w="38100">
            <a:solidFill>
              <a:srgbClr val="3333FF"/>
            </a:solidFill>
            <a:round/>
            <a:headEnd/>
            <a:tailEnd type="triangle" w="med" len="med"/>
          </a:ln>
          <a:effectLst/>
        </p:spPr>
        <p:txBody>
          <a:bodyPr lIns="90000" tIns="46800" rIns="90000" bIns="46800">
            <a:spAutoFit/>
          </a:bodyPr>
          <a:lstStyle/>
          <a:p>
            <a:endParaRPr lang="zh-CN" altLang="en-US">
              <a:solidFill>
                <a:prstClr val="black"/>
              </a:solidFill>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1185127621"/>
              </p:ext>
            </p:extLst>
          </p:nvPr>
        </p:nvGraphicFramePr>
        <p:xfrm>
          <a:off x="1992465" y="4786645"/>
          <a:ext cx="2317750" cy="994833"/>
        </p:xfrm>
        <a:graphic>
          <a:graphicData uri="http://schemas.openxmlformats.org/presentationml/2006/ole">
            <mc:AlternateContent xmlns:mc="http://schemas.openxmlformats.org/markup-compatibility/2006">
              <mc:Choice xmlns:v="urn:schemas-microsoft-com:vml" Requires="v">
                <p:oleObj spid="_x0000_s35091" name="公式" r:id="rId10" imgW="1256755" imgH="406224" progId="Equation.3">
                  <p:embed/>
                </p:oleObj>
              </mc:Choice>
              <mc:Fallback>
                <p:oleObj name="公式" r:id="rId10" imgW="1256755" imgH="40622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92465" y="4786645"/>
                        <a:ext cx="2317750" cy="994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2989604755"/>
              </p:ext>
            </p:extLst>
          </p:nvPr>
        </p:nvGraphicFramePr>
        <p:xfrm>
          <a:off x="4621637" y="2863780"/>
          <a:ext cx="2408237" cy="992716"/>
        </p:xfrm>
        <a:graphic>
          <a:graphicData uri="http://schemas.openxmlformats.org/presentationml/2006/ole">
            <mc:AlternateContent xmlns:mc="http://schemas.openxmlformats.org/markup-compatibility/2006">
              <mc:Choice xmlns:v="urn:schemas-microsoft-com:vml" Requires="v">
                <p:oleObj spid="_x0000_s35092" name="Equation" r:id="rId12" imgW="1307532" imgH="406224" progId="Equation.DSMT4">
                  <p:embed/>
                </p:oleObj>
              </mc:Choice>
              <mc:Fallback>
                <p:oleObj name="Equation" r:id="rId12" imgW="1307532" imgH="40622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21637" y="2863780"/>
                        <a:ext cx="2408237" cy="99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3907437840"/>
              </p:ext>
            </p:extLst>
          </p:nvPr>
        </p:nvGraphicFramePr>
        <p:xfrm>
          <a:off x="4716019" y="4260283"/>
          <a:ext cx="2155825" cy="687916"/>
        </p:xfrm>
        <a:graphic>
          <a:graphicData uri="http://schemas.openxmlformats.org/presentationml/2006/ole">
            <mc:AlternateContent xmlns:mc="http://schemas.openxmlformats.org/markup-compatibility/2006">
              <mc:Choice xmlns:v="urn:schemas-microsoft-com:vml" Requires="v">
                <p:oleObj spid="_x0000_s35093" name="Equation" r:id="rId14" imgW="1168400" imgH="279400" progId="Equation.DSMT4">
                  <p:embed/>
                </p:oleObj>
              </mc:Choice>
              <mc:Fallback>
                <p:oleObj name="Equation" r:id="rId14" imgW="1168400" imgH="2794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16019" y="4260283"/>
                        <a:ext cx="2155825" cy="68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2528412619"/>
              </p:ext>
            </p:extLst>
          </p:nvPr>
        </p:nvGraphicFramePr>
        <p:xfrm>
          <a:off x="1398234" y="5829268"/>
          <a:ext cx="1669686" cy="672075"/>
        </p:xfrm>
        <a:graphic>
          <a:graphicData uri="http://schemas.openxmlformats.org/presentationml/2006/ole">
            <mc:AlternateContent xmlns:mc="http://schemas.openxmlformats.org/markup-compatibility/2006">
              <mc:Choice xmlns:v="urn:schemas-microsoft-com:vml" Requires="v">
                <p:oleObj spid="_x0000_s35094" name="Equation" r:id="rId16" imgW="672840" imgH="203040" progId="Equation.DSMT4">
                  <p:embed/>
                </p:oleObj>
              </mc:Choice>
              <mc:Fallback>
                <p:oleObj name="Equation" r:id="rId16" imgW="672840" imgH="203040" progId="Equation.DSMT4">
                  <p:embed/>
                  <p:pic>
                    <p:nvPicPr>
                      <p:cNvPr id="0" name=""/>
                      <p:cNvPicPr/>
                      <p:nvPr/>
                    </p:nvPicPr>
                    <p:blipFill>
                      <a:blip r:embed="rId17"/>
                      <a:stretch>
                        <a:fillRect/>
                      </a:stretch>
                    </p:blipFill>
                    <p:spPr>
                      <a:xfrm>
                        <a:off x="1398234" y="5829268"/>
                        <a:ext cx="1669686" cy="672075"/>
                      </a:xfrm>
                      <a:prstGeom prst="rect">
                        <a:avLst/>
                      </a:prstGeom>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4133986343"/>
              </p:ext>
            </p:extLst>
          </p:nvPr>
        </p:nvGraphicFramePr>
        <p:xfrm>
          <a:off x="162000" y="5391315"/>
          <a:ext cx="727968" cy="1304276"/>
        </p:xfrm>
        <a:graphic>
          <a:graphicData uri="http://schemas.openxmlformats.org/presentationml/2006/ole">
            <mc:AlternateContent xmlns:mc="http://schemas.openxmlformats.org/markup-compatibility/2006">
              <mc:Choice xmlns:v="urn:schemas-microsoft-com:vml" Requires="v">
                <p:oleObj spid="_x0000_s35095" name="Equation" r:id="rId18" imgW="406080" imgH="545760" progId="Equation.DSMT4">
                  <p:embed/>
                </p:oleObj>
              </mc:Choice>
              <mc:Fallback>
                <p:oleObj name="Equation" r:id="rId18" imgW="406080" imgH="545760" progId="Equation.DSMT4">
                  <p:embed/>
                  <p:pic>
                    <p:nvPicPr>
                      <p:cNvPr id="0" name=""/>
                      <p:cNvPicPr/>
                      <p:nvPr/>
                    </p:nvPicPr>
                    <p:blipFill>
                      <a:blip r:embed="rId19"/>
                      <a:stretch>
                        <a:fillRect/>
                      </a:stretch>
                    </p:blipFill>
                    <p:spPr>
                      <a:xfrm>
                        <a:off x="162000" y="5391315"/>
                        <a:ext cx="727968" cy="1304276"/>
                      </a:xfrm>
                      <a:prstGeom prst="rect">
                        <a:avLst/>
                      </a:prstGeom>
                    </p:spPr>
                  </p:pic>
                </p:oleObj>
              </mc:Fallback>
            </mc:AlternateContent>
          </a:graphicData>
        </a:graphic>
      </p:graphicFrame>
      <p:sp>
        <p:nvSpPr>
          <p:cNvPr id="66" name="右箭头 65"/>
          <p:cNvSpPr/>
          <p:nvPr/>
        </p:nvSpPr>
        <p:spPr>
          <a:xfrm>
            <a:off x="6995346" y="4526928"/>
            <a:ext cx="489204" cy="32308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TextBox 66"/>
          <p:cNvSpPr txBox="1"/>
          <p:nvPr/>
        </p:nvSpPr>
        <p:spPr>
          <a:xfrm>
            <a:off x="7668344" y="4442251"/>
            <a:ext cx="1176376" cy="369332"/>
          </a:xfrm>
          <a:prstGeom prst="rect">
            <a:avLst/>
          </a:prstGeom>
          <a:noFill/>
        </p:spPr>
        <p:txBody>
          <a:bodyPr wrap="square" rtlCol="0">
            <a:spAutoFit/>
          </a:bodyPr>
          <a:lstStyle/>
          <a:p>
            <a:r>
              <a:rPr lang="en-US" altLang="zh-CN" i="1" dirty="0">
                <a:solidFill>
                  <a:prstClr val="black"/>
                </a:solidFill>
                <a:latin typeface="Times New Roman" pitchFamily="18" charset="0"/>
                <a:cs typeface="Times New Roman" pitchFamily="18" charset="0"/>
              </a:rPr>
              <a:t>L</a:t>
            </a:r>
            <a:r>
              <a:rPr lang="en-US" altLang="zh-CN" dirty="0">
                <a:solidFill>
                  <a:prstClr val="black"/>
                </a:solidFill>
                <a:latin typeface="Times New Roman" pitchFamily="18" charset="0"/>
                <a:cs typeface="Times New Roman" pitchFamily="18" charset="0"/>
              </a:rPr>
              <a:t>=0.4 H</a:t>
            </a:r>
            <a:endParaRPr lang="zh-CN" altLang="en-US" dirty="0">
              <a:solidFill>
                <a:prstClr val="black"/>
              </a:solidFill>
              <a:latin typeface="Times New Roman" pitchFamily="18" charset="0"/>
              <a:cs typeface="Times New Roman" pitchFamily="18" charset="0"/>
            </a:endParaRPr>
          </a:p>
        </p:txBody>
      </p:sp>
      <p:graphicFrame>
        <p:nvGraphicFramePr>
          <p:cNvPr id="68" name="对象 67"/>
          <p:cNvGraphicFramePr>
            <a:graphicFrameLocks noChangeAspect="1"/>
          </p:cNvGraphicFramePr>
          <p:nvPr>
            <p:extLst>
              <p:ext uri="{D42A27DB-BD31-4B8C-83A1-F6EECF244321}">
                <p14:modId xmlns:p14="http://schemas.microsoft.com/office/powerpoint/2010/main" val="4023054722"/>
              </p:ext>
            </p:extLst>
          </p:nvPr>
        </p:nvGraphicFramePr>
        <p:xfrm>
          <a:off x="4659507" y="5253204"/>
          <a:ext cx="3464124" cy="769805"/>
        </p:xfrm>
        <a:graphic>
          <a:graphicData uri="http://schemas.openxmlformats.org/presentationml/2006/ole">
            <mc:AlternateContent xmlns:mc="http://schemas.openxmlformats.org/markup-compatibility/2006">
              <mc:Choice xmlns:v="urn:schemas-microsoft-com:vml" Requires="v">
                <p:oleObj spid="_x0000_s35096" name="Equation" r:id="rId20" imgW="1447560" imgH="241200" progId="Equation.DSMT4">
                  <p:embed/>
                </p:oleObj>
              </mc:Choice>
              <mc:Fallback>
                <p:oleObj name="Equation" r:id="rId20" imgW="1447560" imgH="241200" progId="Equation.DSMT4">
                  <p:embed/>
                  <p:pic>
                    <p:nvPicPr>
                      <p:cNvPr id="0" name=""/>
                      <p:cNvPicPr/>
                      <p:nvPr/>
                    </p:nvPicPr>
                    <p:blipFill>
                      <a:blip r:embed="rId21"/>
                      <a:stretch>
                        <a:fillRect/>
                      </a:stretch>
                    </p:blipFill>
                    <p:spPr>
                      <a:xfrm>
                        <a:off x="4659507" y="5253204"/>
                        <a:ext cx="3464124" cy="769805"/>
                      </a:xfrm>
                      <a:prstGeom prst="rect">
                        <a:avLst/>
                      </a:prstGeom>
                    </p:spPr>
                  </p:pic>
                </p:oleObj>
              </mc:Fallback>
            </mc:AlternateContent>
          </a:graphicData>
        </a:graphic>
      </p:graphicFrame>
      <p:cxnSp>
        <p:nvCxnSpPr>
          <p:cNvPr id="70" name="直接连接符 69"/>
          <p:cNvCxnSpPr/>
          <p:nvPr/>
        </p:nvCxnSpPr>
        <p:spPr>
          <a:xfrm>
            <a:off x="2093198" y="5733256"/>
            <a:ext cx="226278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7795244" y="5019371"/>
            <a:ext cx="84790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716019" y="6021288"/>
            <a:ext cx="342401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350559"/>
      </p:ext>
    </p:extLst>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00" fill="hold"/>
                                        <p:tgtEl>
                                          <p:spTgt spid="4"/>
                                        </p:tgtEl>
                                        <p:attrNameLst>
                                          <p:attrName>ppt_x</p:attrName>
                                        </p:attrNameLst>
                                      </p:cBhvr>
                                      <p:tavLst>
                                        <p:tav tm="0">
                                          <p:val>
                                            <p:strVal val="0-#ppt_w/2"/>
                                          </p:val>
                                        </p:tav>
                                        <p:tav tm="100000">
                                          <p:val>
                                            <p:strVal val="#ppt_x"/>
                                          </p:val>
                                        </p:tav>
                                      </p:tavLst>
                                    </p:anim>
                                    <p:anim calcmode="lin" valueType="num">
                                      <p:cBhvr additive="base">
                                        <p:cTn id="13" dur="3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800"/>
                            </p:stCondLst>
                            <p:childTnLst>
                              <p:par>
                                <p:cTn id="15" presetID="2" presetClass="entr" presetSubtype="8"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300" fill="hold"/>
                                        <p:tgtEl>
                                          <p:spTgt spid="3"/>
                                        </p:tgtEl>
                                        <p:attrNameLst>
                                          <p:attrName>ppt_x</p:attrName>
                                        </p:attrNameLst>
                                      </p:cBhvr>
                                      <p:tavLst>
                                        <p:tav tm="0">
                                          <p:val>
                                            <p:strVal val="0-#ppt_w/2"/>
                                          </p:val>
                                        </p:tav>
                                        <p:tav tm="100000">
                                          <p:val>
                                            <p:strVal val="#ppt_x"/>
                                          </p:val>
                                        </p:tav>
                                      </p:tavLst>
                                    </p:anim>
                                    <p:anim calcmode="lin" valueType="num">
                                      <p:cBhvr additive="base">
                                        <p:cTn id="18" dur="300" fill="hold"/>
                                        <p:tgtEl>
                                          <p:spTgt spid="3"/>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300" fill="hold"/>
                                        <p:tgtEl>
                                          <p:spTgt spid="5"/>
                                        </p:tgtEl>
                                        <p:attrNameLst>
                                          <p:attrName>ppt_x</p:attrName>
                                        </p:attrNameLst>
                                      </p:cBhvr>
                                      <p:tavLst>
                                        <p:tav tm="0">
                                          <p:val>
                                            <p:strVal val="0-#ppt_w/2"/>
                                          </p:val>
                                        </p:tav>
                                        <p:tav tm="100000">
                                          <p:val>
                                            <p:strVal val="#ppt_x"/>
                                          </p:val>
                                        </p:tav>
                                      </p:tavLst>
                                    </p:anim>
                                    <p:anim calcmode="lin" valueType="num">
                                      <p:cBhvr additive="base">
                                        <p:cTn id="22" dur="300" fill="hold"/>
                                        <p:tgtEl>
                                          <p:spTgt spid="5"/>
                                        </p:tgtEl>
                                        <p:attrNameLst>
                                          <p:attrName>ppt_y</p:attrName>
                                        </p:attrNameLst>
                                      </p:cBhvr>
                                      <p:tavLst>
                                        <p:tav tm="0">
                                          <p:val>
                                            <p:strVal val="#ppt_y"/>
                                          </p:val>
                                        </p:tav>
                                        <p:tav tm="100000">
                                          <p:val>
                                            <p:strVal val="#ppt_y"/>
                                          </p:val>
                                        </p:tav>
                                      </p:tavLst>
                                    </p:anim>
                                  </p:childTnLst>
                                </p:cTn>
                              </p:par>
                            </p:childTnLst>
                          </p:cTn>
                        </p:par>
                        <p:par>
                          <p:cTn id="23" fill="hold">
                            <p:stCondLst>
                              <p:cond delay="1100"/>
                            </p:stCondLst>
                            <p:childTnLst>
                              <p:par>
                                <p:cTn id="24" presetID="53" presetClass="entr" presetSubtype="16" fill="hold" grpId="0" nodeType="afterEffect">
                                  <p:stCondLst>
                                    <p:cond delay="0"/>
                                  </p:stCondLst>
                                  <p:iterate type="lt">
                                    <p:tmPct val="15000"/>
                                  </p:iterate>
                                  <p:childTnLst>
                                    <p:set>
                                      <p:cBhvr>
                                        <p:cTn id="25" dur="1" fill="hold">
                                          <p:stCondLst>
                                            <p:cond delay="0"/>
                                          </p:stCondLst>
                                        </p:cTn>
                                        <p:tgtEl>
                                          <p:spTgt spid="6"/>
                                        </p:tgtEl>
                                        <p:attrNameLst>
                                          <p:attrName>style.visibility</p:attrName>
                                        </p:attrNameLst>
                                      </p:cBhvr>
                                      <p:to>
                                        <p:strVal val="visible"/>
                                      </p:to>
                                    </p:set>
                                    <p:anim calcmode="lin" valueType="num">
                                      <p:cBhvr>
                                        <p:cTn id="26" dur="250" fill="hold"/>
                                        <p:tgtEl>
                                          <p:spTgt spid="6"/>
                                        </p:tgtEl>
                                        <p:attrNameLst>
                                          <p:attrName>ppt_w</p:attrName>
                                        </p:attrNameLst>
                                      </p:cBhvr>
                                      <p:tavLst>
                                        <p:tav tm="0">
                                          <p:val>
                                            <p:fltVal val="0"/>
                                          </p:val>
                                        </p:tav>
                                        <p:tav tm="100000">
                                          <p:val>
                                            <p:strVal val="#ppt_w"/>
                                          </p:val>
                                        </p:tav>
                                      </p:tavLst>
                                    </p:anim>
                                    <p:anim calcmode="lin" valueType="num">
                                      <p:cBhvr>
                                        <p:cTn id="27" dur="250" fill="hold"/>
                                        <p:tgtEl>
                                          <p:spTgt spid="6"/>
                                        </p:tgtEl>
                                        <p:attrNameLst>
                                          <p:attrName>ppt_h</p:attrName>
                                        </p:attrNameLst>
                                      </p:cBhvr>
                                      <p:tavLst>
                                        <p:tav tm="0">
                                          <p:val>
                                            <p:fltVal val="0"/>
                                          </p:val>
                                        </p:tav>
                                        <p:tav tm="100000">
                                          <p:val>
                                            <p:strVal val="#ppt_h"/>
                                          </p:val>
                                        </p:tav>
                                      </p:tavLst>
                                    </p:anim>
                                    <p:animEffect transition="in" filter="fade">
                                      <p:cBhvr>
                                        <p:cTn id="28" dur="250"/>
                                        <p:tgtEl>
                                          <p:spTgt spid="6"/>
                                        </p:tgtEl>
                                      </p:cBhvr>
                                    </p:animEffect>
                                  </p:childTnLst>
                                </p:cTn>
                              </p:par>
                            </p:childTnLst>
                          </p:cTn>
                        </p:par>
                        <p:par>
                          <p:cTn id="29" fill="hold">
                            <p:stCondLst>
                              <p:cond delay="1575"/>
                            </p:stCondLst>
                            <p:childTnLst>
                              <p:par>
                                <p:cTn id="30" presetID="53" presetClass="entr" presetSubtype="16"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grpId="0" nodeType="withEffect">
                                  <p:stCondLst>
                                    <p:cond delay="25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par>
                                <p:cTn id="50" presetID="53" presetClass="entr" presetSubtype="16" fill="hold" grpId="0" nodeType="withEffect">
                                  <p:stCondLst>
                                    <p:cond delay="500"/>
                                  </p:stCondLst>
                                  <p:childTnLst>
                                    <p:set>
                                      <p:cBhvr>
                                        <p:cTn id="51" dur="1" fill="hold">
                                          <p:stCondLst>
                                            <p:cond delay="0"/>
                                          </p:stCondLst>
                                        </p:cTn>
                                        <p:tgtEl>
                                          <p:spTgt spid="10"/>
                                        </p:tgtEl>
                                        <p:attrNameLst>
                                          <p:attrName>style.visibility</p:attrName>
                                        </p:attrNameLst>
                                      </p:cBhvr>
                                      <p:to>
                                        <p:strVal val="visible"/>
                                      </p:to>
                                    </p:set>
                                    <p:anim calcmode="lin" valueType="num">
                                      <p:cBhvr>
                                        <p:cTn id="52" dur="500" fill="hold"/>
                                        <p:tgtEl>
                                          <p:spTgt spid="10"/>
                                        </p:tgtEl>
                                        <p:attrNameLst>
                                          <p:attrName>ppt_w</p:attrName>
                                        </p:attrNameLst>
                                      </p:cBhvr>
                                      <p:tavLst>
                                        <p:tav tm="0">
                                          <p:val>
                                            <p:fltVal val="0"/>
                                          </p:val>
                                        </p:tav>
                                        <p:tav tm="100000">
                                          <p:val>
                                            <p:strVal val="#ppt_w"/>
                                          </p:val>
                                        </p:tav>
                                      </p:tavLst>
                                    </p:anim>
                                    <p:anim calcmode="lin" valueType="num">
                                      <p:cBhvr>
                                        <p:cTn id="53" dur="500" fill="hold"/>
                                        <p:tgtEl>
                                          <p:spTgt spid="10"/>
                                        </p:tgtEl>
                                        <p:attrNameLst>
                                          <p:attrName>ppt_h</p:attrName>
                                        </p:attrNameLst>
                                      </p:cBhvr>
                                      <p:tavLst>
                                        <p:tav tm="0">
                                          <p:val>
                                            <p:fltVal val="0"/>
                                          </p:val>
                                        </p:tav>
                                        <p:tav tm="100000">
                                          <p:val>
                                            <p:strVal val="#ppt_h"/>
                                          </p:val>
                                        </p:tav>
                                      </p:tavLst>
                                    </p:anim>
                                    <p:animEffect transition="in" filter="fade">
                                      <p:cBhvr>
                                        <p:cTn id="54" dur="5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randombar(horizontal)">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randombar(horizontal)">
                                      <p:cBhvr>
                                        <p:cTn id="64" dur="500"/>
                                        <p:tgtEl>
                                          <p:spTgt spid="12"/>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randombar(horizontal)">
                                      <p:cBhvr>
                                        <p:cTn id="69" dur="500"/>
                                        <p:tgtEl>
                                          <p:spTgt spid="1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left)">
                                      <p:cBhvr>
                                        <p:cTn id="74" dur="500"/>
                                        <p:tgtEl>
                                          <p:spTgt spid="15"/>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wipe(left)">
                                      <p:cBhvr>
                                        <p:cTn id="78" dur="500"/>
                                        <p:tgtEl>
                                          <p:spTgt spid="6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left)">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nodeType="clickEffect">
                                  <p:stCondLst>
                                    <p:cond delay="0"/>
                                  </p:stCondLst>
                                  <p:childTnLst>
                                    <p:set>
                                      <p:cBhvr>
                                        <p:cTn id="87" dur="1" fill="hold">
                                          <p:stCondLst>
                                            <p:cond delay="0"/>
                                          </p:stCondLst>
                                        </p:cTn>
                                        <p:tgtEl>
                                          <p:spTgt spid="65"/>
                                        </p:tgtEl>
                                        <p:attrNameLst>
                                          <p:attrName>style.visibility</p:attrName>
                                        </p:attrNameLst>
                                      </p:cBhvr>
                                      <p:to>
                                        <p:strVal val="visible"/>
                                      </p:to>
                                    </p:set>
                                    <p:animEffect transition="in" filter="randombar(horizontal)">
                                      <p:cBhvr>
                                        <p:cTn id="88" dur="500"/>
                                        <p:tgtEl>
                                          <p:spTgt spid="65"/>
                                        </p:tgtEl>
                                      </p:cBhvr>
                                    </p:animEffect>
                                  </p:childTnLst>
                                </p:cTn>
                              </p:par>
                            </p:childTnLst>
                          </p:cTn>
                        </p:par>
                      </p:childTnLst>
                    </p:cTn>
                  </p:par>
                  <p:par>
                    <p:cTn id="89" fill="hold">
                      <p:stCondLst>
                        <p:cond delay="indefinite"/>
                      </p:stCondLst>
                      <p:childTnLst>
                        <p:par>
                          <p:cTn id="90" fill="hold">
                            <p:stCondLst>
                              <p:cond delay="0"/>
                            </p:stCondLst>
                            <p:childTnLst>
                              <p:par>
                                <p:cTn id="91" presetID="14" presetClass="entr" presetSubtype="10" fill="hold" nodeType="clickEffect">
                                  <p:stCondLst>
                                    <p:cond delay="0"/>
                                  </p:stCondLst>
                                  <p:childTnLst>
                                    <p:set>
                                      <p:cBhvr>
                                        <p:cTn id="92" dur="1" fill="hold">
                                          <p:stCondLst>
                                            <p:cond delay="0"/>
                                          </p:stCondLst>
                                        </p:cTn>
                                        <p:tgtEl>
                                          <p:spTgt spid="64"/>
                                        </p:tgtEl>
                                        <p:attrNameLst>
                                          <p:attrName>style.visibility</p:attrName>
                                        </p:attrNameLst>
                                      </p:cBhvr>
                                      <p:to>
                                        <p:strVal val="visible"/>
                                      </p:to>
                                    </p:set>
                                    <p:animEffect transition="in" filter="randombar(horizontal)">
                                      <p:cBhvr>
                                        <p:cTn id="93" dur="500"/>
                                        <p:tgtEl>
                                          <p:spTgt spid="6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wipe(left)">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wipe(left)">
                                      <p:cBhvr>
                                        <p:cTn id="103" dur="500"/>
                                        <p:tgtEl>
                                          <p:spTgt spid="62"/>
                                        </p:tgtEl>
                                      </p:cBhvr>
                                    </p:animEffect>
                                  </p:childTnLst>
                                </p:cTn>
                              </p:par>
                            </p:childTnLst>
                          </p:cTn>
                        </p:par>
                      </p:childTnLst>
                    </p:cTn>
                  </p:par>
                  <p:par>
                    <p:cTn id="104" fill="hold">
                      <p:stCondLst>
                        <p:cond delay="indefinite"/>
                      </p:stCondLst>
                      <p:childTnLst>
                        <p:par>
                          <p:cTn id="105" fill="hold">
                            <p:stCondLst>
                              <p:cond delay="0"/>
                            </p:stCondLst>
                            <p:childTnLst>
                              <p:par>
                                <p:cTn id="106" presetID="14" presetClass="entr" presetSubtype="10" fill="hold" nodeType="clickEffect">
                                  <p:stCondLst>
                                    <p:cond delay="0"/>
                                  </p:stCondLst>
                                  <p:childTnLst>
                                    <p:set>
                                      <p:cBhvr>
                                        <p:cTn id="107" dur="1" fill="hold">
                                          <p:stCondLst>
                                            <p:cond delay="0"/>
                                          </p:stCondLst>
                                        </p:cTn>
                                        <p:tgtEl>
                                          <p:spTgt spid="70"/>
                                        </p:tgtEl>
                                        <p:attrNameLst>
                                          <p:attrName>style.visibility</p:attrName>
                                        </p:attrNameLst>
                                      </p:cBhvr>
                                      <p:to>
                                        <p:strVal val="visible"/>
                                      </p:to>
                                    </p:set>
                                    <p:animEffect transition="in" filter="randombar(horizontal)">
                                      <p:cBhvr>
                                        <p:cTn id="108" dur="500"/>
                                        <p:tgtEl>
                                          <p:spTgt spid="70"/>
                                        </p:tgtEl>
                                      </p:cBhvr>
                                    </p:animEffect>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grpId="0" nodeType="clickEffect">
                                  <p:stCondLst>
                                    <p:cond delay="0"/>
                                  </p:stCondLst>
                                  <p:childTnLst>
                                    <p:set>
                                      <p:cBhvr>
                                        <p:cTn id="112" dur="1" fill="hold">
                                          <p:stCondLst>
                                            <p:cond delay="0"/>
                                          </p:stCondLst>
                                        </p:cTn>
                                        <p:tgtEl>
                                          <p:spTgt spid="66"/>
                                        </p:tgtEl>
                                        <p:attrNameLst>
                                          <p:attrName>style.visibility</p:attrName>
                                        </p:attrNameLst>
                                      </p:cBhvr>
                                      <p:to>
                                        <p:strVal val="visible"/>
                                      </p:to>
                                    </p:set>
                                    <p:animEffect transition="in" filter="randombar(horizontal)">
                                      <p:cBhvr>
                                        <p:cTn id="113" dur="500"/>
                                        <p:tgtEl>
                                          <p:spTgt spid="66"/>
                                        </p:tgtEl>
                                      </p:cBhvr>
                                    </p:animEffect>
                                  </p:childTnLst>
                                </p:cTn>
                              </p:par>
                            </p:childTnLst>
                          </p:cTn>
                        </p:par>
                        <p:par>
                          <p:cTn id="114" fill="hold">
                            <p:stCondLst>
                              <p:cond delay="500"/>
                            </p:stCondLst>
                            <p:childTnLst>
                              <p:par>
                                <p:cTn id="115" presetID="14" presetClass="entr" presetSubtype="10" fill="hold" grpId="0" nodeType="after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randombar(horizontal)">
                                      <p:cBhvr>
                                        <p:cTn id="117" dur="500"/>
                                        <p:tgtEl>
                                          <p:spTgt spid="67"/>
                                        </p:tgtEl>
                                      </p:cBhvr>
                                    </p:animEffect>
                                  </p:childTnLst>
                                </p:cTn>
                              </p:par>
                            </p:childTnLst>
                          </p:cTn>
                        </p:par>
                      </p:childTnLst>
                    </p:cTn>
                  </p:par>
                  <p:par>
                    <p:cTn id="118" fill="hold">
                      <p:stCondLst>
                        <p:cond delay="indefinite"/>
                      </p:stCondLst>
                      <p:childTnLst>
                        <p:par>
                          <p:cTn id="119" fill="hold">
                            <p:stCondLst>
                              <p:cond delay="0"/>
                            </p:stCondLst>
                            <p:childTnLst>
                              <p:par>
                                <p:cTn id="120" presetID="14" presetClass="entr" presetSubtype="10" fill="hold" nodeType="clickEffect">
                                  <p:stCondLst>
                                    <p:cond delay="0"/>
                                  </p:stCondLst>
                                  <p:childTnLst>
                                    <p:set>
                                      <p:cBhvr>
                                        <p:cTn id="121" dur="1" fill="hold">
                                          <p:stCondLst>
                                            <p:cond delay="0"/>
                                          </p:stCondLst>
                                        </p:cTn>
                                        <p:tgtEl>
                                          <p:spTgt spid="72"/>
                                        </p:tgtEl>
                                        <p:attrNameLst>
                                          <p:attrName>style.visibility</p:attrName>
                                        </p:attrNameLst>
                                      </p:cBhvr>
                                      <p:to>
                                        <p:strVal val="visible"/>
                                      </p:to>
                                    </p:set>
                                    <p:animEffect transition="in" filter="randombar(horizontal)">
                                      <p:cBhvr>
                                        <p:cTn id="122" dur="500"/>
                                        <p:tgtEl>
                                          <p:spTgt spid="72"/>
                                        </p:tgtEl>
                                      </p:cBhvr>
                                    </p:animEffect>
                                  </p:childTnLst>
                                </p:cTn>
                              </p:par>
                            </p:childTnLst>
                          </p:cTn>
                        </p:par>
                      </p:childTnLst>
                    </p:cTn>
                  </p:par>
                  <p:par>
                    <p:cTn id="123" fill="hold">
                      <p:stCondLst>
                        <p:cond delay="indefinite"/>
                      </p:stCondLst>
                      <p:childTnLst>
                        <p:par>
                          <p:cTn id="124" fill="hold">
                            <p:stCondLst>
                              <p:cond delay="0"/>
                            </p:stCondLst>
                            <p:childTnLst>
                              <p:par>
                                <p:cTn id="125" presetID="14" presetClass="entr" presetSubtype="10" fill="hold" nodeType="clickEffect">
                                  <p:stCondLst>
                                    <p:cond delay="0"/>
                                  </p:stCondLst>
                                  <p:childTnLst>
                                    <p:set>
                                      <p:cBhvr>
                                        <p:cTn id="126" dur="1" fill="hold">
                                          <p:stCondLst>
                                            <p:cond delay="0"/>
                                          </p:stCondLst>
                                        </p:cTn>
                                        <p:tgtEl>
                                          <p:spTgt spid="68"/>
                                        </p:tgtEl>
                                        <p:attrNameLst>
                                          <p:attrName>style.visibility</p:attrName>
                                        </p:attrNameLst>
                                      </p:cBhvr>
                                      <p:to>
                                        <p:strVal val="visible"/>
                                      </p:to>
                                    </p:set>
                                    <p:animEffect transition="in" filter="randombar(horizontal)">
                                      <p:cBhvr>
                                        <p:cTn id="127" dur="500"/>
                                        <p:tgtEl>
                                          <p:spTgt spid="68"/>
                                        </p:tgtEl>
                                      </p:cBhvr>
                                    </p:animEffect>
                                  </p:childTnLst>
                                </p:cTn>
                              </p:par>
                            </p:childTnLst>
                          </p:cTn>
                        </p:par>
                      </p:childTnLst>
                    </p:cTn>
                  </p:par>
                  <p:par>
                    <p:cTn id="128" fill="hold">
                      <p:stCondLst>
                        <p:cond delay="indefinite"/>
                      </p:stCondLst>
                      <p:childTnLst>
                        <p:par>
                          <p:cTn id="129" fill="hold">
                            <p:stCondLst>
                              <p:cond delay="0"/>
                            </p:stCondLst>
                            <p:childTnLst>
                              <p:par>
                                <p:cTn id="130" presetID="14" presetClass="entr" presetSubtype="10" fill="hold" nodeType="clickEffect">
                                  <p:stCondLst>
                                    <p:cond delay="0"/>
                                  </p:stCondLst>
                                  <p:childTnLst>
                                    <p:set>
                                      <p:cBhvr>
                                        <p:cTn id="131" dur="1" fill="hold">
                                          <p:stCondLst>
                                            <p:cond delay="0"/>
                                          </p:stCondLst>
                                        </p:cTn>
                                        <p:tgtEl>
                                          <p:spTgt spid="74"/>
                                        </p:tgtEl>
                                        <p:attrNameLst>
                                          <p:attrName>style.visibility</p:attrName>
                                        </p:attrNameLst>
                                      </p:cBhvr>
                                      <p:to>
                                        <p:strVal val="visible"/>
                                      </p:to>
                                    </p:set>
                                    <p:animEffect transition="in" filter="randombar(horizontal)">
                                      <p:cBhvr>
                                        <p:cTn id="13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animBg="1"/>
      <p:bldP spid="8" grpId="0" animBg="1"/>
      <p:bldP spid="9" grpId="0" animBg="1"/>
      <p:bldP spid="10" grpId="0" animBg="1"/>
      <p:bldP spid="11" grpId="0" animBg="1"/>
      <p:bldP spid="12" grpId="0"/>
      <p:bldP spid="14" grpId="0"/>
      <p:bldP spid="60" grpId="0" animBg="1"/>
      <p:bldP spid="66" grpId="0" animBg="1"/>
      <p:bldP spid="6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Rectangle 3"/>
          <p:cNvSpPr>
            <a:spLocks noChangeArrowheads="1"/>
          </p:cNvSpPr>
          <p:nvPr/>
        </p:nvSpPr>
        <p:spPr bwMode="auto">
          <a:xfrm>
            <a:off x="6" y="29157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5028" name="Rectangle 4"/>
          <p:cNvSpPr>
            <a:spLocks noChangeArrowheads="1"/>
          </p:cNvSpPr>
          <p:nvPr/>
        </p:nvSpPr>
        <p:spPr bwMode="auto">
          <a:xfrm>
            <a:off x="6"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5029" name="Text Box 5"/>
          <p:cNvSpPr txBox="1">
            <a:spLocks noChangeArrowheads="1"/>
          </p:cNvSpPr>
          <p:nvPr/>
        </p:nvSpPr>
        <p:spPr bwMode="auto">
          <a:xfrm>
            <a:off x="228600" y="1340769"/>
            <a:ext cx="80772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457200">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lvl="1"/>
            <a:r>
              <a:rPr lang="en-US" altLang="zh-CN" sz="2400" u="sng" dirty="0">
                <a:solidFill>
                  <a:srgbClr val="FF3300"/>
                </a:solidFill>
                <a:ea typeface="宋体" pitchFamily="2" charset="-122"/>
              </a:rPr>
              <a:t>Power factor correction</a:t>
            </a:r>
            <a:r>
              <a:rPr lang="en-US" altLang="zh-CN" sz="2400" dirty="0">
                <a:ea typeface="宋体" pitchFamily="2" charset="-122"/>
              </a:rPr>
              <a:t> is the process of</a:t>
            </a:r>
            <a:r>
              <a:rPr lang="en-US" altLang="zh-CN" sz="2400" dirty="0">
                <a:solidFill>
                  <a:srgbClr val="FF3300"/>
                </a:solidFill>
                <a:ea typeface="宋体" pitchFamily="2" charset="-122"/>
              </a:rPr>
              <a:t> </a:t>
            </a:r>
            <a:r>
              <a:rPr lang="en-US" altLang="zh-CN" sz="2400" u="sng" dirty="0">
                <a:solidFill>
                  <a:srgbClr val="FF3300"/>
                </a:solidFill>
                <a:ea typeface="宋体" pitchFamily="2" charset="-122"/>
              </a:rPr>
              <a:t>increasing</a:t>
            </a:r>
            <a:r>
              <a:rPr lang="en-US" altLang="zh-CN" sz="2400" dirty="0">
                <a:ea typeface="宋体" pitchFamily="2" charset="-122"/>
              </a:rPr>
              <a:t> the power factor </a:t>
            </a:r>
            <a:r>
              <a:rPr lang="en-US" altLang="zh-CN" sz="2400" u="sng" dirty="0">
                <a:solidFill>
                  <a:srgbClr val="FF3300"/>
                </a:solidFill>
                <a:ea typeface="宋体" pitchFamily="2" charset="-122"/>
              </a:rPr>
              <a:t>without altering</a:t>
            </a:r>
            <a:r>
              <a:rPr lang="en-US" altLang="zh-CN" sz="2400" dirty="0">
                <a:ea typeface="宋体" pitchFamily="2" charset="-122"/>
              </a:rPr>
              <a:t> the voltage or current to the original load.</a:t>
            </a:r>
          </a:p>
        </p:txBody>
      </p:sp>
      <p:pic>
        <p:nvPicPr>
          <p:cNvPr id="385035" name="Picture 11" descr="11-02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447800" y="2515615"/>
            <a:ext cx="6324600" cy="3111500"/>
          </a:xfrm>
          <a:ln/>
        </p:spPr>
      </p:pic>
      <p:sp>
        <p:nvSpPr>
          <p:cNvPr id="385038" name="Rectangle 14"/>
          <p:cNvSpPr>
            <a:spLocks noChangeArrowheads="1"/>
          </p:cNvSpPr>
          <p:nvPr/>
        </p:nvSpPr>
        <p:spPr bwMode="auto">
          <a:xfrm>
            <a:off x="762000" y="5587626"/>
            <a:ext cx="7010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en-US" altLang="zh-CN" sz="2000" dirty="0">
                <a:ea typeface="宋体" pitchFamily="2" charset="-122"/>
              </a:rPr>
              <a:t>Power factor correction is necessary for </a:t>
            </a:r>
            <a:r>
              <a:rPr lang="en-US" altLang="zh-CN" sz="2000" u="sng" dirty="0">
                <a:solidFill>
                  <a:srgbClr val="FF3300"/>
                </a:solidFill>
                <a:ea typeface="宋体" pitchFamily="2" charset="-122"/>
              </a:rPr>
              <a:t>economic reason</a:t>
            </a:r>
            <a:r>
              <a:rPr lang="en-US" altLang="zh-CN" sz="2000" dirty="0">
                <a:ea typeface="宋体" pitchFamily="2" charset="-122"/>
              </a:rPr>
              <a:t>.</a:t>
            </a:r>
            <a:r>
              <a:rPr lang="en-US" altLang="zh-CN" dirty="0">
                <a:ea typeface="宋体" pitchFamily="2" charset="-122"/>
              </a:rPr>
              <a:t> </a:t>
            </a:r>
          </a:p>
        </p:txBody>
      </p:sp>
      <p:sp>
        <p:nvSpPr>
          <p:cNvPr id="7" name="矩形 6">
            <a:extLst>
              <a:ext uri="{FF2B5EF4-FFF2-40B4-BE49-F238E27FC236}">
                <a16:creationId xmlns:a16="http://schemas.microsoft.com/office/drawing/2014/main" id="{30294E4D-5D39-814A-8766-EBF46C7BB1D3}"/>
              </a:ext>
            </a:extLst>
          </p:cNvPr>
          <p:cNvSpPr/>
          <p:nvPr/>
        </p:nvSpPr>
        <p:spPr>
          <a:xfrm>
            <a:off x="899592" y="299853"/>
            <a:ext cx="7781252"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600" b="1" i="0" u="none" strike="noStrike" kern="0" cap="none" spc="0" normalizeH="0" baseline="0" noProof="0" dirty="0">
                <a:ln>
                  <a:noFill/>
                </a:ln>
                <a:solidFill>
                  <a:srgbClr val="000000"/>
                </a:solidFill>
                <a:effectLst/>
                <a:uLnTx/>
                <a:uFillTx/>
                <a:latin typeface="Arial Black" pitchFamily="34" charset="0"/>
                <a:ea typeface="宋体" charset="-122"/>
                <a:cs typeface="+mj-cs"/>
              </a:rPr>
              <a:t>11.8  Power Factor Correction</a:t>
            </a:r>
            <a:endParaRPr kumimoji="0" lang="zh-CN" alt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52060926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000" y="1520792"/>
            <a:ext cx="8820000" cy="36000"/>
          </a:xfrm>
          <a:prstGeom prst="rect">
            <a:avLst/>
          </a:prstGeom>
          <a:solidFill>
            <a:srgbClr val="25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5"/>
          <p:cNvSpPr>
            <a:spLocks/>
          </p:cNvSpPr>
          <p:nvPr/>
        </p:nvSpPr>
        <p:spPr bwMode="auto">
          <a:xfrm>
            <a:off x="254632" y="1069854"/>
            <a:ext cx="156984" cy="15940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4" name="Freeform 6"/>
          <p:cNvSpPr>
            <a:spLocks/>
          </p:cNvSpPr>
          <p:nvPr/>
        </p:nvSpPr>
        <p:spPr bwMode="auto">
          <a:xfrm>
            <a:off x="355983" y="1164058"/>
            <a:ext cx="156984" cy="16058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5" name="Freeform 7"/>
          <p:cNvSpPr>
            <a:spLocks/>
          </p:cNvSpPr>
          <p:nvPr/>
        </p:nvSpPr>
        <p:spPr bwMode="auto">
          <a:xfrm>
            <a:off x="251520" y="1253368"/>
            <a:ext cx="155802" cy="15940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7" name="椭圆 6">
            <a:hlinkClick r:id="" action="ppaction://hlinkshowjump?jump=previousslide"/>
          </p:cNvPr>
          <p:cNvSpPr/>
          <p:nvPr/>
        </p:nvSpPr>
        <p:spPr>
          <a:xfrm>
            <a:off x="8140027" y="1017280"/>
            <a:ext cx="178944" cy="178944"/>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KSO_Shape">
            <a:hlinkClick r:id="" action="ppaction://hlinkshowjump?jump=previousslide"/>
          </p:cNvPr>
          <p:cNvSpPr>
            <a:spLocks noChangeAspect="1"/>
          </p:cNvSpPr>
          <p:nvPr/>
        </p:nvSpPr>
        <p:spPr>
          <a:xfrm flipH="1">
            <a:off x="8187787" y="1063602"/>
            <a:ext cx="83424" cy="86301"/>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9" name="椭圆 8">
            <a:hlinkClick r:id="" action="ppaction://hlinkshowjump?jump=nextslide"/>
          </p:cNvPr>
          <p:cNvSpPr/>
          <p:nvPr/>
        </p:nvSpPr>
        <p:spPr>
          <a:xfrm flipH="1">
            <a:off x="8713535" y="1017282"/>
            <a:ext cx="178944" cy="178944"/>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KSO_Shape">
            <a:hlinkClick r:id="" action="ppaction://hlinkshowjump?jump=nextslide"/>
          </p:cNvPr>
          <p:cNvSpPr>
            <a:spLocks noChangeAspect="1"/>
          </p:cNvSpPr>
          <p:nvPr/>
        </p:nvSpPr>
        <p:spPr>
          <a:xfrm>
            <a:off x="8761296" y="1063611"/>
            <a:ext cx="83424" cy="86301"/>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1" name="Freeform 10">
            <a:hlinkClick r:id="" action="ppaction://hlinkshowjump?jump=firstslide"/>
          </p:cNvPr>
          <p:cNvSpPr>
            <a:spLocks noChangeAspect="1" noEditPoints="1"/>
          </p:cNvSpPr>
          <p:nvPr/>
        </p:nvSpPr>
        <p:spPr bwMode="auto">
          <a:xfrm>
            <a:off x="8426253" y="1016752"/>
            <a:ext cx="180000" cy="1800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rgbClr val="256779"/>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TextBox 11"/>
          <p:cNvSpPr txBox="1"/>
          <p:nvPr/>
        </p:nvSpPr>
        <p:spPr>
          <a:xfrm>
            <a:off x="1358901" y="530175"/>
            <a:ext cx="6685271" cy="400110"/>
          </a:xfrm>
          <a:prstGeom prst="rect">
            <a:avLst/>
          </a:prstGeom>
          <a:noFill/>
        </p:spPr>
        <p:txBody>
          <a:bodyPr wrap="square" rtlCol="0">
            <a:spAutoFit/>
          </a:bodyPr>
          <a:lstStyle/>
          <a:p>
            <a:r>
              <a:rPr lang="en-US" altLang="zh-CN" sz="2000" b="1" spc="100" dirty="0">
                <a:solidFill>
                  <a:srgbClr val="1D4F5D"/>
                </a:solidFill>
                <a:latin typeface="Comic Sans MS" panose="030F0702030302020204" pitchFamily="66" charset="0"/>
                <a:ea typeface="微软雅黑" panose="020B0503020204020204" pitchFamily="34" charset="-122"/>
              </a:rPr>
              <a:t>How to calculate the capacitance in parallel?</a:t>
            </a:r>
            <a:endParaRPr lang="zh-CN" altLang="en-US" sz="2000" b="1" spc="100" dirty="0">
              <a:solidFill>
                <a:srgbClr val="1D4F5D"/>
              </a:solidFill>
              <a:latin typeface="Comic Sans MS" panose="030F0702030302020204" pitchFamily="66" charset="0"/>
              <a:ea typeface="微软雅黑" panose="020B0503020204020204" pitchFamily="34" charset="-122"/>
            </a:endParaRPr>
          </a:p>
        </p:txBody>
      </p:sp>
      <p:grpSp>
        <p:nvGrpSpPr>
          <p:cNvPr id="53" name="Group 15"/>
          <p:cNvGrpSpPr>
            <a:grpSpLocks/>
          </p:cNvGrpSpPr>
          <p:nvPr/>
        </p:nvGrpSpPr>
        <p:grpSpPr bwMode="auto">
          <a:xfrm>
            <a:off x="6225839" y="3304679"/>
            <a:ext cx="2833687" cy="2478088"/>
            <a:chOff x="3783" y="2912"/>
            <a:chExt cx="1785" cy="1561"/>
          </a:xfrm>
        </p:grpSpPr>
        <p:sp>
          <p:nvSpPr>
            <p:cNvPr id="57" name="Line 16"/>
            <p:cNvSpPr>
              <a:spLocks noChangeShapeType="1"/>
            </p:cNvSpPr>
            <p:nvPr/>
          </p:nvSpPr>
          <p:spPr bwMode="auto">
            <a:xfrm flipV="1">
              <a:off x="4743" y="3360"/>
              <a:ext cx="0" cy="768"/>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9" name="Group 18"/>
            <p:cNvGrpSpPr>
              <a:grpSpLocks/>
            </p:cNvGrpSpPr>
            <p:nvPr/>
          </p:nvGrpSpPr>
          <p:grpSpPr bwMode="auto">
            <a:xfrm>
              <a:off x="3783" y="3072"/>
              <a:ext cx="1008" cy="1401"/>
              <a:chOff x="3504" y="3072"/>
              <a:chExt cx="1008" cy="1401"/>
            </a:xfrm>
          </p:grpSpPr>
          <p:sp>
            <p:nvSpPr>
              <p:cNvPr id="72" name="Line 19"/>
              <p:cNvSpPr>
                <a:spLocks noChangeShapeType="1"/>
              </p:cNvSpPr>
              <p:nvPr/>
            </p:nvSpPr>
            <p:spPr bwMode="auto">
              <a:xfrm>
                <a:off x="3504" y="3072"/>
                <a:ext cx="1008" cy="1104"/>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 name="Object 20"/>
              <p:cNvGraphicFramePr>
                <a:graphicFrameLocks noChangeAspect="1"/>
              </p:cNvGraphicFramePr>
              <p:nvPr/>
            </p:nvGraphicFramePr>
            <p:xfrm>
              <a:off x="4205" y="4127"/>
              <a:ext cx="301" cy="346"/>
            </p:xfrm>
            <a:graphic>
              <a:graphicData uri="http://schemas.openxmlformats.org/presentationml/2006/ole">
                <mc:AlternateContent xmlns:mc="http://schemas.openxmlformats.org/markup-compatibility/2006">
                  <mc:Choice xmlns:v="urn:schemas-microsoft-com:vml" Requires="v">
                    <p:oleObj spid="_x0000_s40598" name="公式" r:id="rId4" imgW="164880" imgH="228600" progId="Equation.3">
                      <p:embed/>
                    </p:oleObj>
                  </mc:Choice>
                  <mc:Fallback>
                    <p:oleObj name="公式" r:id="rId4" imgW="164880" imgH="228600" progId="Equation.3">
                      <p:embed/>
                      <p:pic>
                        <p:nvPicPr>
                          <p:cNvPr id="73" name="Object 20"/>
                          <p:cNvPicPr>
                            <a:picLocks noChangeAspect="1" noChangeArrowheads="1"/>
                          </p:cNvPicPr>
                          <p:nvPr/>
                        </p:nvPicPr>
                        <p:blipFill>
                          <a:blip r:embed="rId5"/>
                          <a:srcRect/>
                          <a:stretch>
                            <a:fillRect/>
                          </a:stretch>
                        </p:blipFill>
                        <p:spPr bwMode="auto">
                          <a:xfrm>
                            <a:off x="4205" y="4127"/>
                            <a:ext cx="301"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 name="Group 21"/>
            <p:cNvGrpSpPr>
              <a:grpSpLocks/>
            </p:cNvGrpSpPr>
            <p:nvPr/>
          </p:nvGrpSpPr>
          <p:grpSpPr bwMode="auto">
            <a:xfrm>
              <a:off x="3783" y="3072"/>
              <a:ext cx="1236" cy="384"/>
              <a:chOff x="3504" y="3072"/>
              <a:chExt cx="1236" cy="384"/>
            </a:xfrm>
          </p:grpSpPr>
          <p:sp>
            <p:nvSpPr>
              <p:cNvPr id="70" name="Line 22"/>
              <p:cNvSpPr>
                <a:spLocks noChangeShapeType="1"/>
              </p:cNvSpPr>
              <p:nvPr/>
            </p:nvSpPr>
            <p:spPr bwMode="auto">
              <a:xfrm>
                <a:off x="3504" y="3072"/>
                <a:ext cx="1008" cy="3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 name="Object 23"/>
              <p:cNvGraphicFramePr>
                <a:graphicFrameLocks noChangeAspect="1"/>
              </p:cNvGraphicFramePr>
              <p:nvPr/>
            </p:nvGraphicFramePr>
            <p:xfrm>
              <a:off x="4512" y="3168"/>
              <a:ext cx="228" cy="288"/>
            </p:xfrm>
            <a:graphic>
              <a:graphicData uri="http://schemas.openxmlformats.org/presentationml/2006/ole">
                <mc:AlternateContent xmlns:mc="http://schemas.openxmlformats.org/markup-compatibility/2006">
                  <mc:Choice xmlns:v="urn:schemas-microsoft-com:vml" Requires="v">
                    <p:oleObj spid="_x0000_s40599" name="公式" r:id="rId6" imgW="104737" imgH="171408" progId="Equation.3">
                      <p:embed/>
                    </p:oleObj>
                  </mc:Choice>
                  <mc:Fallback>
                    <p:oleObj name="公式" r:id="rId6" imgW="104737" imgH="171408" progId="Equation.3">
                      <p:embed/>
                      <p:pic>
                        <p:nvPicPr>
                          <p:cNvPr id="71"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2" y="3168"/>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 name="Group 24"/>
            <p:cNvGrpSpPr>
              <a:grpSpLocks/>
            </p:cNvGrpSpPr>
            <p:nvPr/>
          </p:nvGrpSpPr>
          <p:grpSpPr bwMode="auto">
            <a:xfrm>
              <a:off x="3783" y="2912"/>
              <a:ext cx="1785" cy="304"/>
              <a:chOff x="3504" y="2912"/>
              <a:chExt cx="1785" cy="304"/>
            </a:xfrm>
          </p:grpSpPr>
          <p:sp>
            <p:nvSpPr>
              <p:cNvPr id="68" name="Line 25"/>
              <p:cNvSpPr>
                <a:spLocks noChangeShapeType="1"/>
              </p:cNvSpPr>
              <p:nvPr/>
            </p:nvSpPr>
            <p:spPr bwMode="auto">
              <a:xfrm>
                <a:off x="3504" y="3072"/>
                <a:ext cx="144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9" name="Object 26"/>
              <p:cNvGraphicFramePr>
                <a:graphicFrameLocks noChangeAspect="1"/>
              </p:cNvGraphicFramePr>
              <p:nvPr/>
            </p:nvGraphicFramePr>
            <p:xfrm>
              <a:off x="4992" y="2912"/>
              <a:ext cx="297" cy="304"/>
            </p:xfrm>
            <a:graphic>
              <a:graphicData uri="http://schemas.openxmlformats.org/presentationml/2006/ole">
                <mc:AlternateContent xmlns:mc="http://schemas.openxmlformats.org/markup-compatibility/2006">
                  <mc:Choice xmlns:v="urn:schemas-microsoft-com:vml" Requires="v">
                    <p:oleObj spid="_x0000_s40600" name="公式" r:id="rId8" imgW="164957" imgH="203024" progId="Equation.3">
                      <p:embed/>
                    </p:oleObj>
                  </mc:Choice>
                  <mc:Fallback>
                    <p:oleObj name="公式" r:id="rId8" imgW="164957" imgH="203024" progId="Equation.3">
                      <p:embed/>
                      <p:pic>
                        <p:nvPicPr>
                          <p:cNvPr id="69"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92" y="2912"/>
                            <a:ext cx="297"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 name="Group 27"/>
            <p:cNvGrpSpPr>
              <a:grpSpLocks/>
            </p:cNvGrpSpPr>
            <p:nvPr/>
          </p:nvGrpSpPr>
          <p:grpSpPr bwMode="auto">
            <a:xfrm>
              <a:off x="4119" y="3068"/>
              <a:ext cx="352" cy="244"/>
              <a:chOff x="3840" y="3068"/>
              <a:chExt cx="352" cy="244"/>
            </a:xfrm>
          </p:grpSpPr>
          <p:sp>
            <p:nvSpPr>
              <p:cNvPr id="66" name="Freeform 28"/>
              <p:cNvSpPr>
                <a:spLocks/>
              </p:cNvSpPr>
              <p:nvPr/>
            </p:nvSpPr>
            <p:spPr bwMode="auto">
              <a:xfrm>
                <a:off x="3840" y="3072"/>
                <a:ext cx="96" cy="96"/>
              </a:xfrm>
              <a:custGeom>
                <a:avLst/>
                <a:gdLst>
                  <a:gd name="T0" fmla="*/ 96 w 96"/>
                  <a:gd name="T1" fmla="*/ 0 h 96"/>
                  <a:gd name="T2" fmla="*/ 0 w 96"/>
                  <a:gd name="T3" fmla="*/ 96 h 96"/>
                  <a:gd name="T4" fmla="*/ 0 60000 65536"/>
                  <a:gd name="T5" fmla="*/ 0 60000 65536"/>
                  <a:gd name="T6" fmla="*/ 0 w 96"/>
                  <a:gd name="T7" fmla="*/ 0 h 96"/>
                  <a:gd name="T8" fmla="*/ 96 w 96"/>
                  <a:gd name="T9" fmla="*/ 96 h 96"/>
                </a:gdLst>
                <a:ahLst/>
                <a:cxnLst>
                  <a:cxn ang="T4">
                    <a:pos x="T0" y="T1"/>
                  </a:cxn>
                  <a:cxn ang="T5">
                    <a:pos x="T2" y="T3"/>
                  </a:cxn>
                </a:cxnLst>
                <a:rect l="T6" t="T7" r="T8" b="T9"/>
                <a:pathLst>
                  <a:path w="96" h="96">
                    <a:moveTo>
                      <a:pt x="96" y="0"/>
                    </a:moveTo>
                    <a:cubicBezTo>
                      <a:pt x="56" y="40"/>
                      <a:pt x="16" y="80"/>
                      <a:pt x="0" y="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7" name="Object 29"/>
              <p:cNvGraphicFramePr>
                <a:graphicFrameLocks noChangeAspect="1"/>
              </p:cNvGraphicFramePr>
              <p:nvPr/>
            </p:nvGraphicFramePr>
            <p:xfrm>
              <a:off x="3984" y="3068"/>
              <a:ext cx="208" cy="244"/>
            </p:xfrm>
            <a:graphic>
              <a:graphicData uri="http://schemas.openxmlformats.org/presentationml/2006/ole">
                <mc:AlternateContent xmlns:mc="http://schemas.openxmlformats.org/markup-compatibility/2006">
                  <mc:Choice xmlns:v="urn:schemas-microsoft-com:vml" Requires="v">
                    <p:oleObj spid="_x0000_s40601" name="公式" r:id="rId10" imgW="123903" imgH="142795" progId="Equation.3">
                      <p:embed/>
                    </p:oleObj>
                  </mc:Choice>
                  <mc:Fallback>
                    <p:oleObj name="公式" r:id="rId10" imgW="123903" imgH="142795" progId="Equation.3">
                      <p:embed/>
                      <p:pic>
                        <p:nvPicPr>
                          <p:cNvPr id="67"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4" y="3068"/>
                            <a:ext cx="208"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 name="Group 30"/>
            <p:cNvGrpSpPr>
              <a:grpSpLocks/>
            </p:cNvGrpSpPr>
            <p:nvPr/>
          </p:nvGrpSpPr>
          <p:grpSpPr bwMode="auto">
            <a:xfrm>
              <a:off x="3927" y="3072"/>
              <a:ext cx="459" cy="494"/>
              <a:chOff x="3648" y="3072"/>
              <a:chExt cx="459" cy="494"/>
            </a:xfrm>
          </p:grpSpPr>
          <p:sp>
            <p:nvSpPr>
              <p:cNvPr id="64" name="Freeform 31"/>
              <p:cNvSpPr>
                <a:spLocks/>
              </p:cNvSpPr>
              <p:nvPr/>
            </p:nvSpPr>
            <p:spPr bwMode="auto">
              <a:xfrm>
                <a:off x="3648" y="3072"/>
                <a:ext cx="96" cy="144"/>
              </a:xfrm>
              <a:custGeom>
                <a:avLst/>
                <a:gdLst>
                  <a:gd name="T0" fmla="*/ 96 w 96"/>
                  <a:gd name="T1" fmla="*/ 0 h 144"/>
                  <a:gd name="T2" fmla="*/ 0 w 96"/>
                  <a:gd name="T3" fmla="*/ 144 h 144"/>
                  <a:gd name="T4" fmla="*/ 0 60000 65536"/>
                  <a:gd name="T5" fmla="*/ 0 60000 65536"/>
                  <a:gd name="T6" fmla="*/ 0 w 96"/>
                  <a:gd name="T7" fmla="*/ 0 h 144"/>
                  <a:gd name="T8" fmla="*/ 96 w 96"/>
                  <a:gd name="T9" fmla="*/ 144 h 144"/>
                </a:gdLst>
                <a:ahLst/>
                <a:cxnLst>
                  <a:cxn ang="T4">
                    <a:pos x="T0" y="T1"/>
                  </a:cxn>
                  <a:cxn ang="T5">
                    <a:pos x="T2" y="T3"/>
                  </a:cxn>
                </a:cxnLst>
                <a:rect l="T6" t="T7" r="T8" b="T9"/>
                <a:pathLst>
                  <a:path w="96" h="144">
                    <a:moveTo>
                      <a:pt x="96" y="0"/>
                    </a:moveTo>
                    <a:cubicBezTo>
                      <a:pt x="60" y="64"/>
                      <a:pt x="24" y="128"/>
                      <a:pt x="0" y="144"/>
                    </a:cubicBezTo>
                  </a:path>
                </a:pathLst>
              </a:custGeom>
              <a:noFill/>
              <a:ln w="3810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5" name="Object 32"/>
              <p:cNvGraphicFramePr>
                <a:graphicFrameLocks noChangeAspect="1"/>
              </p:cNvGraphicFramePr>
              <p:nvPr/>
            </p:nvGraphicFramePr>
            <p:xfrm>
              <a:off x="3840" y="3216"/>
              <a:ext cx="267" cy="350"/>
            </p:xfrm>
            <a:graphic>
              <a:graphicData uri="http://schemas.openxmlformats.org/presentationml/2006/ole">
                <mc:AlternateContent xmlns:mc="http://schemas.openxmlformats.org/markup-compatibility/2006">
                  <mc:Choice xmlns:v="urn:schemas-microsoft-com:vml" Requires="v">
                    <p:oleObj spid="_x0000_s40602" name="公式" r:id="rId12" imgW="142799" imgH="200021" progId="Equation.3">
                      <p:embed/>
                    </p:oleObj>
                  </mc:Choice>
                  <mc:Fallback>
                    <p:oleObj name="公式" r:id="rId12" imgW="142799" imgH="200021" progId="Equation.3">
                      <p:embed/>
                      <p:pic>
                        <p:nvPicPr>
                          <p:cNvPr id="65"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0" y="3216"/>
                            <a:ext cx="267"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75" name="Group 39"/>
          <p:cNvGrpSpPr>
            <a:grpSpLocks/>
          </p:cNvGrpSpPr>
          <p:nvPr/>
        </p:nvGrpSpPr>
        <p:grpSpPr bwMode="auto">
          <a:xfrm>
            <a:off x="588963" y="1676549"/>
            <a:ext cx="2327275" cy="2500312"/>
            <a:chOff x="864" y="480"/>
            <a:chExt cx="1466" cy="1575"/>
          </a:xfrm>
        </p:grpSpPr>
        <p:grpSp>
          <p:nvGrpSpPr>
            <p:cNvPr id="76" name="Group 40"/>
            <p:cNvGrpSpPr>
              <a:grpSpLocks/>
            </p:cNvGrpSpPr>
            <p:nvPr/>
          </p:nvGrpSpPr>
          <p:grpSpPr bwMode="auto">
            <a:xfrm>
              <a:off x="1488" y="816"/>
              <a:ext cx="842" cy="1200"/>
              <a:chOff x="1488" y="2784"/>
              <a:chExt cx="842" cy="1200"/>
            </a:xfrm>
          </p:grpSpPr>
          <p:graphicFrame>
            <p:nvGraphicFramePr>
              <p:cNvPr id="98" name="Object 41"/>
              <p:cNvGraphicFramePr>
                <a:graphicFrameLocks noChangeAspect="1"/>
              </p:cNvGraphicFramePr>
              <p:nvPr/>
            </p:nvGraphicFramePr>
            <p:xfrm>
              <a:off x="2104" y="3402"/>
              <a:ext cx="226" cy="286"/>
            </p:xfrm>
            <a:graphic>
              <a:graphicData uri="http://schemas.openxmlformats.org/presentationml/2006/ole">
                <mc:AlternateContent xmlns:mc="http://schemas.openxmlformats.org/markup-compatibility/2006">
                  <mc:Choice xmlns:v="urn:schemas-microsoft-com:vml" Requires="v">
                    <p:oleObj spid="_x0000_s40603" name="Equation" r:id="rId14" imgW="171412" imgH="219186" progId="Equation.DSMT4">
                      <p:embed/>
                    </p:oleObj>
                  </mc:Choice>
                  <mc:Fallback>
                    <p:oleObj name="Equation" r:id="rId14" imgW="171412" imgH="219186" progId="Equation.DSMT4">
                      <p:embed/>
                      <p:pic>
                        <p:nvPicPr>
                          <p:cNvPr id="98"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4" y="3402"/>
                            <a:ext cx="226"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 name="Line 42"/>
              <p:cNvSpPr>
                <a:spLocks noChangeShapeType="1"/>
              </p:cNvSpPr>
              <p:nvPr/>
            </p:nvSpPr>
            <p:spPr bwMode="auto">
              <a:xfrm>
                <a:off x="1488" y="3984"/>
                <a:ext cx="529"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0" name="Group 43"/>
              <p:cNvGrpSpPr>
                <a:grpSpLocks/>
              </p:cNvGrpSpPr>
              <p:nvPr/>
            </p:nvGrpSpPr>
            <p:grpSpPr bwMode="auto">
              <a:xfrm>
                <a:off x="1920" y="3312"/>
                <a:ext cx="192" cy="70"/>
                <a:chOff x="1776" y="1872"/>
                <a:chExt cx="192" cy="70"/>
              </a:xfrm>
            </p:grpSpPr>
            <p:sp>
              <p:nvSpPr>
                <p:cNvPr id="106" name="Line 44"/>
                <p:cNvSpPr>
                  <a:spLocks noChangeShapeType="1"/>
                </p:cNvSpPr>
                <p:nvPr/>
              </p:nvSpPr>
              <p:spPr bwMode="auto">
                <a:xfrm>
                  <a:off x="1776" y="1872"/>
                  <a:ext cx="19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45"/>
                <p:cNvSpPr>
                  <a:spLocks noChangeShapeType="1"/>
                </p:cNvSpPr>
                <p:nvPr/>
              </p:nvSpPr>
              <p:spPr bwMode="auto">
                <a:xfrm>
                  <a:off x="1776" y="1942"/>
                  <a:ext cx="19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1" name="Object 46"/>
              <p:cNvGraphicFramePr>
                <a:graphicFrameLocks noChangeAspect="1"/>
              </p:cNvGraphicFramePr>
              <p:nvPr/>
            </p:nvGraphicFramePr>
            <p:xfrm>
              <a:off x="1776" y="3264"/>
              <a:ext cx="197" cy="211"/>
            </p:xfrm>
            <a:graphic>
              <a:graphicData uri="http://schemas.openxmlformats.org/presentationml/2006/ole">
                <mc:AlternateContent xmlns:mc="http://schemas.openxmlformats.org/markup-compatibility/2006">
                  <mc:Choice xmlns:v="urn:schemas-microsoft-com:vml" Requires="v">
                    <p:oleObj spid="_x0000_s40604" name="Equation" r:id="rId16" imgW="142799" imgH="161960" progId="Equation.DSMT4">
                      <p:embed/>
                    </p:oleObj>
                  </mc:Choice>
                  <mc:Fallback>
                    <p:oleObj name="Equation" r:id="rId16" imgW="142799" imgH="161960" progId="Equation.DSMT4">
                      <p:embed/>
                      <p:pic>
                        <p:nvPicPr>
                          <p:cNvPr id="101"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6" y="3264"/>
                            <a:ext cx="197"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 name="Line 47"/>
              <p:cNvSpPr>
                <a:spLocks noChangeShapeType="1"/>
              </p:cNvSpPr>
              <p:nvPr/>
            </p:nvSpPr>
            <p:spPr bwMode="auto">
              <a:xfrm flipV="1">
                <a:off x="2016" y="2784"/>
                <a:ext cx="0" cy="52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48"/>
              <p:cNvSpPr>
                <a:spLocks noChangeShapeType="1"/>
              </p:cNvSpPr>
              <p:nvPr/>
            </p:nvSpPr>
            <p:spPr bwMode="auto">
              <a:xfrm>
                <a:off x="1488" y="2784"/>
                <a:ext cx="52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9"/>
              <p:cNvSpPr>
                <a:spLocks noChangeShapeType="1"/>
              </p:cNvSpPr>
              <p:nvPr/>
            </p:nvSpPr>
            <p:spPr bwMode="auto">
              <a:xfrm>
                <a:off x="2112" y="2957"/>
                <a:ext cx="0" cy="3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50"/>
              <p:cNvSpPr>
                <a:spLocks noChangeShapeType="1"/>
              </p:cNvSpPr>
              <p:nvPr/>
            </p:nvSpPr>
            <p:spPr bwMode="auto">
              <a:xfrm flipV="1">
                <a:off x="2016" y="3384"/>
                <a:ext cx="0" cy="59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7" name="Group 51"/>
            <p:cNvGrpSpPr>
              <a:grpSpLocks/>
            </p:cNvGrpSpPr>
            <p:nvPr/>
          </p:nvGrpSpPr>
          <p:grpSpPr bwMode="auto">
            <a:xfrm>
              <a:off x="864" y="480"/>
              <a:ext cx="874" cy="1575"/>
              <a:chOff x="1008" y="2352"/>
              <a:chExt cx="874" cy="1575"/>
            </a:xfrm>
          </p:grpSpPr>
          <p:sp>
            <p:nvSpPr>
              <p:cNvPr id="78" name="Oval 52"/>
              <p:cNvSpPr>
                <a:spLocks noChangeArrowheads="1"/>
              </p:cNvSpPr>
              <p:nvPr/>
            </p:nvSpPr>
            <p:spPr bwMode="auto">
              <a:xfrm>
                <a:off x="1104" y="3864"/>
                <a:ext cx="54" cy="5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 name="Oval 53"/>
              <p:cNvSpPr>
                <a:spLocks noChangeArrowheads="1"/>
              </p:cNvSpPr>
              <p:nvPr/>
            </p:nvSpPr>
            <p:spPr bwMode="auto">
              <a:xfrm>
                <a:off x="1101" y="2663"/>
                <a:ext cx="54" cy="54"/>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 name="Text Box 54"/>
              <p:cNvSpPr txBox="1">
                <a:spLocks noChangeArrowheads="1"/>
              </p:cNvSpPr>
              <p:nvPr/>
            </p:nvSpPr>
            <p:spPr bwMode="auto">
              <a:xfrm>
                <a:off x="1008" y="2688"/>
                <a:ext cx="1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r>
                  <a:rPr lang="en-US" altLang="zh-CN">
                    <a:solidFill>
                      <a:srgbClr val="FF0000"/>
                    </a:solidFill>
                  </a:rPr>
                  <a:t>+</a:t>
                </a:r>
              </a:p>
            </p:txBody>
          </p:sp>
          <p:graphicFrame>
            <p:nvGraphicFramePr>
              <p:cNvPr id="81" name="Object 55"/>
              <p:cNvGraphicFramePr>
                <a:graphicFrameLocks noChangeAspect="1"/>
              </p:cNvGraphicFramePr>
              <p:nvPr/>
            </p:nvGraphicFramePr>
            <p:xfrm>
              <a:off x="1008" y="3168"/>
              <a:ext cx="195" cy="240"/>
            </p:xfrm>
            <a:graphic>
              <a:graphicData uri="http://schemas.openxmlformats.org/presentationml/2006/ole">
                <mc:AlternateContent xmlns:mc="http://schemas.openxmlformats.org/markup-compatibility/2006">
                  <mc:Choice xmlns:v="urn:schemas-microsoft-com:vml" Requires="v">
                    <p:oleObj spid="_x0000_s40605" name="Equation" r:id="rId18" imgW="142799" imgH="180855" progId="Equation.DSMT4">
                      <p:embed/>
                    </p:oleObj>
                  </mc:Choice>
                  <mc:Fallback>
                    <p:oleObj name="Equation" r:id="rId18" imgW="142799" imgH="180855" progId="Equation.DSMT4">
                      <p:embed/>
                      <p:pic>
                        <p:nvPicPr>
                          <p:cNvPr id="81" name="Object 5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 y="3168"/>
                            <a:ext cx="19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Text Box 56"/>
              <p:cNvSpPr txBox="1">
                <a:spLocks noChangeArrowheads="1"/>
              </p:cNvSpPr>
              <p:nvPr/>
            </p:nvSpPr>
            <p:spPr bwMode="auto">
              <a:xfrm>
                <a:off x="1008" y="3600"/>
                <a:ext cx="1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r>
                  <a:rPr lang="en-US" altLang="zh-CN">
                    <a:solidFill>
                      <a:srgbClr val="FF0000"/>
                    </a:solidFill>
                  </a:rPr>
                  <a:t>-</a:t>
                </a:r>
              </a:p>
            </p:txBody>
          </p:sp>
          <p:sp>
            <p:nvSpPr>
              <p:cNvPr id="83" name="Line 57"/>
              <p:cNvSpPr>
                <a:spLocks noChangeShapeType="1"/>
              </p:cNvSpPr>
              <p:nvPr/>
            </p:nvSpPr>
            <p:spPr bwMode="auto">
              <a:xfrm>
                <a:off x="1152" y="3888"/>
                <a:ext cx="50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4" name="Object 58"/>
              <p:cNvGraphicFramePr>
                <a:graphicFrameLocks noChangeAspect="1"/>
              </p:cNvGraphicFramePr>
              <p:nvPr/>
            </p:nvGraphicFramePr>
            <p:xfrm>
              <a:off x="1408" y="2958"/>
              <a:ext cx="197" cy="195"/>
            </p:xfrm>
            <a:graphic>
              <a:graphicData uri="http://schemas.openxmlformats.org/presentationml/2006/ole">
                <mc:AlternateContent xmlns:mc="http://schemas.openxmlformats.org/markup-compatibility/2006">
                  <mc:Choice xmlns:v="urn:schemas-microsoft-com:vml" Requires="v">
                    <p:oleObj spid="_x0000_s40606" name="公式" r:id="rId20" imgW="142799" imgH="142795" progId="Equation.3">
                      <p:embed/>
                    </p:oleObj>
                  </mc:Choice>
                  <mc:Fallback>
                    <p:oleObj name="公式" r:id="rId20" imgW="142799" imgH="142795" progId="Equation.3">
                      <p:embed/>
                      <p:pic>
                        <p:nvPicPr>
                          <p:cNvPr id="84" name="Object 5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08" y="2958"/>
                            <a:ext cx="197"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 name="Object 59"/>
              <p:cNvGraphicFramePr>
                <a:graphicFrameLocks noChangeAspect="1"/>
              </p:cNvGraphicFramePr>
              <p:nvPr/>
            </p:nvGraphicFramePr>
            <p:xfrm>
              <a:off x="1393" y="3408"/>
              <a:ext cx="181" cy="196"/>
            </p:xfrm>
            <a:graphic>
              <a:graphicData uri="http://schemas.openxmlformats.org/presentationml/2006/ole">
                <mc:AlternateContent xmlns:mc="http://schemas.openxmlformats.org/markup-compatibility/2006">
                  <mc:Choice xmlns:v="urn:schemas-microsoft-com:vml" Requires="v">
                    <p:oleObj spid="_x0000_s40607" name="公式" r:id="rId22" imgW="133351" imgH="142795" progId="Equation.3">
                      <p:embed/>
                    </p:oleObj>
                  </mc:Choice>
                  <mc:Fallback>
                    <p:oleObj name="公式" r:id="rId22" imgW="133351" imgH="142795" progId="Equation.3">
                      <p:embed/>
                      <p:pic>
                        <p:nvPicPr>
                          <p:cNvPr id="85" name="Object 5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393" y="3408"/>
                            <a:ext cx="181"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 name="AutoShape 60"/>
              <p:cNvSpPr>
                <a:spLocks noChangeArrowheads="1"/>
              </p:cNvSpPr>
              <p:nvPr/>
            </p:nvSpPr>
            <p:spPr bwMode="auto">
              <a:xfrm flipH="1">
                <a:off x="1637" y="3436"/>
                <a:ext cx="43" cy="81"/>
              </a:xfrm>
              <a:prstGeom prst="moon">
                <a:avLst>
                  <a:gd name="adj" fmla="val 0"/>
                </a:avLst>
              </a:prstGeom>
              <a:solidFill>
                <a:srgbClr val="FFFFFF"/>
              </a:solidFill>
              <a:ln w="38100">
                <a:solidFill>
                  <a:schemeClr val="tx1"/>
                </a:solidFill>
                <a:miter lim="800000"/>
                <a:headEnd/>
                <a:tailEnd/>
              </a:ln>
            </p:spPr>
            <p:txBody>
              <a:bodyPr wrap="none" anchor="ctr"/>
              <a:lstStyle/>
              <a:p>
                <a:endParaRPr lang="zh-CN" altLang="en-US"/>
              </a:p>
            </p:txBody>
          </p:sp>
          <p:sp>
            <p:nvSpPr>
              <p:cNvPr id="87" name="AutoShape 61"/>
              <p:cNvSpPr>
                <a:spLocks noChangeArrowheads="1"/>
              </p:cNvSpPr>
              <p:nvPr/>
            </p:nvSpPr>
            <p:spPr bwMode="auto">
              <a:xfrm flipH="1">
                <a:off x="1637" y="3360"/>
                <a:ext cx="43" cy="81"/>
              </a:xfrm>
              <a:prstGeom prst="moon">
                <a:avLst>
                  <a:gd name="adj" fmla="val 0"/>
                </a:avLst>
              </a:prstGeom>
              <a:solidFill>
                <a:srgbClr val="FFFFFF"/>
              </a:solidFill>
              <a:ln w="38100">
                <a:solidFill>
                  <a:schemeClr val="tx1"/>
                </a:solidFill>
                <a:miter lim="800000"/>
                <a:headEnd/>
                <a:tailEnd/>
              </a:ln>
            </p:spPr>
            <p:txBody>
              <a:bodyPr wrap="none" anchor="ctr"/>
              <a:lstStyle/>
              <a:p>
                <a:endParaRPr lang="zh-CN" altLang="en-US"/>
              </a:p>
            </p:txBody>
          </p:sp>
          <p:sp>
            <p:nvSpPr>
              <p:cNvPr id="88" name="AutoShape 62"/>
              <p:cNvSpPr>
                <a:spLocks noChangeArrowheads="1"/>
              </p:cNvSpPr>
              <p:nvPr/>
            </p:nvSpPr>
            <p:spPr bwMode="auto">
              <a:xfrm flipH="1">
                <a:off x="1642" y="3522"/>
                <a:ext cx="43" cy="81"/>
              </a:xfrm>
              <a:prstGeom prst="moon">
                <a:avLst>
                  <a:gd name="adj" fmla="val 0"/>
                </a:avLst>
              </a:prstGeom>
              <a:solidFill>
                <a:srgbClr val="FFFFFF"/>
              </a:solidFill>
              <a:ln w="38100">
                <a:solidFill>
                  <a:schemeClr val="tx1"/>
                </a:solidFill>
                <a:miter lim="800000"/>
                <a:headEnd/>
                <a:tailEnd/>
              </a:ln>
            </p:spPr>
            <p:txBody>
              <a:bodyPr wrap="none" anchor="ctr"/>
              <a:lstStyle/>
              <a:p>
                <a:endParaRPr lang="zh-CN" altLang="en-US"/>
              </a:p>
            </p:txBody>
          </p:sp>
          <p:sp>
            <p:nvSpPr>
              <p:cNvPr id="89" name="Line 63"/>
              <p:cNvSpPr>
                <a:spLocks noChangeShapeType="1"/>
              </p:cNvSpPr>
              <p:nvPr/>
            </p:nvSpPr>
            <p:spPr bwMode="auto">
              <a:xfrm flipH="1">
                <a:off x="1637" y="3600"/>
                <a:ext cx="0" cy="28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64"/>
              <p:cNvSpPr>
                <a:spLocks noChangeShapeType="1"/>
              </p:cNvSpPr>
              <p:nvPr/>
            </p:nvSpPr>
            <p:spPr bwMode="auto">
              <a:xfrm>
                <a:off x="1639" y="3142"/>
                <a:ext cx="0" cy="2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Rectangle 65"/>
              <p:cNvSpPr>
                <a:spLocks noChangeArrowheads="1"/>
              </p:cNvSpPr>
              <p:nvPr/>
            </p:nvSpPr>
            <p:spPr bwMode="auto">
              <a:xfrm>
                <a:off x="1589" y="2928"/>
                <a:ext cx="98" cy="20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 name="Line 66"/>
              <p:cNvSpPr>
                <a:spLocks noChangeShapeType="1"/>
              </p:cNvSpPr>
              <p:nvPr/>
            </p:nvSpPr>
            <p:spPr bwMode="auto">
              <a:xfrm flipV="1">
                <a:off x="1637" y="2688"/>
                <a:ext cx="0" cy="24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67"/>
              <p:cNvSpPr>
                <a:spLocks noChangeShapeType="1"/>
              </p:cNvSpPr>
              <p:nvPr/>
            </p:nvSpPr>
            <p:spPr bwMode="auto">
              <a:xfrm>
                <a:off x="1152" y="2688"/>
                <a:ext cx="48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4" name="Object 68"/>
              <p:cNvGraphicFramePr>
                <a:graphicFrameLocks noChangeAspect="1"/>
              </p:cNvGraphicFramePr>
              <p:nvPr/>
            </p:nvGraphicFramePr>
            <p:xfrm>
              <a:off x="1344" y="2352"/>
              <a:ext cx="149" cy="227"/>
            </p:xfrm>
            <a:graphic>
              <a:graphicData uri="http://schemas.openxmlformats.org/presentationml/2006/ole">
                <mc:AlternateContent xmlns:mc="http://schemas.openxmlformats.org/markup-compatibility/2006">
                  <mc:Choice xmlns:v="urn:schemas-microsoft-com:vml" Requires="v">
                    <p:oleObj spid="_x0000_s40608" name="Equation" r:id="rId24" imgW="104737" imgH="171408" progId="Equation.DSMT4">
                      <p:embed/>
                    </p:oleObj>
                  </mc:Choice>
                  <mc:Fallback>
                    <p:oleObj name="Equation" r:id="rId24" imgW="104737" imgH="171408" progId="Equation.DSMT4">
                      <p:embed/>
                      <p:pic>
                        <p:nvPicPr>
                          <p:cNvPr id="94" name="Object 6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44" y="2352"/>
                            <a:ext cx="149"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 name="Line 69"/>
              <p:cNvSpPr>
                <a:spLocks noChangeShapeType="1"/>
              </p:cNvSpPr>
              <p:nvPr/>
            </p:nvSpPr>
            <p:spPr bwMode="auto">
              <a:xfrm>
                <a:off x="1248" y="2640"/>
                <a:ext cx="28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6" name="Object 70"/>
              <p:cNvGraphicFramePr>
                <a:graphicFrameLocks noChangeAspect="1"/>
              </p:cNvGraphicFramePr>
              <p:nvPr/>
            </p:nvGraphicFramePr>
            <p:xfrm>
              <a:off x="1688" y="3305"/>
              <a:ext cx="194" cy="288"/>
            </p:xfrm>
            <a:graphic>
              <a:graphicData uri="http://schemas.openxmlformats.org/presentationml/2006/ole">
                <mc:AlternateContent xmlns:mc="http://schemas.openxmlformats.org/markup-compatibility/2006">
                  <mc:Choice xmlns:v="urn:schemas-microsoft-com:vml" Requires="v">
                    <p:oleObj spid="_x0000_s40609" name="Equation" r:id="rId26" imgW="142799" imgH="219186" progId="Equation.DSMT4">
                      <p:embed/>
                    </p:oleObj>
                  </mc:Choice>
                  <mc:Fallback>
                    <p:oleObj name="Equation" r:id="rId26" imgW="142799" imgH="219186" progId="Equation.DSMT4">
                      <p:embed/>
                      <p:pic>
                        <p:nvPicPr>
                          <p:cNvPr id="96" name="Object 7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688" y="3305"/>
                            <a:ext cx="19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Line 71"/>
              <p:cNvSpPr>
                <a:spLocks noChangeShapeType="1"/>
              </p:cNvSpPr>
              <p:nvPr/>
            </p:nvSpPr>
            <p:spPr bwMode="auto">
              <a:xfrm>
                <a:off x="1776" y="2976"/>
                <a:ext cx="0" cy="3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108" name="Object 55"/>
          <p:cNvGraphicFramePr>
            <a:graphicFrameLocks noChangeAspect="1"/>
          </p:cNvGraphicFramePr>
          <p:nvPr/>
        </p:nvGraphicFramePr>
        <p:xfrm>
          <a:off x="2143521" y="4416426"/>
          <a:ext cx="309563" cy="381000"/>
        </p:xfrm>
        <a:graphic>
          <a:graphicData uri="http://schemas.openxmlformats.org/presentationml/2006/ole">
            <mc:AlternateContent xmlns:mc="http://schemas.openxmlformats.org/markup-compatibility/2006">
              <mc:Choice xmlns:v="urn:schemas-microsoft-com:vml" Requires="v">
                <p:oleObj spid="_x0000_s40610" name="Equation" r:id="rId28" imgW="142799" imgH="180855" progId="Equation.DSMT4">
                  <p:embed/>
                </p:oleObj>
              </mc:Choice>
              <mc:Fallback>
                <p:oleObj name="Equation" r:id="rId28" imgW="142799" imgH="180855" progId="Equation.DSMT4">
                  <p:embed/>
                  <p:pic>
                    <p:nvPicPr>
                      <p:cNvPr id="108" name="Object 5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43521" y="4416426"/>
                        <a:ext cx="30956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 name="Object 41"/>
          <p:cNvGraphicFramePr>
            <a:graphicFrameLocks noChangeAspect="1"/>
          </p:cNvGraphicFramePr>
          <p:nvPr/>
        </p:nvGraphicFramePr>
        <p:xfrm>
          <a:off x="817563" y="4383734"/>
          <a:ext cx="358775" cy="454025"/>
        </p:xfrm>
        <a:graphic>
          <a:graphicData uri="http://schemas.openxmlformats.org/presentationml/2006/ole">
            <mc:AlternateContent xmlns:mc="http://schemas.openxmlformats.org/markup-compatibility/2006">
              <mc:Choice xmlns:v="urn:schemas-microsoft-com:vml" Requires="v">
                <p:oleObj spid="_x0000_s40611" name="Equation" r:id="rId29" imgW="171412" imgH="219186" progId="Equation.DSMT4">
                  <p:embed/>
                </p:oleObj>
              </mc:Choice>
              <mc:Fallback>
                <p:oleObj name="Equation" r:id="rId29" imgW="171412" imgH="219186" progId="Equation.DSMT4">
                  <p:embed/>
                  <p:pic>
                    <p:nvPicPr>
                      <p:cNvPr id="110"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7563" y="4383734"/>
                        <a:ext cx="35877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1" name="TextBox 20"/>
              <p:cNvSpPr txBox="1"/>
              <p:nvPr/>
            </p:nvSpPr>
            <p:spPr>
              <a:xfrm>
                <a:off x="1056878" y="4363394"/>
                <a:ext cx="114538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a:solidFill>
                            <a:srgbClr val="0070C0"/>
                          </a:solidFill>
                          <a:latin typeface="Cambria Math"/>
                          <a:cs typeface="Times New Roman" pitchFamily="18" charset="0"/>
                        </a:rPr>
                        <m:t>=</m:t>
                      </m:r>
                      <m:r>
                        <a:rPr lang="en-US" altLang="zh-CN" sz="2400" b="1" i="1">
                          <a:solidFill>
                            <a:srgbClr val="0070C0"/>
                          </a:solidFill>
                          <a:latin typeface="Cambria Math"/>
                          <a:cs typeface="Times New Roman" pitchFamily="18" charset="0"/>
                        </a:rPr>
                        <m:t>𝒋𝒘𝑪</m:t>
                      </m:r>
                    </m:oMath>
                  </m:oMathPara>
                </a14:m>
                <a:endParaRPr lang="zh-CN" altLang="en-US" sz="2400" b="1" i="1" dirty="0">
                  <a:solidFill>
                    <a:srgbClr val="0070C0"/>
                  </a:solidFill>
                  <a:latin typeface="Times New Roman" pitchFamily="18" charset="0"/>
                  <a:cs typeface="Times New Roman" pitchFamily="18"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1056878" y="4363394"/>
                <a:ext cx="1145381" cy="461665"/>
              </a:xfrm>
              <a:prstGeom prst="rect">
                <a:avLst/>
              </a:prstGeom>
              <a:blipFill>
                <a:blip r:embed="rId30"/>
                <a:stretch>
                  <a:fillRect b="-17105"/>
                </a:stretch>
              </a:blipFill>
            </p:spPr>
            <p:txBody>
              <a:bodyPr/>
              <a:lstStyle/>
              <a:p>
                <a:r>
                  <a:rPr lang="zh-CN" altLang="en-US">
                    <a:noFill/>
                  </a:rPr>
                  <a:t> </a:t>
                </a:r>
              </a:p>
            </p:txBody>
          </p:sp>
        </mc:Fallback>
      </mc:AlternateContent>
      <p:graphicFrame>
        <p:nvGraphicFramePr>
          <p:cNvPr id="24" name="对象 23"/>
          <p:cNvGraphicFramePr>
            <a:graphicFrameLocks noChangeAspect="1"/>
          </p:cNvGraphicFramePr>
          <p:nvPr/>
        </p:nvGraphicFramePr>
        <p:xfrm>
          <a:off x="5720938" y="1876573"/>
          <a:ext cx="509588" cy="673100"/>
        </p:xfrm>
        <a:graphic>
          <a:graphicData uri="http://schemas.openxmlformats.org/presentationml/2006/ole">
            <mc:AlternateContent xmlns:mc="http://schemas.openxmlformats.org/markup-compatibility/2006">
              <mc:Choice xmlns:v="urn:schemas-microsoft-com:vml" Requires="v">
                <p:oleObj spid="_x0000_s40612" name="公式" r:id="rId31" imgW="152631" imgH="209528" progId="Equation.3">
                  <p:embed/>
                </p:oleObj>
              </mc:Choice>
              <mc:Fallback>
                <p:oleObj name="公式" r:id="rId31" imgW="152631" imgH="209528" progId="Equation.3">
                  <p:embed/>
                  <p:pic>
                    <p:nvPicPr>
                      <p:cNvPr id="24" name="对象 2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720938" y="1876573"/>
                        <a:ext cx="509588"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p:cNvGraphicFramePr>
            <a:graphicFrameLocks noChangeAspect="1"/>
          </p:cNvGraphicFramePr>
          <p:nvPr/>
        </p:nvGraphicFramePr>
        <p:xfrm>
          <a:off x="3203849" y="1719260"/>
          <a:ext cx="1780233" cy="536727"/>
        </p:xfrm>
        <a:graphic>
          <a:graphicData uri="http://schemas.openxmlformats.org/presentationml/2006/ole">
            <mc:AlternateContent xmlns:mc="http://schemas.openxmlformats.org/markup-compatibility/2006">
              <mc:Choice xmlns:v="urn:schemas-microsoft-com:vml" Requires="v">
                <p:oleObj spid="_x0000_s40613" name="公式" r:id="rId33" imgW="838080" imgH="241200" progId="Equation.3">
                  <p:embed/>
                </p:oleObj>
              </mc:Choice>
              <mc:Fallback>
                <p:oleObj name="公式" r:id="rId33" imgW="838080" imgH="241200" progId="Equation.3">
                  <p:embed/>
                  <p:pic>
                    <p:nvPicPr>
                      <p:cNvPr id="6" name="对象 5"/>
                      <p:cNvPicPr>
                        <a:picLocks noChangeAspect="1" noChangeArrowheads="1"/>
                      </p:cNvPicPr>
                      <p:nvPr/>
                    </p:nvPicPr>
                    <p:blipFill>
                      <a:blip r:embed="rId34"/>
                      <a:srcRect/>
                      <a:stretch>
                        <a:fillRect/>
                      </a:stretch>
                    </p:blipFill>
                    <p:spPr bwMode="auto">
                      <a:xfrm>
                        <a:off x="3203849" y="1719260"/>
                        <a:ext cx="1780233" cy="536727"/>
                      </a:xfrm>
                      <a:prstGeom prst="rect">
                        <a:avLst/>
                      </a:prstGeom>
                      <a:noFill/>
                      <a:ln>
                        <a:noFill/>
                      </a:ln>
                      <a:effectLst/>
                    </p:spPr>
                  </p:pic>
                </p:oleObj>
              </mc:Fallback>
            </mc:AlternateContent>
          </a:graphicData>
        </a:graphic>
      </p:graphicFrame>
      <p:sp>
        <p:nvSpPr>
          <p:cNvPr id="109" name="Line 20"/>
          <p:cNvSpPr>
            <a:spLocks noChangeShapeType="1"/>
          </p:cNvSpPr>
          <p:nvPr/>
        </p:nvSpPr>
        <p:spPr bwMode="auto">
          <a:xfrm flipV="1">
            <a:off x="6225838" y="2111524"/>
            <a:ext cx="0" cy="1422400"/>
          </a:xfrm>
          <a:prstGeom prst="line">
            <a:avLst/>
          </a:prstGeom>
          <a:noFill/>
          <a:ln w="38100">
            <a:solidFill>
              <a:srgbClr val="33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5"/>
          <p:cNvSpPr>
            <a:spLocks noChangeShapeType="1"/>
          </p:cNvSpPr>
          <p:nvPr/>
        </p:nvSpPr>
        <p:spPr bwMode="auto">
          <a:xfrm>
            <a:off x="6225838" y="2140099"/>
            <a:ext cx="1600200" cy="2044700"/>
          </a:xfrm>
          <a:prstGeom prst="line">
            <a:avLst/>
          </a:prstGeom>
          <a:noFill/>
          <a:ln w="38100">
            <a:solidFill>
              <a:srgbClr val="3333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34"/>
          <p:cNvSpPr>
            <a:spLocks noChangeShapeType="1"/>
          </p:cNvSpPr>
          <p:nvPr/>
        </p:nvSpPr>
        <p:spPr bwMode="auto">
          <a:xfrm>
            <a:off x="7793614" y="3558680"/>
            <a:ext cx="21704" cy="1690539"/>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AutoShape 26"/>
          <p:cNvSpPr>
            <a:spLocks noChangeArrowheads="1"/>
          </p:cNvSpPr>
          <p:nvPr/>
        </p:nvSpPr>
        <p:spPr bwMode="auto">
          <a:xfrm>
            <a:off x="5768638" y="4715818"/>
            <a:ext cx="1524000" cy="533400"/>
          </a:xfrm>
          <a:prstGeom prst="wedgeRoundRectCallout">
            <a:avLst>
              <a:gd name="adj1" fmla="val 73334"/>
              <a:gd name="adj2" fmla="val -108631"/>
              <a:gd name="adj3" fmla="val 16667"/>
            </a:avLst>
          </a:prstGeom>
          <a:solidFill>
            <a:schemeClr val="hlink"/>
          </a:solidFill>
          <a:ln w="38100">
            <a:solidFill>
              <a:srgbClr val="FF0000"/>
            </a:solidFill>
            <a:miter lim="800000"/>
            <a:headEnd/>
            <a:tailEnd/>
          </a:ln>
        </p:spPr>
        <p:txBody>
          <a:bodyPr wrap="none" anchor="ctr"/>
          <a:lstStyle/>
          <a:p>
            <a:pPr eaLnBrk="0" hangingPunct="0"/>
            <a:endParaRPr lang="en-US" altLang="zh-CN" sz="4800">
              <a:solidFill>
                <a:srgbClr val="FF0000"/>
              </a:solidFill>
            </a:endParaRPr>
          </a:p>
        </p:txBody>
      </p:sp>
      <p:graphicFrame>
        <p:nvGraphicFramePr>
          <p:cNvPr id="116" name="Object 27"/>
          <p:cNvGraphicFramePr>
            <a:graphicFrameLocks noChangeAspect="1"/>
          </p:cNvGraphicFramePr>
          <p:nvPr/>
        </p:nvGraphicFramePr>
        <p:xfrm>
          <a:off x="5786101" y="4715818"/>
          <a:ext cx="1336675" cy="533400"/>
        </p:xfrm>
        <a:graphic>
          <a:graphicData uri="http://schemas.openxmlformats.org/presentationml/2006/ole">
            <mc:AlternateContent xmlns:mc="http://schemas.openxmlformats.org/markup-compatibility/2006">
              <mc:Choice xmlns:v="urn:schemas-microsoft-com:vml" Requires="v">
                <p:oleObj spid="_x0000_s40614" name="Equation" r:id="rId35" imgW="494870" imgH="215713" progId="Equation.3">
                  <p:embed/>
                </p:oleObj>
              </mc:Choice>
              <mc:Fallback>
                <p:oleObj name="Equation" r:id="rId35" imgW="494870" imgH="215713" progId="Equation.3">
                  <p:embed/>
                  <p:pic>
                    <p:nvPicPr>
                      <p:cNvPr id="116" name="Object 2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786101" y="4715818"/>
                        <a:ext cx="1336675" cy="533400"/>
                      </a:xfrm>
                      <a:prstGeom prst="rect">
                        <a:avLst/>
                      </a:prstGeom>
                      <a:noFill/>
                      <a:ln>
                        <a:noFill/>
                      </a:ln>
                      <a:effectLst/>
                    </p:spPr>
                  </p:pic>
                </p:oleObj>
              </mc:Fallback>
            </mc:AlternateContent>
          </a:graphicData>
        </a:graphic>
      </p:graphicFrame>
      <p:sp>
        <p:nvSpPr>
          <p:cNvPr id="117" name="AutoShape 29"/>
          <p:cNvSpPr>
            <a:spLocks noChangeArrowheads="1"/>
          </p:cNvSpPr>
          <p:nvPr/>
        </p:nvSpPr>
        <p:spPr bwMode="auto">
          <a:xfrm>
            <a:off x="7772400" y="2111524"/>
            <a:ext cx="1371600" cy="533400"/>
          </a:xfrm>
          <a:prstGeom prst="wedgeRoundRectCallout">
            <a:avLst>
              <a:gd name="adj1" fmla="val -45255"/>
              <a:gd name="adj2" fmla="val 250893"/>
              <a:gd name="adj3" fmla="val 16667"/>
            </a:avLst>
          </a:prstGeom>
          <a:solidFill>
            <a:srgbClr val="FFFFCC"/>
          </a:solidFill>
          <a:ln w="38100">
            <a:solidFill>
              <a:srgbClr val="FF0000"/>
            </a:solidFill>
            <a:miter lim="800000"/>
            <a:headEnd/>
            <a:tailEnd/>
          </a:ln>
        </p:spPr>
        <p:txBody>
          <a:bodyPr wrap="none" anchor="ctr"/>
          <a:lstStyle/>
          <a:p>
            <a:pPr eaLnBrk="0" hangingPunct="0"/>
            <a:endParaRPr lang="en-US" altLang="zh-CN" sz="4800">
              <a:solidFill>
                <a:srgbClr val="FF0000"/>
              </a:solidFill>
            </a:endParaRPr>
          </a:p>
        </p:txBody>
      </p:sp>
      <p:graphicFrame>
        <p:nvGraphicFramePr>
          <p:cNvPr id="118" name="Object 30"/>
          <p:cNvGraphicFramePr>
            <a:graphicFrameLocks noChangeAspect="1"/>
          </p:cNvGraphicFramePr>
          <p:nvPr/>
        </p:nvGraphicFramePr>
        <p:xfrm>
          <a:off x="7910176" y="2097386"/>
          <a:ext cx="1203325" cy="596900"/>
        </p:xfrm>
        <a:graphic>
          <a:graphicData uri="http://schemas.openxmlformats.org/presentationml/2006/ole">
            <mc:AlternateContent xmlns:mc="http://schemas.openxmlformats.org/markup-compatibility/2006">
              <mc:Choice xmlns:v="urn:schemas-microsoft-com:vml" Requires="v">
                <p:oleObj spid="_x0000_s40615" name="Equation" r:id="rId37" imgW="406048" imgH="203024" progId="Equation.3">
                  <p:embed/>
                </p:oleObj>
              </mc:Choice>
              <mc:Fallback>
                <p:oleObj name="Equation" r:id="rId37" imgW="406048" imgH="203024" progId="Equation.3">
                  <p:embed/>
                  <p:pic>
                    <p:nvPicPr>
                      <p:cNvPr id="118" name="Object 3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910176" y="2097386"/>
                        <a:ext cx="1203325" cy="5969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对象 12"/>
          <p:cNvGraphicFramePr>
            <a:graphicFrameLocks noChangeAspect="1"/>
          </p:cNvGraphicFramePr>
          <p:nvPr/>
        </p:nvGraphicFramePr>
        <p:xfrm>
          <a:off x="2722562" y="2295823"/>
          <a:ext cx="3289598" cy="488714"/>
        </p:xfrm>
        <a:graphic>
          <a:graphicData uri="http://schemas.openxmlformats.org/presentationml/2006/ole">
            <mc:AlternateContent xmlns:mc="http://schemas.openxmlformats.org/markup-compatibility/2006">
              <mc:Choice xmlns:v="urn:schemas-microsoft-com:vml" Requires="v">
                <p:oleObj spid="_x0000_s40616" name="公式" r:id="rId39" imgW="1511280" imgH="241200" progId="Equation.3">
                  <p:embed/>
                </p:oleObj>
              </mc:Choice>
              <mc:Fallback>
                <p:oleObj name="公式" r:id="rId39" imgW="1511280" imgH="241200" progId="Equation.3">
                  <p:embed/>
                  <p:pic>
                    <p:nvPicPr>
                      <p:cNvPr id="13" name="对象 12"/>
                      <p:cNvPicPr>
                        <a:picLocks noChangeAspect="1" noChangeArrowheads="1"/>
                      </p:cNvPicPr>
                      <p:nvPr/>
                    </p:nvPicPr>
                    <p:blipFill>
                      <a:blip r:embed="rId40"/>
                      <a:srcRect/>
                      <a:stretch>
                        <a:fillRect/>
                      </a:stretch>
                    </p:blipFill>
                    <p:spPr bwMode="auto">
                      <a:xfrm>
                        <a:off x="2722562" y="2295823"/>
                        <a:ext cx="3289598" cy="488714"/>
                      </a:xfrm>
                      <a:prstGeom prst="rect">
                        <a:avLst/>
                      </a:prstGeom>
                      <a:noFill/>
                      <a:ln>
                        <a:noFill/>
                      </a:ln>
                      <a:effectLst/>
                    </p:spPr>
                  </p:pic>
                </p:oleObj>
              </mc:Fallback>
            </mc:AlternateContent>
          </a:graphicData>
        </a:graphic>
      </p:graphicFrame>
      <p:graphicFrame>
        <p:nvGraphicFramePr>
          <p:cNvPr id="121" name="Object 38"/>
          <p:cNvGraphicFramePr>
            <a:graphicFrameLocks noChangeAspect="1"/>
          </p:cNvGraphicFramePr>
          <p:nvPr/>
        </p:nvGraphicFramePr>
        <p:xfrm>
          <a:off x="2963025" y="2996136"/>
          <a:ext cx="3076489" cy="465557"/>
        </p:xfrm>
        <a:graphic>
          <a:graphicData uri="http://schemas.openxmlformats.org/presentationml/2006/ole">
            <mc:AlternateContent xmlns:mc="http://schemas.openxmlformats.org/markup-compatibility/2006">
              <mc:Choice xmlns:v="urn:schemas-microsoft-com:vml" Requires="v">
                <p:oleObj spid="_x0000_s40617" name="Equation" r:id="rId41" imgW="1511300" imgH="215900" progId="Equation.3">
                  <p:embed/>
                </p:oleObj>
              </mc:Choice>
              <mc:Fallback>
                <p:oleObj name="Equation" r:id="rId41" imgW="1511300" imgH="215900" progId="Equation.3">
                  <p:embed/>
                  <p:pic>
                    <p:nvPicPr>
                      <p:cNvPr id="121" name="Object 3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963025" y="2996136"/>
                        <a:ext cx="3076489" cy="465557"/>
                      </a:xfrm>
                      <a:prstGeom prst="rect">
                        <a:avLst/>
                      </a:prstGeom>
                      <a:noFill/>
                      <a:ln>
                        <a:noFill/>
                      </a:ln>
                      <a:effectLst/>
                    </p:spPr>
                  </p:pic>
                </p:oleObj>
              </mc:Fallback>
            </mc:AlternateContent>
          </a:graphicData>
        </a:graphic>
      </p:graphicFrame>
      <p:graphicFrame>
        <p:nvGraphicFramePr>
          <p:cNvPr id="14" name="对象 13"/>
          <p:cNvGraphicFramePr>
            <a:graphicFrameLocks noChangeAspect="1"/>
          </p:cNvGraphicFramePr>
          <p:nvPr/>
        </p:nvGraphicFramePr>
        <p:xfrm>
          <a:off x="2629233" y="3746948"/>
          <a:ext cx="3744073" cy="770349"/>
        </p:xfrm>
        <a:graphic>
          <a:graphicData uri="http://schemas.openxmlformats.org/presentationml/2006/ole">
            <mc:AlternateContent xmlns:mc="http://schemas.openxmlformats.org/markup-compatibility/2006">
              <mc:Choice xmlns:v="urn:schemas-microsoft-com:vml" Requires="v">
                <p:oleObj spid="_x0000_s40618" name="Equation" r:id="rId43" imgW="2311400" imgH="431800" progId="Equation.3">
                  <p:embed/>
                </p:oleObj>
              </mc:Choice>
              <mc:Fallback>
                <p:oleObj name="Equation" r:id="rId43" imgW="2311400" imgH="431800" progId="Equation.3">
                  <p:embed/>
                  <p:pic>
                    <p:nvPicPr>
                      <p:cNvPr id="14" name="对象 1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629233" y="3746948"/>
                        <a:ext cx="3744073" cy="770349"/>
                      </a:xfrm>
                      <a:prstGeom prst="rect">
                        <a:avLst/>
                      </a:prstGeom>
                      <a:noFill/>
                      <a:ln>
                        <a:noFill/>
                      </a:ln>
                      <a:effectLst/>
                    </p:spPr>
                  </p:pic>
                </p:oleObj>
              </mc:Fallback>
            </mc:AlternateContent>
          </a:graphicData>
        </a:graphic>
      </p:graphicFrame>
      <p:graphicFrame>
        <p:nvGraphicFramePr>
          <p:cNvPr id="15" name="对象 14"/>
          <p:cNvGraphicFramePr>
            <a:graphicFrameLocks noChangeAspect="1"/>
          </p:cNvGraphicFramePr>
          <p:nvPr/>
        </p:nvGraphicFramePr>
        <p:xfrm>
          <a:off x="830536" y="4843167"/>
          <a:ext cx="4321175" cy="1038225"/>
        </p:xfrm>
        <a:graphic>
          <a:graphicData uri="http://schemas.openxmlformats.org/presentationml/2006/ole">
            <mc:AlternateContent xmlns:mc="http://schemas.openxmlformats.org/markup-compatibility/2006">
              <mc:Choice xmlns:v="urn:schemas-microsoft-com:vml" Requires="v">
                <p:oleObj spid="_x0000_s40619" name="Equation" r:id="rId45" imgW="1625600" imgH="419100" progId="Equation.3">
                  <p:embed/>
                </p:oleObj>
              </mc:Choice>
              <mc:Fallback>
                <p:oleObj name="Equation" r:id="rId45" imgW="1625600" imgH="419100" progId="Equation.3">
                  <p:embed/>
                  <p:pic>
                    <p:nvPicPr>
                      <p:cNvPr id="15" name="对象 14"/>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830536" y="4843167"/>
                        <a:ext cx="4321175" cy="1038225"/>
                      </a:xfrm>
                      <a:prstGeom prst="rect">
                        <a:avLst/>
                      </a:prstGeom>
                      <a:solidFill>
                        <a:srgbClr val="FFFF66"/>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12879162"/>
      </p:ext>
    </p:extLst>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00" fill="hold"/>
                                        <p:tgtEl>
                                          <p:spTgt spid="4"/>
                                        </p:tgtEl>
                                        <p:attrNameLst>
                                          <p:attrName>ppt_x</p:attrName>
                                        </p:attrNameLst>
                                      </p:cBhvr>
                                      <p:tavLst>
                                        <p:tav tm="0">
                                          <p:val>
                                            <p:strVal val="0-#ppt_w/2"/>
                                          </p:val>
                                        </p:tav>
                                        <p:tav tm="100000">
                                          <p:val>
                                            <p:strVal val="#ppt_x"/>
                                          </p:val>
                                        </p:tav>
                                      </p:tavLst>
                                    </p:anim>
                                    <p:anim calcmode="lin" valueType="num">
                                      <p:cBhvr additive="base">
                                        <p:cTn id="13" dur="3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800"/>
                            </p:stCondLst>
                            <p:childTnLst>
                              <p:par>
                                <p:cTn id="15" presetID="2" presetClass="entr" presetSubtype="8"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300" fill="hold"/>
                                        <p:tgtEl>
                                          <p:spTgt spid="3"/>
                                        </p:tgtEl>
                                        <p:attrNameLst>
                                          <p:attrName>ppt_x</p:attrName>
                                        </p:attrNameLst>
                                      </p:cBhvr>
                                      <p:tavLst>
                                        <p:tav tm="0">
                                          <p:val>
                                            <p:strVal val="0-#ppt_w/2"/>
                                          </p:val>
                                        </p:tav>
                                        <p:tav tm="100000">
                                          <p:val>
                                            <p:strVal val="#ppt_x"/>
                                          </p:val>
                                        </p:tav>
                                      </p:tavLst>
                                    </p:anim>
                                    <p:anim calcmode="lin" valueType="num">
                                      <p:cBhvr additive="base">
                                        <p:cTn id="18" dur="300" fill="hold"/>
                                        <p:tgtEl>
                                          <p:spTgt spid="3"/>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300" fill="hold"/>
                                        <p:tgtEl>
                                          <p:spTgt spid="5"/>
                                        </p:tgtEl>
                                        <p:attrNameLst>
                                          <p:attrName>ppt_x</p:attrName>
                                        </p:attrNameLst>
                                      </p:cBhvr>
                                      <p:tavLst>
                                        <p:tav tm="0">
                                          <p:val>
                                            <p:strVal val="0-#ppt_w/2"/>
                                          </p:val>
                                        </p:tav>
                                        <p:tav tm="100000">
                                          <p:val>
                                            <p:strVal val="#ppt_x"/>
                                          </p:val>
                                        </p:tav>
                                      </p:tavLst>
                                    </p:anim>
                                    <p:anim calcmode="lin" valueType="num">
                                      <p:cBhvr additive="base">
                                        <p:cTn id="22" dur="300" fill="hold"/>
                                        <p:tgtEl>
                                          <p:spTgt spid="5"/>
                                        </p:tgtEl>
                                        <p:attrNameLst>
                                          <p:attrName>ppt_y</p:attrName>
                                        </p:attrNameLst>
                                      </p:cBhvr>
                                      <p:tavLst>
                                        <p:tav tm="0">
                                          <p:val>
                                            <p:strVal val="#ppt_y"/>
                                          </p:val>
                                        </p:tav>
                                        <p:tav tm="100000">
                                          <p:val>
                                            <p:strVal val="#ppt_y"/>
                                          </p:val>
                                        </p:tav>
                                      </p:tavLst>
                                    </p:anim>
                                  </p:childTnLst>
                                </p:cTn>
                              </p:par>
                            </p:childTnLst>
                          </p:cTn>
                        </p:par>
                        <p:par>
                          <p:cTn id="23" fill="hold">
                            <p:stCondLst>
                              <p:cond delay="1100"/>
                            </p:stCondLst>
                            <p:childTnLst>
                              <p:par>
                                <p:cTn id="24" presetID="53" presetClass="entr" presetSubtype="16"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2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50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grpId="0" nodeType="withEffect">
                                  <p:stCondLst>
                                    <p:cond delay="50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up)">
                                      <p:cBhvr>
                                        <p:cTn id="58" dur="500"/>
                                        <p:tgtEl>
                                          <p:spTgt spid="114"/>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115"/>
                                        </p:tgtEl>
                                        <p:attrNameLst>
                                          <p:attrName>style.visibility</p:attrName>
                                        </p:attrNameLst>
                                      </p:cBhvr>
                                      <p:to>
                                        <p:strVal val="visible"/>
                                      </p:to>
                                    </p:set>
                                    <p:animEffect transition="in" filter="randombar(horizontal)">
                                      <p:cBhvr>
                                        <p:cTn id="63" dur="500"/>
                                        <p:tgtEl>
                                          <p:spTgt spid="115"/>
                                        </p:tgtEl>
                                      </p:cBhvr>
                                    </p:animEffect>
                                  </p:childTnLst>
                                </p:cTn>
                              </p:par>
                              <p:par>
                                <p:cTn id="64" presetID="14" presetClass="entr" presetSubtype="10" fill="hold" nodeType="withEffect">
                                  <p:stCondLst>
                                    <p:cond delay="0"/>
                                  </p:stCondLst>
                                  <p:childTnLst>
                                    <p:set>
                                      <p:cBhvr>
                                        <p:cTn id="65" dur="1" fill="hold">
                                          <p:stCondLst>
                                            <p:cond delay="0"/>
                                          </p:stCondLst>
                                        </p:cTn>
                                        <p:tgtEl>
                                          <p:spTgt spid="116"/>
                                        </p:tgtEl>
                                        <p:attrNameLst>
                                          <p:attrName>style.visibility</p:attrName>
                                        </p:attrNameLst>
                                      </p:cBhvr>
                                      <p:to>
                                        <p:strVal val="visible"/>
                                      </p:to>
                                    </p:set>
                                    <p:animEffect transition="in" filter="randombar(horizontal)">
                                      <p:cBhvr>
                                        <p:cTn id="66" dur="500"/>
                                        <p:tgtEl>
                                          <p:spTgt spid="116"/>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grpId="0" nodeType="clickEffect">
                                  <p:stCondLst>
                                    <p:cond delay="0"/>
                                  </p:stCondLst>
                                  <p:childTnLst>
                                    <p:set>
                                      <p:cBhvr>
                                        <p:cTn id="70" dur="1" fill="hold">
                                          <p:stCondLst>
                                            <p:cond delay="0"/>
                                          </p:stCondLst>
                                        </p:cTn>
                                        <p:tgtEl>
                                          <p:spTgt spid="117"/>
                                        </p:tgtEl>
                                        <p:attrNameLst>
                                          <p:attrName>style.visibility</p:attrName>
                                        </p:attrNameLst>
                                      </p:cBhvr>
                                      <p:to>
                                        <p:strVal val="visible"/>
                                      </p:to>
                                    </p:set>
                                    <p:animEffect transition="in" filter="randombar(horizontal)">
                                      <p:cBhvr>
                                        <p:cTn id="71" dur="500"/>
                                        <p:tgtEl>
                                          <p:spTgt spid="117"/>
                                        </p:tgtEl>
                                      </p:cBhvr>
                                    </p:animEffect>
                                  </p:childTnLst>
                                </p:cTn>
                              </p:par>
                              <p:par>
                                <p:cTn id="72" presetID="14" presetClass="entr" presetSubtype="10" fill="hold" nodeType="withEffect">
                                  <p:stCondLst>
                                    <p:cond delay="0"/>
                                  </p:stCondLst>
                                  <p:childTnLst>
                                    <p:set>
                                      <p:cBhvr>
                                        <p:cTn id="73" dur="1" fill="hold">
                                          <p:stCondLst>
                                            <p:cond delay="0"/>
                                          </p:stCondLst>
                                        </p:cTn>
                                        <p:tgtEl>
                                          <p:spTgt spid="118"/>
                                        </p:tgtEl>
                                        <p:attrNameLst>
                                          <p:attrName>style.visibility</p:attrName>
                                        </p:attrNameLst>
                                      </p:cBhvr>
                                      <p:to>
                                        <p:strVal val="visible"/>
                                      </p:to>
                                    </p:set>
                                    <p:animEffect transition="in" filter="randombar(horizontal)">
                                      <p:cBhvr>
                                        <p:cTn id="74" dur="500"/>
                                        <p:tgtEl>
                                          <p:spTgt spid="118"/>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randombar(horizontal)">
                                      <p:cBhvr>
                                        <p:cTn id="79" dur="500"/>
                                        <p:tgtEl>
                                          <p:spTgt spid="13"/>
                                        </p:tgtEl>
                                      </p:cBhvr>
                                    </p:animEffect>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nodeType="clickEffect">
                                  <p:stCondLst>
                                    <p:cond delay="0"/>
                                  </p:stCondLst>
                                  <p:childTnLst>
                                    <p:set>
                                      <p:cBhvr>
                                        <p:cTn id="83" dur="1" fill="hold">
                                          <p:stCondLst>
                                            <p:cond delay="0"/>
                                          </p:stCondLst>
                                        </p:cTn>
                                        <p:tgtEl>
                                          <p:spTgt spid="121"/>
                                        </p:tgtEl>
                                        <p:attrNameLst>
                                          <p:attrName>style.visibility</p:attrName>
                                        </p:attrNameLst>
                                      </p:cBhvr>
                                      <p:to>
                                        <p:strVal val="visible"/>
                                      </p:to>
                                    </p:set>
                                    <p:animEffect transition="in" filter="randombar(horizontal)">
                                      <p:cBhvr>
                                        <p:cTn id="84" dur="500"/>
                                        <p:tgtEl>
                                          <p:spTgt spid="121"/>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nodeType="click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randombar(horizontal)">
                                      <p:cBhvr>
                                        <p:cTn id="89" dur="500"/>
                                        <p:tgtEl>
                                          <p:spTgt spid="14"/>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32" fill="hold" nodeType="clickEffect">
                                  <p:stCondLst>
                                    <p:cond delay="0"/>
                                  </p:stCondLst>
                                  <p:childTnLst>
                                    <p:set>
                                      <p:cBhvr>
                                        <p:cTn id="93" dur="1" fill="hold">
                                          <p:stCondLst>
                                            <p:cond delay="0"/>
                                          </p:stCondLst>
                                        </p:cTn>
                                        <p:tgtEl>
                                          <p:spTgt spid="15"/>
                                        </p:tgtEl>
                                        <p:attrNameLst>
                                          <p:attrName>style.visibility</p:attrName>
                                        </p:attrNameLst>
                                      </p:cBhvr>
                                      <p:to>
                                        <p:strVal val="visible"/>
                                      </p:to>
                                    </p:set>
                                    <p:animEffect transition="in" filter="box(out)">
                                      <p:cBhvr>
                                        <p:cTn id="9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1" grpId="0" animBg="1"/>
      <p:bldP spid="114" grpId="0" animBg="1"/>
      <p:bldP spid="115" grpId="0" animBg="1"/>
      <p:bldP spid="11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62" name="Line 34"/>
          <p:cNvSpPr>
            <a:spLocks noChangeShapeType="1"/>
          </p:cNvSpPr>
          <p:nvPr/>
        </p:nvSpPr>
        <p:spPr bwMode="auto">
          <a:xfrm>
            <a:off x="5410200" y="1219200"/>
            <a:ext cx="2438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4" name="Line 36"/>
          <p:cNvSpPr>
            <a:spLocks noChangeShapeType="1"/>
          </p:cNvSpPr>
          <p:nvPr/>
        </p:nvSpPr>
        <p:spPr bwMode="auto">
          <a:xfrm>
            <a:off x="5410200" y="1219200"/>
            <a:ext cx="1066800" cy="2514600"/>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5" name="Line 37"/>
          <p:cNvSpPr>
            <a:spLocks noChangeShapeType="1"/>
          </p:cNvSpPr>
          <p:nvPr/>
        </p:nvSpPr>
        <p:spPr bwMode="auto">
          <a:xfrm flipV="1">
            <a:off x="6477000" y="2438400"/>
            <a:ext cx="0" cy="1295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6" name="Line 38"/>
          <p:cNvSpPr>
            <a:spLocks noChangeShapeType="1"/>
          </p:cNvSpPr>
          <p:nvPr/>
        </p:nvSpPr>
        <p:spPr bwMode="auto">
          <a:xfrm>
            <a:off x="5410200" y="1219200"/>
            <a:ext cx="1066800" cy="1295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7" name="Line 39"/>
          <p:cNvSpPr>
            <a:spLocks noChangeShapeType="1"/>
          </p:cNvSpPr>
          <p:nvPr/>
        </p:nvSpPr>
        <p:spPr bwMode="auto">
          <a:xfrm flipV="1">
            <a:off x="6477000" y="1219200"/>
            <a:ext cx="0" cy="12954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8" name="Freeform 40"/>
          <p:cNvSpPr>
            <a:spLocks/>
          </p:cNvSpPr>
          <p:nvPr/>
        </p:nvSpPr>
        <p:spPr bwMode="auto">
          <a:xfrm>
            <a:off x="5562600" y="1219200"/>
            <a:ext cx="165100" cy="304800"/>
          </a:xfrm>
          <a:custGeom>
            <a:avLst/>
            <a:gdLst>
              <a:gd name="T0" fmla="*/ 48 w 104"/>
              <a:gd name="T1" fmla="*/ 0 h 192"/>
              <a:gd name="T2" fmla="*/ 0 w 104"/>
              <a:gd name="T3" fmla="*/ 192 h 192"/>
            </a:gdLst>
            <a:ahLst/>
            <a:cxnLst>
              <a:cxn ang="0">
                <a:pos x="T0" y="T1"/>
              </a:cxn>
              <a:cxn ang="0">
                <a:pos x="T2" y="T3"/>
              </a:cxn>
            </a:cxnLst>
            <a:rect l="0" t="0" r="r" b="b"/>
            <a:pathLst>
              <a:path w="104" h="192">
                <a:moveTo>
                  <a:pt x="48" y="0"/>
                </a:moveTo>
                <a:cubicBezTo>
                  <a:pt x="76" y="72"/>
                  <a:pt x="104" y="144"/>
                  <a:pt x="0" y="192"/>
                </a:cubicBezTo>
              </a:path>
            </a:pathLst>
          </a:custGeom>
          <a:noFill/>
          <a:ln w="38100"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9" name="Freeform 41"/>
          <p:cNvSpPr>
            <a:spLocks/>
          </p:cNvSpPr>
          <p:nvPr/>
        </p:nvSpPr>
        <p:spPr bwMode="auto">
          <a:xfrm>
            <a:off x="5715000" y="1219200"/>
            <a:ext cx="165100" cy="381000"/>
          </a:xfrm>
          <a:custGeom>
            <a:avLst/>
            <a:gdLst>
              <a:gd name="T0" fmla="*/ 48 w 104"/>
              <a:gd name="T1" fmla="*/ 0 h 240"/>
              <a:gd name="T2" fmla="*/ 0 w 104"/>
              <a:gd name="T3" fmla="*/ 240 h 240"/>
            </a:gdLst>
            <a:ahLst/>
            <a:cxnLst>
              <a:cxn ang="0">
                <a:pos x="T0" y="T1"/>
              </a:cxn>
              <a:cxn ang="0">
                <a:pos x="T2" y="T3"/>
              </a:cxn>
            </a:cxnLst>
            <a:rect l="0" t="0" r="r" b="b"/>
            <a:pathLst>
              <a:path w="104" h="240">
                <a:moveTo>
                  <a:pt x="48" y="0"/>
                </a:moveTo>
                <a:cubicBezTo>
                  <a:pt x="76" y="80"/>
                  <a:pt x="104" y="160"/>
                  <a:pt x="0" y="240"/>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0" name="Text Box 42"/>
          <p:cNvSpPr txBox="1">
            <a:spLocks noChangeArrowheads="1"/>
          </p:cNvSpPr>
          <p:nvPr/>
        </p:nvSpPr>
        <p:spPr bwMode="auto">
          <a:xfrm>
            <a:off x="5486400" y="1309688"/>
            <a:ext cx="814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solidFill>
                  <a:srgbClr val="3333FF"/>
                </a:solidFill>
                <a:latin typeface="Times New Roman" pitchFamily="18" charset="0"/>
                <a:cs typeface="Times New Roman" pitchFamily="18" charset="0"/>
              </a:rPr>
              <a:t>φ</a:t>
            </a:r>
            <a:r>
              <a:rPr kumimoji="1" lang="en-US" altLang="zh-CN" baseline="-25000">
                <a:solidFill>
                  <a:srgbClr val="3333FF"/>
                </a:solidFill>
                <a:latin typeface="Times New Roman" pitchFamily="18" charset="0"/>
                <a:cs typeface="Times New Roman" pitchFamily="18" charset="0"/>
              </a:rPr>
              <a:t>1</a:t>
            </a:r>
            <a:endParaRPr kumimoji="1" lang="en-US" altLang="zh-CN" baseline="-25000">
              <a:solidFill>
                <a:srgbClr val="3333FF"/>
              </a:solidFill>
              <a:latin typeface="Times New Roman" pitchFamily="18" charset="0"/>
            </a:endParaRPr>
          </a:p>
        </p:txBody>
      </p:sp>
      <p:sp>
        <p:nvSpPr>
          <p:cNvPr id="73771" name="Text Box 43"/>
          <p:cNvSpPr txBox="1">
            <a:spLocks noChangeArrowheads="1"/>
          </p:cNvSpPr>
          <p:nvPr/>
        </p:nvSpPr>
        <p:spPr bwMode="auto">
          <a:xfrm>
            <a:off x="5791200" y="1143000"/>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solidFill>
                  <a:srgbClr val="FF3300"/>
                </a:solidFill>
                <a:latin typeface="Times New Roman" pitchFamily="18" charset="0"/>
                <a:cs typeface="Times New Roman" pitchFamily="18" charset="0"/>
              </a:rPr>
              <a:t>φ</a:t>
            </a:r>
            <a:endParaRPr kumimoji="1" lang="en-US" altLang="zh-CN">
              <a:solidFill>
                <a:srgbClr val="FF3300"/>
              </a:solidFill>
              <a:latin typeface="Times New Roman" pitchFamily="18" charset="0"/>
            </a:endParaRPr>
          </a:p>
        </p:txBody>
      </p:sp>
      <p:sp>
        <p:nvSpPr>
          <p:cNvPr id="73775" name="Line 47"/>
          <p:cNvSpPr>
            <a:spLocks noChangeShapeType="1"/>
          </p:cNvSpPr>
          <p:nvPr/>
        </p:nvSpPr>
        <p:spPr bwMode="auto">
          <a:xfrm>
            <a:off x="6477000" y="1447800"/>
            <a:ext cx="1524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6" name="Line 48"/>
          <p:cNvSpPr>
            <a:spLocks noChangeShapeType="1"/>
          </p:cNvSpPr>
          <p:nvPr/>
        </p:nvSpPr>
        <p:spPr bwMode="auto">
          <a:xfrm flipV="1">
            <a:off x="6629400" y="1219200"/>
            <a:ext cx="0" cy="2286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7" name="Text Box 49"/>
          <p:cNvSpPr txBox="1">
            <a:spLocks noChangeArrowheads="1"/>
          </p:cNvSpPr>
          <p:nvPr/>
        </p:nvSpPr>
        <p:spPr bwMode="auto">
          <a:xfrm>
            <a:off x="5029200" y="914423"/>
            <a:ext cx="381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dirty="0">
                <a:latin typeface="Times New Roman" pitchFamily="18" charset="0"/>
              </a:rPr>
              <a:t>0</a:t>
            </a:r>
          </a:p>
        </p:txBody>
      </p:sp>
      <p:graphicFrame>
        <p:nvGraphicFramePr>
          <p:cNvPr id="73780" name="Object 52"/>
          <p:cNvGraphicFramePr>
            <a:graphicFrameLocks noChangeAspect="1"/>
          </p:cNvGraphicFramePr>
          <p:nvPr/>
        </p:nvGraphicFramePr>
        <p:xfrm>
          <a:off x="2016125" y="4184653"/>
          <a:ext cx="3060700" cy="639763"/>
        </p:xfrm>
        <a:graphic>
          <a:graphicData uri="http://schemas.openxmlformats.org/presentationml/2006/ole">
            <mc:AlternateContent xmlns:mc="http://schemas.openxmlformats.org/markup-compatibility/2006">
              <mc:Choice xmlns:v="urn:schemas-microsoft-com:vml" Requires="v">
                <p:oleObj spid="_x0000_s41372" name="公式" r:id="rId3" imgW="927000" imgH="215640" progId="Equation.3">
                  <p:embed/>
                </p:oleObj>
              </mc:Choice>
              <mc:Fallback>
                <p:oleObj name="公式" r:id="rId3" imgW="92700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25" y="4184653"/>
                        <a:ext cx="30607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3792" name="Group 64"/>
          <p:cNvGrpSpPr>
            <a:grpSpLocks/>
          </p:cNvGrpSpPr>
          <p:nvPr/>
        </p:nvGrpSpPr>
        <p:grpSpPr bwMode="auto">
          <a:xfrm>
            <a:off x="585788" y="1524001"/>
            <a:ext cx="2703512" cy="2479675"/>
            <a:chOff x="317" y="550"/>
            <a:chExt cx="1703" cy="1562"/>
          </a:xfrm>
        </p:grpSpPr>
        <p:sp>
          <p:nvSpPr>
            <p:cNvPr id="73732" name="Freeform 4"/>
            <p:cNvSpPr>
              <a:spLocks/>
            </p:cNvSpPr>
            <p:nvPr/>
          </p:nvSpPr>
          <p:spPr bwMode="auto">
            <a:xfrm>
              <a:off x="1312" y="1534"/>
              <a:ext cx="96" cy="144"/>
            </a:xfrm>
            <a:custGeom>
              <a:avLst/>
              <a:gdLst>
                <a:gd name="T0" fmla="*/ 0 w 96"/>
                <a:gd name="T1" fmla="*/ 0 h 144"/>
                <a:gd name="T2" fmla="*/ 96 w 96"/>
                <a:gd name="T3" fmla="*/ 96 h 144"/>
                <a:gd name="T4" fmla="*/ 0 w 96"/>
                <a:gd name="T5" fmla="*/ 144 h 144"/>
              </a:gdLst>
              <a:ahLst/>
              <a:cxnLst>
                <a:cxn ang="0">
                  <a:pos x="T0" y="T1"/>
                </a:cxn>
                <a:cxn ang="0">
                  <a:pos x="T2" y="T3"/>
                </a:cxn>
                <a:cxn ang="0">
                  <a:pos x="T4" y="T5"/>
                </a:cxn>
              </a:cxnLst>
              <a:rect l="0" t="0" r="r" b="b"/>
              <a:pathLst>
                <a:path w="96" h="144">
                  <a:moveTo>
                    <a:pt x="0" y="0"/>
                  </a:moveTo>
                  <a:cubicBezTo>
                    <a:pt x="48" y="36"/>
                    <a:pt x="96" y="72"/>
                    <a:pt x="96" y="96"/>
                  </a:cubicBezTo>
                  <a:cubicBezTo>
                    <a:pt x="96" y="120"/>
                    <a:pt x="32" y="144"/>
                    <a:pt x="0" y="144"/>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3" name="Freeform 5"/>
            <p:cNvSpPr>
              <a:spLocks/>
            </p:cNvSpPr>
            <p:nvPr/>
          </p:nvSpPr>
          <p:spPr bwMode="auto">
            <a:xfrm>
              <a:off x="1312" y="1678"/>
              <a:ext cx="96" cy="144"/>
            </a:xfrm>
            <a:custGeom>
              <a:avLst/>
              <a:gdLst>
                <a:gd name="T0" fmla="*/ 0 w 96"/>
                <a:gd name="T1" fmla="*/ 0 h 144"/>
                <a:gd name="T2" fmla="*/ 96 w 96"/>
                <a:gd name="T3" fmla="*/ 96 h 144"/>
                <a:gd name="T4" fmla="*/ 0 w 96"/>
                <a:gd name="T5" fmla="*/ 144 h 144"/>
              </a:gdLst>
              <a:ahLst/>
              <a:cxnLst>
                <a:cxn ang="0">
                  <a:pos x="T0" y="T1"/>
                </a:cxn>
                <a:cxn ang="0">
                  <a:pos x="T2" y="T3"/>
                </a:cxn>
                <a:cxn ang="0">
                  <a:pos x="T4" y="T5"/>
                </a:cxn>
              </a:cxnLst>
              <a:rect l="0" t="0" r="r" b="b"/>
              <a:pathLst>
                <a:path w="96" h="144">
                  <a:moveTo>
                    <a:pt x="0" y="0"/>
                  </a:moveTo>
                  <a:cubicBezTo>
                    <a:pt x="48" y="36"/>
                    <a:pt x="96" y="72"/>
                    <a:pt x="96" y="96"/>
                  </a:cubicBezTo>
                  <a:cubicBezTo>
                    <a:pt x="96" y="120"/>
                    <a:pt x="32" y="144"/>
                    <a:pt x="0" y="144"/>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4" name="Freeform 6"/>
            <p:cNvSpPr>
              <a:spLocks/>
            </p:cNvSpPr>
            <p:nvPr/>
          </p:nvSpPr>
          <p:spPr bwMode="auto">
            <a:xfrm>
              <a:off x="1312" y="1822"/>
              <a:ext cx="96" cy="144"/>
            </a:xfrm>
            <a:custGeom>
              <a:avLst/>
              <a:gdLst>
                <a:gd name="T0" fmla="*/ 0 w 96"/>
                <a:gd name="T1" fmla="*/ 0 h 144"/>
                <a:gd name="T2" fmla="*/ 96 w 96"/>
                <a:gd name="T3" fmla="*/ 96 h 144"/>
                <a:gd name="T4" fmla="*/ 0 w 96"/>
                <a:gd name="T5" fmla="*/ 144 h 144"/>
              </a:gdLst>
              <a:ahLst/>
              <a:cxnLst>
                <a:cxn ang="0">
                  <a:pos x="T0" y="T1"/>
                </a:cxn>
                <a:cxn ang="0">
                  <a:pos x="T2" y="T3"/>
                </a:cxn>
                <a:cxn ang="0">
                  <a:pos x="T4" y="T5"/>
                </a:cxn>
              </a:cxnLst>
              <a:rect l="0" t="0" r="r" b="b"/>
              <a:pathLst>
                <a:path w="96" h="144">
                  <a:moveTo>
                    <a:pt x="0" y="0"/>
                  </a:moveTo>
                  <a:cubicBezTo>
                    <a:pt x="48" y="36"/>
                    <a:pt x="96" y="72"/>
                    <a:pt x="96" y="96"/>
                  </a:cubicBezTo>
                  <a:cubicBezTo>
                    <a:pt x="96" y="120"/>
                    <a:pt x="32" y="144"/>
                    <a:pt x="0" y="144"/>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5" name="Line 7"/>
            <p:cNvSpPr>
              <a:spLocks noChangeShapeType="1"/>
            </p:cNvSpPr>
            <p:nvPr/>
          </p:nvSpPr>
          <p:spPr bwMode="auto">
            <a:xfrm flipH="1">
              <a:off x="672" y="910"/>
              <a:ext cx="626" cy="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6" name="Line 8"/>
            <p:cNvSpPr>
              <a:spLocks noChangeShapeType="1"/>
            </p:cNvSpPr>
            <p:nvPr/>
          </p:nvSpPr>
          <p:spPr bwMode="auto">
            <a:xfrm>
              <a:off x="1298" y="91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7" name="Rectangle 9"/>
            <p:cNvSpPr>
              <a:spLocks noChangeArrowheads="1"/>
            </p:cNvSpPr>
            <p:nvPr/>
          </p:nvSpPr>
          <p:spPr bwMode="auto">
            <a:xfrm>
              <a:off x="1250" y="1102"/>
              <a:ext cx="9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8" name="Line 10"/>
            <p:cNvSpPr>
              <a:spLocks noChangeShapeType="1"/>
            </p:cNvSpPr>
            <p:nvPr/>
          </p:nvSpPr>
          <p:spPr bwMode="auto">
            <a:xfrm>
              <a:off x="1298" y="139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0" name="Line 12"/>
            <p:cNvSpPr>
              <a:spLocks noChangeShapeType="1"/>
            </p:cNvSpPr>
            <p:nvPr/>
          </p:nvSpPr>
          <p:spPr bwMode="auto">
            <a:xfrm>
              <a:off x="1312" y="1966"/>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2" name="Line 14"/>
            <p:cNvSpPr>
              <a:spLocks noChangeShapeType="1"/>
            </p:cNvSpPr>
            <p:nvPr/>
          </p:nvSpPr>
          <p:spPr bwMode="auto">
            <a:xfrm flipH="1">
              <a:off x="672" y="2064"/>
              <a:ext cx="626" cy="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3" name="Oval 15"/>
            <p:cNvSpPr>
              <a:spLocks noChangeArrowheads="1"/>
            </p:cNvSpPr>
            <p:nvPr/>
          </p:nvSpPr>
          <p:spPr bwMode="auto">
            <a:xfrm>
              <a:off x="624" y="864"/>
              <a:ext cx="48" cy="9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4" name="Oval 16"/>
            <p:cNvSpPr>
              <a:spLocks noChangeArrowheads="1"/>
            </p:cNvSpPr>
            <p:nvPr/>
          </p:nvSpPr>
          <p:spPr bwMode="auto">
            <a:xfrm>
              <a:off x="624" y="2016"/>
              <a:ext cx="48" cy="9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5" name="Text Box 17"/>
            <p:cNvSpPr txBox="1">
              <a:spLocks noChangeArrowheads="1"/>
            </p:cNvSpPr>
            <p:nvPr/>
          </p:nvSpPr>
          <p:spPr bwMode="auto">
            <a:xfrm>
              <a:off x="384" y="768"/>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latin typeface="Times New Roman" pitchFamily="18" charset="0"/>
                </a:rPr>
                <a:t>+</a:t>
              </a:r>
            </a:p>
          </p:txBody>
        </p:sp>
        <p:sp>
          <p:nvSpPr>
            <p:cNvPr id="73746" name="Text Box 18"/>
            <p:cNvSpPr txBox="1">
              <a:spLocks noChangeArrowheads="1"/>
            </p:cNvSpPr>
            <p:nvPr/>
          </p:nvSpPr>
          <p:spPr bwMode="auto">
            <a:xfrm>
              <a:off x="369" y="1689"/>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latin typeface="Times New Roman" pitchFamily="18" charset="0"/>
                </a:rPr>
                <a:t>_</a:t>
              </a:r>
            </a:p>
          </p:txBody>
        </p:sp>
        <p:sp>
          <p:nvSpPr>
            <p:cNvPr id="73748" name="Line 20"/>
            <p:cNvSpPr>
              <a:spLocks noChangeShapeType="1"/>
            </p:cNvSpPr>
            <p:nvPr/>
          </p:nvSpPr>
          <p:spPr bwMode="auto">
            <a:xfrm>
              <a:off x="768" y="912"/>
              <a:ext cx="240"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0" name="Line 22"/>
            <p:cNvSpPr>
              <a:spLocks noChangeShapeType="1"/>
            </p:cNvSpPr>
            <p:nvPr/>
          </p:nvSpPr>
          <p:spPr bwMode="auto">
            <a:xfrm>
              <a:off x="1296" y="912"/>
              <a:ext cx="0" cy="144"/>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3781" name="Object 53"/>
            <p:cNvGraphicFramePr>
              <a:graphicFrameLocks noChangeAspect="1"/>
            </p:cNvGraphicFramePr>
            <p:nvPr/>
          </p:nvGraphicFramePr>
          <p:xfrm>
            <a:off x="317" y="1275"/>
            <a:ext cx="329" cy="363"/>
          </p:xfrm>
          <a:graphic>
            <a:graphicData uri="http://schemas.openxmlformats.org/presentationml/2006/ole">
              <mc:AlternateContent xmlns:mc="http://schemas.openxmlformats.org/markup-compatibility/2006">
                <mc:Choice xmlns:v="urn:schemas-microsoft-com:vml" Requires="v">
                  <p:oleObj spid="_x0000_s41373" name="公式" r:id="rId5" imgW="164880" imgH="203040" progId="Equation.3">
                    <p:embed/>
                  </p:oleObj>
                </mc:Choice>
                <mc:Fallback>
                  <p:oleObj name="公式" r:id="rId5" imgW="16488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 y="1275"/>
                          <a:ext cx="329"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2" name="Object 54"/>
            <p:cNvGraphicFramePr>
              <a:graphicFrameLocks noChangeAspect="1"/>
            </p:cNvGraphicFramePr>
            <p:nvPr>
              <p:extLst>
                <p:ext uri="{D42A27DB-BD31-4B8C-83A1-F6EECF244321}">
                  <p14:modId xmlns:p14="http://schemas.microsoft.com/office/powerpoint/2010/main" val="2118994099"/>
                </p:ext>
              </p:extLst>
            </p:nvPr>
          </p:nvGraphicFramePr>
          <p:xfrm>
            <a:off x="800" y="904"/>
            <a:ext cx="236" cy="364"/>
          </p:xfrm>
          <a:graphic>
            <a:graphicData uri="http://schemas.openxmlformats.org/presentationml/2006/ole">
              <mc:AlternateContent xmlns:mc="http://schemas.openxmlformats.org/markup-compatibility/2006">
                <mc:Choice xmlns:v="urn:schemas-microsoft-com:vml" Requires="v">
                  <p:oleObj spid="_x0000_s41374" name="Equation" r:id="rId7" imgW="139680" imgH="241200" progId="Equation.DSMT4">
                    <p:embed/>
                  </p:oleObj>
                </mc:Choice>
                <mc:Fallback>
                  <p:oleObj name="Equation" r:id="rId7" imgW="139680" imgH="241200" progId="Equation.DSMT4">
                    <p:embed/>
                    <p:pic>
                      <p:nvPicPr>
                        <p:cNvPr id="0" name=""/>
                        <p:cNvPicPr>
                          <a:picLocks noChangeAspect="1" noChangeArrowheads="1"/>
                        </p:cNvPicPr>
                        <p:nvPr/>
                      </p:nvPicPr>
                      <p:blipFill>
                        <a:blip r:embed="rId8"/>
                        <a:srcRect/>
                        <a:stretch>
                          <a:fillRect/>
                        </a:stretch>
                      </p:blipFill>
                      <p:spPr bwMode="auto">
                        <a:xfrm>
                          <a:off x="800" y="904"/>
                          <a:ext cx="23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3" name="Object 55"/>
            <p:cNvGraphicFramePr>
              <a:graphicFrameLocks noChangeAspect="1"/>
            </p:cNvGraphicFramePr>
            <p:nvPr/>
          </p:nvGraphicFramePr>
          <p:xfrm>
            <a:off x="930" y="550"/>
            <a:ext cx="264" cy="356"/>
          </p:xfrm>
          <a:graphic>
            <a:graphicData uri="http://schemas.openxmlformats.org/presentationml/2006/ole">
              <mc:AlternateContent xmlns:mc="http://schemas.openxmlformats.org/markup-compatibility/2006">
                <mc:Choice xmlns:v="urn:schemas-microsoft-com:vml" Requires="v">
                  <p:oleObj spid="_x0000_s41375" name="公式" r:id="rId9" imgW="126720" imgH="190440" progId="Equation.3">
                    <p:embed/>
                  </p:oleObj>
                </mc:Choice>
                <mc:Fallback>
                  <p:oleObj name="公式" r:id="rId9" imgW="126720" imgH="1904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 y="550"/>
                          <a:ext cx="264"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4" name="Object 56"/>
            <p:cNvGraphicFramePr>
              <a:graphicFrameLocks noChangeAspect="1"/>
            </p:cNvGraphicFramePr>
            <p:nvPr/>
          </p:nvGraphicFramePr>
          <p:xfrm>
            <a:off x="1315" y="1049"/>
            <a:ext cx="317" cy="309"/>
          </p:xfrm>
          <a:graphic>
            <a:graphicData uri="http://schemas.openxmlformats.org/presentationml/2006/ole">
              <mc:AlternateContent xmlns:mc="http://schemas.openxmlformats.org/markup-compatibility/2006">
                <mc:Choice xmlns:v="urn:schemas-microsoft-com:vml" Requires="v">
                  <p:oleObj spid="_x0000_s41376" name="公式" r:id="rId11" imgW="152280" imgH="164880" progId="Equation.3">
                    <p:embed/>
                  </p:oleObj>
                </mc:Choice>
                <mc:Fallback>
                  <p:oleObj name="公式" r:id="rId11" imgW="152280" imgH="1648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5" y="1049"/>
                          <a:ext cx="317"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5" name="Object 57"/>
            <p:cNvGraphicFramePr>
              <a:graphicFrameLocks noChangeAspect="1"/>
            </p:cNvGraphicFramePr>
            <p:nvPr/>
          </p:nvGraphicFramePr>
          <p:xfrm>
            <a:off x="1360" y="1548"/>
            <a:ext cx="660" cy="380"/>
          </p:xfrm>
          <a:graphic>
            <a:graphicData uri="http://schemas.openxmlformats.org/presentationml/2006/ole">
              <mc:AlternateContent xmlns:mc="http://schemas.openxmlformats.org/markup-compatibility/2006">
                <mc:Choice xmlns:v="urn:schemas-microsoft-com:vml" Requires="v">
                  <p:oleObj spid="_x0000_s41377" name="公式" r:id="rId13" imgW="317160" imgH="203040" progId="Equation.3">
                    <p:embed/>
                  </p:oleObj>
                </mc:Choice>
                <mc:Fallback>
                  <p:oleObj name="公式" r:id="rId13" imgW="317160" imgH="2030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60" y="1548"/>
                          <a:ext cx="660"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3786" name="Object 58"/>
          <p:cNvGraphicFramePr>
            <a:graphicFrameLocks noChangeAspect="1"/>
          </p:cNvGraphicFramePr>
          <p:nvPr>
            <p:extLst>
              <p:ext uri="{D42A27DB-BD31-4B8C-83A1-F6EECF244321}">
                <p14:modId xmlns:p14="http://schemas.microsoft.com/office/powerpoint/2010/main" val="1254069439"/>
              </p:ext>
            </p:extLst>
          </p:nvPr>
        </p:nvGraphicFramePr>
        <p:xfrm>
          <a:off x="5375275" y="2081213"/>
          <a:ext cx="374650" cy="579437"/>
        </p:xfrm>
        <a:graphic>
          <a:graphicData uri="http://schemas.openxmlformats.org/presentationml/2006/ole">
            <mc:AlternateContent xmlns:mc="http://schemas.openxmlformats.org/markup-compatibility/2006">
              <mc:Choice xmlns:v="urn:schemas-microsoft-com:vml" Requires="v">
                <p:oleObj spid="_x0000_s41378" name="Equation" r:id="rId15" imgW="139680" imgH="241200" progId="Equation.DSMT4">
                  <p:embed/>
                </p:oleObj>
              </mc:Choice>
              <mc:Fallback>
                <p:oleObj name="Equation" r:id="rId15" imgW="139680" imgH="241200" progId="Equation.DSMT4">
                  <p:embed/>
                  <p:pic>
                    <p:nvPicPr>
                      <p:cNvPr id="0" name=""/>
                      <p:cNvPicPr>
                        <a:picLocks noChangeAspect="1" noChangeArrowheads="1"/>
                      </p:cNvPicPr>
                      <p:nvPr/>
                    </p:nvPicPr>
                    <p:blipFill>
                      <a:blip r:embed="rId16"/>
                      <a:srcRect/>
                      <a:stretch>
                        <a:fillRect/>
                      </a:stretch>
                    </p:blipFill>
                    <p:spPr bwMode="auto">
                      <a:xfrm>
                        <a:off x="5375275" y="2081213"/>
                        <a:ext cx="3746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7" name="Object 59"/>
          <p:cNvGraphicFramePr>
            <a:graphicFrameLocks noChangeAspect="1"/>
          </p:cNvGraphicFramePr>
          <p:nvPr/>
        </p:nvGraphicFramePr>
        <p:xfrm>
          <a:off x="5976938" y="1557359"/>
          <a:ext cx="419100" cy="565151"/>
        </p:xfrm>
        <a:graphic>
          <a:graphicData uri="http://schemas.openxmlformats.org/presentationml/2006/ole">
            <mc:AlternateContent xmlns:mc="http://schemas.openxmlformats.org/markup-compatibility/2006">
              <mc:Choice xmlns:v="urn:schemas-microsoft-com:vml" Requires="v">
                <p:oleObj spid="_x0000_s41379" name="Equation" r:id="rId17" imgW="126720" imgH="190440" progId="Equation.DSMT4">
                  <p:embed/>
                </p:oleObj>
              </mc:Choice>
              <mc:Fallback>
                <p:oleObj name="Equation" r:id="rId17" imgW="126720" imgH="1904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76938" y="1557359"/>
                        <a:ext cx="419100" cy="565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8" name="Object 60"/>
          <p:cNvGraphicFramePr>
            <a:graphicFrameLocks noChangeAspect="1"/>
          </p:cNvGraphicFramePr>
          <p:nvPr/>
        </p:nvGraphicFramePr>
        <p:xfrm>
          <a:off x="6516709" y="2600325"/>
          <a:ext cx="585787" cy="715963"/>
        </p:xfrm>
        <a:graphic>
          <a:graphicData uri="http://schemas.openxmlformats.org/presentationml/2006/ole">
            <mc:AlternateContent xmlns:mc="http://schemas.openxmlformats.org/markup-compatibility/2006">
              <mc:Choice xmlns:v="urn:schemas-microsoft-com:vml" Requires="v">
                <p:oleObj spid="_x0000_s41380" name="公式" r:id="rId18" imgW="177480" imgH="241200" progId="Equation.3">
                  <p:embed/>
                </p:oleObj>
              </mc:Choice>
              <mc:Fallback>
                <p:oleObj name="公式" r:id="rId18" imgW="177480" imgH="241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516709" y="2600325"/>
                        <a:ext cx="585787" cy="71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9" name="Object 61"/>
          <p:cNvGraphicFramePr>
            <a:graphicFrameLocks noChangeAspect="1"/>
          </p:cNvGraphicFramePr>
          <p:nvPr/>
        </p:nvGraphicFramePr>
        <p:xfrm>
          <a:off x="7308850" y="584223"/>
          <a:ext cx="522288" cy="576263"/>
        </p:xfrm>
        <a:graphic>
          <a:graphicData uri="http://schemas.openxmlformats.org/presentationml/2006/ole">
            <mc:AlternateContent xmlns:mc="http://schemas.openxmlformats.org/markup-compatibility/2006">
              <mc:Choice xmlns:v="urn:schemas-microsoft-com:vml" Requires="v">
                <p:oleObj spid="_x0000_s41381" name="公式" r:id="rId20" imgW="164880" imgH="203040" progId="Equation.3">
                  <p:embed/>
                </p:oleObj>
              </mc:Choice>
              <mc:Fallback>
                <p:oleObj name="公式" r:id="rId20" imgW="16488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850" y="584223"/>
                        <a:ext cx="52228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3793" name="Group 65"/>
          <p:cNvGrpSpPr>
            <a:grpSpLocks/>
          </p:cNvGrpSpPr>
          <p:nvPr/>
        </p:nvGrpSpPr>
        <p:grpSpPr bwMode="auto">
          <a:xfrm>
            <a:off x="2139962" y="1961719"/>
            <a:ext cx="2449513" cy="1958975"/>
            <a:chOff x="3560" y="2546"/>
            <a:chExt cx="1543" cy="1234"/>
          </a:xfrm>
        </p:grpSpPr>
        <p:sp>
          <p:nvSpPr>
            <p:cNvPr id="73753" name="Line 25"/>
            <p:cNvSpPr>
              <a:spLocks noChangeShapeType="1"/>
            </p:cNvSpPr>
            <p:nvPr/>
          </p:nvSpPr>
          <p:spPr bwMode="auto">
            <a:xfrm>
              <a:off x="3560" y="2628"/>
              <a:ext cx="72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4" name="Line 26"/>
            <p:cNvSpPr>
              <a:spLocks noChangeShapeType="1"/>
            </p:cNvSpPr>
            <p:nvPr/>
          </p:nvSpPr>
          <p:spPr bwMode="auto">
            <a:xfrm>
              <a:off x="4280" y="2628"/>
              <a:ext cx="0" cy="528"/>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5" name="Line 27"/>
            <p:cNvSpPr>
              <a:spLocks noChangeShapeType="1"/>
            </p:cNvSpPr>
            <p:nvPr/>
          </p:nvSpPr>
          <p:spPr bwMode="auto">
            <a:xfrm>
              <a:off x="4136" y="3156"/>
              <a:ext cx="288"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6" name="Line 28"/>
            <p:cNvSpPr>
              <a:spLocks noChangeShapeType="1"/>
            </p:cNvSpPr>
            <p:nvPr/>
          </p:nvSpPr>
          <p:spPr bwMode="auto">
            <a:xfrm>
              <a:off x="4136" y="3252"/>
              <a:ext cx="288"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7" name="Line 29"/>
            <p:cNvSpPr>
              <a:spLocks noChangeShapeType="1"/>
            </p:cNvSpPr>
            <p:nvPr/>
          </p:nvSpPr>
          <p:spPr bwMode="auto">
            <a:xfrm>
              <a:off x="4280" y="3252"/>
              <a:ext cx="0" cy="528"/>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8" name="Line 30"/>
            <p:cNvSpPr>
              <a:spLocks noChangeShapeType="1"/>
            </p:cNvSpPr>
            <p:nvPr/>
          </p:nvSpPr>
          <p:spPr bwMode="auto">
            <a:xfrm>
              <a:off x="3560" y="3780"/>
              <a:ext cx="72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9" name="Line 31"/>
            <p:cNvSpPr>
              <a:spLocks noChangeShapeType="1"/>
            </p:cNvSpPr>
            <p:nvPr/>
          </p:nvSpPr>
          <p:spPr bwMode="auto">
            <a:xfrm>
              <a:off x="4280" y="2724"/>
              <a:ext cx="0" cy="240"/>
            </a:xfrm>
            <a:prstGeom prst="line">
              <a:avLst/>
            </a:prstGeom>
            <a:noFill/>
            <a:ln w="38100">
              <a:solidFill>
                <a:srgbClr val="FF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3790" name="Object 62"/>
            <p:cNvGraphicFramePr>
              <a:graphicFrameLocks noChangeAspect="1"/>
            </p:cNvGraphicFramePr>
            <p:nvPr/>
          </p:nvGraphicFramePr>
          <p:xfrm>
            <a:off x="4309" y="2546"/>
            <a:ext cx="369" cy="451"/>
          </p:xfrm>
          <a:graphic>
            <a:graphicData uri="http://schemas.openxmlformats.org/presentationml/2006/ole">
              <mc:AlternateContent xmlns:mc="http://schemas.openxmlformats.org/markup-compatibility/2006">
                <mc:Choice xmlns:v="urn:schemas-microsoft-com:vml" Requires="v">
                  <p:oleObj spid="_x0000_s41382" name="公式" r:id="rId21" imgW="177480" imgH="241200" progId="Equation.3">
                    <p:embed/>
                  </p:oleObj>
                </mc:Choice>
                <mc:Fallback>
                  <p:oleObj name="公式" r:id="rId21" imgW="177480" imgH="241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09" y="2546"/>
                          <a:ext cx="369" cy="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91" name="Object 63"/>
            <p:cNvGraphicFramePr>
              <a:graphicFrameLocks noChangeAspect="1"/>
            </p:cNvGraphicFramePr>
            <p:nvPr/>
          </p:nvGraphicFramePr>
          <p:xfrm>
            <a:off x="4263" y="3045"/>
            <a:ext cx="840" cy="617"/>
          </p:xfrm>
          <a:graphic>
            <a:graphicData uri="http://schemas.openxmlformats.org/presentationml/2006/ole">
              <mc:AlternateContent xmlns:mc="http://schemas.openxmlformats.org/markup-compatibility/2006">
                <mc:Choice xmlns:v="urn:schemas-microsoft-com:vml" Requires="v">
                  <p:oleObj spid="_x0000_s41383" name="公式" r:id="rId22" imgW="482400" imgH="393480" progId="Equation.3">
                    <p:embed/>
                  </p:oleObj>
                </mc:Choice>
                <mc:Fallback>
                  <p:oleObj name="公式" r:id="rId22" imgW="482400" imgH="3934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63" y="3045"/>
                          <a:ext cx="840" cy="6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TextBox 1"/>
          <p:cNvSpPr txBox="1"/>
          <p:nvPr/>
        </p:nvSpPr>
        <p:spPr>
          <a:xfrm>
            <a:off x="1073150" y="287071"/>
            <a:ext cx="6966470" cy="523220"/>
          </a:xfrm>
          <a:prstGeom prst="rect">
            <a:avLst/>
          </a:prstGeom>
          <a:noFill/>
        </p:spPr>
        <p:txBody>
          <a:bodyPr wrap="square" rtlCol="0">
            <a:spAutoFit/>
          </a:bodyPr>
          <a:lstStyle/>
          <a:p>
            <a:r>
              <a:rPr kumimoji="1" lang="en-US" altLang="zh-CN" sz="2800" b="1" dirty="0">
                <a:latin typeface="Arial" charset="0"/>
                <a:ea typeface="宋体" charset="-122"/>
              </a:rPr>
              <a:t>Increasing the power factor</a:t>
            </a:r>
            <a:endParaRPr kumimoji="1" lang="zh-CN" altLang="en-US" sz="2800" b="1" dirty="0">
              <a:latin typeface="Arial" charset="0"/>
              <a:ea typeface="宋体" charset="-122"/>
            </a:endParaRPr>
          </a:p>
        </p:txBody>
      </p:sp>
      <p:graphicFrame>
        <p:nvGraphicFramePr>
          <p:cNvPr id="51" name="对象 50">
            <a:extLst>
              <a:ext uri="{FF2B5EF4-FFF2-40B4-BE49-F238E27FC236}">
                <a16:creationId xmlns:a16="http://schemas.microsoft.com/office/drawing/2014/main" id="{94724C94-8CA1-2E6C-D88A-5347AAEE258B}"/>
              </a:ext>
            </a:extLst>
          </p:cNvPr>
          <p:cNvGraphicFramePr>
            <a:graphicFrameLocks noChangeAspect="1"/>
          </p:cNvGraphicFramePr>
          <p:nvPr>
            <p:extLst>
              <p:ext uri="{D42A27DB-BD31-4B8C-83A1-F6EECF244321}">
                <p14:modId xmlns:p14="http://schemas.microsoft.com/office/powerpoint/2010/main" val="1183560821"/>
              </p:ext>
            </p:extLst>
          </p:nvPr>
        </p:nvGraphicFramePr>
        <p:xfrm>
          <a:off x="2052649" y="5012731"/>
          <a:ext cx="2460625" cy="463550"/>
        </p:xfrm>
        <a:graphic>
          <a:graphicData uri="http://schemas.openxmlformats.org/presentationml/2006/ole">
            <mc:AlternateContent xmlns:mc="http://schemas.openxmlformats.org/markup-compatibility/2006">
              <mc:Choice xmlns:v="urn:schemas-microsoft-com:vml" Requires="v">
                <p:oleObj spid="_x0000_s41384" name="Equation" r:id="rId24" imgW="1130040" imgH="228600" progId="Equation.DSMT4">
                  <p:embed/>
                </p:oleObj>
              </mc:Choice>
              <mc:Fallback>
                <p:oleObj name="Equation" r:id="rId24" imgW="1130040" imgH="228600" progId="Equation.DSMT4">
                  <p:embed/>
                  <p:pic>
                    <p:nvPicPr>
                      <p:cNvPr id="13" name="对象 12"/>
                      <p:cNvPicPr>
                        <a:picLocks noChangeAspect="1" noChangeArrowheads="1"/>
                      </p:cNvPicPr>
                      <p:nvPr/>
                    </p:nvPicPr>
                    <p:blipFill>
                      <a:blip r:embed="rId25"/>
                      <a:srcRect/>
                      <a:stretch>
                        <a:fillRect/>
                      </a:stretch>
                    </p:blipFill>
                    <p:spPr bwMode="auto">
                      <a:xfrm>
                        <a:off x="2052649" y="5012731"/>
                        <a:ext cx="2460625" cy="463550"/>
                      </a:xfrm>
                      <a:prstGeom prst="rect">
                        <a:avLst/>
                      </a:prstGeom>
                      <a:noFill/>
                      <a:ln>
                        <a:noFill/>
                      </a:ln>
                      <a:effectLst/>
                    </p:spPr>
                  </p:pic>
                </p:oleObj>
              </mc:Fallback>
            </mc:AlternateContent>
          </a:graphicData>
        </a:graphic>
      </p:graphicFrame>
      <p:graphicFrame>
        <p:nvGraphicFramePr>
          <p:cNvPr id="3" name="对象 2">
            <a:extLst>
              <a:ext uri="{FF2B5EF4-FFF2-40B4-BE49-F238E27FC236}">
                <a16:creationId xmlns:a16="http://schemas.microsoft.com/office/drawing/2014/main" id="{FA1A5595-4814-D130-A38C-442D93BAE8F2}"/>
              </a:ext>
            </a:extLst>
          </p:cNvPr>
          <p:cNvGraphicFramePr>
            <a:graphicFrameLocks noChangeAspect="1"/>
          </p:cNvGraphicFramePr>
          <p:nvPr>
            <p:extLst>
              <p:ext uri="{D42A27DB-BD31-4B8C-83A1-F6EECF244321}">
                <p14:modId xmlns:p14="http://schemas.microsoft.com/office/powerpoint/2010/main" val="3986829938"/>
              </p:ext>
            </p:extLst>
          </p:nvPr>
        </p:nvGraphicFramePr>
        <p:xfrm>
          <a:off x="2036775" y="5664596"/>
          <a:ext cx="2584450" cy="469900"/>
        </p:xfrm>
        <a:graphic>
          <a:graphicData uri="http://schemas.openxmlformats.org/presentationml/2006/ole">
            <mc:AlternateContent xmlns:mc="http://schemas.openxmlformats.org/markup-compatibility/2006">
              <mc:Choice xmlns:v="urn:schemas-microsoft-com:vml" Requires="v">
                <p:oleObj spid="_x0000_s41385" name="Equation" r:id="rId26" imgW="1257120" imgH="228600" progId="Equation.DSMT4">
                  <p:embed/>
                </p:oleObj>
              </mc:Choice>
              <mc:Fallback>
                <p:oleObj name="Equation" r:id="rId26" imgW="1257120" imgH="228600" progId="Equation.DSMT4">
                  <p:embed/>
                  <p:pic>
                    <p:nvPicPr>
                      <p:cNvPr id="0" name=""/>
                      <p:cNvPicPr/>
                      <p:nvPr/>
                    </p:nvPicPr>
                    <p:blipFill>
                      <a:blip r:embed="rId27"/>
                      <a:stretch>
                        <a:fillRect/>
                      </a:stretch>
                    </p:blipFill>
                    <p:spPr>
                      <a:xfrm>
                        <a:off x="2036775" y="5664596"/>
                        <a:ext cx="2584450" cy="469900"/>
                      </a:xfrm>
                      <a:prstGeom prst="rect">
                        <a:avLst/>
                      </a:prstGeom>
                    </p:spPr>
                  </p:pic>
                </p:oleObj>
              </mc:Fallback>
            </mc:AlternateContent>
          </a:graphicData>
        </a:graphic>
      </p:graphicFrame>
    </p:spTree>
    <p:extLst>
      <p:ext uri="{BB962C8B-B14F-4D97-AF65-F5344CB8AC3E}">
        <p14:creationId xmlns:p14="http://schemas.microsoft.com/office/powerpoint/2010/main" val="16572270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3762"/>
                                        </p:tgtEl>
                                        <p:attrNameLst>
                                          <p:attrName>style.visibility</p:attrName>
                                        </p:attrNameLst>
                                      </p:cBhvr>
                                      <p:to>
                                        <p:strVal val="visible"/>
                                      </p:to>
                                    </p:set>
                                    <p:animEffect transition="in" filter="slide(fromLeft)">
                                      <p:cBhvr>
                                        <p:cTn id="7" dur="500"/>
                                        <p:tgtEl>
                                          <p:spTgt spid="73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3789"/>
                                        </p:tgtEl>
                                        <p:attrNameLst>
                                          <p:attrName>style.visibility</p:attrName>
                                        </p:attrNameLst>
                                      </p:cBhvr>
                                      <p:to>
                                        <p:strVal val="visible"/>
                                      </p:to>
                                    </p:set>
                                    <p:animEffect transition="in" filter="wipe(down)">
                                      <p:cBhvr>
                                        <p:cTn id="12" dur="500"/>
                                        <p:tgtEl>
                                          <p:spTgt spid="737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3777"/>
                                        </p:tgtEl>
                                        <p:attrNameLst>
                                          <p:attrName>style.visibility</p:attrName>
                                        </p:attrNameLst>
                                      </p:cBhvr>
                                      <p:to>
                                        <p:strVal val="visible"/>
                                      </p:to>
                                    </p:set>
                                    <p:animEffect transition="in" filter="dissolve">
                                      <p:cBhvr>
                                        <p:cTn id="17" dur="500"/>
                                        <p:tgtEl>
                                          <p:spTgt spid="737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3764"/>
                                        </p:tgtEl>
                                        <p:attrNameLst>
                                          <p:attrName>style.visibility</p:attrName>
                                        </p:attrNameLst>
                                      </p:cBhvr>
                                      <p:to>
                                        <p:strVal val="visible"/>
                                      </p:to>
                                    </p:set>
                                    <p:animEffect transition="in" filter="dissolve">
                                      <p:cBhvr>
                                        <p:cTn id="22" dur="500"/>
                                        <p:tgtEl>
                                          <p:spTgt spid="737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3786"/>
                                        </p:tgtEl>
                                        <p:attrNameLst>
                                          <p:attrName>style.visibility</p:attrName>
                                        </p:attrNameLst>
                                      </p:cBhvr>
                                      <p:to>
                                        <p:strVal val="visible"/>
                                      </p:to>
                                    </p:set>
                                    <p:animEffect transition="in" filter="dissolve">
                                      <p:cBhvr>
                                        <p:cTn id="27" dur="500"/>
                                        <p:tgtEl>
                                          <p:spTgt spid="737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3768"/>
                                        </p:tgtEl>
                                        <p:attrNameLst>
                                          <p:attrName>style.visibility</p:attrName>
                                        </p:attrNameLst>
                                      </p:cBhvr>
                                      <p:to>
                                        <p:strVal val="visible"/>
                                      </p:to>
                                    </p:set>
                                    <p:animEffect transition="in" filter="dissolve">
                                      <p:cBhvr>
                                        <p:cTn id="32" dur="500"/>
                                        <p:tgtEl>
                                          <p:spTgt spid="737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3770"/>
                                        </p:tgtEl>
                                        <p:attrNameLst>
                                          <p:attrName>style.visibility</p:attrName>
                                        </p:attrNameLst>
                                      </p:cBhvr>
                                      <p:to>
                                        <p:strVal val="visible"/>
                                      </p:to>
                                    </p:set>
                                    <p:animEffect transition="in" filter="dissolve">
                                      <p:cBhvr>
                                        <p:cTn id="37" dur="500"/>
                                        <p:tgtEl>
                                          <p:spTgt spid="737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3765"/>
                                        </p:tgtEl>
                                        <p:attrNameLst>
                                          <p:attrName>style.visibility</p:attrName>
                                        </p:attrNameLst>
                                      </p:cBhvr>
                                      <p:to>
                                        <p:strVal val="visible"/>
                                      </p:to>
                                    </p:set>
                                    <p:animEffect transition="in" filter="dissolve">
                                      <p:cBhvr>
                                        <p:cTn id="42" dur="500"/>
                                        <p:tgtEl>
                                          <p:spTgt spid="7376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73793"/>
                                        </p:tgtEl>
                                        <p:attrNameLst>
                                          <p:attrName>style.visibility</p:attrName>
                                        </p:attrNameLst>
                                      </p:cBhvr>
                                      <p:to>
                                        <p:strVal val="visible"/>
                                      </p:to>
                                    </p:set>
                                    <p:animEffect transition="in" filter="dissolve">
                                      <p:cBhvr>
                                        <p:cTn id="47" dur="500"/>
                                        <p:tgtEl>
                                          <p:spTgt spid="737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73788"/>
                                        </p:tgtEl>
                                        <p:attrNameLst>
                                          <p:attrName>style.visibility</p:attrName>
                                        </p:attrNameLst>
                                      </p:cBhvr>
                                      <p:to>
                                        <p:strVal val="visible"/>
                                      </p:to>
                                    </p:set>
                                    <p:animEffect transition="in" filter="dissolve">
                                      <p:cBhvr>
                                        <p:cTn id="52" dur="500"/>
                                        <p:tgtEl>
                                          <p:spTgt spid="737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3767"/>
                                        </p:tgtEl>
                                        <p:attrNameLst>
                                          <p:attrName>style.visibility</p:attrName>
                                        </p:attrNameLst>
                                      </p:cBhvr>
                                      <p:to>
                                        <p:strVal val="visible"/>
                                      </p:to>
                                    </p:set>
                                    <p:animEffect transition="in" filter="dissolve">
                                      <p:cBhvr>
                                        <p:cTn id="57" dur="500"/>
                                        <p:tgtEl>
                                          <p:spTgt spid="7376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73775"/>
                                        </p:tgtEl>
                                        <p:attrNameLst>
                                          <p:attrName>style.visibility</p:attrName>
                                        </p:attrNameLst>
                                      </p:cBhvr>
                                      <p:to>
                                        <p:strVal val="visible"/>
                                      </p:to>
                                    </p:set>
                                    <p:animEffect transition="in" filter="dissolve">
                                      <p:cBhvr>
                                        <p:cTn id="62" dur="500"/>
                                        <p:tgtEl>
                                          <p:spTgt spid="7377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73776"/>
                                        </p:tgtEl>
                                        <p:attrNameLst>
                                          <p:attrName>style.visibility</p:attrName>
                                        </p:attrNameLst>
                                      </p:cBhvr>
                                      <p:to>
                                        <p:strVal val="visible"/>
                                      </p:to>
                                    </p:set>
                                    <p:animEffect transition="in" filter="dissolve">
                                      <p:cBhvr>
                                        <p:cTn id="67" dur="500"/>
                                        <p:tgtEl>
                                          <p:spTgt spid="7377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73766"/>
                                        </p:tgtEl>
                                        <p:attrNameLst>
                                          <p:attrName>style.visibility</p:attrName>
                                        </p:attrNameLst>
                                      </p:cBhvr>
                                      <p:to>
                                        <p:strVal val="visible"/>
                                      </p:to>
                                    </p:set>
                                    <p:animEffect transition="in" filter="dissolve">
                                      <p:cBhvr>
                                        <p:cTn id="72" dur="500"/>
                                        <p:tgtEl>
                                          <p:spTgt spid="7376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73787"/>
                                        </p:tgtEl>
                                        <p:attrNameLst>
                                          <p:attrName>style.visibility</p:attrName>
                                        </p:attrNameLst>
                                      </p:cBhvr>
                                      <p:to>
                                        <p:strVal val="visible"/>
                                      </p:to>
                                    </p:set>
                                    <p:animEffect transition="in" filter="dissolve">
                                      <p:cBhvr>
                                        <p:cTn id="77" dur="500"/>
                                        <p:tgtEl>
                                          <p:spTgt spid="7378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73769"/>
                                        </p:tgtEl>
                                        <p:attrNameLst>
                                          <p:attrName>style.visibility</p:attrName>
                                        </p:attrNameLst>
                                      </p:cBhvr>
                                      <p:to>
                                        <p:strVal val="visible"/>
                                      </p:to>
                                    </p:set>
                                    <p:animEffect transition="in" filter="dissolve">
                                      <p:cBhvr>
                                        <p:cTn id="82" dur="500"/>
                                        <p:tgtEl>
                                          <p:spTgt spid="7376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73771"/>
                                        </p:tgtEl>
                                        <p:attrNameLst>
                                          <p:attrName>style.visibility</p:attrName>
                                        </p:attrNameLst>
                                      </p:cBhvr>
                                      <p:to>
                                        <p:strVal val="visible"/>
                                      </p:to>
                                    </p:set>
                                    <p:animEffect transition="in" filter="dissolve">
                                      <p:cBhvr>
                                        <p:cTn id="87" dur="500"/>
                                        <p:tgtEl>
                                          <p:spTgt spid="7377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73780"/>
                                        </p:tgtEl>
                                        <p:attrNameLst>
                                          <p:attrName>style.visibility</p:attrName>
                                        </p:attrNameLst>
                                      </p:cBhvr>
                                      <p:to>
                                        <p:strVal val="visible"/>
                                      </p:to>
                                    </p:set>
                                    <p:animEffect transition="in" filter="dissolve">
                                      <p:cBhvr>
                                        <p:cTn id="92" dur="500"/>
                                        <p:tgtEl>
                                          <p:spTgt spid="73780"/>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nodeType="click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randombar(horizontal)">
                                      <p:cBhvr>
                                        <p:cTn id="97" dur="500"/>
                                        <p:tgtEl>
                                          <p:spTgt spid="51"/>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3"/>
                                        </p:tgtEl>
                                        <p:attrNameLst>
                                          <p:attrName>style.visibility</p:attrName>
                                        </p:attrNameLst>
                                      </p:cBhvr>
                                      <p:to>
                                        <p:strVal val="visible"/>
                                      </p:to>
                                    </p:set>
                                    <p:anim calcmode="lin" valueType="num">
                                      <p:cBhvr additive="base">
                                        <p:cTn id="102" dur="500" fill="hold"/>
                                        <p:tgtEl>
                                          <p:spTgt spid="3"/>
                                        </p:tgtEl>
                                        <p:attrNameLst>
                                          <p:attrName>ppt_x</p:attrName>
                                        </p:attrNameLst>
                                      </p:cBhvr>
                                      <p:tavLst>
                                        <p:tav tm="0">
                                          <p:val>
                                            <p:strVal val="#ppt_x"/>
                                          </p:val>
                                        </p:tav>
                                        <p:tav tm="100000">
                                          <p:val>
                                            <p:strVal val="#ppt_x"/>
                                          </p:val>
                                        </p:tav>
                                      </p:tavLst>
                                    </p:anim>
                                    <p:anim calcmode="lin" valueType="num">
                                      <p:cBhvr additive="base">
                                        <p:cTn id="10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62" grpId="0" animBg="1"/>
      <p:bldP spid="73764" grpId="0" animBg="1"/>
      <p:bldP spid="73765" grpId="0" animBg="1"/>
      <p:bldP spid="73766" grpId="0" animBg="1"/>
      <p:bldP spid="73767" grpId="0" animBg="1"/>
      <p:bldP spid="73768" grpId="0" animBg="1"/>
      <p:bldP spid="73769" grpId="0" animBg="1"/>
      <p:bldP spid="73770" grpId="0" autoUpdateAnimBg="0"/>
      <p:bldP spid="73771" grpId="0" autoUpdateAnimBg="0"/>
      <p:bldP spid="73775" grpId="0" animBg="1"/>
      <p:bldP spid="73776" grpId="0" animBg="1"/>
      <p:bldP spid="7377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000" y="1520792"/>
            <a:ext cx="8820000" cy="36000"/>
          </a:xfrm>
          <a:prstGeom prst="rect">
            <a:avLst/>
          </a:prstGeom>
          <a:solidFill>
            <a:srgbClr val="25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5"/>
          <p:cNvSpPr>
            <a:spLocks/>
          </p:cNvSpPr>
          <p:nvPr/>
        </p:nvSpPr>
        <p:spPr bwMode="auto">
          <a:xfrm>
            <a:off x="254632" y="1069854"/>
            <a:ext cx="156984" cy="15940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4" name="Freeform 6"/>
          <p:cNvSpPr>
            <a:spLocks/>
          </p:cNvSpPr>
          <p:nvPr/>
        </p:nvSpPr>
        <p:spPr bwMode="auto">
          <a:xfrm>
            <a:off x="355983" y="1164058"/>
            <a:ext cx="156984" cy="16058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5" name="Freeform 7"/>
          <p:cNvSpPr>
            <a:spLocks/>
          </p:cNvSpPr>
          <p:nvPr/>
        </p:nvSpPr>
        <p:spPr bwMode="auto">
          <a:xfrm>
            <a:off x="251520" y="1253368"/>
            <a:ext cx="155802" cy="159408"/>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3CA5C2"/>
          </a:solidFill>
          <a:ln>
            <a:noFill/>
          </a:ln>
        </p:spPr>
        <p:txBody>
          <a:bodyPr vert="horz" wrap="square" lIns="68562" tIns="34281" rIns="68562" bIns="34281" numCol="1" anchor="t" anchorCtr="0" compatLnSpc="1">
            <a:prstTxWarp prst="textNoShape">
              <a:avLst/>
            </a:prstTxWarp>
          </a:bodyPr>
          <a:lstStyle/>
          <a:p>
            <a:endParaRPr lang="zh-CN" altLang="en-US"/>
          </a:p>
        </p:txBody>
      </p:sp>
      <p:sp>
        <p:nvSpPr>
          <p:cNvPr id="7" name="椭圆 6">
            <a:hlinkClick r:id="" action="ppaction://hlinkshowjump?jump=previousslide"/>
          </p:cNvPr>
          <p:cNvSpPr/>
          <p:nvPr/>
        </p:nvSpPr>
        <p:spPr>
          <a:xfrm>
            <a:off x="8140027" y="1017280"/>
            <a:ext cx="178944" cy="178944"/>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KSO_Shape">
            <a:hlinkClick r:id="" action="ppaction://hlinkshowjump?jump=previousslide"/>
          </p:cNvPr>
          <p:cNvSpPr>
            <a:spLocks noChangeAspect="1"/>
          </p:cNvSpPr>
          <p:nvPr/>
        </p:nvSpPr>
        <p:spPr>
          <a:xfrm flipH="1">
            <a:off x="8187787" y="1063602"/>
            <a:ext cx="83424" cy="86301"/>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9" name="椭圆 8">
            <a:hlinkClick r:id="" action="ppaction://hlinkshowjump?jump=nextslide"/>
          </p:cNvPr>
          <p:cNvSpPr/>
          <p:nvPr/>
        </p:nvSpPr>
        <p:spPr>
          <a:xfrm flipH="1">
            <a:off x="8713535" y="1017282"/>
            <a:ext cx="178944" cy="178944"/>
          </a:xfrm>
          <a:prstGeom prst="ellipse">
            <a:avLst/>
          </a:prstGeom>
          <a:solidFill>
            <a:srgbClr val="256779"/>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KSO_Shape">
            <a:hlinkClick r:id="" action="ppaction://hlinkshowjump?jump=nextslide"/>
          </p:cNvPr>
          <p:cNvSpPr>
            <a:spLocks noChangeAspect="1"/>
          </p:cNvSpPr>
          <p:nvPr/>
        </p:nvSpPr>
        <p:spPr>
          <a:xfrm>
            <a:off x="8761296" y="1063611"/>
            <a:ext cx="83424" cy="86301"/>
          </a:xfrm>
          <a:custGeom>
            <a:avLst/>
            <a:gdLst>
              <a:gd name="connsiteX0" fmla="*/ 0 w 286763"/>
              <a:gd name="connsiteY0" fmla="*/ 0 h 296477"/>
              <a:gd name="connsiteX1" fmla="*/ 0 w 286763"/>
              <a:gd name="connsiteY1" fmla="*/ 296477 h 296477"/>
              <a:gd name="connsiteX2" fmla="*/ 219559 w 286763"/>
              <a:gd name="connsiteY2" fmla="*/ 148263 h 296477"/>
              <a:gd name="connsiteX3" fmla="*/ 219559 w 286763"/>
              <a:gd name="connsiteY3" fmla="*/ 267358 h 296477"/>
              <a:gd name="connsiteX4" fmla="*/ 286763 w 286763"/>
              <a:gd name="connsiteY4" fmla="*/ 267358 h 296477"/>
              <a:gd name="connsiteX5" fmla="*/ 286763 w 286763"/>
              <a:gd name="connsiteY5" fmla="*/ 29119 h 296477"/>
              <a:gd name="connsiteX6" fmla="*/ 219559 w 286763"/>
              <a:gd name="connsiteY6" fmla="*/ 29119 h 296477"/>
              <a:gd name="connsiteX7" fmla="*/ 219559 w 286763"/>
              <a:gd name="connsiteY7" fmla="*/ 148215 h 29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763" h="296477">
                <a:moveTo>
                  <a:pt x="0" y="0"/>
                </a:moveTo>
                <a:lnTo>
                  <a:pt x="0" y="296477"/>
                </a:lnTo>
                <a:lnTo>
                  <a:pt x="219559" y="148263"/>
                </a:lnTo>
                <a:lnTo>
                  <a:pt x="219559" y="267358"/>
                </a:lnTo>
                <a:lnTo>
                  <a:pt x="286763" y="267358"/>
                </a:lnTo>
                <a:lnTo>
                  <a:pt x="286763" y="29119"/>
                </a:lnTo>
                <a:lnTo>
                  <a:pt x="219559" y="29119"/>
                </a:lnTo>
                <a:lnTo>
                  <a:pt x="219559" y="14821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endParaRPr>
          </a:p>
        </p:txBody>
      </p:sp>
      <p:sp>
        <p:nvSpPr>
          <p:cNvPr id="11" name="Freeform 10">
            <a:hlinkClick r:id="" action="ppaction://hlinkshowjump?jump=firstslide"/>
          </p:cNvPr>
          <p:cNvSpPr>
            <a:spLocks noChangeAspect="1" noEditPoints="1"/>
          </p:cNvSpPr>
          <p:nvPr/>
        </p:nvSpPr>
        <p:spPr bwMode="auto">
          <a:xfrm>
            <a:off x="8426253" y="1016752"/>
            <a:ext cx="180000" cy="1800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rgbClr val="256779"/>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TextBox 11"/>
          <p:cNvSpPr txBox="1"/>
          <p:nvPr/>
        </p:nvSpPr>
        <p:spPr>
          <a:xfrm>
            <a:off x="1078131" y="509485"/>
            <a:ext cx="7635404" cy="400110"/>
          </a:xfrm>
          <a:prstGeom prst="rect">
            <a:avLst/>
          </a:prstGeom>
          <a:noFill/>
        </p:spPr>
        <p:txBody>
          <a:bodyPr wrap="square" rtlCol="0">
            <a:spAutoFit/>
          </a:bodyPr>
          <a:lstStyle/>
          <a:p>
            <a:r>
              <a:rPr lang="en-US" altLang="zh-CN" sz="2000" b="1" spc="100" dirty="0">
                <a:solidFill>
                  <a:srgbClr val="FF0000"/>
                </a:solidFill>
                <a:latin typeface="Comic Sans MS" panose="030F0702030302020204" pitchFamily="66" charset="0"/>
                <a:ea typeface="微软雅黑" panose="020B0503020204020204" pitchFamily="34" charset="-122"/>
              </a:rPr>
              <a:t>Conclusion</a:t>
            </a:r>
            <a:r>
              <a:rPr lang="en-US" altLang="zh-CN" sz="2000" b="1" spc="100" dirty="0">
                <a:solidFill>
                  <a:srgbClr val="1D4F5D"/>
                </a:solidFill>
                <a:latin typeface="Comic Sans MS" panose="030F0702030302020204" pitchFamily="66" charset="0"/>
                <a:ea typeface="微软雅黑" panose="020B0503020204020204" pitchFamily="34" charset="-122"/>
              </a:rPr>
              <a:t> (power</a:t>
            </a:r>
            <a:r>
              <a:rPr lang="zh-CN" altLang="en-US" sz="2000" b="1" spc="100" dirty="0">
                <a:solidFill>
                  <a:srgbClr val="1D4F5D"/>
                </a:solidFill>
                <a:latin typeface="Comic Sans MS" panose="030F0702030302020204" pitchFamily="66" charset="0"/>
                <a:ea typeface="微软雅黑" panose="020B0503020204020204" pitchFamily="34" charset="-122"/>
              </a:rPr>
              <a:t> </a:t>
            </a:r>
            <a:r>
              <a:rPr lang="en-US" altLang="zh-CN" sz="2000" b="1" spc="100" dirty="0">
                <a:solidFill>
                  <a:srgbClr val="1D4F5D"/>
                </a:solidFill>
                <a:latin typeface="Comic Sans MS" panose="030F0702030302020204" pitchFamily="66" charset="0"/>
                <a:ea typeface="微软雅黑" panose="020B0503020204020204" pitchFamily="34" charset="-122"/>
              </a:rPr>
              <a:t>factor</a:t>
            </a:r>
            <a:r>
              <a:rPr lang="zh-CN" altLang="en-US" sz="2000" b="1" spc="100" dirty="0">
                <a:solidFill>
                  <a:srgbClr val="1D4F5D"/>
                </a:solidFill>
                <a:latin typeface="Comic Sans MS" panose="030F0702030302020204" pitchFamily="66" charset="0"/>
                <a:ea typeface="微软雅黑" panose="020B0503020204020204" pitchFamily="34" charset="-122"/>
              </a:rPr>
              <a:t> </a:t>
            </a:r>
            <a:r>
              <a:rPr lang="en-US" altLang="zh-CN" sz="2000" b="1" spc="100" dirty="0">
                <a:solidFill>
                  <a:srgbClr val="1D4F5D"/>
                </a:solidFill>
                <a:latin typeface="Comic Sans MS" panose="030F0702030302020204" pitchFamily="66" charset="0"/>
                <a:ea typeface="微软雅黑" panose="020B0503020204020204" pitchFamily="34" charset="-122"/>
              </a:rPr>
              <a:t>correction):</a:t>
            </a:r>
            <a:endParaRPr lang="zh-CN" altLang="en-US" sz="2000" b="1" spc="100" dirty="0">
              <a:solidFill>
                <a:srgbClr val="1D4F5D"/>
              </a:solidFill>
              <a:latin typeface="Comic Sans MS" panose="030F0702030302020204" pitchFamily="66" charset="0"/>
              <a:ea typeface="微软雅黑" panose="020B0503020204020204" pitchFamily="34" charset="-122"/>
            </a:endParaRPr>
          </a:p>
        </p:txBody>
      </p:sp>
      <p:sp>
        <p:nvSpPr>
          <p:cNvPr id="13" name="TextBox 12"/>
          <p:cNvSpPr txBox="1"/>
          <p:nvPr/>
        </p:nvSpPr>
        <p:spPr>
          <a:xfrm>
            <a:off x="355984" y="1844824"/>
            <a:ext cx="2775857" cy="369332"/>
          </a:xfrm>
          <a:prstGeom prst="rect">
            <a:avLst/>
          </a:prstGeom>
          <a:noFill/>
        </p:spPr>
        <p:txBody>
          <a:bodyPr wrap="square" rtlCol="0">
            <a:spAutoFit/>
          </a:bodyPr>
          <a:lstStyle/>
          <a:p>
            <a:pPr marL="342900" indent="-342900">
              <a:buFont typeface="+mj-ea"/>
              <a:buAutoNum type="circleNumDbPlain"/>
            </a:pPr>
            <a:r>
              <a:rPr lang="en-US" altLang="zh-CN" b="1" dirty="0">
                <a:solidFill>
                  <a:srgbClr val="0070C0"/>
                </a:solidFill>
                <a:latin typeface="Comic Sans MS" pitchFamily="66" charset="0"/>
              </a:rPr>
              <a:t>The total current</a:t>
            </a:r>
            <a:r>
              <a:rPr lang="en-US" altLang="zh-CN" b="1" dirty="0">
                <a:latin typeface="Comic Sans MS" pitchFamily="66" charset="0"/>
              </a:rPr>
              <a:t> </a:t>
            </a:r>
            <a:endParaRPr lang="zh-CN" altLang="en-US" b="1" dirty="0">
              <a:latin typeface="Comic Sans MS" pitchFamily="66" charset="0"/>
            </a:endParaRPr>
          </a:p>
        </p:txBody>
      </p:sp>
      <p:sp>
        <p:nvSpPr>
          <p:cNvPr id="45" name="Text Box 42"/>
          <p:cNvSpPr txBox="1">
            <a:spLocks noChangeArrowheads="1"/>
          </p:cNvSpPr>
          <p:nvPr/>
        </p:nvSpPr>
        <p:spPr bwMode="auto">
          <a:xfrm>
            <a:off x="2806861" y="1769934"/>
            <a:ext cx="322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kumimoji="1" sz="2800" b="1" i="1">
                <a:solidFill>
                  <a:schemeClr val="tx1"/>
                </a:solidFill>
                <a:latin typeface="Times New Roman" pitchFamily="18" charset="0"/>
                <a:ea typeface="楷体_GB2312" pitchFamily="49" charset="-122"/>
              </a:defRPr>
            </a:lvl1pPr>
            <a:lvl2pPr marL="742950" indent="-285750" eaLnBrk="0" hangingPunct="0">
              <a:defRPr kumimoji="1" sz="2800" b="1" i="1">
                <a:solidFill>
                  <a:schemeClr val="tx1"/>
                </a:solidFill>
                <a:latin typeface="Times New Roman" pitchFamily="18" charset="0"/>
                <a:ea typeface="楷体_GB2312" pitchFamily="49" charset="-122"/>
              </a:defRPr>
            </a:lvl2pPr>
            <a:lvl3pPr marL="1143000" indent="-228600" eaLnBrk="0" hangingPunct="0">
              <a:defRPr kumimoji="1" sz="2800" b="1" i="1">
                <a:solidFill>
                  <a:schemeClr val="tx1"/>
                </a:solidFill>
                <a:latin typeface="Times New Roman" pitchFamily="18" charset="0"/>
                <a:ea typeface="楷体_GB2312" pitchFamily="49" charset="-122"/>
              </a:defRPr>
            </a:lvl3pPr>
            <a:lvl4pPr marL="1600200" indent="-228600" eaLnBrk="0" hangingPunct="0">
              <a:defRPr kumimoji="1" sz="2800" b="1" i="1">
                <a:solidFill>
                  <a:schemeClr val="tx1"/>
                </a:solidFill>
                <a:latin typeface="Times New Roman" pitchFamily="18" charset="0"/>
                <a:ea typeface="楷体_GB2312" pitchFamily="49" charset="-122"/>
              </a:defRPr>
            </a:lvl4pPr>
            <a:lvl5pPr marL="2057400" indent="-228600" eaLnBrk="0" hangingPunct="0">
              <a:defRPr kumimoji="1" sz="2800" b="1" i="1">
                <a:solidFill>
                  <a:schemeClr val="tx1"/>
                </a:solidFill>
                <a:latin typeface="Times New Roman" pitchFamily="18" charset="0"/>
                <a:ea typeface="楷体_GB2312" pitchFamily="49" charset="-122"/>
              </a:defRPr>
            </a:lvl5pPr>
            <a:lvl6pPr marL="25146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6pPr>
            <a:lvl7pPr marL="29718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7pPr>
            <a:lvl8pPr marL="34290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8pPr>
            <a:lvl9pPr marL="3886200" indent="-228600" algn="ctr" eaLnBrk="0" fontAlgn="base" hangingPunct="0">
              <a:spcBef>
                <a:spcPct val="50000"/>
              </a:spcBef>
              <a:spcAft>
                <a:spcPct val="0"/>
              </a:spcAft>
              <a:defRPr kumimoji="1" sz="2800" b="1" i="1">
                <a:solidFill>
                  <a:schemeClr val="tx1"/>
                </a:solidFill>
                <a:latin typeface="Times New Roman" pitchFamily="18" charset="0"/>
                <a:ea typeface="楷体_GB2312" pitchFamily="49" charset="-122"/>
              </a:defRPr>
            </a:lvl9pPr>
          </a:lstStyle>
          <a:p>
            <a:pPr algn="l"/>
            <a:r>
              <a:rPr lang="en-US" altLang="zh-CN" dirty="0">
                <a:solidFill>
                  <a:srgbClr val="FF0000"/>
                </a:solidFill>
              </a:rPr>
              <a:t>I</a:t>
            </a:r>
          </a:p>
        </p:txBody>
      </p:sp>
      <p:sp>
        <p:nvSpPr>
          <p:cNvPr id="46" name="Line 43"/>
          <p:cNvSpPr>
            <a:spLocks noChangeShapeType="1"/>
          </p:cNvSpPr>
          <p:nvPr/>
        </p:nvSpPr>
        <p:spPr bwMode="auto">
          <a:xfrm>
            <a:off x="3203848" y="1762125"/>
            <a:ext cx="0" cy="514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矩形 13"/>
          <p:cNvSpPr/>
          <p:nvPr/>
        </p:nvSpPr>
        <p:spPr>
          <a:xfrm>
            <a:off x="3260117" y="2019300"/>
            <a:ext cx="415498" cy="369332"/>
          </a:xfrm>
          <a:prstGeom prst="rect">
            <a:avLst/>
          </a:prstGeom>
        </p:spPr>
        <p:txBody>
          <a:bodyPr wrap="none">
            <a:spAutoFit/>
          </a:bodyPr>
          <a:lstStyle/>
          <a:p>
            <a:r>
              <a:rPr lang="zh-CN" altLang="en-US" dirty="0"/>
              <a:t>，</a:t>
            </a:r>
          </a:p>
        </p:txBody>
      </p:sp>
      <p:sp>
        <p:nvSpPr>
          <p:cNvPr id="15" name="TextBox 14"/>
          <p:cNvSpPr txBox="1"/>
          <p:nvPr/>
        </p:nvSpPr>
        <p:spPr>
          <a:xfrm>
            <a:off x="3497211" y="1844824"/>
            <a:ext cx="3272649" cy="369332"/>
          </a:xfrm>
          <a:prstGeom prst="rect">
            <a:avLst/>
          </a:prstGeom>
          <a:noFill/>
        </p:spPr>
        <p:txBody>
          <a:bodyPr wrap="square" rtlCol="0">
            <a:spAutoFit/>
          </a:bodyPr>
          <a:lstStyle/>
          <a:p>
            <a:r>
              <a:rPr lang="en-US" altLang="zh-CN" b="1" dirty="0">
                <a:solidFill>
                  <a:srgbClr val="0070C0"/>
                </a:solidFill>
                <a:latin typeface="Comic Sans MS" pitchFamily="66" charset="0"/>
              </a:rPr>
              <a:t>the total power factor </a:t>
            </a:r>
            <a:endParaRPr lang="zh-CN" altLang="en-US" b="1" dirty="0">
              <a:solidFill>
                <a:srgbClr val="0070C0"/>
              </a:solidFill>
              <a:latin typeface="Comic Sans MS" pitchFamily="66" charset="0"/>
            </a:endParaRPr>
          </a:p>
        </p:txBody>
      </p:sp>
      <p:graphicFrame>
        <p:nvGraphicFramePr>
          <p:cNvPr id="47" name="Object 45"/>
          <p:cNvGraphicFramePr>
            <a:graphicFrameLocks noChangeAspect="1"/>
          </p:cNvGraphicFramePr>
          <p:nvPr/>
        </p:nvGraphicFramePr>
        <p:xfrm>
          <a:off x="6088739" y="1811337"/>
          <a:ext cx="974725" cy="465138"/>
        </p:xfrm>
        <a:graphic>
          <a:graphicData uri="http://schemas.openxmlformats.org/presentationml/2006/ole">
            <mc:AlternateContent xmlns:mc="http://schemas.openxmlformats.org/markup-compatibility/2006">
              <mc:Choice xmlns:v="urn:schemas-microsoft-com:vml" Requires="v">
                <p:oleObj spid="_x0000_s39124" name="Equation" r:id="rId4" imgW="333377" imgH="142795" progId="Equation.3">
                  <p:embed/>
                </p:oleObj>
              </mc:Choice>
              <mc:Fallback>
                <p:oleObj name="Equation" r:id="rId4" imgW="333377" imgH="142795" progId="Equation.3">
                  <p:embed/>
                  <p:pic>
                    <p:nvPicPr>
                      <p:cNvPr id="47" name="Object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8739" y="1811337"/>
                        <a:ext cx="974725"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 name="Line 44"/>
          <p:cNvSpPr>
            <a:spLocks noChangeShapeType="1"/>
          </p:cNvSpPr>
          <p:nvPr/>
        </p:nvSpPr>
        <p:spPr bwMode="auto">
          <a:xfrm flipV="1">
            <a:off x="7020272" y="1762125"/>
            <a:ext cx="0" cy="533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TextBox 48"/>
          <p:cNvSpPr txBox="1"/>
          <p:nvPr/>
        </p:nvSpPr>
        <p:spPr>
          <a:xfrm>
            <a:off x="899593" y="2289047"/>
            <a:ext cx="3272649" cy="461665"/>
          </a:xfrm>
          <a:prstGeom prst="rect">
            <a:avLst/>
          </a:prstGeom>
          <a:noFill/>
        </p:spPr>
        <p:txBody>
          <a:bodyPr wrap="square" rtlCol="0">
            <a:spAutoFit/>
          </a:bodyPr>
          <a:lstStyle/>
          <a:p>
            <a:r>
              <a:rPr lang="en-US" altLang="zh-CN" b="1" dirty="0">
                <a:solidFill>
                  <a:srgbClr val="0070C0"/>
                </a:solidFill>
                <a:latin typeface="Comic Sans MS" pitchFamily="66" charset="0"/>
              </a:rPr>
              <a:t>the total apparent power </a:t>
            </a:r>
            <a:r>
              <a:rPr lang="en-US" altLang="zh-CN" sz="2400" b="1" i="1" dirty="0">
                <a:solidFill>
                  <a:srgbClr val="0070C0"/>
                </a:solidFill>
                <a:latin typeface="Times New Roman" pitchFamily="18" charset="0"/>
                <a:cs typeface="Times New Roman" pitchFamily="18" charset="0"/>
              </a:rPr>
              <a:t>S</a:t>
            </a:r>
            <a:r>
              <a:rPr lang="en-US" altLang="zh-CN" b="1" dirty="0">
                <a:solidFill>
                  <a:srgbClr val="0070C0"/>
                </a:solidFill>
                <a:latin typeface="Comic Sans MS" pitchFamily="66" charset="0"/>
              </a:rPr>
              <a:t> </a:t>
            </a:r>
            <a:endParaRPr lang="zh-CN" altLang="en-US" b="1" dirty="0">
              <a:solidFill>
                <a:srgbClr val="0070C0"/>
              </a:solidFill>
              <a:latin typeface="Comic Sans MS" pitchFamily="66" charset="0"/>
            </a:endParaRPr>
          </a:p>
        </p:txBody>
      </p:sp>
      <p:sp>
        <p:nvSpPr>
          <p:cNvPr id="50" name="矩形 49"/>
          <p:cNvSpPr/>
          <p:nvPr/>
        </p:nvSpPr>
        <p:spPr>
          <a:xfrm>
            <a:off x="7020272" y="1987034"/>
            <a:ext cx="415498" cy="369332"/>
          </a:xfrm>
          <a:prstGeom prst="rect">
            <a:avLst/>
          </a:prstGeom>
        </p:spPr>
        <p:txBody>
          <a:bodyPr wrap="none">
            <a:spAutoFit/>
          </a:bodyPr>
          <a:lstStyle/>
          <a:p>
            <a:r>
              <a:rPr lang="zh-CN" altLang="en-US" dirty="0"/>
              <a:t>，</a:t>
            </a:r>
          </a:p>
        </p:txBody>
      </p:sp>
      <p:sp>
        <p:nvSpPr>
          <p:cNvPr id="51" name="Line 43"/>
          <p:cNvSpPr>
            <a:spLocks noChangeShapeType="1"/>
          </p:cNvSpPr>
          <p:nvPr/>
        </p:nvSpPr>
        <p:spPr bwMode="auto">
          <a:xfrm>
            <a:off x="4175689" y="2276475"/>
            <a:ext cx="0" cy="5143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Box 15"/>
          <p:cNvSpPr txBox="1"/>
          <p:nvPr/>
        </p:nvSpPr>
        <p:spPr>
          <a:xfrm>
            <a:off x="417102" y="2996953"/>
            <a:ext cx="4347065" cy="646331"/>
          </a:xfrm>
          <a:prstGeom prst="rect">
            <a:avLst/>
          </a:prstGeom>
          <a:noFill/>
        </p:spPr>
        <p:txBody>
          <a:bodyPr wrap="square" rtlCol="0">
            <a:spAutoFit/>
          </a:bodyPr>
          <a:lstStyle/>
          <a:p>
            <a:pPr marL="342900" indent="-342900">
              <a:buFont typeface="+mj-ea"/>
              <a:buAutoNum type="circleNumDbPlain" startAt="2"/>
            </a:pPr>
            <a:r>
              <a:rPr lang="en-US" altLang="zh-CN" b="1" dirty="0">
                <a:solidFill>
                  <a:srgbClr val="0070C0"/>
                </a:solidFill>
                <a:latin typeface="Comic Sans MS" pitchFamily="66" charset="0"/>
                <a:cs typeface="Times New Roman" pitchFamily="18" charset="0"/>
              </a:rPr>
              <a:t>The </a:t>
            </a:r>
            <a:r>
              <a:rPr lang="en-US" altLang="zh-CN" b="1" dirty="0">
                <a:solidFill>
                  <a:srgbClr val="FF0000"/>
                </a:solidFill>
                <a:latin typeface="Comic Sans MS" pitchFamily="66" charset="0"/>
                <a:cs typeface="Times New Roman" pitchFamily="18" charset="0"/>
              </a:rPr>
              <a:t>working conditions </a:t>
            </a:r>
            <a:r>
              <a:rPr lang="en-US" altLang="zh-CN" b="1" dirty="0">
                <a:solidFill>
                  <a:srgbClr val="0070C0"/>
                </a:solidFill>
                <a:latin typeface="Comic Sans MS" pitchFamily="66" charset="0"/>
                <a:cs typeface="Times New Roman" pitchFamily="18" charset="0"/>
              </a:rPr>
              <a:t>of the load       remain unchanged.</a:t>
            </a:r>
            <a:endParaRPr lang="zh-CN" altLang="en-US" b="1" dirty="0">
              <a:solidFill>
                <a:srgbClr val="0070C0"/>
              </a:solidFill>
              <a:latin typeface="Comic Sans MS" pitchFamily="66" charset="0"/>
              <a:cs typeface="Times New Roman" pitchFamily="18" charset="0"/>
            </a:endParaRPr>
          </a:p>
        </p:txBody>
      </p:sp>
      <p:sp>
        <p:nvSpPr>
          <p:cNvPr id="18" name="TextBox 17"/>
          <p:cNvSpPr txBox="1"/>
          <p:nvPr/>
        </p:nvSpPr>
        <p:spPr>
          <a:xfrm>
            <a:off x="899592" y="3643284"/>
            <a:ext cx="3672408" cy="1200329"/>
          </a:xfrm>
          <a:prstGeom prst="rect">
            <a:avLst/>
          </a:prstGeom>
          <a:noFill/>
        </p:spPr>
        <p:txBody>
          <a:bodyPr wrap="square" rtlCol="0">
            <a:spAutoFit/>
          </a:bodyPr>
          <a:lstStyle/>
          <a:p>
            <a:pPr marL="285750" indent="-285750">
              <a:buFont typeface="Wingdings" pitchFamily="2" charset="2"/>
              <a:buChar char="Ø"/>
            </a:pPr>
            <a:r>
              <a:rPr lang="en-US" altLang="zh-CN" b="1" dirty="0">
                <a:latin typeface="Comic Sans MS" pitchFamily="66" charset="0"/>
              </a:rPr>
              <a:t>The power factor of the load </a:t>
            </a:r>
            <a:r>
              <a:rPr lang="en-US" altLang="zh-CN" b="1" dirty="0" err="1">
                <a:latin typeface="Comic Sans MS" pitchFamily="66" charset="0"/>
              </a:rPr>
              <a:t>cos</a:t>
            </a:r>
            <a:r>
              <a:rPr lang="el-GR" altLang="zh-CN" b="1" dirty="0">
                <a:latin typeface="Comic Sans MS" pitchFamily="66" charset="0"/>
                <a:ea typeface="宋体"/>
              </a:rPr>
              <a:t>φ</a:t>
            </a:r>
            <a:r>
              <a:rPr lang="en-US" altLang="zh-CN" b="1" baseline="-25000" dirty="0">
                <a:latin typeface="Comic Sans MS" pitchFamily="66" charset="0"/>
                <a:ea typeface="宋体"/>
              </a:rPr>
              <a:t>1</a:t>
            </a:r>
            <a:r>
              <a:rPr lang="en-US" altLang="zh-CN" b="1" dirty="0">
                <a:latin typeface="Comic Sans MS" pitchFamily="66" charset="0"/>
              </a:rPr>
              <a:t> is not changed.</a:t>
            </a:r>
          </a:p>
          <a:p>
            <a:pPr marL="285750" indent="-285750">
              <a:buFont typeface="Wingdings" pitchFamily="2" charset="2"/>
              <a:buChar char="Ø"/>
            </a:pPr>
            <a:r>
              <a:rPr lang="en-US" altLang="zh-CN" b="1" dirty="0">
                <a:latin typeface="Comic Sans MS" pitchFamily="66" charset="0"/>
              </a:rPr>
              <a:t>The current through the load is not changed.</a:t>
            </a:r>
            <a:endParaRPr lang="zh-CN" altLang="en-US" b="1" dirty="0">
              <a:latin typeface="Comic Sans MS" pitchFamily="66" charset="0"/>
            </a:endParaRPr>
          </a:p>
        </p:txBody>
      </p:sp>
      <p:grpSp>
        <p:nvGrpSpPr>
          <p:cNvPr id="52" name="Group 14"/>
          <p:cNvGrpSpPr>
            <a:grpSpLocks/>
          </p:cNvGrpSpPr>
          <p:nvPr/>
        </p:nvGrpSpPr>
        <p:grpSpPr bwMode="auto">
          <a:xfrm>
            <a:off x="5692439" y="2295526"/>
            <a:ext cx="2833687" cy="3395663"/>
            <a:chOff x="3783" y="2229"/>
            <a:chExt cx="1785" cy="2139"/>
          </a:xfrm>
        </p:grpSpPr>
        <p:grpSp>
          <p:nvGrpSpPr>
            <p:cNvPr id="53" name="Group 15"/>
            <p:cNvGrpSpPr>
              <a:grpSpLocks/>
            </p:cNvGrpSpPr>
            <p:nvPr/>
          </p:nvGrpSpPr>
          <p:grpSpPr bwMode="auto">
            <a:xfrm>
              <a:off x="3783" y="2352"/>
              <a:ext cx="1785" cy="2016"/>
              <a:chOff x="3783" y="2304"/>
              <a:chExt cx="1785" cy="2016"/>
            </a:xfrm>
          </p:grpSpPr>
          <p:sp>
            <p:nvSpPr>
              <p:cNvPr id="57" name="Line 16"/>
              <p:cNvSpPr>
                <a:spLocks noChangeShapeType="1"/>
              </p:cNvSpPr>
              <p:nvPr/>
            </p:nvSpPr>
            <p:spPr bwMode="auto">
              <a:xfrm flipV="1">
                <a:off x="4743" y="3360"/>
                <a:ext cx="0" cy="768"/>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7"/>
              <p:cNvSpPr>
                <a:spLocks noChangeShapeType="1"/>
              </p:cNvSpPr>
              <p:nvPr/>
            </p:nvSpPr>
            <p:spPr bwMode="auto">
              <a:xfrm>
                <a:off x="3783" y="2304"/>
                <a:ext cx="1008" cy="1104"/>
              </a:xfrm>
              <a:prstGeom prst="line">
                <a:avLst/>
              </a:prstGeom>
              <a:noFill/>
              <a:ln w="38100">
                <a:solidFill>
                  <a:srgbClr val="3333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9" name="Group 18"/>
              <p:cNvGrpSpPr>
                <a:grpSpLocks/>
              </p:cNvGrpSpPr>
              <p:nvPr/>
            </p:nvGrpSpPr>
            <p:grpSpPr bwMode="auto">
              <a:xfrm>
                <a:off x="3783" y="3072"/>
                <a:ext cx="1296" cy="1248"/>
                <a:chOff x="3504" y="3072"/>
                <a:chExt cx="1296" cy="1248"/>
              </a:xfrm>
            </p:grpSpPr>
            <p:sp>
              <p:nvSpPr>
                <p:cNvPr id="72" name="Line 19"/>
                <p:cNvSpPr>
                  <a:spLocks noChangeShapeType="1"/>
                </p:cNvSpPr>
                <p:nvPr/>
              </p:nvSpPr>
              <p:spPr bwMode="auto">
                <a:xfrm>
                  <a:off x="3504" y="3072"/>
                  <a:ext cx="1008" cy="1104"/>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 name="Object 20"/>
                <p:cNvGraphicFramePr>
                  <a:graphicFrameLocks noChangeAspect="1"/>
                </p:cNvGraphicFramePr>
                <p:nvPr/>
              </p:nvGraphicFramePr>
              <p:xfrm>
                <a:off x="4546" y="3974"/>
                <a:ext cx="254" cy="346"/>
              </p:xfrm>
              <a:graphic>
                <a:graphicData uri="http://schemas.openxmlformats.org/presentationml/2006/ole">
                  <mc:AlternateContent xmlns:mc="http://schemas.openxmlformats.org/markup-compatibility/2006">
                    <mc:Choice xmlns:v="urn:schemas-microsoft-com:vml" Requires="v">
                      <p:oleObj spid="_x0000_s39125" name="公式" r:id="rId6" imgW="139700" imgH="228600" progId="Equation.3">
                        <p:embed/>
                      </p:oleObj>
                    </mc:Choice>
                    <mc:Fallback>
                      <p:oleObj name="公式" r:id="rId6" imgW="139700" imgH="228600" progId="Equation.3">
                        <p:embed/>
                        <p:pic>
                          <p:nvPicPr>
                            <p:cNvPr id="73"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6" y="3974"/>
                              <a:ext cx="254"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 name="Group 21"/>
              <p:cNvGrpSpPr>
                <a:grpSpLocks/>
              </p:cNvGrpSpPr>
              <p:nvPr/>
            </p:nvGrpSpPr>
            <p:grpSpPr bwMode="auto">
              <a:xfrm>
                <a:off x="3783" y="3072"/>
                <a:ext cx="1236" cy="384"/>
                <a:chOff x="3504" y="3072"/>
                <a:chExt cx="1236" cy="384"/>
              </a:xfrm>
            </p:grpSpPr>
            <p:sp>
              <p:nvSpPr>
                <p:cNvPr id="70" name="Line 22"/>
                <p:cNvSpPr>
                  <a:spLocks noChangeShapeType="1"/>
                </p:cNvSpPr>
                <p:nvPr/>
              </p:nvSpPr>
              <p:spPr bwMode="auto">
                <a:xfrm>
                  <a:off x="3504" y="3072"/>
                  <a:ext cx="1008" cy="3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 name="Object 23"/>
                <p:cNvGraphicFramePr>
                  <a:graphicFrameLocks noChangeAspect="1"/>
                </p:cNvGraphicFramePr>
                <p:nvPr/>
              </p:nvGraphicFramePr>
              <p:xfrm>
                <a:off x="4512" y="3168"/>
                <a:ext cx="228" cy="288"/>
              </p:xfrm>
              <a:graphic>
                <a:graphicData uri="http://schemas.openxmlformats.org/presentationml/2006/ole">
                  <mc:AlternateContent xmlns:mc="http://schemas.openxmlformats.org/markup-compatibility/2006">
                    <mc:Choice xmlns:v="urn:schemas-microsoft-com:vml" Requires="v">
                      <p:oleObj spid="_x0000_s39126" name="公式" r:id="rId8" imgW="104737" imgH="171408" progId="Equation.3">
                        <p:embed/>
                      </p:oleObj>
                    </mc:Choice>
                    <mc:Fallback>
                      <p:oleObj name="公式" r:id="rId8" imgW="104737" imgH="171408" progId="Equation.3">
                        <p:embed/>
                        <p:pic>
                          <p:nvPicPr>
                            <p:cNvPr id="71"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2" y="3168"/>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 name="Group 24"/>
              <p:cNvGrpSpPr>
                <a:grpSpLocks/>
              </p:cNvGrpSpPr>
              <p:nvPr/>
            </p:nvGrpSpPr>
            <p:grpSpPr bwMode="auto">
              <a:xfrm>
                <a:off x="3783" y="2912"/>
                <a:ext cx="1785" cy="304"/>
                <a:chOff x="3504" y="2912"/>
                <a:chExt cx="1785" cy="304"/>
              </a:xfrm>
            </p:grpSpPr>
            <p:sp>
              <p:nvSpPr>
                <p:cNvPr id="68" name="Line 25"/>
                <p:cNvSpPr>
                  <a:spLocks noChangeShapeType="1"/>
                </p:cNvSpPr>
                <p:nvPr/>
              </p:nvSpPr>
              <p:spPr bwMode="auto">
                <a:xfrm>
                  <a:off x="3504" y="3072"/>
                  <a:ext cx="144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9" name="Object 26"/>
                <p:cNvGraphicFramePr>
                  <a:graphicFrameLocks noChangeAspect="1"/>
                </p:cNvGraphicFramePr>
                <p:nvPr/>
              </p:nvGraphicFramePr>
              <p:xfrm>
                <a:off x="4992" y="2912"/>
                <a:ext cx="297" cy="304"/>
              </p:xfrm>
              <a:graphic>
                <a:graphicData uri="http://schemas.openxmlformats.org/presentationml/2006/ole">
                  <mc:AlternateContent xmlns:mc="http://schemas.openxmlformats.org/markup-compatibility/2006">
                    <mc:Choice xmlns:v="urn:schemas-microsoft-com:vml" Requires="v">
                      <p:oleObj spid="_x0000_s39127" name="公式" r:id="rId10" imgW="164957" imgH="203024" progId="Equation.3">
                        <p:embed/>
                      </p:oleObj>
                    </mc:Choice>
                    <mc:Fallback>
                      <p:oleObj name="公式" r:id="rId10" imgW="164957" imgH="203024" progId="Equation.3">
                        <p:embed/>
                        <p:pic>
                          <p:nvPicPr>
                            <p:cNvPr id="69"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2" y="2912"/>
                              <a:ext cx="297"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2" name="Group 27"/>
              <p:cNvGrpSpPr>
                <a:grpSpLocks/>
              </p:cNvGrpSpPr>
              <p:nvPr/>
            </p:nvGrpSpPr>
            <p:grpSpPr bwMode="auto">
              <a:xfrm>
                <a:off x="4119" y="3068"/>
                <a:ext cx="352" cy="244"/>
                <a:chOff x="3840" y="3068"/>
                <a:chExt cx="352" cy="244"/>
              </a:xfrm>
            </p:grpSpPr>
            <p:sp>
              <p:nvSpPr>
                <p:cNvPr id="66" name="Freeform 28"/>
                <p:cNvSpPr>
                  <a:spLocks/>
                </p:cNvSpPr>
                <p:nvPr/>
              </p:nvSpPr>
              <p:spPr bwMode="auto">
                <a:xfrm>
                  <a:off x="3840" y="3072"/>
                  <a:ext cx="96" cy="96"/>
                </a:xfrm>
                <a:custGeom>
                  <a:avLst/>
                  <a:gdLst>
                    <a:gd name="T0" fmla="*/ 96 w 96"/>
                    <a:gd name="T1" fmla="*/ 0 h 96"/>
                    <a:gd name="T2" fmla="*/ 0 w 96"/>
                    <a:gd name="T3" fmla="*/ 96 h 96"/>
                    <a:gd name="T4" fmla="*/ 0 60000 65536"/>
                    <a:gd name="T5" fmla="*/ 0 60000 65536"/>
                    <a:gd name="T6" fmla="*/ 0 w 96"/>
                    <a:gd name="T7" fmla="*/ 0 h 96"/>
                    <a:gd name="T8" fmla="*/ 96 w 96"/>
                    <a:gd name="T9" fmla="*/ 96 h 96"/>
                  </a:gdLst>
                  <a:ahLst/>
                  <a:cxnLst>
                    <a:cxn ang="T4">
                      <a:pos x="T0" y="T1"/>
                    </a:cxn>
                    <a:cxn ang="T5">
                      <a:pos x="T2" y="T3"/>
                    </a:cxn>
                  </a:cxnLst>
                  <a:rect l="T6" t="T7" r="T8" b="T9"/>
                  <a:pathLst>
                    <a:path w="96" h="96">
                      <a:moveTo>
                        <a:pt x="96" y="0"/>
                      </a:moveTo>
                      <a:cubicBezTo>
                        <a:pt x="56" y="40"/>
                        <a:pt x="16" y="80"/>
                        <a:pt x="0" y="9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7" name="Object 29"/>
                <p:cNvGraphicFramePr>
                  <a:graphicFrameLocks noChangeAspect="1"/>
                </p:cNvGraphicFramePr>
                <p:nvPr/>
              </p:nvGraphicFramePr>
              <p:xfrm>
                <a:off x="3984" y="3068"/>
                <a:ext cx="208" cy="244"/>
              </p:xfrm>
              <a:graphic>
                <a:graphicData uri="http://schemas.openxmlformats.org/presentationml/2006/ole">
                  <mc:AlternateContent xmlns:mc="http://schemas.openxmlformats.org/markup-compatibility/2006">
                    <mc:Choice xmlns:v="urn:schemas-microsoft-com:vml" Requires="v">
                      <p:oleObj spid="_x0000_s39128" name="公式" r:id="rId12" imgW="123903" imgH="142795" progId="Equation.3">
                        <p:embed/>
                      </p:oleObj>
                    </mc:Choice>
                    <mc:Fallback>
                      <p:oleObj name="公式" r:id="rId12" imgW="123903" imgH="142795" progId="Equation.3">
                        <p:embed/>
                        <p:pic>
                          <p:nvPicPr>
                            <p:cNvPr id="67"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84" y="3068"/>
                              <a:ext cx="208"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3" name="Group 30"/>
              <p:cNvGrpSpPr>
                <a:grpSpLocks/>
              </p:cNvGrpSpPr>
              <p:nvPr/>
            </p:nvGrpSpPr>
            <p:grpSpPr bwMode="auto">
              <a:xfrm>
                <a:off x="3927" y="3072"/>
                <a:ext cx="459" cy="494"/>
                <a:chOff x="3648" y="3072"/>
                <a:chExt cx="459" cy="494"/>
              </a:xfrm>
            </p:grpSpPr>
            <p:sp>
              <p:nvSpPr>
                <p:cNvPr id="64" name="Freeform 31"/>
                <p:cNvSpPr>
                  <a:spLocks/>
                </p:cNvSpPr>
                <p:nvPr/>
              </p:nvSpPr>
              <p:spPr bwMode="auto">
                <a:xfrm>
                  <a:off x="3648" y="3072"/>
                  <a:ext cx="96" cy="144"/>
                </a:xfrm>
                <a:custGeom>
                  <a:avLst/>
                  <a:gdLst>
                    <a:gd name="T0" fmla="*/ 96 w 96"/>
                    <a:gd name="T1" fmla="*/ 0 h 144"/>
                    <a:gd name="T2" fmla="*/ 0 w 96"/>
                    <a:gd name="T3" fmla="*/ 144 h 144"/>
                    <a:gd name="T4" fmla="*/ 0 60000 65536"/>
                    <a:gd name="T5" fmla="*/ 0 60000 65536"/>
                    <a:gd name="T6" fmla="*/ 0 w 96"/>
                    <a:gd name="T7" fmla="*/ 0 h 144"/>
                    <a:gd name="T8" fmla="*/ 96 w 96"/>
                    <a:gd name="T9" fmla="*/ 144 h 144"/>
                  </a:gdLst>
                  <a:ahLst/>
                  <a:cxnLst>
                    <a:cxn ang="T4">
                      <a:pos x="T0" y="T1"/>
                    </a:cxn>
                    <a:cxn ang="T5">
                      <a:pos x="T2" y="T3"/>
                    </a:cxn>
                  </a:cxnLst>
                  <a:rect l="T6" t="T7" r="T8" b="T9"/>
                  <a:pathLst>
                    <a:path w="96" h="144">
                      <a:moveTo>
                        <a:pt x="96" y="0"/>
                      </a:moveTo>
                      <a:cubicBezTo>
                        <a:pt x="60" y="64"/>
                        <a:pt x="24" y="128"/>
                        <a:pt x="0" y="144"/>
                      </a:cubicBezTo>
                    </a:path>
                  </a:pathLst>
                </a:custGeom>
                <a:noFill/>
                <a:ln w="3810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5" name="Object 32"/>
                <p:cNvGraphicFramePr>
                  <a:graphicFrameLocks noChangeAspect="1"/>
                </p:cNvGraphicFramePr>
                <p:nvPr/>
              </p:nvGraphicFramePr>
              <p:xfrm>
                <a:off x="3840" y="3216"/>
                <a:ext cx="267" cy="350"/>
              </p:xfrm>
              <a:graphic>
                <a:graphicData uri="http://schemas.openxmlformats.org/presentationml/2006/ole">
                  <mc:AlternateContent xmlns:mc="http://schemas.openxmlformats.org/markup-compatibility/2006">
                    <mc:Choice xmlns:v="urn:schemas-microsoft-com:vml" Requires="v">
                      <p:oleObj spid="_x0000_s39129" name="公式" r:id="rId14" imgW="142799" imgH="200021" progId="Equation.3">
                        <p:embed/>
                      </p:oleObj>
                    </mc:Choice>
                    <mc:Fallback>
                      <p:oleObj name="公式" r:id="rId14" imgW="142799" imgH="200021" progId="Equation.3">
                        <p:embed/>
                        <p:pic>
                          <p:nvPicPr>
                            <p:cNvPr id="65"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40" y="3216"/>
                              <a:ext cx="267"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54" name="Group 33"/>
            <p:cNvGrpSpPr>
              <a:grpSpLocks/>
            </p:cNvGrpSpPr>
            <p:nvPr/>
          </p:nvGrpSpPr>
          <p:grpSpPr bwMode="auto">
            <a:xfrm>
              <a:off x="3792" y="2229"/>
              <a:ext cx="432" cy="891"/>
              <a:chOff x="3504" y="2181"/>
              <a:chExt cx="432" cy="891"/>
            </a:xfrm>
          </p:grpSpPr>
          <p:sp>
            <p:nvSpPr>
              <p:cNvPr id="55" name="Line 34"/>
              <p:cNvSpPr>
                <a:spLocks noChangeShapeType="1"/>
              </p:cNvSpPr>
              <p:nvPr/>
            </p:nvSpPr>
            <p:spPr bwMode="auto">
              <a:xfrm flipV="1">
                <a:off x="3504" y="2304"/>
                <a:ext cx="0" cy="768"/>
              </a:xfrm>
              <a:prstGeom prst="line">
                <a:avLst/>
              </a:prstGeom>
              <a:noFill/>
              <a:ln w="38100">
                <a:solidFill>
                  <a:srgbClr val="33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6" name="Object 35"/>
              <p:cNvGraphicFramePr>
                <a:graphicFrameLocks noChangeAspect="1"/>
              </p:cNvGraphicFramePr>
              <p:nvPr/>
            </p:nvGraphicFramePr>
            <p:xfrm>
              <a:off x="3615" y="2181"/>
              <a:ext cx="321" cy="363"/>
            </p:xfrm>
            <a:graphic>
              <a:graphicData uri="http://schemas.openxmlformats.org/presentationml/2006/ole">
                <mc:AlternateContent xmlns:mc="http://schemas.openxmlformats.org/markup-compatibility/2006">
                  <mc:Choice xmlns:v="urn:schemas-microsoft-com:vml" Requires="v">
                    <p:oleObj spid="_x0000_s39130" name="公式" r:id="rId16" imgW="161965" imgH="219186" progId="Equation.3">
                      <p:embed/>
                    </p:oleObj>
                  </mc:Choice>
                  <mc:Fallback>
                    <p:oleObj name="公式" r:id="rId16" imgW="161965" imgH="219186" progId="Equation.3">
                      <p:embed/>
                      <p:pic>
                        <p:nvPicPr>
                          <p:cNvPr id="56" name="Object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15" y="2181"/>
                            <a:ext cx="321"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74" name="TextBox 73"/>
          <p:cNvSpPr txBox="1"/>
          <p:nvPr/>
        </p:nvSpPr>
        <p:spPr>
          <a:xfrm>
            <a:off x="511108" y="4843613"/>
            <a:ext cx="4347065" cy="646331"/>
          </a:xfrm>
          <a:prstGeom prst="rect">
            <a:avLst/>
          </a:prstGeom>
          <a:noFill/>
        </p:spPr>
        <p:txBody>
          <a:bodyPr wrap="square" rtlCol="0">
            <a:spAutoFit/>
          </a:bodyPr>
          <a:lstStyle/>
          <a:p>
            <a:pPr marL="342900" indent="-342900">
              <a:buFont typeface="+mj-ea"/>
              <a:buAutoNum type="circleNumDbPlain" startAt="3"/>
            </a:pPr>
            <a:r>
              <a:rPr lang="en-US" altLang="zh-CN" b="1" dirty="0">
                <a:solidFill>
                  <a:srgbClr val="0070C0"/>
                </a:solidFill>
                <a:latin typeface="Comic Sans MS" pitchFamily="66" charset="0"/>
                <a:cs typeface="Times New Roman" pitchFamily="18" charset="0"/>
              </a:rPr>
              <a:t>The </a:t>
            </a:r>
            <a:r>
              <a:rPr lang="en-US" altLang="zh-CN" b="1" dirty="0">
                <a:solidFill>
                  <a:srgbClr val="FF0000"/>
                </a:solidFill>
                <a:latin typeface="Comic Sans MS" pitchFamily="66" charset="0"/>
                <a:cs typeface="Times New Roman" pitchFamily="18" charset="0"/>
              </a:rPr>
              <a:t>total real power </a:t>
            </a:r>
            <a:r>
              <a:rPr lang="en-US" altLang="zh-CN" b="1" dirty="0">
                <a:solidFill>
                  <a:srgbClr val="0070C0"/>
                </a:solidFill>
                <a:latin typeface="Comic Sans MS" pitchFamily="66" charset="0"/>
                <a:cs typeface="Times New Roman" pitchFamily="18" charset="0"/>
              </a:rPr>
              <a:t>of the circuit is not changed.</a:t>
            </a:r>
            <a:endParaRPr lang="zh-CN" altLang="en-US" b="1" dirty="0">
              <a:solidFill>
                <a:srgbClr val="0070C0"/>
              </a:solidFill>
              <a:latin typeface="Comic Sans MS" pitchFamily="66" charset="0"/>
              <a:cs typeface="Times New Roman" pitchFamily="18" charset="0"/>
            </a:endParaRPr>
          </a:p>
        </p:txBody>
      </p:sp>
    </p:spTree>
    <p:extLst>
      <p:ext uri="{BB962C8B-B14F-4D97-AF65-F5344CB8AC3E}">
        <p14:creationId xmlns:p14="http://schemas.microsoft.com/office/powerpoint/2010/main" val="993972439"/>
      </p:ext>
    </p:extLst>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300" fill="hold"/>
                                        <p:tgtEl>
                                          <p:spTgt spid="4"/>
                                        </p:tgtEl>
                                        <p:attrNameLst>
                                          <p:attrName>ppt_x</p:attrName>
                                        </p:attrNameLst>
                                      </p:cBhvr>
                                      <p:tavLst>
                                        <p:tav tm="0">
                                          <p:val>
                                            <p:strVal val="0-#ppt_w/2"/>
                                          </p:val>
                                        </p:tav>
                                        <p:tav tm="100000">
                                          <p:val>
                                            <p:strVal val="#ppt_x"/>
                                          </p:val>
                                        </p:tav>
                                      </p:tavLst>
                                    </p:anim>
                                    <p:anim calcmode="lin" valueType="num">
                                      <p:cBhvr additive="base">
                                        <p:cTn id="13" dur="3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800"/>
                            </p:stCondLst>
                            <p:childTnLst>
                              <p:par>
                                <p:cTn id="15" presetID="2" presetClass="entr" presetSubtype="8"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300" fill="hold"/>
                                        <p:tgtEl>
                                          <p:spTgt spid="3"/>
                                        </p:tgtEl>
                                        <p:attrNameLst>
                                          <p:attrName>ppt_x</p:attrName>
                                        </p:attrNameLst>
                                      </p:cBhvr>
                                      <p:tavLst>
                                        <p:tav tm="0">
                                          <p:val>
                                            <p:strVal val="0-#ppt_w/2"/>
                                          </p:val>
                                        </p:tav>
                                        <p:tav tm="100000">
                                          <p:val>
                                            <p:strVal val="#ppt_x"/>
                                          </p:val>
                                        </p:tav>
                                      </p:tavLst>
                                    </p:anim>
                                    <p:anim calcmode="lin" valueType="num">
                                      <p:cBhvr additive="base">
                                        <p:cTn id="18" dur="300" fill="hold"/>
                                        <p:tgtEl>
                                          <p:spTgt spid="3"/>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300" fill="hold"/>
                                        <p:tgtEl>
                                          <p:spTgt spid="5"/>
                                        </p:tgtEl>
                                        <p:attrNameLst>
                                          <p:attrName>ppt_x</p:attrName>
                                        </p:attrNameLst>
                                      </p:cBhvr>
                                      <p:tavLst>
                                        <p:tav tm="0">
                                          <p:val>
                                            <p:strVal val="0-#ppt_w/2"/>
                                          </p:val>
                                        </p:tav>
                                        <p:tav tm="100000">
                                          <p:val>
                                            <p:strVal val="#ppt_x"/>
                                          </p:val>
                                        </p:tav>
                                      </p:tavLst>
                                    </p:anim>
                                    <p:anim calcmode="lin" valueType="num">
                                      <p:cBhvr additive="base">
                                        <p:cTn id="22" dur="300" fill="hold"/>
                                        <p:tgtEl>
                                          <p:spTgt spid="5"/>
                                        </p:tgtEl>
                                        <p:attrNameLst>
                                          <p:attrName>ppt_y</p:attrName>
                                        </p:attrNameLst>
                                      </p:cBhvr>
                                      <p:tavLst>
                                        <p:tav tm="0">
                                          <p:val>
                                            <p:strVal val="#ppt_y"/>
                                          </p:val>
                                        </p:tav>
                                        <p:tav tm="100000">
                                          <p:val>
                                            <p:strVal val="#ppt_y"/>
                                          </p:val>
                                        </p:tav>
                                      </p:tavLst>
                                    </p:anim>
                                  </p:childTnLst>
                                </p:cTn>
                              </p:par>
                            </p:childTnLst>
                          </p:cTn>
                        </p:par>
                        <p:par>
                          <p:cTn id="23" fill="hold">
                            <p:stCondLst>
                              <p:cond delay="1100"/>
                            </p:stCondLst>
                            <p:childTnLst>
                              <p:par>
                                <p:cTn id="24" presetID="53" presetClass="entr" presetSubtype="16"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25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50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grpId="0" nodeType="withEffect">
                                  <p:stCondLst>
                                    <p:cond delay="50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par>
                          <p:cTn id="49" fill="hold">
                            <p:stCondLst>
                              <p:cond delay="2100"/>
                            </p:stCondLst>
                            <p:childTnLst>
                              <p:par>
                                <p:cTn id="50" presetID="23" presetClass="entr" presetSubtype="16" fill="hold" nodeType="after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p:cTn id="52" dur="500" fill="hold"/>
                                        <p:tgtEl>
                                          <p:spTgt spid="52"/>
                                        </p:tgtEl>
                                        <p:attrNameLst>
                                          <p:attrName>ppt_w</p:attrName>
                                        </p:attrNameLst>
                                      </p:cBhvr>
                                      <p:tavLst>
                                        <p:tav tm="0">
                                          <p:val>
                                            <p:fltVal val="0"/>
                                          </p:val>
                                        </p:tav>
                                        <p:tav tm="100000">
                                          <p:val>
                                            <p:strVal val="#ppt_w"/>
                                          </p:val>
                                        </p:tav>
                                      </p:tavLst>
                                    </p:anim>
                                    <p:anim calcmode="lin" valueType="num">
                                      <p:cBhvr>
                                        <p:cTn id="53" dur="500" fill="hold"/>
                                        <p:tgtEl>
                                          <p:spTgt spid="52"/>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randombar(horizontal)">
                                      <p:cBhvr>
                                        <p:cTn id="58" dur="500"/>
                                        <p:tgtEl>
                                          <p:spTgt spid="13"/>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randombar(horizontal)">
                                      <p:cBhvr>
                                        <p:cTn id="61" dur="500"/>
                                        <p:tgtEl>
                                          <p:spTgt spid="45"/>
                                        </p:tgtEl>
                                      </p:cBhvr>
                                    </p:animEffect>
                                  </p:childTnLst>
                                </p:cTn>
                              </p:par>
                            </p:childTnLst>
                          </p:cTn>
                        </p:par>
                        <p:par>
                          <p:cTn id="62" fill="hold">
                            <p:stCondLst>
                              <p:cond delay="500"/>
                            </p:stCondLst>
                            <p:childTnLst>
                              <p:par>
                                <p:cTn id="63" presetID="14" presetClass="entr" presetSubtype="10" fill="hold" grpId="0" nodeType="after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randombar(horizontal)">
                                      <p:cBhvr>
                                        <p:cTn id="65" dur="500"/>
                                        <p:tgtEl>
                                          <p:spTgt spid="46"/>
                                        </p:tgtEl>
                                      </p:cBhvr>
                                    </p:animEffect>
                                  </p:childTnLst>
                                </p:cTn>
                              </p:par>
                              <p:par>
                                <p:cTn id="66" presetID="14" presetClass="entr" presetSubtype="1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randombar(horizontal)">
                                      <p:cBhvr>
                                        <p:cTn id="68" dur="500"/>
                                        <p:tgtEl>
                                          <p:spTgt spid="14"/>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randombar(horizontal)">
                                      <p:cBhvr>
                                        <p:cTn id="73" dur="500"/>
                                        <p:tgtEl>
                                          <p:spTgt spid="15"/>
                                        </p:tgtEl>
                                      </p:cBhvr>
                                    </p:animEffect>
                                  </p:childTnLst>
                                </p:cTn>
                              </p:par>
                              <p:par>
                                <p:cTn id="74" presetID="14" presetClass="entr" presetSubtype="10" fill="hold"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randombar(horizontal)">
                                      <p:cBhvr>
                                        <p:cTn id="76" dur="500"/>
                                        <p:tgtEl>
                                          <p:spTgt spid="47"/>
                                        </p:tgtEl>
                                      </p:cBhvr>
                                    </p:animEffect>
                                  </p:childTnLst>
                                </p:cTn>
                              </p:par>
                            </p:childTnLst>
                          </p:cTn>
                        </p:par>
                        <p:par>
                          <p:cTn id="77" fill="hold">
                            <p:stCondLst>
                              <p:cond delay="500"/>
                            </p:stCondLst>
                            <p:childTnLst>
                              <p:par>
                                <p:cTn id="78" presetID="14" presetClass="entr" presetSubtype="10" fill="hold" grpId="0" nodeType="after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randombar(horizontal)">
                                      <p:cBhvr>
                                        <p:cTn id="80" dur="500"/>
                                        <p:tgtEl>
                                          <p:spTgt spid="48"/>
                                        </p:tgtEl>
                                      </p:cBhvr>
                                    </p:animEffect>
                                  </p:childTnLst>
                                </p:cTn>
                              </p:par>
                              <p:par>
                                <p:cTn id="81" presetID="14" presetClass="entr" presetSubtype="1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randombar(horizontal)">
                                      <p:cBhvr>
                                        <p:cTn id="83" dur="500"/>
                                        <p:tgtEl>
                                          <p:spTgt spid="50"/>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grpId="0" nodeType="click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randombar(horizontal)">
                                      <p:cBhvr>
                                        <p:cTn id="88" dur="500"/>
                                        <p:tgtEl>
                                          <p:spTgt spid="49"/>
                                        </p:tgtEl>
                                      </p:cBhvr>
                                    </p:animEffect>
                                  </p:childTnLst>
                                </p:cTn>
                              </p:par>
                            </p:childTnLst>
                          </p:cTn>
                        </p:par>
                        <p:par>
                          <p:cTn id="89" fill="hold">
                            <p:stCondLst>
                              <p:cond delay="500"/>
                            </p:stCondLst>
                            <p:childTnLst>
                              <p:par>
                                <p:cTn id="90" presetID="14" presetClass="entr" presetSubtype="10" fill="hold" grpId="0" nodeType="after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randombar(horizontal)">
                                      <p:cBhvr>
                                        <p:cTn id="92" dur="500"/>
                                        <p:tgtEl>
                                          <p:spTgt spid="51"/>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randombar(horizontal)">
                                      <p:cBhvr>
                                        <p:cTn id="97" dur="500"/>
                                        <p:tgtEl>
                                          <p:spTgt spid="16"/>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randombar(horizontal)">
                                      <p:cBhvr>
                                        <p:cTn id="102" dur="5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14" presetClass="entr" presetSubtype="10" fill="hold" grpId="0" nodeType="clickEffect">
                                  <p:stCondLst>
                                    <p:cond delay="0"/>
                                  </p:stCondLst>
                                  <p:childTnLst>
                                    <p:set>
                                      <p:cBhvr>
                                        <p:cTn id="106" dur="1" fill="hold">
                                          <p:stCondLst>
                                            <p:cond delay="0"/>
                                          </p:stCondLst>
                                        </p:cTn>
                                        <p:tgtEl>
                                          <p:spTgt spid="74"/>
                                        </p:tgtEl>
                                        <p:attrNameLst>
                                          <p:attrName>style.visibility</p:attrName>
                                        </p:attrNameLst>
                                      </p:cBhvr>
                                      <p:to>
                                        <p:strVal val="visible"/>
                                      </p:to>
                                    </p:set>
                                    <p:animEffect transition="in" filter="randombar(horizontal)">
                                      <p:cBhvr>
                                        <p:cTn id="10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1" grpId="0" animBg="1"/>
      <p:bldP spid="13" grpId="0"/>
      <p:bldP spid="45" grpId="0"/>
      <p:bldP spid="46" grpId="0" animBg="1"/>
      <p:bldP spid="14" grpId="0"/>
      <p:bldP spid="15" grpId="0"/>
      <p:bldP spid="48" grpId="0" animBg="1"/>
      <p:bldP spid="49" grpId="0"/>
      <p:bldP spid="50" grpId="0"/>
      <p:bldP spid="51" grpId="0" animBg="1"/>
      <p:bldP spid="16" grpId="0"/>
      <p:bldP spid="18" grpId="0"/>
      <p:bldP spid="7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078" name="Picture 6" descr="11-027"/>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62000" y="1268763"/>
            <a:ext cx="3276600" cy="1612900"/>
          </a:xfrm>
          <a:noFill/>
          <a:ln w="12700">
            <a:solidFill>
              <a:srgbClr val="FF3300"/>
            </a:solidFill>
            <a:miter lim="800000"/>
            <a:headEnd/>
            <a:tailEnd/>
          </a:ln>
        </p:spPr>
      </p:pic>
      <p:sp>
        <p:nvSpPr>
          <p:cNvPr id="387075" name="Rectangle 3"/>
          <p:cNvSpPr>
            <a:spLocks noChangeArrowheads="1"/>
          </p:cNvSpPr>
          <p:nvPr/>
        </p:nvSpPr>
        <p:spPr bwMode="auto">
          <a:xfrm>
            <a:off x="6" y="29157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7076" name="Rectangle 4"/>
          <p:cNvSpPr>
            <a:spLocks noChangeArrowheads="1"/>
          </p:cNvSpPr>
          <p:nvPr/>
        </p:nvSpPr>
        <p:spPr bwMode="auto">
          <a:xfrm>
            <a:off x="6" y="-18466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87086" name="Rectangle 14"/>
          <p:cNvSpPr>
            <a:spLocks noChangeArrowheads="1"/>
          </p:cNvSpPr>
          <p:nvPr/>
        </p:nvSpPr>
        <p:spPr bwMode="auto">
          <a:xfrm>
            <a:off x="3815396" y="5010413"/>
            <a:ext cx="1808507" cy="646331"/>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s-ES" altLang="zh-CN" b="1" dirty="0">
                <a:solidFill>
                  <a:srgbClr val="FF3300"/>
                </a:solidFill>
              </a:rPr>
              <a:t>Q</a:t>
            </a:r>
            <a:r>
              <a:rPr lang="es-ES" altLang="zh-CN" b="1" baseline="-25000" dirty="0">
                <a:solidFill>
                  <a:srgbClr val="FF3300"/>
                </a:solidFill>
              </a:rPr>
              <a:t>1</a:t>
            </a:r>
            <a:r>
              <a:rPr lang="es-ES" altLang="zh-CN" b="1" dirty="0">
                <a:solidFill>
                  <a:srgbClr val="FF3300"/>
                </a:solidFill>
              </a:rPr>
              <a:t> = S</a:t>
            </a:r>
            <a:r>
              <a:rPr lang="es-ES" altLang="zh-CN" b="1" baseline="-25000" dirty="0">
                <a:solidFill>
                  <a:srgbClr val="FF3300"/>
                </a:solidFill>
              </a:rPr>
              <a:t>1</a:t>
            </a:r>
            <a:r>
              <a:rPr lang="es-ES" altLang="zh-CN" b="1" dirty="0">
                <a:solidFill>
                  <a:srgbClr val="FF3300"/>
                </a:solidFill>
              </a:rPr>
              <a:t> sin </a:t>
            </a:r>
            <a:r>
              <a:rPr lang="en-US" altLang="zh-CN" b="1" dirty="0">
                <a:solidFill>
                  <a:srgbClr val="FF3300"/>
                </a:solidFill>
                <a:ea typeface="宋体" pitchFamily="2" charset="-122"/>
              </a:rPr>
              <a:t>θ</a:t>
            </a:r>
            <a:r>
              <a:rPr lang="es-ES" altLang="zh-CN" b="1" baseline="-25000" dirty="0">
                <a:solidFill>
                  <a:srgbClr val="FF3300"/>
                </a:solidFill>
              </a:rPr>
              <a:t>1</a:t>
            </a:r>
            <a:r>
              <a:rPr lang="es-ES" altLang="zh-CN" b="1" dirty="0">
                <a:solidFill>
                  <a:srgbClr val="FF3300"/>
                </a:solidFill>
              </a:rPr>
              <a:t> </a:t>
            </a:r>
          </a:p>
          <a:p>
            <a:pPr algn="ctr"/>
            <a:r>
              <a:rPr lang="es-ES" altLang="zh-CN" b="1" dirty="0">
                <a:solidFill>
                  <a:srgbClr val="FF3300"/>
                </a:solidFill>
              </a:rPr>
              <a:t>     = P tan </a:t>
            </a:r>
            <a:r>
              <a:rPr lang="en-US" altLang="zh-CN" b="1" dirty="0">
                <a:solidFill>
                  <a:srgbClr val="FF3300"/>
                </a:solidFill>
                <a:ea typeface="宋体" pitchFamily="2" charset="-122"/>
              </a:rPr>
              <a:t>θ</a:t>
            </a:r>
            <a:r>
              <a:rPr lang="es-ES" altLang="zh-CN" b="1" baseline="-25000" dirty="0">
                <a:solidFill>
                  <a:srgbClr val="FF3300"/>
                </a:solidFill>
              </a:rPr>
              <a:t>1</a:t>
            </a:r>
            <a:r>
              <a:rPr lang="en-US" altLang="zh-CN" dirty="0">
                <a:ea typeface="宋体" pitchFamily="2" charset="-122"/>
              </a:rPr>
              <a:t> </a:t>
            </a:r>
          </a:p>
        </p:txBody>
      </p:sp>
      <p:sp>
        <p:nvSpPr>
          <p:cNvPr id="387090" name="Rectangle 18"/>
          <p:cNvSpPr>
            <a:spLocks noChangeArrowheads="1"/>
          </p:cNvSpPr>
          <p:nvPr/>
        </p:nvSpPr>
        <p:spPr bwMode="auto">
          <a:xfrm>
            <a:off x="6" y="29061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87100" name="Group 28"/>
          <p:cNvGrpSpPr>
            <a:grpSpLocks/>
          </p:cNvGrpSpPr>
          <p:nvPr/>
        </p:nvGrpSpPr>
        <p:grpSpPr bwMode="auto">
          <a:xfrm>
            <a:off x="4419600" y="1343375"/>
            <a:ext cx="4114800" cy="1587500"/>
            <a:chOff x="2784" y="1008"/>
            <a:chExt cx="2592" cy="1000"/>
          </a:xfrm>
        </p:grpSpPr>
        <p:pic>
          <p:nvPicPr>
            <p:cNvPr id="387081" name="Picture 9" descr="1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4" y="1008"/>
              <a:ext cx="1432" cy="1000"/>
            </a:xfrm>
            <a:prstGeom prst="rect">
              <a:avLst/>
            </a:pr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387092" name="AutoShape 20"/>
            <p:cNvSpPr>
              <a:spLocks noChangeArrowheads="1"/>
            </p:cNvSpPr>
            <p:nvPr/>
          </p:nvSpPr>
          <p:spPr bwMode="auto">
            <a:xfrm>
              <a:off x="2784" y="1440"/>
              <a:ext cx="1008" cy="115"/>
            </a:xfrm>
            <a:prstGeom prst="rightArrow">
              <a:avLst>
                <a:gd name="adj1" fmla="val 50000"/>
                <a:gd name="adj2" fmla="val 219130"/>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7101" name="Group 29"/>
          <p:cNvGrpSpPr>
            <a:grpSpLocks/>
          </p:cNvGrpSpPr>
          <p:nvPr/>
        </p:nvGrpSpPr>
        <p:grpSpPr bwMode="auto">
          <a:xfrm>
            <a:off x="872671" y="3100389"/>
            <a:ext cx="2971800" cy="2722563"/>
            <a:chOff x="576" y="2099"/>
            <a:chExt cx="1872" cy="1715"/>
          </a:xfrm>
        </p:grpSpPr>
        <p:pic>
          <p:nvPicPr>
            <p:cNvPr id="387079" name="Picture 7" descr="11-0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2160"/>
              <a:ext cx="1872" cy="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7094" name="AutoShape 22"/>
            <p:cNvSpPr>
              <a:spLocks noChangeArrowheads="1"/>
            </p:cNvSpPr>
            <p:nvPr/>
          </p:nvSpPr>
          <p:spPr bwMode="auto">
            <a:xfrm rot="3806097">
              <a:off x="729" y="2329"/>
              <a:ext cx="576" cy="115"/>
            </a:xfrm>
            <a:prstGeom prst="rightArrow">
              <a:avLst>
                <a:gd name="adj1" fmla="val 50000"/>
                <a:gd name="adj2" fmla="val 125217"/>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7103" name="Group 31"/>
          <p:cNvGrpSpPr>
            <a:grpSpLocks/>
          </p:cNvGrpSpPr>
          <p:nvPr/>
        </p:nvGrpSpPr>
        <p:grpSpPr bwMode="auto">
          <a:xfrm>
            <a:off x="3272631" y="4967329"/>
            <a:ext cx="1766888" cy="1282700"/>
            <a:chOff x="2064" y="3264"/>
            <a:chExt cx="1113" cy="808"/>
          </a:xfrm>
        </p:grpSpPr>
        <p:sp>
          <p:nvSpPr>
            <p:cNvPr id="387087" name="Rectangle 15"/>
            <p:cNvSpPr>
              <a:spLocks noChangeArrowheads="1"/>
            </p:cNvSpPr>
            <p:nvPr/>
          </p:nvSpPr>
          <p:spPr bwMode="auto">
            <a:xfrm>
              <a:off x="2108" y="3839"/>
              <a:ext cx="1069" cy="233"/>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just"/>
              <a:r>
                <a:rPr lang="en-US" altLang="zh-CN" b="1">
                  <a:solidFill>
                    <a:srgbClr val="FF3300"/>
                  </a:solidFill>
                  <a:ea typeface="宋体" pitchFamily="2" charset="-122"/>
                </a:rPr>
                <a:t>Q</a:t>
              </a:r>
              <a:r>
                <a:rPr lang="en-US" altLang="zh-CN" b="1" baseline="-25000">
                  <a:solidFill>
                    <a:srgbClr val="FF3300"/>
                  </a:solidFill>
                  <a:ea typeface="宋体" pitchFamily="2" charset="-122"/>
                </a:rPr>
                <a:t>2</a:t>
              </a:r>
              <a:r>
                <a:rPr lang="en-US" altLang="zh-CN" b="1">
                  <a:solidFill>
                    <a:srgbClr val="FF3300"/>
                  </a:solidFill>
                  <a:ea typeface="宋体" pitchFamily="2" charset="-122"/>
                </a:rPr>
                <a:t> = P tan θ</a:t>
              </a:r>
              <a:r>
                <a:rPr lang="en-US" altLang="zh-CN" b="1" baseline="-25000">
                  <a:solidFill>
                    <a:srgbClr val="FF3300"/>
                  </a:solidFill>
                  <a:ea typeface="宋体" pitchFamily="2" charset="-122"/>
                </a:rPr>
                <a:t>2</a:t>
              </a:r>
            </a:p>
          </p:txBody>
        </p:sp>
        <p:sp>
          <p:nvSpPr>
            <p:cNvPr id="387095" name="Line 23"/>
            <p:cNvSpPr>
              <a:spLocks noChangeShapeType="1"/>
            </p:cNvSpPr>
            <p:nvPr/>
          </p:nvSpPr>
          <p:spPr bwMode="auto">
            <a:xfrm flipH="1" flipV="1">
              <a:off x="2064" y="3264"/>
              <a:ext cx="192" cy="57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7104" name="Group 32"/>
          <p:cNvGrpSpPr>
            <a:grpSpLocks/>
          </p:cNvGrpSpPr>
          <p:nvPr/>
        </p:nvGrpSpPr>
        <p:grpSpPr bwMode="auto">
          <a:xfrm>
            <a:off x="3429000" y="3167054"/>
            <a:ext cx="3276600" cy="1089025"/>
            <a:chOff x="2160" y="2131"/>
            <a:chExt cx="2064" cy="686"/>
          </a:xfrm>
        </p:grpSpPr>
        <p:sp>
          <p:nvSpPr>
            <p:cNvPr id="387088" name="Rectangle 16"/>
            <p:cNvSpPr>
              <a:spLocks noChangeArrowheads="1"/>
            </p:cNvSpPr>
            <p:nvPr/>
          </p:nvSpPr>
          <p:spPr bwMode="auto">
            <a:xfrm>
              <a:off x="2592" y="2131"/>
              <a:ext cx="1632" cy="686"/>
            </a:xfrm>
            <a:prstGeom prst="rect">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120000"/>
                </a:lnSpc>
              </a:pPr>
              <a:r>
                <a:rPr lang="en-US" altLang="zh-CN" b="1" dirty="0">
                  <a:solidFill>
                    <a:srgbClr val="FF3300"/>
                  </a:solidFill>
                  <a:ea typeface="宋体" pitchFamily="2" charset="-122"/>
                </a:rPr>
                <a:t>Q</a:t>
              </a:r>
              <a:r>
                <a:rPr lang="en-US" altLang="zh-CN" b="1" baseline="-25000" dirty="0">
                  <a:solidFill>
                    <a:srgbClr val="FF3300"/>
                  </a:solidFill>
                  <a:ea typeface="宋体" pitchFamily="2" charset="-122"/>
                </a:rPr>
                <a:t>c </a:t>
              </a:r>
              <a:r>
                <a:rPr lang="en-US" altLang="zh-CN" b="1" dirty="0">
                  <a:solidFill>
                    <a:srgbClr val="FF3300"/>
                  </a:solidFill>
                  <a:ea typeface="宋体" pitchFamily="2" charset="-122"/>
                </a:rPr>
                <a:t>= Q</a:t>
              </a:r>
              <a:r>
                <a:rPr lang="en-US" altLang="zh-CN" b="1" baseline="-25000" dirty="0">
                  <a:solidFill>
                    <a:srgbClr val="FF3300"/>
                  </a:solidFill>
                  <a:ea typeface="宋体" pitchFamily="2" charset="-122"/>
                </a:rPr>
                <a:t>1</a:t>
              </a:r>
              <a:r>
                <a:rPr lang="en-US" altLang="zh-CN" b="1" dirty="0">
                  <a:solidFill>
                    <a:srgbClr val="FF3300"/>
                  </a:solidFill>
                  <a:ea typeface="宋体" pitchFamily="2" charset="-122"/>
                </a:rPr>
                <a:t> – Q</a:t>
              </a:r>
              <a:r>
                <a:rPr lang="en-US" altLang="zh-CN" b="1" baseline="-25000" dirty="0">
                  <a:solidFill>
                    <a:srgbClr val="FF3300"/>
                  </a:solidFill>
                  <a:ea typeface="宋体" pitchFamily="2" charset="-122"/>
                </a:rPr>
                <a:t>2</a:t>
              </a:r>
              <a:r>
                <a:rPr lang="en-US" altLang="zh-CN" b="1" dirty="0">
                  <a:solidFill>
                    <a:srgbClr val="FF3300"/>
                  </a:solidFill>
                  <a:ea typeface="宋体" pitchFamily="2" charset="-122"/>
                </a:rPr>
                <a:t> </a:t>
              </a:r>
            </a:p>
            <a:p>
              <a:pPr algn="ctr">
                <a:lnSpc>
                  <a:spcPct val="120000"/>
                </a:lnSpc>
              </a:pPr>
              <a:r>
                <a:rPr lang="en-US" altLang="zh-CN" b="1" dirty="0">
                  <a:solidFill>
                    <a:srgbClr val="FF3300"/>
                  </a:solidFill>
                  <a:ea typeface="宋体" pitchFamily="2" charset="-122"/>
                </a:rPr>
                <a:t>= P (tan θ</a:t>
              </a:r>
              <a:r>
                <a:rPr lang="en-US" altLang="zh-CN" b="1" baseline="-25000" dirty="0">
                  <a:solidFill>
                    <a:srgbClr val="FF3300"/>
                  </a:solidFill>
                  <a:ea typeface="宋体" pitchFamily="2" charset="-122"/>
                </a:rPr>
                <a:t>1</a:t>
              </a:r>
              <a:r>
                <a:rPr lang="en-US" altLang="zh-CN" b="1" dirty="0">
                  <a:solidFill>
                    <a:srgbClr val="FF3300"/>
                  </a:solidFill>
                  <a:ea typeface="宋体" pitchFamily="2" charset="-122"/>
                </a:rPr>
                <a:t> - tan θ</a:t>
              </a:r>
              <a:r>
                <a:rPr lang="en-US" altLang="zh-CN" b="1" baseline="-25000" dirty="0">
                  <a:solidFill>
                    <a:srgbClr val="FF3300"/>
                  </a:solidFill>
                  <a:ea typeface="宋体" pitchFamily="2" charset="-122"/>
                </a:rPr>
                <a:t>2</a:t>
              </a:r>
              <a:r>
                <a:rPr lang="en-US" altLang="zh-CN" b="1" dirty="0">
                  <a:solidFill>
                    <a:srgbClr val="FF3300"/>
                  </a:solidFill>
                  <a:ea typeface="宋体" pitchFamily="2" charset="-122"/>
                </a:rPr>
                <a:t>) </a:t>
              </a:r>
            </a:p>
            <a:p>
              <a:pPr algn="ctr">
                <a:lnSpc>
                  <a:spcPct val="120000"/>
                </a:lnSpc>
              </a:pPr>
              <a:r>
                <a:rPr lang="en-US" altLang="zh-CN" b="1" dirty="0">
                  <a:solidFill>
                    <a:srgbClr val="FF3300"/>
                  </a:solidFill>
                  <a:ea typeface="宋体" pitchFamily="2" charset="-122"/>
                </a:rPr>
                <a:t>      = ωCV</a:t>
              </a:r>
              <a:r>
                <a:rPr lang="en-US" altLang="zh-CN" b="1" baseline="30000" dirty="0">
                  <a:solidFill>
                    <a:srgbClr val="FF3300"/>
                  </a:solidFill>
                  <a:ea typeface="宋体" pitchFamily="2" charset="-122"/>
                </a:rPr>
                <a:t>2</a:t>
              </a:r>
              <a:r>
                <a:rPr lang="en-US" altLang="zh-CN" b="1" baseline="-25000" dirty="0">
                  <a:solidFill>
                    <a:srgbClr val="FF3300"/>
                  </a:solidFill>
                  <a:ea typeface="宋体" pitchFamily="2" charset="-122"/>
                </a:rPr>
                <a:t>rms</a:t>
              </a:r>
            </a:p>
          </p:txBody>
        </p:sp>
        <p:sp>
          <p:nvSpPr>
            <p:cNvPr id="387096" name="Line 24"/>
            <p:cNvSpPr>
              <a:spLocks noChangeShapeType="1"/>
            </p:cNvSpPr>
            <p:nvPr/>
          </p:nvSpPr>
          <p:spPr bwMode="auto">
            <a:xfrm flipH="1" flipV="1">
              <a:off x="2160" y="2448"/>
              <a:ext cx="43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7097" name="Line 25"/>
          <p:cNvSpPr>
            <a:spLocks noChangeShapeType="1"/>
          </p:cNvSpPr>
          <p:nvPr/>
        </p:nvSpPr>
        <p:spPr bwMode="auto">
          <a:xfrm flipH="1" flipV="1">
            <a:off x="3695700" y="4510087"/>
            <a:ext cx="228600" cy="4572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7102" name="Group 30"/>
          <p:cNvGrpSpPr>
            <a:grpSpLocks/>
          </p:cNvGrpSpPr>
          <p:nvPr/>
        </p:nvGrpSpPr>
        <p:grpSpPr bwMode="auto">
          <a:xfrm>
            <a:off x="1043691" y="5719833"/>
            <a:ext cx="1738313" cy="525464"/>
            <a:chOff x="720" y="3792"/>
            <a:chExt cx="1095" cy="331"/>
          </a:xfrm>
        </p:grpSpPr>
        <p:sp>
          <p:nvSpPr>
            <p:cNvPr id="387085" name="Rectangle 13"/>
            <p:cNvSpPr>
              <a:spLocks noChangeArrowheads="1"/>
            </p:cNvSpPr>
            <p:nvPr/>
          </p:nvSpPr>
          <p:spPr bwMode="auto">
            <a:xfrm>
              <a:off x="720" y="3890"/>
              <a:ext cx="1095" cy="233"/>
            </a:xfrm>
            <a:prstGeom prst="rect">
              <a:avLst/>
            </a:prstGeom>
            <a:solidFill>
              <a:srgbClr val="FFFF00"/>
            </a:soli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dirty="0">
                  <a:solidFill>
                    <a:srgbClr val="FF3300"/>
                  </a:solidFill>
                  <a:ea typeface="宋体" pitchFamily="2" charset="-122"/>
                </a:rPr>
                <a:t>P = S</a:t>
              </a:r>
              <a:r>
                <a:rPr lang="en-US" altLang="zh-CN" b="1" baseline="-25000" dirty="0">
                  <a:solidFill>
                    <a:srgbClr val="FF3300"/>
                  </a:solidFill>
                  <a:ea typeface="宋体" pitchFamily="2" charset="-122"/>
                </a:rPr>
                <a:t>1</a:t>
              </a:r>
              <a:r>
                <a:rPr lang="en-US" altLang="zh-CN" b="1" dirty="0">
                  <a:solidFill>
                    <a:srgbClr val="FF3300"/>
                  </a:solidFill>
                  <a:ea typeface="宋体" pitchFamily="2" charset="-122"/>
                </a:rPr>
                <a:t> cos θ</a:t>
              </a:r>
              <a:r>
                <a:rPr lang="en-US" altLang="zh-CN" b="1" baseline="-25000" dirty="0">
                  <a:solidFill>
                    <a:srgbClr val="FF3300"/>
                  </a:solidFill>
                  <a:ea typeface="宋体" pitchFamily="2" charset="-122"/>
                </a:rPr>
                <a:t>1</a:t>
              </a:r>
              <a:r>
                <a:rPr lang="en-US" altLang="zh-CN" dirty="0">
                  <a:ea typeface="宋体" pitchFamily="2" charset="-122"/>
                </a:rPr>
                <a:t> </a:t>
              </a:r>
            </a:p>
          </p:txBody>
        </p:sp>
        <p:sp>
          <p:nvSpPr>
            <p:cNvPr id="387098" name="Line 26"/>
            <p:cNvSpPr>
              <a:spLocks noChangeShapeType="1"/>
            </p:cNvSpPr>
            <p:nvPr/>
          </p:nvSpPr>
          <p:spPr bwMode="auto">
            <a:xfrm flipV="1">
              <a:off x="864" y="3792"/>
              <a:ext cx="288" cy="9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87105" name="Group 33"/>
          <p:cNvGrpSpPr>
            <a:grpSpLocks/>
          </p:cNvGrpSpPr>
          <p:nvPr/>
        </p:nvGrpSpPr>
        <p:grpSpPr bwMode="auto">
          <a:xfrm>
            <a:off x="5859477" y="3995759"/>
            <a:ext cx="3055937" cy="1860551"/>
            <a:chOff x="3691" y="2517"/>
            <a:chExt cx="1925" cy="1172"/>
          </a:xfrm>
        </p:grpSpPr>
        <p:graphicFrame>
          <p:nvGraphicFramePr>
            <p:cNvPr id="387089" name="Object 17"/>
            <p:cNvGraphicFramePr>
              <a:graphicFrameLocks noChangeAspect="1"/>
            </p:cNvGraphicFramePr>
            <p:nvPr/>
          </p:nvGraphicFramePr>
          <p:xfrm>
            <a:off x="3691" y="3276"/>
            <a:ext cx="1925" cy="413"/>
          </p:xfrm>
          <a:graphic>
            <a:graphicData uri="http://schemas.openxmlformats.org/presentationml/2006/ole">
              <mc:AlternateContent xmlns:mc="http://schemas.openxmlformats.org/markup-compatibility/2006">
                <mc:Choice xmlns:v="urn:schemas-microsoft-com:vml" Requires="v">
                  <p:oleObj spid="_x0000_s42016" name="Equation" r:id="rId6" imgW="2044440" imgH="431640" progId="Equation.3">
                    <p:embed/>
                  </p:oleObj>
                </mc:Choice>
                <mc:Fallback>
                  <p:oleObj name="Equation" r:id="rId6" imgW="204444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1" y="3276"/>
                          <a:ext cx="1925" cy="413"/>
                        </a:xfrm>
                        <a:prstGeom prst="rect">
                          <a:avLst/>
                        </a:prstGeom>
                        <a:solidFill>
                          <a:srgbClr val="FFFF00"/>
                        </a:solidFill>
                        <a:ln w="38100">
                          <a:solidFill>
                            <a:srgbClr val="FF0000"/>
                          </a:solidFill>
                          <a:miter lim="800000"/>
                          <a:headEnd/>
                          <a:tailEnd/>
                        </a:ln>
                      </p:spPr>
                    </p:pic>
                  </p:oleObj>
                </mc:Fallback>
              </mc:AlternateContent>
            </a:graphicData>
          </a:graphic>
        </p:graphicFrame>
        <p:sp>
          <p:nvSpPr>
            <p:cNvPr id="387099" name="AutoShape 27"/>
            <p:cNvSpPr>
              <a:spLocks noChangeArrowheads="1"/>
            </p:cNvSpPr>
            <p:nvPr/>
          </p:nvSpPr>
          <p:spPr bwMode="auto">
            <a:xfrm rot="3072938">
              <a:off x="4154" y="2830"/>
              <a:ext cx="742" cy="115"/>
            </a:xfrm>
            <a:prstGeom prst="rightArrow">
              <a:avLst>
                <a:gd name="adj1" fmla="val 50000"/>
                <a:gd name="adj2" fmla="val 161304"/>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98301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899727" y="50828"/>
            <a:ext cx="8382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dirty="0">
                <a:solidFill>
                  <a:srgbClr val="FF0000"/>
                </a:solidFill>
                <a:latin typeface="Arial" charset="0"/>
                <a:ea typeface="宋体" charset="-122"/>
              </a:rPr>
              <a:t>Example:</a:t>
            </a:r>
            <a:r>
              <a:rPr kumimoji="1" lang="en-US" altLang="zh-CN" sz="2000" b="1" dirty="0">
                <a:latin typeface="Arial" charset="0"/>
                <a:ea typeface="宋体" charset="-122"/>
              </a:rPr>
              <a:t> </a:t>
            </a:r>
            <a:r>
              <a:rPr kumimoji="1" lang="en-US" altLang="zh-CN" sz="2000" b="1" i="1" dirty="0">
                <a:latin typeface="Times New Roman" pitchFamily="18" charset="0"/>
                <a:ea typeface="宋体" charset="-122"/>
                <a:cs typeface="Times New Roman" pitchFamily="18" charset="0"/>
              </a:rPr>
              <a:t>f</a:t>
            </a:r>
            <a:r>
              <a:rPr kumimoji="1" lang="en-US" altLang="zh-CN" sz="2000" b="1" dirty="0">
                <a:latin typeface="Arial" charset="0"/>
                <a:ea typeface="宋体" charset="-122"/>
              </a:rPr>
              <a:t>=50</a:t>
            </a:r>
            <a:r>
              <a:rPr kumimoji="1" lang="en-US" altLang="zh-CN" sz="2000" b="1" dirty="0">
                <a:latin typeface="Times New Roman" pitchFamily="18" charset="0"/>
                <a:ea typeface="宋体" charset="-122"/>
                <a:cs typeface="Times New Roman" pitchFamily="18" charset="0"/>
              </a:rPr>
              <a:t>HZ</a:t>
            </a:r>
            <a:r>
              <a:rPr kumimoji="1" lang="zh-CN" altLang="en-US" sz="2000" b="1" dirty="0">
                <a:latin typeface="Arial" charset="0"/>
                <a:ea typeface="宋体" charset="-122"/>
              </a:rPr>
              <a:t>，</a:t>
            </a:r>
            <a:r>
              <a:rPr kumimoji="1" lang="en-US" altLang="zh-CN" sz="2000" b="1" i="1" dirty="0">
                <a:latin typeface="Times New Roman" pitchFamily="18" charset="0"/>
                <a:ea typeface="宋体" charset="-122"/>
                <a:cs typeface="Times New Roman" pitchFamily="18" charset="0"/>
              </a:rPr>
              <a:t>U</a:t>
            </a:r>
            <a:r>
              <a:rPr kumimoji="1" lang="en-US" altLang="zh-CN" sz="2000" b="1" dirty="0">
                <a:latin typeface="Arial" charset="0"/>
                <a:ea typeface="宋体" charset="-122"/>
              </a:rPr>
              <a:t>=380</a:t>
            </a:r>
            <a:r>
              <a:rPr kumimoji="1" lang="en-US" altLang="zh-CN" sz="2000" b="1" dirty="0">
                <a:latin typeface="Times New Roman" pitchFamily="18" charset="0"/>
                <a:ea typeface="宋体" charset="-122"/>
                <a:cs typeface="Times New Roman" pitchFamily="18" charset="0"/>
              </a:rPr>
              <a:t>V</a:t>
            </a:r>
            <a:r>
              <a:rPr kumimoji="1" lang="zh-CN" altLang="en-US" sz="2000" b="1" dirty="0">
                <a:latin typeface="Arial" charset="0"/>
                <a:ea typeface="宋体" charset="-122"/>
              </a:rPr>
              <a:t>，</a:t>
            </a:r>
            <a:r>
              <a:rPr kumimoji="1" lang="en-US" altLang="zh-CN" sz="2000" b="1" i="1" dirty="0">
                <a:latin typeface="Times New Roman" pitchFamily="18" charset="0"/>
                <a:ea typeface="宋体" charset="-122"/>
                <a:cs typeface="Times New Roman" pitchFamily="18" charset="0"/>
              </a:rPr>
              <a:t>cosφ1</a:t>
            </a:r>
            <a:r>
              <a:rPr kumimoji="1" lang="en-US" altLang="zh-CN" sz="2000" b="1" dirty="0">
                <a:latin typeface="Arial" charset="0"/>
                <a:ea typeface="宋体" charset="-122"/>
              </a:rPr>
              <a:t>=0.6</a:t>
            </a:r>
            <a:r>
              <a:rPr kumimoji="1" lang="zh-CN" altLang="en-US" sz="2000" b="1" dirty="0">
                <a:latin typeface="Arial" charset="0"/>
                <a:ea typeface="宋体" charset="-122"/>
              </a:rPr>
              <a:t>，</a:t>
            </a:r>
            <a:r>
              <a:rPr kumimoji="1" lang="en-US" altLang="zh-CN" sz="2000" b="1" i="1" dirty="0">
                <a:latin typeface="Times New Roman" pitchFamily="18" charset="0"/>
                <a:ea typeface="宋体" charset="-122"/>
                <a:cs typeface="Times New Roman" pitchFamily="18" charset="0"/>
              </a:rPr>
              <a:t>P</a:t>
            </a:r>
            <a:r>
              <a:rPr kumimoji="1" lang="en-US" altLang="zh-CN" sz="2000" b="1" dirty="0">
                <a:latin typeface="Arial" charset="0"/>
                <a:ea typeface="宋体" charset="-122"/>
              </a:rPr>
              <a:t>=20KW</a:t>
            </a:r>
            <a:r>
              <a:rPr kumimoji="1" lang="zh-CN" altLang="en-US" sz="2000" b="1" dirty="0">
                <a:latin typeface="Arial" charset="0"/>
                <a:ea typeface="宋体" charset="-122"/>
              </a:rPr>
              <a:t>，</a:t>
            </a:r>
            <a:r>
              <a:rPr kumimoji="1" lang="en-US" altLang="zh-CN" sz="2000" b="1" dirty="0">
                <a:latin typeface="Arial" charset="0"/>
                <a:ea typeface="宋体" charset="-122"/>
              </a:rPr>
              <a:t>find the value of capacitance necessary to raise the </a:t>
            </a:r>
            <a:r>
              <a:rPr kumimoji="1" lang="en-US" altLang="zh-CN" sz="2000" b="1" dirty="0" err="1">
                <a:latin typeface="Arial" charset="0"/>
                <a:ea typeface="宋体" charset="-122"/>
              </a:rPr>
              <a:t>pf</a:t>
            </a:r>
            <a:r>
              <a:rPr kumimoji="1" lang="en-US" altLang="zh-CN" sz="2000" b="1" dirty="0">
                <a:latin typeface="Arial" charset="0"/>
                <a:ea typeface="宋体" charset="-122"/>
              </a:rPr>
              <a:t> to 0.9.</a:t>
            </a:r>
          </a:p>
        </p:txBody>
      </p:sp>
      <p:sp>
        <p:nvSpPr>
          <p:cNvPr id="74772" name="Text Box 20"/>
          <p:cNvSpPr txBox="1">
            <a:spLocks noChangeArrowheads="1"/>
          </p:cNvSpPr>
          <p:nvPr/>
        </p:nvSpPr>
        <p:spPr bwMode="auto">
          <a:xfrm>
            <a:off x="926772" y="1247745"/>
            <a:ext cx="1905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dirty="0">
                <a:solidFill>
                  <a:srgbClr val="FF0000"/>
                </a:solidFill>
                <a:latin typeface="Arial" charset="0"/>
                <a:ea typeface="宋体" charset="-122"/>
              </a:rPr>
              <a:t>Solution</a:t>
            </a:r>
            <a:r>
              <a:rPr kumimoji="1" lang="zh-CN" altLang="en-US" sz="2000" b="1" dirty="0">
                <a:solidFill>
                  <a:srgbClr val="FF0000"/>
                </a:solidFill>
                <a:latin typeface="Arial" charset="0"/>
                <a:ea typeface="宋体" charset="-122"/>
              </a:rPr>
              <a:t>：</a:t>
            </a:r>
          </a:p>
        </p:txBody>
      </p:sp>
      <p:sp>
        <p:nvSpPr>
          <p:cNvPr id="74756" name="Line 4"/>
          <p:cNvSpPr>
            <a:spLocks noChangeShapeType="1"/>
          </p:cNvSpPr>
          <p:nvPr/>
        </p:nvSpPr>
        <p:spPr bwMode="auto">
          <a:xfrm>
            <a:off x="6705600" y="1868488"/>
            <a:ext cx="2438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58" name="Line 6"/>
          <p:cNvSpPr>
            <a:spLocks noChangeShapeType="1"/>
          </p:cNvSpPr>
          <p:nvPr/>
        </p:nvSpPr>
        <p:spPr bwMode="auto">
          <a:xfrm>
            <a:off x="6705600" y="1868488"/>
            <a:ext cx="1066800" cy="2514600"/>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59" name="Line 7"/>
          <p:cNvSpPr>
            <a:spLocks noChangeShapeType="1"/>
          </p:cNvSpPr>
          <p:nvPr/>
        </p:nvSpPr>
        <p:spPr bwMode="auto">
          <a:xfrm flipV="1">
            <a:off x="7772400" y="3087688"/>
            <a:ext cx="0" cy="1295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0" name="Line 8"/>
          <p:cNvSpPr>
            <a:spLocks noChangeShapeType="1"/>
          </p:cNvSpPr>
          <p:nvPr/>
        </p:nvSpPr>
        <p:spPr bwMode="auto">
          <a:xfrm>
            <a:off x="6705600" y="1868488"/>
            <a:ext cx="1066800" cy="1295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1" name="Line 9"/>
          <p:cNvSpPr>
            <a:spLocks noChangeShapeType="1"/>
          </p:cNvSpPr>
          <p:nvPr/>
        </p:nvSpPr>
        <p:spPr bwMode="auto">
          <a:xfrm flipV="1">
            <a:off x="7772400" y="1868488"/>
            <a:ext cx="0" cy="12954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2" name="Freeform 10"/>
          <p:cNvSpPr>
            <a:spLocks/>
          </p:cNvSpPr>
          <p:nvPr/>
        </p:nvSpPr>
        <p:spPr bwMode="auto">
          <a:xfrm>
            <a:off x="6858000" y="1868488"/>
            <a:ext cx="165100" cy="304800"/>
          </a:xfrm>
          <a:custGeom>
            <a:avLst/>
            <a:gdLst>
              <a:gd name="T0" fmla="*/ 48 w 104"/>
              <a:gd name="T1" fmla="*/ 0 h 192"/>
              <a:gd name="T2" fmla="*/ 0 w 104"/>
              <a:gd name="T3" fmla="*/ 192 h 192"/>
            </a:gdLst>
            <a:ahLst/>
            <a:cxnLst>
              <a:cxn ang="0">
                <a:pos x="T0" y="T1"/>
              </a:cxn>
              <a:cxn ang="0">
                <a:pos x="T2" y="T3"/>
              </a:cxn>
            </a:cxnLst>
            <a:rect l="0" t="0" r="r" b="b"/>
            <a:pathLst>
              <a:path w="104" h="192">
                <a:moveTo>
                  <a:pt x="48" y="0"/>
                </a:moveTo>
                <a:cubicBezTo>
                  <a:pt x="76" y="72"/>
                  <a:pt x="104" y="144"/>
                  <a:pt x="0" y="192"/>
                </a:cubicBezTo>
              </a:path>
            </a:pathLst>
          </a:custGeom>
          <a:noFill/>
          <a:ln w="38100"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3" name="Freeform 11"/>
          <p:cNvSpPr>
            <a:spLocks/>
          </p:cNvSpPr>
          <p:nvPr/>
        </p:nvSpPr>
        <p:spPr bwMode="auto">
          <a:xfrm>
            <a:off x="7010400" y="1868488"/>
            <a:ext cx="165100" cy="381000"/>
          </a:xfrm>
          <a:custGeom>
            <a:avLst/>
            <a:gdLst>
              <a:gd name="T0" fmla="*/ 48 w 104"/>
              <a:gd name="T1" fmla="*/ 0 h 240"/>
              <a:gd name="T2" fmla="*/ 0 w 104"/>
              <a:gd name="T3" fmla="*/ 240 h 240"/>
            </a:gdLst>
            <a:ahLst/>
            <a:cxnLst>
              <a:cxn ang="0">
                <a:pos x="T0" y="T1"/>
              </a:cxn>
              <a:cxn ang="0">
                <a:pos x="T2" y="T3"/>
              </a:cxn>
            </a:cxnLst>
            <a:rect l="0" t="0" r="r" b="b"/>
            <a:pathLst>
              <a:path w="104" h="240">
                <a:moveTo>
                  <a:pt x="48" y="0"/>
                </a:moveTo>
                <a:cubicBezTo>
                  <a:pt x="76" y="80"/>
                  <a:pt x="104" y="160"/>
                  <a:pt x="0" y="240"/>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4" name="Text Box 12"/>
          <p:cNvSpPr txBox="1">
            <a:spLocks noChangeArrowheads="1"/>
          </p:cNvSpPr>
          <p:nvPr/>
        </p:nvSpPr>
        <p:spPr bwMode="auto">
          <a:xfrm>
            <a:off x="6781826" y="1958976"/>
            <a:ext cx="993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solidFill>
                  <a:srgbClr val="3333FF"/>
                </a:solidFill>
                <a:latin typeface="Times New Roman" pitchFamily="18" charset="0"/>
                <a:cs typeface="Times New Roman" pitchFamily="18" charset="0"/>
              </a:rPr>
              <a:t>φ</a:t>
            </a:r>
            <a:r>
              <a:rPr kumimoji="1" lang="en-US" altLang="zh-CN" baseline="-25000">
                <a:solidFill>
                  <a:srgbClr val="3333FF"/>
                </a:solidFill>
                <a:latin typeface="Times New Roman" pitchFamily="18" charset="0"/>
                <a:cs typeface="Times New Roman" pitchFamily="18" charset="0"/>
              </a:rPr>
              <a:t>1</a:t>
            </a:r>
            <a:endParaRPr kumimoji="1" lang="en-US" altLang="zh-CN" baseline="-25000">
              <a:solidFill>
                <a:srgbClr val="3333FF"/>
              </a:solidFill>
              <a:latin typeface="Times New Roman" pitchFamily="18" charset="0"/>
            </a:endParaRPr>
          </a:p>
        </p:txBody>
      </p:sp>
      <p:sp>
        <p:nvSpPr>
          <p:cNvPr id="74765" name="Text Box 13"/>
          <p:cNvSpPr txBox="1">
            <a:spLocks noChangeArrowheads="1"/>
          </p:cNvSpPr>
          <p:nvPr/>
        </p:nvSpPr>
        <p:spPr bwMode="auto">
          <a:xfrm>
            <a:off x="7086600" y="1792288"/>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solidFill>
                  <a:srgbClr val="FF3300"/>
                </a:solidFill>
                <a:latin typeface="Times New Roman" pitchFamily="18" charset="0"/>
                <a:cs typeface="Times New Roman" pitchFamily="18" charset="0"/>
              </a:rPr>
              <a:t>φ</a:t>
            </a:r>
            <a:endParaRPr kumimoji="1" lang="en-US" altLang="zh-CN">
              <a:solidFill>
                <a:srgbClr val="FF3300"/>
              </a:solidFill>
              <a:latin typeface="Times New Roman" pitchFamily="18" charset="0"/>
            </a:endParaRPr>
          </a:p>
        </p:txBody>
      </p:sp>
      <p:sp>
        <p:nvSpPr>
          <p:cNvPr id="74769" name="Line 17"/>
          <p:cNvSpPr>
            <a:spLocks noChangeShapeType="1"/>
          </p:cNvSpPr>
          <p:nvPr/>
        </p:nvSpPr>
        <p:spPr bwMode="auto">
          <a:xfrm>
            <a:off x="7772400" y="2097088"/>
            <a:ext cx="1524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0" name="Line 18"/>
          <p:cNvSpPr>
            <a:spLocks noChangeShapeType="1"/>
          </p:cNvSpPr>
          <p:nvPr/>
        </p:nvSpPr>
        <p:spPr bwMode="auto">
          <a:xfrm flipV="1">
            <a:off x="7924800" y="1868488"/>
            <a:ext cx="0" cy="2286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1" name="Text Box 19"/>
          <p:cNvSpPr txBox="1">
            <a:spLocks noChangeArrowheads="1"/>
          </p:cNvSpPr>
          <p:nvPr/>
        </p:nvSpPr>
        <p:spPr bwMode="auto">
          <a:xfrm>
            <a:off x="6324600" y="1563688"/>
            <a:ext cx="381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a:latin typeface="Times New Roman" pitchFamily="18" charset="0"/>
              </a:rPr>
              <a:t>0</a:t>
            </a:r>
          </a:p>
        </p:txBody>
      </p:sp>
      <p:graphicFrame>
        <p:nvGraphicFramePr>
          <p:cNvPr id="74860" name="Object 108"/>
          <p:cNvGraphicFramePr>
            <a:graphicFrameLocks noChangeAspect="1"/>
          </p:cNvGraphicFramePr>
          <p:nvPr/>
        </p:nvGraphicFramePr>
        <p:xfrm>
          <a:off x="8280434" y="1295401"/>
          <a:ext cx="422275" cy="527051"/>
        </p:xfrm>
        <a:graphic>
          <a:graphicData uri="http://schemas.openxmlformats.org/presentationml/2006/ole">
            <mc:AlternateContent xmlns:mc="http://schemas.openxmlformats.org/markup-compatibility/2006">
              <mc:Choice xmlns:v="urn:schemas-microsoft-com:vml" Requires="v">
                <p:oleObj spid="_x0000_s43250" name="公式" r:id="rId3" imgW="152280" imgH="190440" progId="Equation.3">
                  <p:embed/>
                </p:oleObj>
              </mc:Choice>
              <mc:Fallback>
                <p:oleObj name="公式" r:id="rId3" imgW="15228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0434" y="1295401"/>
                        <a:ext cx="422275" cy="527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2" name="Object 110"/>
          <p:cNvGraphicFramePr>
            <a:graphicFrameLocks noChangeAspect="1"/>
          </p:cNvGraphicFramePr>
          <p:nvPr/>
        </p:nvGraphicFramePr>
        <p:xfrm>
          <a:off x="6588125" y="2771777"/>
          <a:ext cx="706438" cy="704851"/>
        </p:xfrm>
        <a:graphic>
          <a:graphicData uri="http://schemas.openxmlformats.org/presentationml/2006/ole">
            <mc:AlternateContent xmlns:mc="http://schemas.openxmlformats.org/markup-compatibility/2006">
              <mc:Choice xmlns:v="urn:schemas-microsoft-com:vml" Requires="v">
                <p:oleObj spid="_x0000_s43251" name="公式" r:id="rId5" imgW="215640" imgH="215640" progId="Equation.3">
                  <p:embed/>
                </p:oleObj>
              </mc:Choice>
              <mc:Fallback>
                <p:oleObj name="公式" r:id="rId5" imgW="21564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8125" y="2771777"/>
                        <a:ext cx="706438" cy="7048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3" name="Object 111"/>
          <p:cNvGraphicFramePr>
            <a:graphicFrameLocks noChangeAspect="1"/>
          </p:cNvGraphicFramePr>
          <p:nvPr/>
        </p:nvGraphicFramePr>
        <p:xfrm>
          <a:off x="7812088" y="3490915"/>
          <a:ext cx="457200" cy="596900"/>
        </p:xfrm>
        <a:graphic>
          <a:graphicData uri="http://schemas.openxmlformats.org/presentationml/2006/ole">
            <mc:AlternateContent xmlns:mc="http://schemas.openxmlformats.org/markup-compatibility/2006">
              <mc:Choice xmlns:v="urn:schemas-microsoft-com:vml" Requires="v">
                <p:oleObj spid="_x0000_s43252" name="公式" r:id="rId7" imgW="164880" imgH="215640" progId="Equation.3">
                  <p:embed/>
                </p:oleObj>
              </mc:Choice>
              <mc:Fallback>
                <p:oleObj name="公式" r:id="rId7" imgW="16488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2088" y="3490915"/>
                        <a:ext cx="4572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4" name="Object 112"/>
          <p:cNvGraphicFramePr>
            <a:graphicFrameLocks noChangeAspect="1"/>
          </p:cNvGraphicFramePr>
          <p:nvPr/>
        </p:nvGraphicFramePr>
        <p:xfrm>
          <a:off x="503238" y="1808165"/>
          <a:ext cx="5473700" cy="1703387"/>
        </p:xfrm>
        <a:graphic>
          <a:graphicData uri="http://schemas.openxmlformats.org/presentationml/2006/ole">
            <mc:AlternateContent xmlns:mc="http://schemas.openxmlformats.org/markup-compatibility/2006">
              <mc:Choice xmlns:v="urn:schemas-microsoft-com:vml" Requires="v">
                <p:oleObj spid="_x0000_s43253" name="公式" r:id="rId9" imgW="1917360" imgH="596880" progId="Equation.3">
                  <p:embed/>
                </p:oleObj>
              </mc:Choice>
              <mc:Fallback>
                <p:oleObj name="公式" r:id="rId9" imgW="1917360" imgH="5968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238" y="1808165"/>
                        <a:ext cx="5473700" cy="170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5" name="Object 113"/>
          <p:cNvGraphicFramePr>
            <a:graphicFrameLocks noChangeAspect="1"/>
          </p:cNvGraphicFramePr>
          <p:nvPr/>
        </p:nvGraphicFramePr>
        <p:xfrm>
          <a:off x="576263" y="3465519"/>
          <a:ext cx="5508625" cy="693737"/>
        </p:xfrm>
        <a:graphic>
          <a:graphicData uri="http://schemas.openxmlformats.org/presentationml/2006/ole">
            <mc:AlternateContent xmlns:mc="http://schemas.openxmlformats.org/markup-compatibility/2006">
              <mc:Choice xmlns:v="urn:schemas-microsoft-com:vml" Requires="v">
                <p:oleObj spid="_x0000_s43254" name="公式" r:id="rId11" imgW="1714320" imgH="215640" progId="Equation.3">
                  <p:embed/>
                </p:oleObj>
              </mc:Choice>
              <mc:Fallback>
                <p:oleObj name="公式" r:id="rId11" imgW="1714320" imgH="215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6263" y="3465519"/>
                        <a:ext cx="5508625" cy="69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6" name="Object 114"/>
          <p:cNvGraphicFramePr>
            <a:graphicFrameLocks noChangeAspect="1"/>
          </p:cNvGraphicFramePr>
          <p:nvPr/>
        </p:nvGraphicFramePr>
        <p:xfrm>
          <a:off x="1008067" y="4292622"/>
          <a:ext cx="3348037" cy="620713"/>
        </p:xfrm>
        <a:graphic>
          <a:graphicData uri="http://schemas.openxmlformats.org/presentationml/2006/ole">
            <mc:AlternateContent xmlns:mc="http://schemas.openxmlformats.org/markup-compatibility/2006">
              <mc:Choice xmlns:v="urn:schemas-microsoft-com:vml" Requires="v">
                <p:oleObj spid="_x0000_s43255" name="公式" r:id="rId13" imgW="1028520" imgH="190440" progId="Equation.3">
                  <p:embed/>
                </p:oleObj>
              </mc:Choice>
              <mc:Fallback>
                <p:oleObj name="公式" r:id="rId13" imgW="1028520" imgH="1904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8067" y="4292622"/>
                        <a:ext cx="3348037"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7" name="Object 115"/>
          <p:cNvGraphicFramePr>
            <a:graphicFrameLocks noChangeAspect="1"/>
          </p:cNvGraphicFramePr>
          <p:nvPr/>
        </p:nvGraphicFramePr>
        <p:xfrm>
          <a:off x="935038" y="5013347"/>
          <a:ext cx="4140200" cy="1149351"/>
        </p:xfrm>
        <a:graphic>
          <a:graphicData uri="http://schemas.openxmlformats.org/presentationml/2006/ole">
            <mc:AlternateContent xmlns:mc="http://schemas.openxmlformats.org/markup-compatibility/2006">
              <mc:Choice xmlns:v="urn:schemas-microsoft-com:vml" Requires="v">
                <p:oleObj spid="_x0000_s43256" name="公式" r:id="rId15" imgW="1371600" imgH="380880" progId="Equation.3">
                  <p:embed/>
                </p:oleObj>
              </mc:Choice>
              <mc:Fallback>
                <p:oleObj name="公式" r:id="rId15" imgW="1371600" imgH="3808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35038" y="5013347"/>
                        <a:ext cx="4140200" cy="1149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69" name="Object 117"/>
          <p:cNvGraphicFramePr>
            <a:graphicFrameLocks noChangeAspect="1"/>
          </p:cNvGraphicFramePr>
          <p:nvPr/>
        </p:nvGraphicFramePr>
        <p:xfrm>
          <a:off x="7315200" y="2286022"/>
          <a:ext cx="419100" cy="565151"/>
        </p:xfrm>
        <a:graphic>
          <a:graphicData uri="http://schemas.openxmlformats.org/presentationml/2006/ole">
            <mc:AlternateContent xmlns:mc="http://schemas.openxmlformats.org/markup-compatibility/2006">
              <mc:Choice xmlns:v="urn:schemas-microsoft-com:vml" Requires="v">
                <p:oleObj spid="_x0000_s43257" name="Equation" r:id="rId17" imgW="126720" imgH="190440" progId="Equation.DSMT4">
                  <p:embed/>
                </p:oleObj>
              </mc:Choice>
              <mc:Fallback>
                <p:oleObj name="Equation" r:id="rId17" imgW="126720" imgH="19044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15200" y="2286022"/>
                        <a:ext cx="419100" cy="565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711108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4772"/>
                                        </p:tgtEl>
                                        <p:attrNameLst>
                                          <p:attrName>style.visibility</p:attrName>
                                        </p:attrNameLst>
                                      </p:cBhvr>
                                      <p:to>
                                        <p:strVal val="visible"/>
                                      </p:to>
                                    </p:set>
                                    <p:animEffect transition="in" filter="wipe(up)">
                                      <p:cBhvr>
                                        <p:cTn id="7" dur="500"/>
                                        <p:tgtEl>
                                          <p:spTgt spid="74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4864"/>
                                        </p:tgtEl>
                                        <p:attrNameLst>
                                          <p:attrName>style.visibility</p:attrName>
                                        </p:attrNameLst>
                                      </p:cBhvr>
                                      <p:to>
                                        <p:strVal val="visible"/>
                                      </p:to>
                                    </p:set>
                                    <p:animEffect transition="in" filter="wipe(up)">
                                      <p:cBhvr>
                                        <p:cTn id="12" dur="500"/>
                                        <p:tgtEl>
                                          <p:spTgt spid="748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4865"/>
                                        </p:tgtEl>
                                        <p:attrNameLst>
                                          <p:attrName>style.visibility</p:attrName>
                                        </p:attrNameLst>
                                      </p:cBhvr>
                                      <p:to>
                                        <p:strVal val="visible"/>
                                      </p:to>
                                    </p:set>
                                    <p:animEffect transition="in" filter="wipe(up)">
                                      <p:cBhvr>
                                        <p:cTn id="17" dur="500"/>
                                        <p:tgtEl>
                                          <p:spTgt spid="748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4866"/>
                                        </p:tgtEl>
                                        <p:attrNameLst>
                                          <p:attrName>style.visibility</p:attrName>
                                        </p:attrNameLst>
                                      </p:cBhvr>
                                      <p:to>
                                        <p:strVal val="visible"/>
                                      </p:to>
                                    </p:set>
                                    <p:animEffect transition="in" filter="wipe(up)">
                                      <p:cBhvr>
                                        <p:cTn id="22" dur="500"/>
                                        <p:tgtEl>
                                          <p:spTgt spid="748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4867"/>
                                        </p:tgtEl>
                                        <p:attrNameLst>
                                          <p:attrName>style.visibility</p:attrName>
                                        </p:attrNameLst>
                                      </p:cBhvr>
                                      <p:to>
                                        <p:strVal val="visible"/>
                                      </p:to>
                                    </p:set>
                                    <p:animEffect transition="in" filter="wipe(up)">
                                      <p:cBhvr>
                                        <p:cTn id="27" dur="500"/>
                                        <p:tgtEl>
                                          <p:spTgt spid="748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74869"/>
                                        </p:tgtEl>
                                        <p:attrNameLst>
                                          <p:attrName>style.visibility</p:attrName>
                                        </p:attrNameLst>
                                      </p:cBhvr>
                                      <p:to>
                                        <p:strVal val="visible"/>
                                      </p:to>
                                    </p:set>
                                    <p:animEffect transition="in" filter="dissolve">
                                      <p:cBhvr>
                                        <p:cTn id="32" dur="500"/>
                                        <p:tgtEl>
                                          <p:spTgt spid="7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Text Box 4"/>
          <p:cNvSpPr txBox="1">
            <a:spLocks noChangeArrowheads="1"/>
          </p:cNvSpPr>
          <p:nvPr/>
        </p:nvSpPr>
        <p:spPr bwMode="auto">
          <a:xfrm>
            <a:off x="231113" y="3119007"/>
            <a:ext cx="810051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latin typeface="Arial" charset="0"/>
                <a:ea typeface="宋体" charset="-122"/>
              </a:rPr>
              <a:t>The value of the required shunt capacitance </a:t>
            </a:r>
            <a:r>
              <a:rPr kumimoji="1" lang="en-US" altLang="zh-CN" sz="2800" b="1" i="1" dirty="0">
                <a:latin typeface="Times New Roman" pitchFamily="18" charset="0"/>
                <a:ea typeface="宋体" charset="-122"/>
                <a:cs typeface="Times New Roman" pitchFamily="18" charset="0"/>
              </a:rPr>
              <a:t>C</a:t>
            </a:r>
            <a:r>
              <a:rPr kumimoji="1" lang="en-US" altLang="zh-CN" sz="2800" b="1" dirty="0">
                <a:latin typeface="Arial" charset="0"/>
                <a:ea typeface="宋体" charset="-122"/>
              </a:rPr>
              <a:t> is determined as </a:t>
            </a:r>
            <a:endParaRPr kumimoji="1" lang="zh-CN" altLang="en-US" sz="2800" b="1" dirty="0">
              <a:latin typeface="Arial" charset="0"/>
              <a:ea typeface="宋体" charset="-122"/>
            </a:endParaRPr>
          </a:p>
        </p:txBody>
      </p:sp>
      <p:sp>
        <p:nvSpPr>
          <p:cNvPr id="75783" name="Rectangle 7"/>
          <p:cNvSpPr>
            <a:spLocks noChangeArrowheads="1"/>
          </p:cNvSpPr>
          <p:nvPr/>
        </p:nvSpPr>
        <p:spPr bwMode="auto">
          <a:xfrm>
            <a:off x="1476375" y="4538025"/>
            <a:ext cx="5410200" cy="1295400"/>
          </a:xfrm>
          <a:prstGeom prst="rect">
            <a:avLst/>
          </a:prstGeom>
          <a:noFill/>
          <a:ln w="57150" cmpd="thinThick">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784" name="Object 8"/>
          <p:cNvGraphicFramePr>
            <a:graphicFrameLocks noChangeAspect="1"/>
          </p:cNvGraphicFramePr>
          <p:nvPr>
            <p:extLst>
              <p:ext uri="{D42A27DB-BD31-4B8C-83A1-F6EECF244321}">
                <p14:modId xmlns:p14="http://schemas.microsoft.com/office/powerpoint/2010/main" val="2300283227"/>
              </p:ext>
            </p:extLst>
          </p:nvPr>
        </p:nvGraphicFramePr>
        <p:xfrm>
          <a:off x="1043616" y="476673"/>
          <a:ext cx="5508625" cy="1325563"/>
        </p:xfrm>
        <a:graphic>
          <a:graphicData uri="http://schemas.openxmlformats.org/presentationml/2006/ole">
            <mc:AlternateContent xmlns:mc="http://schemas.openxmlformats.org/markup-compatibility/2006">
              <mc:Choice xmlns:v="urn:schemas-microsoft-com:vml" Requires="v">
                <p:oleObj spid="_x0000_s44124" name="公式" r:id="rId3" imgW="1739880" imgH="419040" progId="Equation.3">
                  <p:embed/>
                </p:oleObj>
              </mc:Choice>
              <mc:Fallback>
                <p:oleObj name="公式" r:id="rId3" imgW="173988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16" y="476673"/>
                        <a:ext cx="5508625" cy="132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5" name="Object 9"/>
          <p:cNvGraphicFramePr>
            <a:graphicFrameLocks noChangeAspect="1"/>
          </p:cNvGraphicFramePr>
          <p:nvPr>
            <p:extLst>
              <p:ext uri="{D42A27DB-BD31-4B8C-83A1-F6EECF244321}">
                <p14:modId xmlns:p14="http://schemas.microsoft.com/office/powerpoint/2010/main" val="337283174"/>
              </p:ext>
            </p:extLst>
          </p:nvPr>
        </p:nvGraphicFramePr>
        <p:xfrm>
          <a:off x="755576" y="1852297"/>
          <a:ext cx="5689600" cy="1227139"/>
        </p:xfrm>
        <a:graphic>
          <a:graphicData uri="http://schemas.openxmlformats.org/presentationml/2006/ole">
            <mc:AlternateContent xmlns:mc="http://schemas.openxmlformats.org/markup-compatibility/2006">
              <mc:Choice xmlns:v="urn:schemas-microsoft-com:vml" Requires="v">
                <p:oleObj spid="_x0000_s44125" name="公式" r:id="rId5" imgW="1498320" imgH="380880" progId="Equation.3">
                  <p:embed/>
                </p:oleObj>
              </mc:Choice>
              <mc:Fallback>
                <p:oleObj name="公式" r:id="rId5" imgW="1498320" imgH="380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1852297"/>
                        <a:ext cx="5689600" cy="1227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6" name="Object 10"/>
          <p:cNvGraphicFramePr>
            <a:graphicFrameLocks noChangeAspect="1"/>
          </p:cNvGraphicFramePr>
          <p:nvPr>
            <p:extLst>
              <p:ext uri="{D42A27DB-BD31-4B8C-83A1-F6EECF244321}">
                <p14:modId xmlns:p14="http://schemas.microsoft.com/office/powerpoint/2010/main" val="2994526205"/>
              </p:ext>
            </p:extLst>
          </p:nvPr>
        </p:nvGraphicFramePr>
        <p:xfrm>
          <a:off x="2056606" y="4614225"/>
          <a:ext cx="4249738" cy="1143000"/>
        </p:xfrm>
        <a:graphic>
          <a:graphicData uri="http://schemas.openxmlformats.org/presentationml/2006/ole">
            <mc:AlternateContent xmlns:mc="http://schemas.openxmlformats.org/markup-compatibility/2006">
              <mc:Choice xmlns:v="urn:schemas-microsoft-com:vml" Requires="v">
                <p:oleObj spid="_x0000_s44126" name="公式" r:id="rId7" imgW="1320480" imgH="355320" progId="Equation.3">
                  <p:embed/>
                </p:oleObj>
              </mc:Choice>
              <mc:Fallback>
                <p:oleObj name="公式" r:id="rId7" imgW="1320480" imgH="3553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6606" y="4614225"/>
                        <a:ext cx="4249738"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123105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783"/>
                                        </p:tgtEl>
                                        <p:attrNameLst>
                                          <p:attrName>style.visibility</p:attrName>
                                        </p:attrNameLst>
                                      </p:cBhvr>
                                      <p:to>
                                        <p:strVal val="visible"/>
                                      </p:to>
                                    </p:set>
                                    <p:animEffect transition="in" filter="dissolve">
                                      <p:cBhvr>
                                        <p:cTn id="7"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3" grpId="0" animBg="1"/>
    </p:bld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40000"/>
          </a:lnSpc>
          <a:spcBef>
            <a:spcPct val="0"/>
          </a:spcBef>
          <a:spcAft>
            <a:spcPct val="0"/>
          </a:spcAft>
          <a:buClr>
            <a:srgbClr val="0066FF"/>
          </a:buClr>
          <a:buSzPct val="60000"/>
          <a:buFont typeface="Wingdings" pitchFamily="2" charset="2"/>
          <a:buChar char="n"/>
          <a:tabLst/>
          <a:defRPr kumimoji="1" 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40000"/>
          </a:lnSpc>
          <a:spcBef>
            <a:spcPct val="0"/>
          </a:spcBef>
          <a:spcAft>
            <a:spcPct val="0"/>
          </a:spcAft>
          <a:buClr>
            <a:srgbClr val="0066FF"/>
          </a:buClr>
          <a:buSzPct val="60000"/>
          <a:buFont typeface="Wingdings" pitchFamily="2" charset="2"/>
          <a:buChar char="n"/>
          <a:tabLst/>
          <a:defRPr kumimoji="1" 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9239</TotalTime>
  <Words>1961</Words>
  <Application>Microsoft Macintosh PowerPoint</Application>
  <PresentationFormat>全屏显示(4:3)</PresentationFormat>
  <Paragraphs>356</Paragraphs>
  <Slides>49</Slides>
  <Notes>5</Notes>
  <HiddenSlides>4</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3</vt:i4>
      </vt:variant>
      <vt:variant>
        <vt:lpstr>幻灯片标题</vt:lpstr>
      </vt:variant>
      <vt:variant>
        <vt:i4>49</vt:i4>
      </vt:variant>
    </vt:vector>
  </HeadingPairs>
  <TitlesOfParts>
    <vt:vector size="68" baseType="lpstr">
      <vt:lpstr>楷体_GB2312</vt:lpstr>
      <vt:lpstr>Myriad Condensed Web</vt:lpstr>
      <vt:lpstr>Arial</vt:lpstr>
      <vt:lpstr>Arial Black</vt:lpstr>
      <vt:lpstr>Calibri</vt:lpstr>
      <vt:lpstr>Cambria Math</vt:lpstr>
      <vt:lpstr>Comic Sans MS</vt:lpstr>
      <vt:lpstr>Symbol</vt:lpstr>
      <vt:lpstr>Tahoma</vt:lpstr>
      <vt:lpstr>Times New Roman</vt:lpstr>
      <vt:lpstr>Trebuchet MS</vt:lpstr>
      <vt:lpstr>Verdana</vt:lpstr>
      <vt:lpstr>Wingdings</vt:lpstr>
      <vt:lpstr>Blends</vt:lpstr>
      <vt:lpstr>2_Office 主题</vt:lpstr>
      <vt:lpstr>1_Office 主题</vt:lpstr>
      <vt:lpstr>公式</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11.3  Maximum Average Power Transfer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11.7  Conservation of AC Power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xiongying</dc:creator>
  <cp:lastModifiedBy>xiong Grace</cp:lastModifiedBy>
  <cp:revision>278</cp:revision>
  <dcterms:created xsi:type="dcterms:W3CDTF">2013-04-22T02:15:54Z</dcterms:created>
  <dcterms:modified xsi:type="dcterms:W3CDTF">2024-10-21T13:52:40Z</dcterms:modified>
</cp:coreProperties>
</file>