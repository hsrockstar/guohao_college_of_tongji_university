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9" r:id="rId2"/>
    <p:sldId id="260" r:id="rId3"/>
    <p:sldId id="262" r:id="rId4"/>
    <p:sldId id="263" r:id="rId5"/>
    <p:sldId id="264" r:id="rId6"/>
    <p:sldId id="265" r:id="rId7"/>
    <p:sldId id="283" r:id="rId8"/>
    <p:sldId id="284" r:id="rId9"/>
    <p:sldId id="285" r:id="rId10"/>
    <p:sldId id="266" r:id="rId11"/>
    <p:sldId id="286" r:id="rId12"/>
    <p:sldId id="287" r:id="rId13"/>
    <p:sldId id="288" r:id="rId14"/>
    <p:sldId id="289" r:id="rId15"/>
    <p:sldId id="291" r:id="rId16"/>
    <p:sldId id="293" r:id="rId17"/>
    <p:sldId id="294" r:id="rId18"/>
    <p:sldId id="295" r:id="rId19"/>
    <p:sldId id="296" r:id="rId20"/>
    <p:sldId id="297" r:id="rId21"/>
    <p:sldId id="298" r:id="rId22"/>
    <p:sldId id="307" r:id="rId23"/>
    <p:sldId id="308" r:id="rId24"/>
    <p:sldId id="269" r:id="rId25"/>
    <p:sldId id="270" r:id="rId26"/>
    <p:sldId id="322" r:id="rId27"/>
    <p:sldId id="271" r:id="rId28"/>
    <p:sldId id="319" r:id="rId29"/>
    <p:sldId id="320" r:id="rId30"/>
    <p:sldId id="321" r:id="rId31"/>
    <p:sldId id="272" r:id="rId32"/>
    <p:sldId id="318" r:id="rId33"/>
    <p:sldId id="299" r:id="rId34"/>
    <p:sldId id="300" r:id="rId35"/>
    <p:sldId id="301" r:id="rId36"/>
    <p:sldId id="317" r:id="rId37"/>
    <p:sldId id="302" r:id="rId38"/>
    <p:sldId id="305" r:id="rId39"/>
    <p:sldId id="306" r:id="rId40"/>
    <p:sldId id="309" r:id="rId41"/>
    <p:sldId id="310" r:id="rId42"/>
    <p:sldId id="311" r:id="rId43"/>
    <p:sldId id="324" r:id="rId44"/>
    <p:sldId id="275" r:id="rId45"/>
    <p:sldId id="312" r:id="rId46"/>
    <p:sldId id="314" r:id="rId47"/>
    <p:sldId id="315" r:id="rId48"/>
    <p:sldId id="313" r:id="rId49"/>
    <p:sldId id="316" r:id="rId50"/>
    <p:sldId id="276" r:id="rId5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/>
    <p:restoredTop sz="94626"/>
  </p:normalViewPr>
  <p:slideViewPr>
    <p:cSldViewPr>
      <p:cViewPr varScale="1">
        <p:scale>
          <a:sx n="83" d="100"/>
          <a:sy n="83" d="100"/>
        </p:scale>
        <p:origin x="615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2T08:06:09.9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2669 1715 1148 0,'0'0'25'0,"0"0"6"0,0 0 1 0,0 0 0 0,-6 0-32 0,6 0 0 0,0 0 0 0,0 0 0 16,0 0 48-16,0 0 3 0,-3 2 1 0,3-2 0 15,0 0-39-15,0 0-13 0,0 11 9 0,-6-6-9 16,3 8 20-16,0-5-2 0,3 5 0 0,-6 1 0 15,6-1-4-15,-3 8-1 0,3 3 0 0,0-6 0 16,-6 9-13-16,3 2 0 0,-6 8 0 0,6-5 0 16,-6 2 0-16,3 3 0 0,-6 6 0 0,4-1 0 15,-1-2 0-15,3-1 11 0,0-4-11 0,3 2 10 16,-3 2-10-16,0-7 0 0,-3 0 0 0,3 2 0 0,0-7 0 16,0-1 0-16,3-2 0 0,-6 2 0 0,3 1 0 15,0-9 0-15,6 4 0 0,-6-4 0 0,3 3 0 0,3-2 8 16,0-6-8-16,0 0 8 0,0 0-8 0,0 1 12 15,0-1-12-15,0-8 12 0,0 3 0 0,3 0 1 16,3 3 0-16,-3-9 0 0,-3-2 3 0,9 6 0 16,0-6 0-16,-6 0 0 0,6 0 5 0,0 0 2 15,0 0 0-15,6-6 0 0,3 4 6 0,-7 2 2 16,1-6 0-16,3-2 0 0,6 3-16 0,-6-3-3 16,6 3-1-16,3-3 0 0,-4 3-2 0,1-3 0 15,-6 2 0-15,6-1 0 0,0 1-1 0,3-4-8 16,-4 2 12-16,1 2-4 0,-6-2-8 0,6 3 10 15,-3-3-10-15,0 0 10 0,0 3-10 0,-3-3 0 0,2 3 9 16,-2-3-9-16,0 3 8 0,-3-3-8 0,-3 2 8 16,3-2-8-16,-3 3 0 0,0 5 0 0,-6-5 0 0,3-3 0 31,-6 8-40-31,0 0-12 0,0-5-2 0,-6-3-1 0</inkml:trace>
  <inkml:trace contextRef="#ctx0" brushRef="#br0" timeOffset="326.64">2550 1839 1267 0,'3'-13'56'0,"-3"13"12"0,-3-8-55 0,3 5-13 16,0 3 0-16,9-3 0 0,0-2 73 0,-3-3 12 15,3 3 3-15,-1 0 0 0,4 2-61 0,3-8-12 16,-3 9-3-16,6-4 0 0,3-2 9 0,0 3 2 16,-6-3 0-16,5 3 0 0,-2 0-8 0,3-3-2 15,0 2 0-15,-3-1 0 0,0 1-5 0,2-2 0 16,-5 3-8-16,0-3 12 0,6 3-28 0,-6-3-5 15,0 3-2-15,0-3-491 16,-3-3-98-16</inkml:trace>
  <inkml:trace contextRef="#ctx0" brushRef="#br0" timeOffset="559.22">2481 2236 1612 0,'0'0'72'15,"9"0"14"-15,0 0-69 0,9-6-17 0,-6 6 0 0,6 0 0 0,9-7 51 0,-4 7 6 16,-8-6 2-16,6 1 0 0,6 2-7 0,-3-2-2 16,-3 0 0-16,-1 2 0 0,1-2-26 0,3 5-6 15,-9-6-1-15,6 6 0 0,-6-5-17 0,0 3 0 16,-1 2-8-16,1 0 8 15,3-6-148-15,-9 6-24 0</inkml:trace>
  <inkml:trace contextRef="#ctx0" brushRef="#br0" timeOffset="826.31">3166 2164 1094 0,'0'0'48'0,"0"0"11"0,0 0-47 0,0 0-12 0,3 8 0 0,3 0 0 15,-6-3 101-15,6 1 19 0,0 2 3 0,-3 0 1 16,3 2-64-16,-6 3-13 0,6-5-3 0,0 6 0 16,3 4-14-16,-6-5-3 0,5 6-1 0,1-1 0 15,0 4-6-15,-3 4 0 0,3-7-1 0,0 2 0 16,3 3-10-16,-3-3-1 0,0 0-8 0,3-3 12 16,-3 4-12-16,3-7 11 0,3 7-11 0,-10-9 10 15,10 0-10-15,-9 0 0 0,9 1 9 0,-12-1-9 16,3-3 0-16,3-2 8 0,3 0-8 0,-6 3 0 31,0-3-18-31,3-3-8 0,0 0-2 0,-6-2-798 0</inkml:trace>
  <inkml:trace contextRef="#ctx0" brushRef="#br0" timeOffset="1082.44">3523 2262 2016 0,'-3'-18'89'0,"3"12"19"0,0 4-87 0,-6-4-21 16,6-1 0-16,0 7 0 0,0 0 71 0,0 0 9 16,0 0 3-16,-9 0 0 0,3 2-64 0,-9 9-19 15,4-3 8-15,-4 10-8 0,-3-2 0 0,-3 8 0 16,0 2 0-16,-3 1-12 0,0 5 12 0,1-6 0 16,-1 0 0-16,3 1 0 0,-3 5 0 0,3-6 0 15,-5-5 0-15,5 3 0 0,6-5-19 0,-9 2 2 16,9-3 0-16,3 3 0 15,3-7-19-15,-3-4-3 0,6 4-1 0,-2-1 0 16,5-5-119-16,3-3-24 0,0-5-5 0,0 0 0 0</inkml:trace>
  <inkml:trace contextRef="#ctx0" brushRef="#br0" timeOffset="1228.08">3651 2622 2282 0,'0'0'50'0,"0"0"10"0,0 0 3 0,0 0 1 0,0 0-51 0,0 0-13 0,0 0 0 0,0 0 0 16,6 5 20-16,-6-5 0 0,6 8 1 0,-6-2-709 15,3-4-143-15</inkml:trace>
  <inkml:trace contextRef="#ctx0" brushRef="#br0" timeOffset="4672.72">5636 1733 1209 0,'0'0'108'0,"0"0"-87"16,0 0-21-16,0 0 0 0,3-11 60 0,-3 6 8 0,0 5 2 0,-3-2 0 15,3-4-40-15,-5-2-8 0,2 3-2 0,-6-3 0 16,3 3-8-16,-3-1-3 0,0 4 0 0,0-3 0 16,0-1-9-16,-6 4 0 0,9 2 0 0,-9 0 0 15,0-6 8-15,0 6 0 0,4 0 0 0,-4 6 0 16,0-6-8-16,0 8 0 0,-9-3 0 0,6 3 0 15,3 5 0-15,-2 0-11 0,-1-2 3 0,-3 10 0 16,6-8 8-16,-6 6 0 0,3 7-9 16,-3 1 9-16,1-1 0 0,-1 1 0 0,3 4 0 0,-3 4 0 15,0 2 13-15,0 2-2 0,1 1-1 0,2-5 0 16,0 7-10-16,0-2 0 0,0-1 0 0,6 1 0 16,0-6 0-16,3 3 0 0,0-5 0 0,3 2 0 15,3-2 8-15,3 0-8 0,0-3 8 0,3 3-8 16,0-6 25-16,6 1 0 0,-3-1 0 0,6 3 0 15,-3-8-1-15,6 1-1 0,6-4 0 0,-6 1 0 16,6-1-11-16,-1-5-1 0,4 1-1 0,6-6 0 16,3 2-10-16,-3-2 12 0,-1-8-12 0,7 0 12 15,0-5-12-15,-1 0 0 0,1 2 9 0,0-8-9 0,3-2 0 16,-1 0 8-16,1 0-8 0,-3-3 0 0,2 0 8 0,1 0-8 16,0-3 10-16,-6 1-10 0,2-3 8 0,-2 2-8 15,3 1 0-15,-7 2 9 0,1-3-9 0,-6-4 0 16,3 1 0-16,-3 4 8 0,-7 2-8 0,4-3 0 15,-6-2 9-15,0 3-9 0,0-1 8 0,-6 1-8 16,0 2 8-16,0-3-8 0,-3-2 10 0,0 8-2 16,-3 2-8-16,-3-2 12 0,0-5-4 0,-3 10-8 15,3-6 11-15,-3 1-11 0,-3 5 12 0,0 3-4 16,0-8 0-16,-3 7-8 0,0-1 12 0,0 1-12 16,0-2 12-16,-3 3-12 0,3 5 0 0,-3-5 0 0,-3 2 0 15,4 3 0-15,-1 0 0 0,0 0 0 0,-6 3 0 16,3 2 0-16,3 0 0 0,-3 3 0 0,0 5 0 15,-3-5 0-15,4 3 0 0,-1 2 0 0,0 0 0 0,0 1 0 16,0-1 0-16,3 5 0 0,0-4 0 0,0 2 0 16,-3 7 0-16,7-4 0 0,-1 2 0 0,0 3 0 15,0 2 0-15,3 1 0 0,-3-6-12 0,0 3 3 16,6 0 9-16,-3-1 0 0,0-1 10 0,0 1-10 16,6-9 16-16,-3 4-4 0,0-5 0 0,3 1 0 15,0-7-12-15,3 1 0 0,0 3-9 0,3-6 9 16,-3 3 0-16,6-5 0 0,0-3 13 0,0-3-4 15,0 3 3-15,6-5 1 0,0-3 0 0,-1 3 0 16,1-9-5-16,0 7-8 0,-3-12 11 0,6 6-11 16,0 0 0-16,0-1 0 0,-3-4 0 0,-1 5 0 0,1-6 8 15,3 3-8-15,-9 3 0 0,3-3 0 0,-3 3 8 16,3-3-8-16,-3 3 0 0,0 0 0 0,0-1 0 16,-3 4 0-16,0 2 0 0,-1-3 0 0,-2 9 0 0,3-9 0 15,-6 3 8-15,6 3-8 0,-6 5 0 0,0 0 8 16,0 0-8-16,0 0 0 0,0-3 11 0,0 3-11 15,0 0 10-15,0 0-10 0,0 0 0 0,0 3 0 16,-6 7 0-16,0 4 0 0,3-1 0 0,-2-5 0 16,2 5 0-16,0 0-10 0,0 6 10 0,0-6 0 15,3 0 0-15,-3 6-8 0,3-6 8 0,0 0 0 16,0-5 0-16,3 3 0 0,0-3 0 0,0 0 0 16,0 2 0-16,3-5 0 0,-6-5 0 0,5 8 0 0,1-5 0 15,0 0 0-15,3-3 0 0,0-3 0 0,0 0 10 16,0 3-10-16,3-10 8 0,0 2-8 0,0 0 0 15,3-3 0-15,-3-2 0 0,0 0 0 0,2-6 0 0,1 3 0 16,0 3 0-16,0-11 0 0,-3 3 0 0,3-5 0 16,-3 2 0-16,-3-5 0 0,3 2 0 0,-4-4 9 15,7-6-9-15,-3 2 0 0,0-2-12 0,0 3 12 16,3-3-12-16,0 2 12 0,-3 1-12 0,3 2 12 16,-3 0-9-16,-1 1 9 0,-2 2 0 0,0 5 0 15,-3-3 0-15,0 6 0 0,0-3 0 0,0 6 9 16,-3 2 6-16,0-3 1 0,0-2 0 0,3 8 0 15,-6 0-8-15,0 2 0 0,0-2-8 0,0 5 12 16,0-3-12-16,0 4 8 0,-6 1-8 0,3 4 0 16,3-4 8-16,0 6-8 0,0 0 0 0,0 0 0 15,0 0 0-15,0 0 0 0,0 0 0 0,-6 6 0 0,0 2-8 16,0 5 8-16,0-5-12 0,0 2 12 0,0 6-11 0,0 0 11 16,6 5-10-16,-9-2 10 0,4 2 0 0,-4 5 0 15,3 6 0-15,0 0 0 0,3-3 0 0,-3 3 0 16,0 5-8-16,-3-8 8 0,3 8 10 0,0-5 5 15,0-1 1-15,0 4 0 0,0-3-16 0,0-1 0 16,3 4 0-16,0-4 0 0,-3 9-15 0,0-8 1 16,3 2 0-16,0-2 0 0,0 0 14 0,6 0 0 15,-3-6 0-15,0 0 0 0,0 1 0 0,3-9 0 16,-3 4 0-16,3-1 10 0,0-3-1 0,6 1 0 16,-9-3 0-16,6-3 0 0,0-3-9 0,0 4 0 15,0-6 9-15,0 2-9 0,0-2 0 0,3-3 0 16,-3-2 0-16,3 2 0 0,3-5 0 0,-3 0 0 0,11-5 0 15,-5-3 0 1,3 0-40-16,0-2-10 0,3 2-2 0,0-6 0 16,0-7-61-16,-1 11-13 0,4-9-2 0,0 3-1 15,-3-2 25-15,6-3 6 0,-4 2 1 0,1 1 0 0,0-4 73 0,0 4 16 0,0-6 8 0,-3 3-10 16,2 0 28-16,-2-3 6 0,-6 3 0 0,3 8 1 16,-3-1 32-16,-3 1 7 0,-3 0 0 0,-3 2 1 15,0 3 4-15,-1 0 1 0,1 3 0 0,-3-3 0 16,-3 3-22-16,0 5-4 0,0 0 0 0,0 0-1 15,0-5-27-15,0 2-4 0,0-2-2 0,0 5 0 16,0 0-10-16,0 0 0 0,0 0 0 0,0 0 0 16,0 0 0-16,0 0 0 0,0 0-9 0,0 0 9 15,0 0 0-15,0 0-8 0,-3 0 8 0,3 0 0 16,0 0 0-16,0 0 0 0,0 0 0 0,0 0 0 0,-6 0 0 16,4-6 0-16,2 6 0 0,0 0 0 0,0 0-9 0,0 0 9 15,0 0 0-15,0 0-9 0,0 0 9 0,0 0 0 16,0 0 0-16,0 0 0 0,0 0 0 0,0 0 0 15,0 0 0-15,0 0-8 0,0 0 8 0,0 0 0 16,0 0 0-16,0 0 0 0,-3 6 0 0,3-6 0 16,0 0 0-16,0 0 0 0,0 0 0 0,0 0 0 15,0 0 0-15,0 0 0 0,0 0 0 0,0 0 8 16,0 0-8-16,0 0 0 0,0 0 8 0,0 0-8 16,0 0 8-16,0 0-8 0,0 8 12 0,0-8-1 15,0 0-1-15,0 0 0 0,-3 5-10 0,3-5 10 16,0 0-10-16,0 0 10 0,-3 5-10 0,3-5 0 0,0 0 0 0,-3 8 0 15,0-8 0-15,3 0 0 0,0 0 0 0,0 0 0 16,0 0 0-16,0 0 0 0,0 0 0 0,0 0 0 16,0 0 0-16,0 0 10 0,0 0-10 0,0 0 10 15,0 0-10-15,0 0 10 0,0 0-10 0,0 0 10 16,0 0-10-16,0 0 0 0,-6 5 0 0,6-5 0 16,0 0 0-16,0 0-11 0,0 0 3 0,0 0 0 31,-3 0-116-31,-3 3-22 0,6-3-5 0,-12 0-607 0</inkml:trace>
  <inkml:trace contextRef="#ctx0" brushRef="#br0" timeOffset="8293.98">7050 2223 864 0,'-6'-6'38'0,"6"6"8"0,0 0-37 0,0 0-9 15,0 0 0-15,-3-5 0 0,-3 2 145 0,3 1 27 16,3 2 6-16,-5-3 1 0,-4 3-115 0,0 0-24 16,9 0-4-16,-6 0 0 0,-3 0-14 0,0 5-2 15,0-2-1-15,0 2 0 0,0 3-11 0,0 3-8 16,-6-3 12-16,3 0-12 0,0 2 0 0,4 3 0 16,-7 1 0-16,3-1 0 0,0 0 0 0,0 0 0 15,-3 1 0-15,3 4 0 0,0-5 16 0,0 1 2 16,3 1 1-16,0 1 0 0,1 0-10 0,-1 3-1 15,0-6-8-15,3 5 12 0,3-4 6 0,0-1 1 16,0 0 0-16,3 6 0 0,0-6-4 0,3 0-1 0,-3 0 0 16,3 1 0-16,0-1 10 0,0 0 3 0,0 0 0 15,3-7 0-15,0 1-16 0,0 7-3 0,2-9-8 16,-2-2 12-16,3-1-2 0,0 6-1 0,3-8 0 16,0 0 0-16,0 0 6 0,0 0 1 0,3-8 0 0,-3 6 0 15,3-1-7-15,-1-2-1 0,-2-3 0 0,6 2 0 16,-3-1-8-16,0-4 0 0,-3 3 0 0,0-3 0 15,3 4 8-15,0-1-8 0,-7-6 0 0,4 1 8 16,0 0-8-16,3 0 0 0,0-1 0 0,-3-4-11 16,-6 5 11-16,3-8 0 0,9 10 0 0,-3-10 0 15,-9 8 0-15,2-6 0 0,4 6 8 0,-3 0-8 16,3-1 0-16,-3-4 0 0,-6 5 0 0,6-1-8 16,3 6 8-16,-3-5 0 0,-9 3 0 0,0 2 0 15,6 2 20-15,-3-2 2 0,-3 3 1 0,0-3 0 0,-3 3-15 0,0 0-8 16,3 5 10-16,0-3-10 0,-9-2 0 0,9 5 0 15,0 0 0-15,0 0 0 16,-3-6 0-16,3 6 0 0,0 0 0 0,0 0 0 0,6 0-12 0,-6 0 2 16,0 0 0-16,0 0 0 0,6 11 10 0,-3-3 8 15,-6-3-8-15,3 8 11 0,0 1-11 0,0-1 0 16,-3 5 0-16,0-4 8 0,-6 2-8 0,6 2 0 16,3 1 0-16,-3-6 0 0,-6 3-13 0,6 0 1 15,3-1 1-15,3 4 0 0,-6-8 11 0,3 2 0 16,0 0 0-16,3 0 0 0,0 0 8 0,0-5 4 15,-3 0 1-15,9 3 0 0,3-3-13 0,-6-3-13 16,-6-5 2-16,0 0 1 0,6 3 10 0,0 2 0 16,-6-5 0-16,0 0 8 0,0 0-8 0,3 0 8 0,9-3-8 15,-6 1 8-15,-3-1 0 0,3-7 0 0,2 2 0 0,4 0 0 16,-3 2-8-16,0-7-13 0,0 0 3 0,3 2 1 16,3-5 9-16,-6 3 0 0,-3-5 0 0,0-1-8 15,6 1 8-15,-3 2 0 0,-9-3 0 0,6-2 0 16,-3 8 0-16,0-6 0 0,2 6 0 0,-2 0 0 15,-6 0 13-15,3 7-1 0,3-7-1 0,-3 5 0 16,3-2 3-16,-3 7 1 0,0-2 0 0,-3-3 0 16,0 8-7-16,0-6-8 0,3 6 11 0,0 0-11 15,0 0 0-15,0 0 0 0,-5 0 0 0,5 0 0 16,0 8 0-16,0 3-9 0,-6-3 9 0,3 5-12 16,0-5 12-16,0 5-8 0,3 3 8 0,-3-3-8 15,0 3 8-15,0 3 0 0,6-1-9 0,-3-4 9 16,0-1 0-16,0 3 0 0,3 0 0 0,0-3 0 0,0 0 0 15,0 0 0-15,3 0 0 0,-3-5 0 0,5 3 0 16,1-3 0-16,-9-8 0 0,3 5 0 0,9 3 0 16,-6-3 0-16,-6-5 0 0,0 0 0 0,0 0-20 0,9 0-4 15,9-5 0-15,-6 0 0 16,-3-3-36-16,3 0-7 0,6 3-1 0,-6-9-1 16,-1 1-13-16,1-5-2 0,3-1-1 0,3-2 0 15,0-3 40-15,-6-2 8 0,-3-3 1 0,6 0 1 16,3-1-1-16,-1-7-1 0,-8 3 0 0,6 2 0 0,3-2 19 0,-3-3 4 15,-3 5 1-15,0 3 0 0,-6 0 62 0,3 2 13 16,0 1 2-16,-1 5 1 0,-8-3 25 0,6 8 5 16,0 3 1-16,-3 0 0 0,-6-1-35 0,3 9-6 0,0-3-2 15,3 3 0-15,0-3-30 0,-3 8-7 0,-3-5 0 0,3 5-1 16,0 0-15-16,0 0 0 0,-9 8 8 0,3 2-8 16,4 11 0-16,-4-2-10 0,-3 2 2 0,0-2 0 15,-3 7 8-15,0 0-10 0,3 6 10 0,-6-5-10 16,-3 4 10-16,3 4 0 0,9 2 0 0,-3-3 0 15,-5 1 0-15,2 2 0 0,6-6 0 0,0 4 8 16,3 2-8-16,-6-8 0 0,0 3 0 0,6-1 0 16,6-4 0-16,-3-1 0 0,-9-2 0 0,6-3 0 15,6 1 0-15,0-4 0 0,0 1 0 0,-3-6 0 16,3 0 0-16,3 0 0 0,3-5 0 0,-3 3 0 16,-6-11 0-16,6 0 0 0,6 2 0 0,5-2 0 15,1-2-16-15,0-4 1 0,-6-1 1 0,3 1 0 16,6-2 14-16,-6-5 0 0,0 0 0 0,2-3 0 15,1 0 0-15,-3 3 0 0,-6-6 0 0,0-2 0 16,6 3 8-16,-3-6-8 0,-3 3 9 0,-3 0-9 0,0-6 10 16,-3 3-10-16,3 6 10 0,-3-3-10 0,-6 2 15 0,0 3-3 15,6 3-1-15,-3 2 0 0,-3-2 9 0,0 0 1 16,0 5 1-16,0 3 0 0,0-3-5 0,0 8-1 16,-6-6 0-16,6-1 0 0,3 7-5 0,0 0-2 15,-12 0 0-15,3 7 0 0,3-7-9 0,-3 8 0 16,0 3 0-16,-3-3 0 0,-9-3-11 0,13 8 11 15,2 1-8-15,3-1 8 0,-9 0 0 0,3 0-10 16,6 6 10-16,-3-6 0 0,0 3-8 0,0 0 8 16,6 0 0-16,0-3 0 0,6 0 0 0,-3 0 0 15,-3-2 0-15,0 2 0 0,9-5 0 0,-3 0-8 0,-6-8 8 16,3 11 0-16,3-9 0 0,0 1 0 0,3 0 0 16,-1-3 0-16,-2-3-8 0,3 3 8 0,6-5-12 15,-6-1 12-15,0 1-23 0,3-3 3 0,3 3 0 16,-3-3 0-16,0-5 10 0,-3 5 10 0,0-5-13 0,2 7 5 15,1-4 8-15,0 2 0 0,-9 0 0 0,3 2 0 16,6 4 16-16,-6 2-2 0,-6 0 0 0,0 0 0 16,0 0 2-16,0 0 1 0,0 0 0 0,-3 2 0 15,-6 6-17-15,3 3 8 0,3 2-8 0,0-5 0 16,-6 3 9-16,6 2-9 0,0 3 0 0,3-3 9 16,0-2-9-16,0 2 0 0,0-8 0 0,3 3 0 15,3 0 0-15,0-3 0 0,-6-5 0 0,9 6 0 16,3-6 0-16,0 0-11 0,-3 0 3 0,3-6 0 15,3-2-10-15,0-5-2 0,2-3 0 0,1 0 0 16,-3-2-8-16,6-3-3 0,3 2 0 0,-3 1 0 0,-3-3 22 16,-1-6 9-16,4 3-8 0,-3 3 8 0,0-5 30 15,-3-1 11-15,0 3 3 0,-3-2 0 0,3 5-34 0,-7-6-10 16,1-4 0-16,0 4 0 0,0 3 11 0,-3 3-11 16,-3 0 10-16,0 2-10 0,-3 6 16 0,0 5-4 15,0-2 0-15,-3 2 0 0,3 2 5 0,-3 1 1 16,3 5 0-16,0 0 0 0,-6 0-18 0,0 5 10 15,0 1-10-15,0 2 8 0,0 2-8 0,0 3 0 16,-2 3 0-16,-1 3-11 0,6-1 11 0,-6 4-10 16,-3 1 10-16,3 4-10 0,0-1 10 0,0 6 0 15,0 2-9-15,0-2 9 0,-3-3 0 0,3 3 0 0,6 0 0 16,0-6 0-16,-6 1 0 0,6-3 0 16,6 2 0-16,0-7 0 0,0-4 0 0,3 4 0 0,0-6 0 15,6-5 0-15,0 3 0 0,3 2 0 0,-3-5 0 0,3-3 0 16,3-5 8-16,-3 0-8 0,2 0 0 0,-2-5 8 15,3-3-8-15,3 3 0 0,-3-3 9 0,0-6-9 16,0 1 8-16,-1 0-8 0,1 0 10 0,0-6-10 16,-3 1 0-16,3-3 8 0,-3 2-8 0,-3 0 0 15,-3-2 0-15,-3 3 9 0,-1-1-9 0,1 3 8 16,-6-2 4-16,3 5 1 0,0-6 0 0,-3 11 0 16,0-5-2-16,-3 8-1 0,0-3 0 0,-3 2 0 15,1 6-10-15,-1 0 10 0,0 0-10 0,0 0 10 16,-3 6-10-16,3 2 0 0,0 0-12 0,3 2 12 15,0 3-15-15,0 1 5 0,0 2 1 0,3 2 0 16,6 1 9-16,-3-1 0 0,0 3-9 0,6-2 9 16,-3-1 0-16,3 3 0 0,0-2 10 0,-1-6-10 0,1 0 0 15,0 1 0-15,3-1 0 0,0-5 0 16,0 2-32-16,-3-2 0 0,0-2 0 16,0-4 0-16,3 4-15 0,-6-1-3 0,0-5-1 0,0 0 0 15,3 0-73-15,-9 0-16 0,0 0-2 0,0-5-1 16</inkml:trace>
  <inkml:trace contextRef="#ctx0" brushRef="#br0" timeOffset="8493.84">7890 2204 2325 0,'0'0'51'0,"0"0"10"0,9 0 3 0,0 0 2 0,-3 5-53 0,8-2-13 0,4 8 0 0,3-9 0 16,-6 9 36-16,9-3 5 0,6-3 1 0,-1 3 0 16,1-3-20-16,0-2-4 0,0 2-1 0,-4 0 0 15,1 3-17-15,-3-2 0 0,-6-6 0 0,-3 5-1127 16</inkml:trace>
  <inkml:trace contextRef="#ctx0" brushRef="#br0" timeOffset="10941.71">8083 2368 288 0,'12'0'25'0,"-9"0"-25"0,-6-5 0 0,3 2 0 16,3 3 136-16,0-5 21 0,-3 0 5 0,-3 2 1 16,3-2-115-16,0-1-22 0,6 4-5 0,-6 2-1 15,-3-6 4-15,0 6 0 0,3-5 0 0,0 5 0 16,0 0-4-16,0 0 0 0,0-3 0 0,6 3 0 0,0-5-20 16,-6 5 0-16,0 0-10 0,0 0 10 0,0 0 14 0,0 0 10 15,0 0 1-15,0 0 1 0,0 0-9 0,0 0-1 16,0 0-1-16,0 0 0 0,-6 0-3 0,6 0 0 15,3 0 0-15,-3 0 0 0,-3-5 8 0,3 5 0 16,0 0 1-16,0 0 0 0,0 0-13 0,0 0-8 16,0 0 8-16,3-3-8 0,3 3 16 0,-6 0-2 15,0 0 0-15,0 0 0 0,6-2 22 0,-6 2 5 16,0-3 1-16,0 3 0 0,0 0-24 0,0 0-5 16,0 0-1-16,0 0 0 0,-6-5 6 0,6 5 1 15,0 0 0-15,0 0 0 0,-6-3 9 0,6 3 1 16,0 0 1-16,0 0 0 0,0 0-22 0,0 0-8 15,3-3 0-15,6 1 9 0,3 2 1 0,-12 0 0 0,0 0 0 16,0 0 0-16,9-6-10 0,0 6 12 0,-9 0-12 0,0 0 12 16,6-8-2-16,3 8 0 0,-3 0 0 0,-6 0 0 15,0 0-2-15,0 0 0 0,11-5 0 0,-5 5 0 16,-6 0-8-16,9 0 12 0,0 0-12 0,0-5 12 16,0 2 9-16,-3 3 3 0,3-5 0 0,0 5 0 15,0 0-24-15,0 0 0 0,-9 0 0 0,0 0 0 16,12 0 0-16,-6 5 0 0,-6-5 0 0,0 0 8 15,0 0-8-15,9 0 9 0,-3 0-9 0,-6 0 10 16,0 0-10-16,0 0 10 0,5 8-10 0,-5-8 10 16,0 0-10-16,6 0 0 0,-6 0 9 0,9 5-9 15,-9-5 8-15,0 0-8 0,0 0 10 0,6 0-10 16,0 3 20-16,-6-3-3 0,0 0 0 0,0 0 0 16,9 5 2-16,-9-5 0 0,0 0 0 0,0 0 0 15,0 0-4-15,0 0-1 0,0 0 0 0,0 0 0 0,0 0-14 16,0 0 11-16,0 0-11 0,0 0 10 0,0 0-21 15,0 0-4-15,0 0-1 0,0 0-987 16</inkml:trace>
  <inkml:trace contextRef="#ctx0" brushRef="#br0" timeOffset="11587.34">9330 2252 864 0,'0'0'76'0,"0"0"-60"0,0 0-16 0,0 0 0 16,0 0 156-16,0 0 29 0,0 0 6 0,0 0 1 15,0 0-142-15,0 0-28 0,0 0-6 0,0 0 0 16,6 5 15-16,3-5 3 0,3 0 1 0,3 0 0 16,0 0-6-16,3 0-1 0,0 0 0 0,0 0 0 15,2-5-8-15,-2 5-3 0,0 0 0 0,0 0 0 16,3-3-9-16,-3 3-8 0,-3 0 9 0,-1 0-9 15,-2 0 9-15,0 0-9 0,0 0 8 0,-3 0-8 16,-3 0-17 0,0 0-9-16,-6 0-2 0</inkml:trace>
  <inkml:trace contextRef="#ctx0" brushRef="#br0" timeOffset="11891.58">9458 2164 1152 0,'6'-5'102'0,"0"5"-82"16,-6 0-20-16,0 0 0 0,3-8 160 0,-3 8 28 15,0 0 6-15,0 0 1 0,0 0-131 0,0 0-27 16,0 0-5-16,3 8 0 0,0-3-13 0,-3 3-3 16,0 5 0-16,0-2 0 0,-3 2-16 0,3 3 0 15,-3 3 0-15,0-1 0 0,0-5 0 0,0 6 0 16,0 2 0-16,0-2 0 0,0-3 0 0,3 2 0 15,-3 1 0-15,3-1 0 0,0-5-12 0,0 1 3 16,0-1 1-16,3 0 0 0,-3-5 8 0,0 0-10 16,6-3 10-16,-6-5-10 0,0 5 10 0,0-5 0 0,0 0-9 15,0 0 9-15,9 3-20 0,0-3 1 0,3-3 0 16,0-2 0 0,0-3-78-16,6-2-16 0,-3 2-3 0</inkml:trace>
  <inkml:trace contextRef="#ctx0" brushRef="#br0" timeOffset="12469.24">9890 2011 1364 0,'12'-29'60'0,"-3"18"13"0,3 3-58 0,0-5-15 0,-3 0 0 0,0 0 0 16,-1 2 106-16,1 3 18 0,0 0 4 0,-3 3 1 15,-3-3-69-15,-3 8-13 0,0 0-3 0,0 0-1 16,0 0-24-16,0 0-5 0,0 0-1 0,-3 8 0 16,-3 5-5-16,-3-5 0 0,0 8-8 0,1 0 12 0,-4 8-12 15,3-3-8-15,0 2 8 0,-3 4-13 0,-3-1 13 16,3 1 0-16,-3 5 0 0,3-6-9 0,0 1 9 15,0 2 0-15,1 0 0 0,2 0 0 0,-3 0 0 0,3-3 0 16,0 1 0-16,0-1 0 0,3-10 0 0,0 0 0 16,3-3 0-16,-3 1 0 0,3-1 0 0,3-5 0 15,0-8 0-15,0 0 0 0,-3 5 8 0,3-5-8 16,0 0 10-16,0 0-10 0,0 0 8 0,0 0-8 16,6-5 0-16,0-1 0 0,0-2 0 0,3 1 8 15,-3-4-8-15,3 3 0 0,-3-5 0 0,0 2-10 16,3 3 2-16,-3 0 0 0,-3 3 8 0,0-3 0 15,0 3-9-15,-3 5 9 0,0 0 0 0,0 0 0 16,0 0 0-16,5 5 0 0,1-2 0 0,-3 2 0 16,3 3 11-16,0 3-11 0,0 2 0 0,0-5 0 15,3 2 0-15,0-2 0 0,0 0 9 0,0-3-9 0,0 1 8 0,-3 2-8 16,6-8 0-16,0 0 0 0,0 0 8 0,2 0-8 16,1-8 8-16,0 8-8 0,0-6 12 0,0-1-4 15,0-4-8-15,0 3 0 0,0-5 9 0,-1 2-9 16,1-2 0-16,0 0 0 0,-3 0 0 0,0-1-12 15,-3-2 12-15,-3 3-10 0,3 0 10 0,-6 2-10 16,0-2 10-16,-3 0 9 0,-3 0-1 0,3-1-8 16,-3 7 23-16,-3-7-3 0,3 9 0 0,-3-3 0 15,0 3 11-15,0-1 1 0,0 1 1 0,0 5 0 16,0 0-17-16,6 0-3 0,-6 5-1 0,0-5 0 16,3 6-12-16,-3-4 0 0,3 4 0 0,0 2-10 15,3 2 10-15,0-2 0 0,3 3-9 0,0 2 9 16,0-5 0-16,3 5 0 0,0-5 0 0,3 5 0 0,3-2 0 15,-3 2 0-15,3 0-9 0,0-5 9 0,0 3-20 0,0-3 0 16,0-3 0-16,-1 3 0 16,4-3-124-16,0 3-26 0</inkml:trace>
  <inkml:trace contextRef="#ctx0" brushRef="#br0" timeOffset="14338.18">10783 2387 748 0,'0'0'67'0,"0"0"-54"15,0 0-13-15,0 0 0 0,0 0 287 0,0 0 54 16,0 0 11-16,0 0 3 0,0 0-269 0,0 5-54 16,-3 3-10-16,3-3-2 0,0 3-20 0,-3 5 0 15,0 0 0-15,0 1 0 0,3-1 0 0,-3 0 0 16,-3 0 0-16,3 1 0 0,3-4 0 0,-6 3 0 16,3-5 0-16,0 0 0 0,0 3 0 0,3-11 0 15,0 0 0-15,0 0 0 0,-3 8 0 0,3-8 0 16,0 0 0-16,0 0 0 0,0 0 0 0,0 0 0 15,0 0 0-15,0 0 10 0,0 0-10 0,9 0 0 16,0 0 9-16,0-5-9 0,3-3 9 0,0 0-9 16,-3 2 12-16,0-7-12 0,3 0 32 0,0 2-1 15,-1-2 0-15,1 3 0 0,0-1-16 0,0-2-3 16,3-1-1-16,0 1 0 0,-3 3 9 0,3-1 3 0,-3 0 0 16,0 4 0-16,-1 1 5 0,1 1 0 0,-3 2 1 15,0 3 0-15,0 0-13 0,-9 0-4 0,0 0 0 0,6 0 0 16,0 3-12-16,0 2-10 0,-6 1 2 0,0-1 0 15,-3 3-10-15,3 0-2 0,-3 0 0 0,0 2 0 16,0-4 20-16,0 1-10 0,3-7 10 0,0 8-8 16,-3 3 8-16,3-11 0 0,0 0 0 0,0 3 0 15,0-3 0-15,0 0 0 0,0 0 0 0,0 0 0 16,0 0 0-16,6 5-16 0,0 0 2 0,3-5 1 16,3 0 3-16,-3 0 1 0,0-5 0 0,3 5 0 15,-3-8 9-15,3 3-8 0,-4-3 8 0,1 2-8 16,0 6 8-16,0-5 0 0,-3 3 0 0,3 2-8 15,-9 0 8-15,0 0 0 0,6 0 10 0,-6 0-10 0,6 7 9 16,-3-1-9-16,0 2 8 0,0 0-8 0,0 2 0 16,0-4 8-16,0 1-8 0,0 1 0 0,0 0 0 0,0-2 0 15,-3-6 8-15,6 8-8 0,0-3 0 16,0 0 10-16,0-5-10 0,3 0 10 0,-1 0 1 0,4 0 0 16,0 0 0-16,0-8 0 0,-3 3 7 0,6 0 2 15,-3-3 0-15,6 0 0 0,-3-3-20 0,0 3 0 16,-1-5 0-16,4 8 0 0,-3-9 8 0,-3 7-8 15,0-4 0-15,-3 3 0 0,0-5 0 0,0 5-16 16,-3-3 4-16,-3 3 0 0,0-5 12 0,0 0 10 16,-3 0-2-16,0-1 0 0,-3-1-8 0,0 1 0 15,0 1 0-15,-3 0 0 0,0 5 0 0,0-5 8 16,3 5-8-16,-3-3 8 0,3 3-19 0,-3 3-4 0,0 2-1 16,3-2 0-16,3 5 16 0,-6 0-9 0,0 3 9 0,6-3-8 15,0 0-1-15,-6 5 0 0,0 6 0 0,0-9 0 16,3 9 9-16,0-3-13 0,0 5 5 0,0 0 8 15,0 0-9-15,3-2 9 0,6 2 0 0,-3 0 0 16,0 1 0-16,3-1-8 0,-3 0 8 0,6 0 0 16,0-5 0-16,3 0 0 0,-3 3 0 0,3 2 0 15,0-10 0-15,0 2 0 0,3 0 0 0,-4 1 0 16,7-4 0-16,-3-2 0 0,0-2 0 0,3 2 0 16,-3-6 0-16,3 1 0 0,3-3 0 0,-4 0 0 15,-2 3 8-15,0-3-8 0,0-3 0 0,0-2 9 16,0 5-9-16,-6-5 0 0,3 2 0 0,-3 3 0 15,-3-5 10-15,-4 0-10 0,1 0 12 0,3-1-12 0,0 1 9 16,-3 3-9-16,-3 2 0 0,-3 0 9 16,0-5-9-16,3 7 0 0,-3-2 0 0,3 8 8 0,-3-2-8 15,3 2 0-15,0 0 0 0,0 0 0 0,0 0-11 0,0 0 11 16,0 0-8-16,0 0 8 0,0 0-14 0,0 0 2 16,3 10 1-16,0 3 0 0,0-5 11 0,3 3-12 15,-3 2 12-15,6 0-12 0,0 1 12 0,0-6-10 16,0 5 10-16,-3 0-10 0,0-2 10 0,0 2 0 15,0-5 0-15,-3 5 0 0,0 0 0 0,-3-5 8 16,0 3-8-16,-3 2 11 0,0-5-11 0,-3 3 0 16,0-4 0-16,-3 7-11 0,-3-9 11 0,3 3 0 15,-3 3 8-15,3-4-8 0,0-1 0 0,0 2 8 0,4-6-8 16,-4 1 0-16,0 5 0 0,3-8 9 0,-3 3-9 16,3-1 0-16,6-2 9 0,0 0-9 0,0 0 0 15,0 0 9-15,0 0 1 0,0 0 0 0,0 0 0 0,0 0 0 16,0 0 4-16,6-2 1 0,0-6 0 0,3 0 0 15,0 0-15-15,2 2 8 0,4-4-8 0,0 2 0 16,3-5 0-16,0-1 8 0,0 7-8 0,0-7 0 16,0 1 0-16,-1 0 0 0,1 2 0 0,0-7 0 15,-3 2 8-15,3-3-8 0,0 6 0 0,0-8 9 16,-1 2-9-16,-2 6-11 0,3-11 3 0,0 9 0 16,-3-9 8-16,3 5 0 0,-3-2-9 0,3 0 9 15,-4-6 0-15,4 9 0 0,-6-1 0 0,3-2 0 16,0 3 8-16,-6-4-8 0,0 7 8 0,-6-1-8 15,0 3 16-15,0-1-3 0,-3 1 0 0,3 0 0 16,0 2-2-16,0 3-1 0,-3 3 0 0,3-3 0 16,-3 3-10-16,0 5 10 0,0-8-10 0,0 8 10 0,0 0-10 15,0 0 0-15,0 0 9 0,0 0-9 0,0 0 0 0,0 0-8 16,0 0 0-16,0 8 0 0,-3 5-1 0,-3-5 0 16,0 8 0-16,0-3 0 0,0 0 9 0,0 1 0 15,-3 1-9-15,3 9 9 0,-6-5 0 0,3 2 0 16,3 5 0-16,0-4 0 0,-6 1 0 0,3 4 0 15,3-6 0-15,-2 5 0 0,-1 4 0 0,0-4 0 16,3-5 0-16,-3 3 0 0,6 2 0 0,-3-4 0 16,0-4 0-16,0-2 0 0,3 0 0 0,0-3 0 15,0 0 0-15,0 1 0 0,0-7 0 0,0-1 0 16,3-6 9-16,0 8-9 0,0-8 0 0,0 0 8 0,0 0-8 16,0 0 0-16,0 0 14 0,0 0-2 15,0 0 0-15,6-6 0 0,0 4 4 0,-3-9 1 0,6 3 0 16,-3-5 0-16,3 0-17 0,0 0 10 0,-3-6-10 0,3-2 8 15,3 2-8-15,-4-2 0 0,-2 3 0 0,3 4 8 16,0 1-8-16,-3 3 0 0,3 2 0 0,-3 0 0 16,0 2-14-16,-3-1 2 0,3 1 0 0,-6 6 0 15,0 0 12-15,0 0 0 0,6 6 0 0,-3 1-9 16,0 7 9-16,0-1 8 0,0 5-8 0,0-2 11 16,0 8-11-16,0-5 0 0,-3 7 0 0,0-5 0 15,3 3 0-15,0-3 0 0,0 0 0 0,-3-2 8 16,6-1-8-16,-3-4 0 0,-3 2 0 0,0-6 0 15,3 3 0-15,3-5 0 0,3 3 0 0,-1-11 0 16,1 3-84 0,6-3-13-16,0-3-3 0,0 3 0 0</inkml:trace>
  <inkml:trace contextRef="#ctx0" brushRef="#br0" timeOffset="18150.82">13501 2270 576 0,'-3'-13'51'0,"3"13"-41"0,0 0-10 0,0 0 0 15,-3-8 123-15,-3 3 22 0,0-1 5 0,0 4 1 16,-3-4-90-16,0 1-17 0,0 3-4 0,-3 2-1 16,0-6-31-16,3 6-8 0,-3 0 0 0,-3 0 0 0,4 0-8 15,-4 0-4-15,0 6 0 0,0-6 0 0,0 7 36 16,0-1 8-16,0 2 0 0,0-3 1 0,0 8-10 0,-2-5-3 16,2 5 0-16,-3-2 0 0,0 10 10 15,3-8 2-15,3 6 0 0,0-6 0 0,0 8 4 16,0-2 2-16,4-3 0 0,-1 0 0 0,0-1-2 15,3 4-1-15,0-8 0 0,0 2 0 0,3-3-35 16,0 1 0-16,3 2 0 0,0-5 0 0,0-3 13 0,3 3-4 16,0 3-1-16,-3-11 0 0,0 0-8 0,9 0 0 15,0 8 0-15,-6-8 0 0,-3 0 13 0,9 0-2 16,5-5-1-16,1 2 0 0,0-2-10 0,0-3-11 16,3 2 3-16,0-7 0 0,-3 5-1 0,3 3 0 15,-4-8 0-15,1 2 0 0,0-2 9 0,3 5 0 16,-6-5 0-16,3-1 0 0,0 1 8 0,0 0-8 0,0 0 8 15,-1 0-8-15,-2-1 0 0,3 1 0 0,-3 0 0 0,0 0 0 16,-3 7 0-16,0-2 0 0,0-5 0 0,0 8 0 16,-3-3 0-16,0 3 8 0,-3 5-8 0,0-6 11 15,0-2 8-15,-3 8 1 0,0 0 1 0,0 0 0 16,3 0 8-16,-3 0 2 0,0 0 0 0,0 0 0 16,0 0-31-16,0 0-21 0,0 0 3 0,0 0 1 15,0 0 9-15,0 0 8 0,0 0-12 0,0 0 12 16,0 0 0-16,3 3 0 0,-3-3 0 0,0 11 0 15,-3-6 0-15,3 3 0 0,-3 5 0 0,0 0-10 16,3-5 10-16,-3 6 11 0,0-4-3 0,0 3 0 16,-3 1 0-16,3-1 0 0,-3-5 0 0,3 5 0 15,3-2 0-15,-3 2 0 0,3 0 0 0,-3-5 0 16,3 0-8-16,0 2 0 0,0-10 0 0,0 0 0 0,3 6 0 16,-3-6 15-16,0 0-4 0,3 8-1 0,3-8-10 0,0 2 0 15,3-2 0-15,0-2 0 0,0 2 0 0,-1-6 0 16,1 4 0-16,3-4 12 0,-3 1-12 0,-3 0 0 15,3 2 9-15,0-7-9 0,3 2 0 0,-3 0 0 16,0 2 0-16,3-1 0 0,-3 1 0 0,0-4 0 16,-3-1 0-16,-1 6 0 0,1-6 0 0,0 9 8 15,0-9-8-15,-3 3 0 0,3 0 8 0,-3-2-8 16,0 2 10-16,0 0-10 0,0 2 8 0,0-2-8 16,-3 3 0-16,3-3 9 0,0-2-9 0,-3 4 0 15,0 6 0-15,0-2 8 0,0 2-8 0,3-6 0 16,-3 6 9-16,0 0-9 0,0 0 8 0,0 0-8 0,0 0 10 15,0 0-10-15,0 0 0 0,-6 0 0 0,3 6-11 16,-3-1 11-16,0 3-12 0,3 5 12 0,-3-5-12 0,3 3 12 16,-3 2 0-16,3 0 0 0,0 0 0 0,3 1 8 15,-3-7-8-15,0 4 0 0,3 0 0 0,3-1 0 16,-3-2 0-16,3 3 8 0,0 2-8 0,3-5 0 16,0 0 0-16,0 2 0 0,3-7 0 0,0 2 0 15,0 1 9-15,0-1-9 0,3-5 10 0,-3 0-10 16,3 3 11-16,0-3-11 0,-3-3 12 0,-1 3-12 15,1-3 0-15,3 1 0 0,-3-4 0 0,0 1 0 16,0-3-10-16,0 3 1 0,-3 2 0 0,0-2 0 16,-3-3 9-16,3 3 0 0,0-3 0 0,-3-3 0 15,0 3 0-15,3 0 0 0,-3-5 0 0,0 8 11 16,0-8-11-16,-3 7 0 0,3-7 0 0,0 5 0 16,-3-5 11-16,0 8 0 0,0 5 0 0,0-6 0 0,0-2 6 15,0 8 2-15,0 0 0 0,0 0 0 0,0 0-19 0,0 0 0 16,0 0 0-16,0 0 0 0,0 14 0 0,-3-9 0 15,3 3 0-15,0 0 0 0,-3 2 0 0,0-2 0 16,3-2 0-16,0 7-12 0,-3-8 12 0,3 3 0 16,0-8 0-16,-3 5 0 0,0 3-16 0,0 0 2 15,3-8 1-15,0 0 0 0,0 0 4 0,0 11 1 16,-3-3 0-16,3-8 0 0,0 0 8 0,0 0 0 16,0 0 0-16,0 0 0 0,0 0 0 0,0 0 0 15,0 0 0-15,0 0 0 0,0 0 0 0,0 0 0 16,0 0 0-16,0 0 0 0,0 0 0 0,0 0 0 15,9-6 0-15,-6 4 8 0,3-4-8 0,0-1 0 0,0-4-8 16,0 3 8-16,2-3 0 0,1 1-8 0,0 5 8 16,0-6 0-16,0 3 0 0,3 0 0 0,-3-2 0 15,6 7-8-15,-6-8 8 0,6 3-10 0,-3 0 10 0,0 3-10 16,-1-3 10-16,-2 3 0 0,6 0 0 0,-6-1 8 16,3 4-8-16,-3-4-8 0,0-2 8 0,9-5-25 15,-9 8 11-15,-3-3 0 0,0 3 0 31,3-3-10-31,-3 2-1 0,-6 6-1 0,2-5 0 0,4-3 15 0,0 3 11 0,-6 5-13 0,0 0 5 16,3-5 8-16,-3 5 0 0,6-3 0 0,-6 3 0 16,0 0 9-16,0 0 7 0,0 0 2 0,0 0 0 15,0 0-1-15,0 0 0 0,0 0 0 0,0 0 0 16,0 3-17-16,0 7 8 0,0-2-8 0,-3 3 0 16,3 2 12-16,-6 0-12 0,3 0 12 0,0 1-12 15,0-1 12-15,0 0-4 0,1 0 0 0,-1 1-8 0,0-1 0 16,0 0 0-16,0 0 0 0,0-5 0 0,0 3 0 15,0 2 0-15,3-8 0 0,0 3 0 0,0-2 10 0,0-6-10 16,0 0 8-16,0 0-8 0,0 0 8 0,0 0-8 16,0 0 8-16,0 0-8 0,0 0 8 0,0 0-8 15,0 0 8-15,0 0-8 0,6 0 10 0,0 0-10 16,0-6 12-16,-3 1-12 0,2 2 8 0,1-2-8 16,-3-6 0-16,3 3 0 0,0 1 22 0,0-7-2 15,3 1-1-15,-3 0 0 0,3 0-19 0,0-1-16 16,0 1 4-16,3 0 0 0,-3 2 12 0,0-2 15 15,3 5-3-15,-1-5-1 0,-2 2-11 0,3 3 0 16,-3 3 0-16,3 3 8 0,-6-4-22 0,3 1-5 0,-9 5-1 16,3 5 0-16,3 1 7 0,0-4 1 0,0 3 0 15,-3 3 0-15,-3 3 0 0,6-3 1 0,-6 5 0 16,3-5 0-16,0 3 11 0,3 2-8 0,-3-8 8 0,3 3-8 16,0 0 8-16,3 3 0 0,-4-3 0 0,4-3 0 15,0-5 0-15,0 3 0 0,0 2 0 0,3-5 0 16,-3 0 0-16,0 0 9 0,0-5-9 0,0 2 0 15,0 3 15-15,0 0-4 0,3-5-1 0,0-3 0 16,-4 2-10-16,-2 1 0 0,0 2 0 0,0-2 0 16,-3-3 8-16,0 3-8 0,-3-3 0 0,0 3 8 15,3-6-8-15,-6 3 10 0,0 0-10 0,0 3 10 16,0-3-10-16,-3-5-12 0,0 7 2 0,0-1 1 16,-2-4 9-16,2 6 16 0,0 2-4 0,3-5-1 15,3 8-11-15,0 0 0 0,-6 0 0 0,0 3 0 0,0 2-9 16,0-2 9-16,0-1-12 0,0 6 12 0,3 0-8 0,-3 3 8 15,-3 2 0-15,6 0 0 0,-3-5 0 0,3 5 0 16,3 6 0-16,0-6 0 0,0 6 0 0,0-6 0 16,0 0 8-16,3 0-8 0,3 1 0 0,0-1 0 15,0 0 8-15,3-5-8 0,-3 3 0 0,0-4 9 16,6-1-9-16,0 2 8 0,0-3 0 0,2-2-8 16,1 2 12-16,-3-5-4 0,6 0 0 0,-3-5 0 15,-3 2 0-15,3-2 0 0,-3 5-8 0,3-8-9 16,-4 2 9-16,1-1-13 0,0 7 13 0,-3-11 0 15,0 3 0-15,-3 0 0 0,3 3 0 0,-3-3 10 0,3-3-2 16,-3-2 0-16,3 0-8 0,-3 0 0 16,-3-1 0-16,3 6 0 0,-3 3 0 0,0-5 0 0,0 2 0 15,0 2 0-15,-3 6 13 0,0 0-2 0,0 0-1 0,0 0 0 16,0 0-10-16,0 0 10 0,0 0-10 0,-3 6 10 16,0-1-10-16,0 3 0 0,-3 5-12 0,3-2 12 15,-3 2 0-15,3 0 0 0,3-5 0 0,-3 5 0 16,-3-5-8-16,3 3 8 0,0-6-10 0,3 3 10 15,-3-3 0-15,3-5 0 0,0 0 8 0,0 0-8 16,0 0 0-16,0 0 0 0,0 0 0 0,0 0 0 16,0 0 0-16,0 0 0 0,9 0 0 0,-3-2 0 15,3-1 0-15,0-5 0 0,0 3-10 0,-3-3 10 16,2 3-13-16,1-1 5 0,0-7 8 0,0 5-13 16,0 3 13-16,-3 0 0 0,3 2 0 0,-3-2 0 15,0-3 0-15,-6 8 0 0,0 0 0 0,0 0 0 16,0 0 11-16,0 0-2 0,0 0 0 0,6 8 0 0,0-3-9 15,-3 3 0-15,0 5 0 0,0-5 0 0,3 3 0 0,-3-6 0 16,0 3 0-16,0 0 0 0,3-3 0 16,0 0 0-16,0 3 8 0,2-2-8 0,1-4 0 0,-3 3 8 15,-6-5-8-15,12-5 8 0,0 3 0 0,3-4 0 16,0-2 0-16,0 3 0 0,3-6-8 0,-3 1 0 16,2-1 0-16,-2-2 0 0,3 0-10 0,-6 0 10 15,3-1 0-15,-3 6-9 0,-3-7 9 0,0 4 0 16,0 0 0-16,-3-2 0 0,0 5 0 0,0-5 9 15,-4 0-9-15,4 2 10 0,-6 3 0 0,0-5 0 16,0-6 0-16,0 6 0 0,0 5-10 0,0-5 10 16,0 8-10-16,-3-8 10 0,3 5-10 0,-3 2 0 0,3-2 0 0,0 8 0 15,0-5-11-15,0 5 3 0,0 0 0 0,0 0 0 16,0 0 8-16,-2 13-10 0,-1-5 10 16,0 3-10-16,-3 5 10 0,3 2 0 0,3-5 0 0,-3 6 0 15,0 0 0-15,0 2 0 0,3-3 0 0,0 3 0 16,0-2 0-16,0-1 0 0,3 4 0 0,-3-4-8 15,6 3 8-15,-3-8 0 0,3 6 0 0,2-6 0 16,1 0 0-16,0 1 0 0,0-9-10 0,0 8 10 16,-3-7-27-16,6 1 2 0,0-7 0 0,-3 3 0 31,-3 0-6-31,3-6-1 0,0 0 0 0,0 3 0 0,-3 0 1 16,0-7 0-16,-3 1 0 0,-3 1 0 0,3 0-86 0,-6-3-18 0,0 2-3 15,-6-2-606-15</inkml:trace>
  <inkml:trace contextRef="#ctx0" brushRef="#br0" timeOffset="18532.82">15066 2275 403 0,'-3'0'36'0,"3"0"-36"16,0 0 0-16,0 0 0 0,-3 0 238 0,3 0 41 16,0 0 8-16,0 0 1 0,0 0-152 0,0 0-32 15,9 3-5-15,3-6-2 0,3 3-19 0,0 0-4 16,3 0-1-16,3-5 0 0,2 5-51 0,4 0-10 16,0-5-3-16,0 2 0 0,6 3-1 0,-1-5-8 15,1-3 12-15,0 3-4 0,-4-1 2 0,7-2 0 16,-3 1 0-16,-3 1 0 0,2-7-2 0,-2 2 0 15,-3 3 0-15,0-5 0 0,-3 0 0 0,-1 5 0 16,-5-3 0-16,0 4 0 0,-3-1-8 0,-3 2 0 16,-3-2 0-16,-3 3 0 0,-3 5 0 0,-3 0 0 15,0 0 0-15,0 0 0 0,0 0 0 0,-6 5-14 0,0 9 5 16,-3-6 1-16,0 5 8 0,0 0 0 0,0 6 0 16,3-6 0-16,0 5 16 0,3 3 6 0,-3-2 1 0,6 2 0 15,0 0-23-15,3 3-16 0,0-3 2 0,3 3 1 16,3-11 13-16,0 6 0 0,3 2 12 0,0-8-12 15,0 0 21-15,3-5-2 0,-3 3-1 0,0 2 0 16,-1-7 2-16,-2 1 1 0,0-1 0 0,0 2 0 16,-3-3 1-16,-6-5 0 0,0 0 0 0,0 0 0 15,-3 8-10-15,0-5-1 0,-6 2-1 0,-6 0 0 16,-5 0-10-16,-1 3 8 0,-3-2-8 0,0 2 8 16,-3-3-8-16,1 3 0 0,-1-3 0 0,-3 0-746 15,6-2-142-15</inkml:trace>
  <inkml:trace contextRef="#ctx0" brushRef="#br0" timeOffset="22526">16037 2643 1382 0,'0'0'61'0,"0"0"13"0,0 0-59 0,0 0-15 15,0 0 0-15,0 0 0 0,3-2 283 0,-3 2 53 16,0 0 12-16,0 0 1 0,0 0-273 0,0 0-54 16,0 0-11-16,0 0-3 15,0 0-71-15,0 0-14 0,-3-6-3 0</inkml:trace>
  <inkml:trace contextRef="#ctx0" brushRef="#br0" timeOffset="25467.71">2338 4366 1090 0,'0'0'48'0,"0"0"11"0,0 0-47 0,0 0-12 16,0 0 0-16,0 0 0 0,0 0 56 0,0 0 10 15,0 0 2-15,0 0 0 0,0 0-52 0,0 0-16 16,0 0 8-16,0 0-8 0,0 0 8 0,0 0-8 15,0 0 9-15,0 0-9 0,0 0 0 0,0 0-15 16,6 8 2-16,-6-3 0 0,0 3 13 0,3 0 0 16,-3 0 9-16,3 5-9 0,3-8 22 0,-6 8-2 15,0 1 0-15,0-1 0 0,3 0-2 0,3 3-1 16,-6 0 0-16,0 5 0 0,0-5 6 0,3 2 1 16,-3 4 0-16,3 7 0 0,-3-11-24 0,3 9 9 0,-3-4-9 15,0 7 0-15,0-4 13 0,0 3-4 0,6 0-1 16,-6-2 0-16,6 2-8 0,-6 0 10 0,3 3-10 0,3 2 10 15,-6-2-10-15,0 2 0 0,0-2 0 0,0 2 8 16,0 3-8-16,0 0 0 0,0-2 0 0,-6 5 8 16,3-3-8-16,-3 0 0 0,0 2 0 0,3 4 8 15,-3-1-8-15,0 0 0 0,3-2 9 0,3-3-9 16,-6-3 0-16,3 1 8 0,3-6-8 0,0 0 0 16,0-3 0-16,0-2 8 0,-3 0-8 0,3-3 0 15,3 0 0-15,-3 1 0 0,-3-7 0 0,3 4 0 16,0 0 8-16,-6-4-8 0,6 7 8 0,-3-9-8 15,-2 0 0-15,2 0 9 0,0 0-9 0,0 3 0 16,0 0 0-16,0-3 0 0,-3-5 0 0,3 0 0 16,3 0-20-16,-6-2-2 0,6-6 0 0,0 0 0 0,0 0 22 15,0 0 0-15,0 0 0 0,0 0 0 0,0 0 0 0,0 0 0 16,-3-6 0-16,0-2 0 0,3 3 0 0,-6-3 10 16,3 0-1-16,3 0 0 0,-6-2-9 0,0 2 10 15,3-3-10-15,-3 3 10 0,-3-2-10 0,0-1 8 16,6 0-8-16,-6 4 8 0,0-1 5 0,6 0 1 15,-6 2 0-15,1-2 0 0,8 6 8 0,-9-4 2 16,0 4 0-16,0-1 0 0,3 3-14 0,-9 3-2 16,3-1-8-16,0 1 12 0,0 2-12 0,-3 3 0 15,3 0 0-15,0 3 0 0,1-1-9 0,-7 1 9 16,6 5-13-16,-6-3 5 0,6 6 0 0,-6-3 0 16,6 2 0-16,-6 1 0 0,1 2 8 0,2-3 0 15,-3 3 0-15,6 3 0 0,-9 0 0 0,3 3 0 0,6-4 0 16,-9 6 0-16,4 1 0 0,5-1 8 0,-9 0-8 0,9 2 11 15,-3 1 1-15,3 3 0 0,3-4 0 0,-3 4 0 16,0-1-2-16,3 1 0 0,1 2 0 0,5-8 0 16,-6 8-10-16,9-3 8 0,-6 1-8 0,6-1 8 15,0-2-8-15,6-1 8 0,-6 1-8 0,9-3 8 16,0 0-8-16,-4-2 12 0,1-1-12 0,3-2 12 16,-3-3-4-16,3 3 0 0,6-3 0 0,-3-2 0 15,3-1 4-15,6-2 1 0,3 0 0 0,-4-3 0 16,4 1 3-16,3-4 1 0,-3 3 0 0,3-5 0 15,-4 0-2-15,4-2-1 0,3-1 0 0,-6 3 0 16,3-6-14-16,-4 1-18 0,4 0 4 0,-6-3-600 16,3 0-120-16</inkml:trace>
  <inkml:trace contextRef="#ctx0" brushRef="#br0" timeOffset="26319.48">2258 5911 1324 0,'0'0'118'15,"0"0"-94"-15,0 0-24 0,0 0 0 16,0 0 42-16,0 0 4 0,0 0 1 0,0 0 0 0,0 0-4 0,0 0-1 16,0 0 0-16,0 0 0 0,0 0 6 0,6-3 0 15,3 3 1-15,-3-5 0 0,0 2-15 0,3 1-3 16,-3 2-1-16,3 0 0 0,0-6-18 0,0 6-4 16,-1-2-8-16,1 4 12 0,-3-2-12 0,3 0 0 15,-3 6 0-15,0-6 0 0,3 0 0 0,0 2 0 16,-3 1 0-16,6 0 0 0,-12-3 0 0,9 2 0 15,-3 3 0-15,3-2 0 0,0 2 0 0,-3 1 0 16,6 2 8-16,-4-3-8 0,-2 3 12 0,9 2-3 16,-6 1-1-16,-3 2 0 0,3 0 2 0,0-2 0 15,0 2 0-15,3 1 0 0,0-4-1 0,-3 3 0 16,0 3 0-16,3-3 0 0,2 6 1 0,-8-3 0 16,3 0 0-16,-3 2 0 0,-3 1-10 0,0-1 0 15,3 1 0-15,3-1 8 0,-6 1-8 0,3 2 0 0,0-2 9 16,0 2-9-16,3-3 0 0,-6 3 8 0,0 1-8 15,3-1 0-15,-3-3 8 0,3 3-8 0,-3-2 10 0,3 5-10 16,-6-6 11-16,0 3-11 0,0 1 12 0,0-1-12 16,0 0 12-16,0 0-12 0,-6-2 12 0,3 2-12 15,3-3 13-15,-6 3-4 0,3-2-1 0,3 2 0 16,-9 0-8-16,6 0 10 0,-3-2-10 0,3 0 10 16,-3-1-10-16,3 1 8 0,0-4-8 0,3 4 8 15,-6 2 2-15,-3-2 0 0,6-1 0 0,-9 1 0 16,6-3-1-16,-3-1 0 0,-3 1 0 0,4 0 0 15,-1 0-9-15,-3 0 12 0,3-5-12 0,3 2 12 16,-3 0-3-16,-6 0 0 0,9-2 0 0,-3-1 0 16,-3 1-9-16,3 0 12 0,-6-1-12 0,3 1 12 15,1-3-4-15,-1 2-8 0,0-2 12 0,3 0-4 0,-9 0 4 16,6-3 1-16,-3 3 0 0,0-2 0 0,-6 1 1 0,4-1 0 16,-1-4 0-16,-3 4 0 0,6-4-6 0,-3-2 0 15,0 0-8-15,3 0 12 0,1 0-12 0,2 0 8 16,0-2-8-16,0 2 0 0,-3-6-8 0,3 4-8 15,3-4-2-15,-3-1-1097 0</inkml:trace>
  <inkml:trace contextRef="#ctx0" brushRef="#br0" timeOffset="27957.16">2041 6376 1209 0,'0'0'53'0,"-6"-2"12"0,12-6-52 0,-6 3-13 0,0 5 0 0,0-3 0 0,0 3 99 0,0 0 17 16,0 0 3-16,0 0 1 0,-6-5-88 0,6 5-18 15,0 0-3-15,0 0-1 0,0 0 18 0,0 0 3 16,0 0 1-16,0 0 0 0,0 0-32 0,0 0 0 15,0 0 0-15,9 0-10 0,0 0 23 0,0-3 5 16,0 3 1-16,-3-3 0 0,8 1 25 0,1-1 6 16,0 0 1-16,6 3 0 0,-9-2-26 0,6-4-5 15,3 1 0-15,-1 3-1 0,-5-1 1 0,0 0 1 16,6-2 0-16,-9 0 0 0,6 2-13 0,-6 0-8 16,0 1 8-16,0-4-8 0,-4 4 8 0,1-1-8 15,0 1 8-15,0-1-8 0,-3 0 0 0,-6 3 0 16,0 0 0-16,0 0 0 15,0 0-24-15,0 0-10 0,0 0-2 0,0 0 0 16,0 0-131-16,0 0-26 0,0 0-6 0,0 0-294 0,0 0-59 16</inkml:trace>
  <inkml:trace contextRef="#ctx0" brushRef="#br0" timeOffset="28275.95">2264 6268 1076 0,'0'0'48'0,"0"0"9"0,0-8-45 0,0 3-12 0,0-3 0 0,0 3 0 16,0-3 86-16,-6 2 15 0,6-2 3 0,0 3 1 16,0-3-37-16,0 3-7 0,0 0-1 0,0 2-1 15,-3 0-12-15,3 3-3 0,0-8 0 0,0 8 0 16,0-5-9-16,0 5-3 0,0 0 0 0,0 0 0 0,0 0 2 16,0 0 0-16,0-5 0 0,0 5 0 15,0 0-11-15,0 0-3 0,0 0 0 0,0 0 0 0,0 0-20 16,-6 5 0-16,6 3 0 0,-3 0 0 0,3 0 0 0,-3 2 0 15,3 1 0-15,0 2 0 0,0 3 0 0,0 0 0 16,-6 0 0-16,6 2 0 0,0 1 0 0,0-1 9 16,-3-4 0-16,3 7 0 0,0-5-9 0,0 0 10 15,-6 2-10-15,6 1 10 0,-3-4-10 0,3 1 0 16,0 0 9-16,3-3-9 16,-3 1-20-16,-3-1-8 0,0 0-1 0,3-2-600 15,3-3-120-15</inkml:trace>
  <inkml:trace contextRef="#ctx0" brushRef="#br0" timeOffset="28668.62">2115 6847 1645 0,'0'0'72'16,"0"0"16"-16,0 0-70 0,0 0-18 0,0 0 0 0,0 0 0 0,0 0 57 0,0 0 8 15,0 0 2-15,0 0 0 0,0 0-40 0,0 0-8 16,0 0-2-16,0 0 0 0,0 0 11 0,6 3 3 15,-6-3 0-15,6 0 0 0,3 0 23 0,0 0 5 16,0 0 1-16,0 0 0 0,0 0-2 0,3-3 0 16,-3 3 0-16,3-2 0 0,5-1-36 0,-5 3-7 15,9-5-2-15,-9 5 0 0,6 0-3 0,-3 0-1 16,3 0 0-16,-6 0 0 0,2-3-9 0,-2 3 0 16,0 0 9-16,-6 0-9 0,6 0 0 0,-12 0-20 15,9 3 4-15,-9-3-737 16,3 2-148-16</inkml:trace>
  <inkml:trace contextRef="#ctx0" brushRef="#br0" timeOffset="30505.89">2338 7321 230 0,'0'0'20'0,"0"0"-20"16,0 0 0-16,0 0 0 0,-3-3 215 0,3 3 38 15,0-5 8-15,0 5 2 0,0 0-166 0,0 0-33 16,-5-5-6-16,5 5-2 0,0 0 4 0,0 0 0 0,-6-3 0 16,6 3 0-16,0 0-18 0,0 0-3 15,-6 0-1-15,6 0 0 0,0 0-7 0,0 0-2 16,-3 0 0-16,3 0 0 0,-6 3 12 0,6-3 3 0,0 0 0 16,0 0 0-16,0 0-5 0,0 0-1 0,0 0 0 0,0 0 0 15,0 0-5-15,0 0-1 0,0 0 0 0,0 0 0 16,0 0-5-16,0 0-2 0,0 0 0 0,0 0 0 15,0 0-12-15,0 0-2 0,-3 5-1 0,3-5 0 16,0 5-2-16,0 3-8 0,0 3 12 0,0-1-4 16,0 4-8-16,3-1 0 0,3 0 0 0,-6 3 0 15,0 3 0-15,3 2 0 0,3 0 0 0,-3 5 0 16,0 3 0-16,2 3 0 0,-5 5 0 0,3 0 8 16,3 3-8-16,-6 0 0 0,3-1 9 0,0 4-9 15,3 2 8-15,-6-3-8 0,3 3 8 0,-3 0-8 16,6 3 0-16,-6-3 9 0,0-3-9 0,3 3 0 15,0-3 8-15,-3-5-8 0,3-2 0 0,0-1 0 16,0-2 9-16,3-3-9 0,-3-3 0 0,3-2 9 16,-6 0-9-16,3-5 0 0,0-1 0 0,-3-2 0 0,6-3 0 15,-6 0 0-15,3-5-9 0,3-2 9 16,-6-1-124-16,0-5-17 0,0 0-4 0,3-8-794 16</inkml:trace>
  <inkml:trace contextRef="#ctx0" brushRef="#br0" timeOffset="32886.97">2401 4514 511 0,'0'0'22'0,"0"0"6"0,0-8-28 0,0 3 0 15,0-3 0-15,0 2 0 0,0 6 74 0,0-5 10 16,0 0 1-16,0 5 1 0,0-6-7 0,0 6-2 15,0-2 0-15,-3-3 0 0,0-1-33 0,3 4-8 16,0-6 0-16,0 5-1 0,-6 0-17 0,3 3-3 16,3 0-1-16,0-5 0 0,-6 2-2 0,6 3 0 15,0 0 0-15,0 0 0 0,0 0 15 0,0 0 2 16,0 0 1-16,0 0 0 0,0 0 9 0,0 0 1 16,0 0 1-16,0 0 0 0,0 0-12 0,0 0-2 0,0 0-1 15,0 0 0-15,0 0-11 0,0 0-3 0,0 0 0 0,0 0 0 16,0 0 0-16,0 0-1 0,0-2 0 0,0 2 0 15,0 0 4-15,0 0 1 0,0 0 0 0,6-3 0 16,-6 3-16-16,0 0 11 0,9-5-11 0,-9 5 10 16,3-3-10-16,-3 3 0 0,9 0 0 0,-9 0 0 15,9 0 0-15,-3 0 8 0,-6 0-8 0,9 0 0 16,0 0 8-16,-3 0-8 0,6-2 8 0,-4 2-8 16,-2 0 11-16,3 0-3 0,0 0-8 0,3 0 12 15,-3 0 1-15,0 0 0 0,0 0 0 0,3 0 0 16,-6 2 11-16,6-2 1 0,-3 3 1 0,3-3 0 15,-4 5-26-15,1-5 0 0,3 0 0 0,-9 0 0 16,-3 0 0-16,9 0 8 0,0 0-8 0,0 3 0 16,0-3 12-16,6 2-2 0,-3-2-1 0,3 0 0 15,-6 0-9-15,6 3 0 0,-4-3 9 0,4 0-9 0,-6 5 8 16,6-5-8-16,-3 0 10 0,3 0-10 0,-9 0 8 16,9 0-8-16,-6 0 0 0,3 3 9 0,-1-3-9 0,1 0 10 15,-3 0-10-15,3 0 10 0,3 3-10 0,-9-3 10 16,9 0-10-16,-6 0 10 0,3 0-10 0,-3 0 0 15,0 2 0-15,3 4 0 0,-1-6 0 0,1 0 8 16,-3 0-8-16,0 0 0 0,0 0 8 0,0 0-8 16,6 0 8-16,-6 0-8 0,3 0 8 0,-3 0-8 15,0 2 8-15,3-2-8 0,-1 3 8 0,4-3-8 16,-6 0 8-16,3 0-8 0,-3 0 10 0,-3 0-10 0,-6 0 12 16,9 3-12-16,0 2 8 0,-3-5-8 0,-6 0 0 0,12 0 0 15,-12 0 0-15,9 0 0 0,-3 2 0 0,-6-2 0 16,6 3 0-16,-6-3 0 0,9 0 0 0,-1 3 0 15,-8-3 0-15,6 2 0 0,-6-2 0 0,9 0 0 16,-9 0 0-16,0 0 0 0,0 0 0 0,9 3 0 16,-3-3 0-16,-6 0 0 0,0 0 0 0,0 0 0 15,0 0 12-15,0 0 0 0,0 0-1 0,0 0 0 16,0 0-11-16,0 0 0 0,0 0 0 0,0 0 0 16,0 0 0-16,0 0 0 0,0 0-8 0,0 0 8 15,0 0 0-15,0 0 0 0,0 0 0 0,12 3 0 16,-12-3 0-16,0 0 0 0,0 0 0 0,0 0 0 15,0 0 13-15,0 0-2 0,0 0-1 0,0 0 0 16,0 0-10-16,0 0 0 0,0 0 0 0,0 0 0 16,0 0 0-16,0 0 0 0,0 0-12 0,0 0 12 15,0 0 0-15,0 0 0 0,0 0 0 0,0 0 0 0,0 0-9 16,0 0 9-16,0 0 0 0,0 0 0 0,0 0 0 0,0 0 0 16,0 0 12-16,0 0-3 0,0 8-9 15,0-8 0-15,0 0 0 0,0 0 0 0,0 0 0 0,0 0 0 16,0 0-12-16,0 0 12 0,0 0 0 0,0 0 0 15,0 0 0-15,0 0 0 0,0 0 12 0,0 0-4 16,0 0 0-16,3-6 0 0,3 1-8 0,-3-3 0 16,0 3 0-16,3-3 0 0,-3-3 0 0,-3 3 8 15,0-2-8-15,6-1 0 0,-6 1 0 0,0 2 0 16,0-6 8-16,3 4-8 0,-6 2 0 0,3-5 0 16,3 5 0-16,-3-3 8 0,3 3-8 0,-3 0 0 15,0 3 0-15,0-6 0 0,0 9 0 0,0-6 8 0,0 5-8 16,0-2 0-16,0 5 8 0,0 0-8 0,0 0 0 15,0 0 8-15,0 0-8 0,0 0 0 0,0 0 9 0,0 0-9 16,0 0 0-16,0 0-8 0,0 0 0 0,0 0 0 16,6 5 8-16,3 0-12 0,-3 1 12 0,-3 2-12 15,3-3 12-15,0 3 0 0,3 3 0 0,-7-4 0 16,7-1 0-16,0 2 0 0,-6-3 0 0,3 3 0 16,6 0 0-16,-9 0 0 0,3 0 0 0,0 0 0 15,3-3 0-15,-3 3 0 0,0-5 0 0,0 2 0 16,3 0 0-16,0 0 0 0,-6 3 0 0,3-8 0 15,-3 6 0-15,6 2 8 0,-6-8-8 0,-3 0 0 16,0 0 0-16,5 5 0 0,1-5 0 0,-6 0 0 16,0 0 0-16,0 0 0 0,0 0 0 0,6 3 8 15,-6-3-8-15,0 0 0 0,0 0 8 0,9 5-8 0,-3-5 9 16,-6 0-9-16,6-5 12 0,-3-1-12 0,-3 6 15 16,6-2-4-16,-3-9-1 0,-3 3 0 0,3 0-10 0,0-2 12 15,3-1-12-15,0 0 12 0,-6 1-12 0,0-1 0 16,9-2 0-16,-9 0 0 0,3 0 0 0,0 2 0 15,-6 3 0-15,3-5 0 0,3 2 0 0,3 3 0 16,-3-2 0-16,3 2 0 0,0 0-10 0,-3 0 10 16,0 3 0-16,0-1-9 0,3 1 9 0,-6 2 0 15,0 3 0-15,0 0 0 0,3-5 0 0,3 2-10 16,-4 3 10-16,-2 0 0 0,0 0-14 0,9 0 4 16,-6 0 1-16,3 3 0 0,0 2 9 0,0 1-12 15,3 2 12-15,0-3-12 0,-6 3 12 0,6 5 0 16,0-5 0-16,-6 3-8 0,3 2 8 0,0-5 0 0,3 5 0 15,-6 0 0-15,3 0 0 0,3 1 0 0,0-1 0 16,-6 0 0-16,0 0 0 0,5 1 0 0,-2-1 0 16,3 0 0-16,-3 3 0 0,0-6 0 0,-3 1 0 0,3 0 0 15,0 2 0-15,0-3 0 0,3 1 0 0,-9-6 0 16,6 3 0-16,-3-2 0 0,3 1 0 0,0-4 8 16,-6-3-8-16,3 5 0 0,-3-5 0 0,6 6 8 15,-6-6-8-15,0 0 0 0,0 0 0 0,0 0 0 16,0 0 9-16,0 0-9 0,6 0 12 0,-6 0-12 15,0 0 19-15,6-6-3 0,-3-2-1 0,3 1 0 16,-6 1-7-16,3-7 0 0,0 2-8 0,0-2 12 16,0 0-12-16,-1-3 0 0,4 3 0 0,-6-3 0 15,9 0-8-15,-9 3-2 0,6 0 0 0,-6-1 0 0,3 4 10 16,0 2 0-16,0-5-9 0,3 5 9 0,-6 2 0 16,3-4 0-16,0 2 0 0,0 3 0 0,0-3 0 15,0 2 0-15,3 4-9 0,-3-6 9 0,3 5 0 16,-6-2 0-16,0 5 0 0,6-3 0 0,0 3-11 0,-6 0 11 15,0 0-10-15,0 0 10 0,9 3-12 0,-3 2 12 16,0 0-13-16,3 6 5 0,-6-3 8 0,3 5 0 16,2-5-9-16,-2 5 9 0,-6 1 0 0,6 2 0 15,-3-3 0-15,3 0 0 0,-3 0 0 0,6 0 0 16,-6 1 0-16,3-4 0 0,0 1 0 0,-3-1 0 16,0-4 0-16,0 2 0 0,3 0 0 0,-3-3 0 0,-3-5 0 15,0 0 0-15,0 0 0 0,0 0 0 0,0 0 8 16,0 0-8-16,0 0 0 0,0 0 0 0,0 0 0 15,0 0 8-15,0 0-8 0,0 0 0 0,0 0 9 0,0 0-9 16,0 0 0-16,0 0 9 0,0 0-9 0,0 0 0 16,9 0 9-16,-9 0-9 0,0 0 0 0,0 0 9 15,0 0-9-15,0 0 0 0,9-3 0 0,-9 3 0 16,0 0 0-16,9-2 0 0,-9 2 0 0,3 0 0 16,-3 0-10-16,9 0 10 0,-9 0 0 0,9 0-9 15,-3 0 9-15,2 0 0 0,1-6-9 0,0 6 9 16,0 0 0-16,3 0 0 0,0 0-9 0,0 0 9 15,0 0 0-15,0 0 0 0,0 0 0 0,0 0 0 16,3 0 0-16,-1 0 0 0,4 0 0 0,-6 0 0 16,6 0 0-16,3 0 0 0,-3 6 0 0,0-6 0 15,2 0 0-15,4 0 0 0,-9 0 0 0,6 0 0 16,-6 0 0-16,6 0 0 0,-1 0 0 0,-2 2 0 0,3-2 0 16,0 0 0-16,0 0 8 0,0 3-8 0,-3-3 11 15,-1 3-11-15,1 2 12 0,0-5-12 0,0 2 9 0,-3 1-9 16,0 0 0-16,0 2 9 0,-3-5-9 0,2 5 0 15,-2-5 0-15,-3 3 0 0,3 2 10 0,-3-5-10 16,0 3 12-16,-3 0-12 0,-6-3 13 0,6 0-4 16,3 0-1-16,-9 0 0 0,0 0 1 0,0 0 0 15,0 0 0-15,0 0 0 16,0 0-38-16,0 0-8 0,0 0-2 0,-12 2-1023 0</inkml:trace>
  <inkml:trace contextRef="#ctx0" brushRef="#br0" timeOffset="33582.1">4857 4167 576 0,'0'0'25'0,"0"0"6"0,0 0-31 0,0 0 0 0,0 0 0 16,0 0 0-16,0 0 192 0,0 0 33 0,0 0 7 0,0 0 0 15,0 0-171-15,0 0-34 0,0 0-7 0,0 0-2 16,6 8 14-16,-6-8 2 0,3 8 1 0,3 0 0 16,-1 0 3-16,-5 3 1 0,0-11 0 0,3 10 0 15,0-2-13-15,0 3-2 0,3-1-1 0,0 1 0 16,-6 2 5-16,3 0 2 0,0-5 0 0,0 8 0 16,3-3-15-16,-6 1-3 0,3-1-1 0,-3 8 0 15,3-8-1-15,0 6 0 0,-3-1 0 16,6 3 0-16,-6 1 5 0,0-1 1 0,0 3 0 0,0-3 0 15,0 2-4-15,0-4 0 0,0 2 0 0,-6 3 0 16,6-3 0-16,-3 0 0 0,0 0 0 0,3 1 0 16,-3 1 9-16,3 1 2 0,-3-8 0 0,0 3 0 15,3-3-9-15,-3-1-2 0,3-1 0 0,0 4 0 16,-3-7-4-16,3-1 0 0,0-2-8 0,-3 0 12 16,3 3-1-16,0-1-1 0,0-4 0 0,0 2 0 15,0-8 0-15,0 0 0 0,0 0 0 0,0 0 0 0,0 0-10 16,0 0 0-16,0 0 0 0,0 0 0 15,0 0-29-15,0 0 1 0,0 0 1 16,-9 0 0-16,3 0-137 0,0-8-27 16</inkml:trace>
  <inkml:trace contextRef="#ctx0" brushRef="#br0" timeOffset="34077.74">5190 4101 1324 0,'0'0'59'0,"0"0"12"15,0 0-57-15,0 0-14 0,0 0 0 0,0 0 0 0,0 0 133 0,0 0 24 0,0 0 5 0,0 0 1 16,0 0-132-16,0 0-31 0,0 0 0 0,0 0 0 15,0 0 0-15,0 0 0 0,0 0-11 0,0 0 11 16,0 0 0-16,0 0 0 0,0 0 0 0,0 0 0 16,0 0 0-16,0 8 10 0,0 0 0 0,0 3 0 15,0-4 3-15,0 7 1 0,0-9 0 0,0 8 0 16,0-2-2-16,0 2-1 0,0 3 0 0,0-3 0 16,-3 0 11-16,3 3 2 0,3 0 1 0,-3 0 0 15,0 0-9-15,0 5-1 0,0-5-1 0,0 2 0 16,0 4-4-16,0-1-1 0,0 0 0 0,0 5 0 15,0-7 6-15,0 5 1 0,0 0 0 0,0-1 0 0,0 4-4 16,0-3 0-16,-3 5 0 0,3-3 0 0,-3-5 0 16,3 3-1-16,3 3 0 0,-3-6 0 0,-3 0 1 0,3 0 0 15,3 0 0-15,-3 0 0 0,0-2 1 0,0-3 1 16,0 0 0-16,0 0 0 0,0-6-1 0,3 3 0 16,-6 1 0-16,3-1 0 0,0-8-1 0,0 3 0 15,0 0 0-15,0-3 0 0,-3 1-4 0,3-6 0 16,0 0-8-16,0 0 12 0,-3 5-12 0,3-5 0 15,0 0 0-15,0 0 0 16,0 0-97-16,0 0-13 0,0 0-2 0</inkml:trace>
  <inkml:trace contextRef="#ctx0" brushRef="#br0" timeOffset="35947.89">5253 4567 950 0,'0'0'42'0,"0"0"9"0,0 0-41 0,0 0-10 16,0 0 0-16,0 0 0 0,0 0 57 0,0 0 10 16,0 0 1-16,0 0 1 0,0 0-38 0,0 0-8 0,-6 0-2 0,6 0 0 15,0 0 15-15,0 0 2 0,0 0 1 16,0 0 0-16,0 0-3 0,0 0-1 0,0 0 0 0,0 0 0 16,0 0 0-16,0 0 0 0,0 0 0 0,0 0 0 15,0 0-20-15,8 0-4 0,4 0-1 0,-3 0 0 16,3 0 12-16,3 0 2 0,-3 0 1 0,3 0 0 15,-3 0-10-15,0 0-3 0,3 0 0 0,2 0 0 16,1 0 12-16,3-6 1 0,-3 6 1 0,3-2 0 16,-3 2 1-16,6-3 0 0,-4 6 0 0,-5-3 0 15,3 0-27-15,3 0 0 0,0 0 0 0,-3 0 0 16,-1 2 9-16,4-2 0 0,3 0 0 0,0-2 0 16,0 2-1-16,-6 0 0 0,-1 0 0 0,7-3 0 15,0 3 7-15,0-3 1 0,0 3 0 0,3 0 0 16,-1-5-6-16,1 3-1 0,-3-1 0 0,3 0 0 15,-3 3 1-15,-1 0 0 0,4-5 0 0,-3 5 0 16,0-3 2-16,3 3 0 0,-4 0 0 0,4-2 0 16,0 2 0-16,-3 2 0 0,-3-2 0 0,2 0 0 0,-2 0-3 15,3 0 0-15,3-2 0 0,-6 2 0 0,2 0-9 0,-2-3 0 16,0 3 9-16,0-5-9 0,0 2 0 16,-3 3 9-16,-3 0-9 0,2 0 0 0,1-3 8 0,-6 1-8 15,3 2 0-15,0 0 0 0,-6 0 8 0,3 0-8 16,0 0 0-16,-3 0 0 0,-9 0 0 0,3 0-11 15,6 0 2-15,-9 0-686 16,0 0-137-16</inkml:trace>
  <inkml:trace contextRef="#ctx0" brushRef="#br0" timeOffset="38250.61">5770 4659 565 0,'0'0'24'0,"0"0"7"0,0 0-31 0,0 0 0 0,0 0 0 0,0 0 0 16,0 0 58-16,0 0 6 0,0 0 0 0,0 0 1 15,0 0 35-15,0 0 8 0,0 0 0 0,0 0 1 0,0 0-25 16,0 0-6-16,0 0-1 0,0 0 0 16,0 0-26-16,0 0-6 0,0 0-1 0,0 0 0 0,9 6-13 0,-6-4-3 15,0 6-1-15,0-3 0 0,3 3-9 16,-3 0-2-16,0 0 0 0,3 3 0 16,-3-1-3-16,0 1-1 0,0 2 0 0,3-5 0 0,-3 8-1 15,3-3-1-15,-3 3 0 0,0 3 0 0,0-3 2 0,-3 2 0 16,-3 3 0-16,0 0 0 0,6 3 16 0,0 3 4 15,0-1 1-15,-3 3 0 0,0 0-33 16,0 0 0-16,3 1 0 0,-3-1 0 0,0 2 0 0,0-1 0 16,3 1 0-16,0 1 10 0,0 2-10 0,-3-2 0 15,-3 3 0-15,3-4-11 0,3 4 19 0,-6-4 3 16,0-1 1-16,3-1 0 0,0 0-12 0,-3 0 0 16,0 3 0-16,0-11 0 0,3 3 0 0,0-1 0 15,0 1 0-15,-3 0-11 0,3-5 11 0,-3-1 0 0,0 1 8 16,3-3-8-16,0-3 0 0,0 3 9 0,-6-6-9 15,3 1 0-15,0-3 11 0,0-3-11 0,-3 3 10 0,3-3-10 16,0-2 9-16,-3 2-9 0,6-5 8 0,-3 0-8 16,-3 3 8-16,3-3-8 0,-3 0 8 0,6-3-8 15,-9 3 12-15,6-5-4 0,-2 2 0 0,2-2 0 16,-3 0-8-16,3-3 8 0,0 0-8 0,0 2 8 16,3-4 4-16,0 2 1 0,0 3 0 0,0-6 0 15,0 3-13-15,0 3 8 0,0-3-8 0,3 3 0 16,0-1 8-16,0 1-8 0,-3 5 0 0,3-8 9 15,3 3-9-15,-1 0 0 0,1-1 0 0,0 1 0 16,3 0 0-16,-3 2 0 0,3 3-8 0,-3-8 8 16,-6 8 0-16,9 0 0 0,3 0 0 0,0 0 0 15,-3 3 0-15,3 2 0 0,6-5 0 0,-10 5 0 0,7 1 0 16,0-1 0-16,-3 3-11 0,3 0 11 0,-3 0 0 16,-3 2 0-16,6 4 0 0,-9-4 8 0,6 3 0 15,0 3 0-15,-4 0 0 0,4 3 0 0,-6 2 0 0,3 3 1 16,-3-9 0-16,3 7 0 0,-3-1-9 0,3 0 0 15,-3 3 0-15,-3 0 0 0,0-1 0 0,-3 1 0 16,0 0 8-16,0 0-8 0,0 2 8 0,-6-2-8 16,0 3 0-16,0-4 8 0,-3 4-8 0,0 2 0 15,-3-5 0-15,3 0 8 0,-6-3 0 0,1 0-8 16,-1 0 12-16,3 0-4 0,-3-5-8 0,0 3 0 16,0-1 0-16,0-5 0 0,0 1 0 0,1-4 0 15,2 1 0-15,-3-3-11 0,0 0 11 0,3 0-12 0,-3-3 12 16,-3 0-12-16,3-2 1 0,-3-3 0 0,7 0 0 15,-4-5 0-15,3-1 3 0,0 1 0 0,0 0 0 16,0-3 0-16,3 0-1 0,3-3 0 0,-3 1 0 0,3 2 0 16,3 0 9-16,0-3 0 0,3 1 0 0,0-4 0 15,3 6 0-15,0-5 8 0,6 5-8 0,-3-2 0 16,3-4 0-16,0 4 0 0,3-1-12 0,3 3 4 16,0-2-4-16,0 2 0 0,2 2 0 0,-2 1 0 15,3 3 20-15,-3-1 3 0,3 0 1 0,0 3 0 16,0 0-12-16,-1 0 0 0,4 6 0 0,0-4 0 15,-3 3 19-15,0 3-2 0,-3 3 0 0,3-3 0 16,-3 8-17-16,2-8 0 0,-5 2-13 0,0 6 5 16,0 0 8-16,0 0 0 0,0 0 8 0,-3 2-8 0,0 4 13 15,0-4-1-15,-3 3-1 0,0-2 0 0,0 2-11 0,-3 3 0 16,-3-3 0-16,0 0 0 0,-3 6 0 16,0-9 0-16,0 3 0 0,-6 3 0 0,0-3 0 15,-3 3 0-15,3-5 0 0,-3 2 0 0,-6-3-10 0,3 3 10 16,0-5 0-16,0 0-9 0,-2 0 0 0,-1-3 0 15,-3 0 0-15,6-2 0 0,0 0 9 0,-9-3-12 16,6-1 12-16,-2-1-12 0,5-1 12 0,3-2 0 16,0-1 0-16,-9-2 0 0,6-2 0 0,0-1 0 15,0-2-10-15,4-3 10 0,-1 0 0 0,0 0-8 16,6 0 8-16,-3 0 0 0,3 0 0 0,3 0 0 16,0 0 0-16,3 0 0 0,0-2 0 0,3-1 0 15,0 3 0-15,3-2 0 0,3 2 0 0,-3-3 0 0,6 3-10 0,0-2 10 16,-1 2 0-16,4 2 0 0,0-2 0 0,0 6 0 15,6-3 0-15,-9 5 0 0,6 0 0 0,3 0 8 16,-7 2 9-16,7 3 3 0,-6 3 0 16,3 0 0-16,-3 6-20 0,3-4-12 0,-6 6 1 15,3 0 1-15,-1-3 10 0,-2 6 0 0,0-3 0 0,0 2 8 16,-3 1-8-16,0-4 0 0,-6 1 0 0,0 5 0 16,0-2 0-16,-3 2 0 0,-3-2 0 0,-3 2 0 15,0 3 0-15,-3-3-10 0,0 0 10 0,-6 3 0 16,0 0-10-16,1-3 10 0,-1-3-8 0,-3 1 8 15,-3-1-9-15,3 1 9 0,-3-1-10 0,3-2 10 16,1-3 0-16,-4 1 0 0,3-6 0 0,-3 2 0 16,0 1 0-16,0-3 0 0,1 0 0 0,-1-6 0 0,3 1 0 15,0-6 0-15,0 3 0 0,3-2 0 0,3-1 0 0,0-2-9 16,3-1 9-16,1-1 0 16,2 1 0-16,0-2 0 0,3 3 0 0,3-3 0 15,-3 0 20-15,6 0-1 0,0 0 0 0,3 0 0 0,3 0-19 16,-1-2 0-16,4 2-11 0,3 0 11 0,0 0 0 0,3 3 0 15,0-1 10-15,0 6-2 0,3 0-8 0,-4 3 0 16,-2 0-8-16,3 2 8 0,0 3 0 0,0 0 8 16,-3 2 0-16,3 1 0 0,-6 2 0 0,-1 3 0 15,1 0 0-15,-6 3 0 0,0-1-8 0,-3 3 0 16,-3 0-11-16,-3 1 11 16,-3 1-45-16,-3 1-3 0,-6 0-1 0,4 2 0 0,-7-2 19 0,3 3 4 15,-3 2 1-15,0-3 0 16,0-5-3-16,3 1 0 0,-8-1 0 0,5-3 0 0,0 1 8 0,3-3 2 15,-3-3 0-15,3-2 0 0,0-4 18 0,3 1-10 0,1-2 10 16,-1-4-8-16,-3 1 8 0,6-3 0 0,0-3 0 0,3 1 0 16,0-4 10-16,6 4-2 0,-9-4-8 0,6 1 12 15,3-3 0-15,0 3 0 0,0-3 0 0,6 0 0 16,0 0 0-16,-3 0 0 0,0-2 0 0,3-1 0 16,0 6-3-16,0-3-1 0,0 0 0 0,0 0 0 15,0 3 0-15,3-1 0 0,-6 1 0 0,2 0 0 16,-5 5 7-16,6 0 1 0,3-3 0 0,-9 3 0 15,0 0 4-15,6 5 0 0,0 1 1 0,0 2 0 16,3-3-6-16,-6 5-2 0,0 4 0 0,0-1 0 16,0 3 3-16,0 2 0 0,-3 4 0 0,0-1 0 15,0 0-5-15,0 0-1 0,3 3 0 0,-3 2 0 16,0 1-2-16,0-1 0 0,3 3 0 0,0 0 0 16,-3 1-8-16,0 1 0 0,3-2 9 0,0-2-9 0,0-1 9 15,0 1-9-15,-6-3 12 0,6-1-12 0,0-1 14 0,3-4-4 16,-6 1-1-16,6-4 0 0,-6 1 3 15,0-2 1-15,0-4 0 0,3 1 0 0,-3-1-2 0,3 1-1 16,0-3 0-16,-3 0 0 0,0-3-2 0,0 0-8 16,0-5 12-16,0 0-4 0,0 0-16 0,0 0-4 15,0 0-1-15,0 0 0 16,0 0-111-16,0 0-21 0,-6 3-5 0</inkml:trace>
  <inkml:trace contextRef="#ctx0" brushRef="#br0" timeOffset="39594.44">2398 8411 172 0,'0'0'8'0,"0"0"1"0,0 0-9 0,0 0 0 0,0 0 0 0,0 0 0 15,0 0 263-15,0 0 50 0,0 0 11 0,0 0 1 16,0 0-221-16,0 0-44 0,12 0-8 0,-3-3-3 16,-3 1-12-16,6 2-2 0,-3 0-1 0,3-3 0 15,-10 3-10-15,10-2-1 0,-3 2-1 0,6 0 0 16,-3 0-6-16,-3-3-2 0,3 0 0 0,6 3 0 16,-3-2 1-16,3 2 0 0,-7 0 0 0,7 0 0 15,-9 0 5-15,6-3 0 0,0 3 1 0,6-3 0 16,0 3 5-16,0 0 1 0,-1 0 0 0,-2 0 0 15,3 0-3-15,-6 0-1 0,6 0 0 0,0 0 0 16,-4 0-3-16,4 0 0 0,0 0 0 0,6 0 0 16,-6 0-4-16,-3-2 0 0,2 2-1 0,4 0 0 15,3 0-4-15,-6 0-1 0,3 0 0 0,3 0 0 16,2 0-10-16,-5 2 10 0,3-2-10 0,-6 3 10 16,3 0-10-16,2-1 0 0,-5 1 9 0,3 0-9 0,-3 2 12 15,6-3-3-15,-4 4 0 0,4-1 0 0,-3-2 3 16,3-1 0-16,3 4 0 0,-7-4 0 0,4-2 0 15,-6 3 0-15,9-3 0 0,0 3 0 0,-7-1 0 0,4-2 0 16,0 0 0-16,3 3 0 0,-4-3 7 0,4 0 1 16,-9-3 1-16,9 3 0 0,-6 0-5 0,2 0-2 15,-2 0 0-15,3 0 0 0,-9 0 1 0,6 0 0 16,2 0 0-16,-2 0 0 0,3 0-15 0,0 0 0 16,-3-2 8-16,2 2-8 0,-2-3 0 0,3 3 0 15,-3 0 0-15,9 0 0 0,-10-3 0 0,4 3 8 16,-3 0-8-16,3-2 0 0,3-1 0 0,-10 0 0 15,4 3 8-15,3-2-8 0,-3-1 20 0,3 3 0 16,2 0 1-16,-8-3 0 0,9 3-21 0,-9 3 0 0,3-3 0 16,2 0 0-16,-2-3 8 0,-3 1-8 15,6 2 10-15,-6 0-10 0,3 0 12 0,2 0-4 0,-2 0-8 0,0-3 12 16,0 0-12-16,0 1 0 0,-4-1 0 0,4 1 0 16,0-1 0-16,3-2 0 0,-3 2 0 0,-1 0 0 15,1 1 13-15,0-4-3 0,3 4-1 0,-6-1 0 16,0-2-1-16,-1 5-8 0,4-3 12 0,-3 3-4 15,0-3-8-15,0 3 8 0,3-2-8 0,-1 2 8 16,4 0-8-16,-9 0 0 0,0 0 0 0,3 0 8 16,2 0-8-16,1 0 0 0,0 0 0 0,0 0 8 15,0 0-8-15,-3 0 0 0,5 0 0 0,-8-3 0 16,6 3 0-16,0-2 0 0,-3 2 0 0,2 0 0 16,1-3 0-16,0 0 0 0,0 1 11 0,3 2-11 15,2-3 9-15,-5 3-9 0,0-3 8 0,0 3-8 16,0 0 8-16,3 0-8 0,-1 0 8 0,1-2-8 0,0 2 18 15,-3 0-2-15,2-3 0 0,-2 0 0 0,3 1-16 16,-3-1-19-16,3 3 4 0,-1-3 1 0,-2 3 22 16,3-2 5-16,0-1 1 0,-3 3 0 0,-3 0-14 0,-1 0 0 15,4 0 0-15,0 0 0 0,3 0 0 0,-3 0 0 16,2 0 0-16,-2 0-10 0,-3 0 10 0,3 0 0 16,3 0 8-16,-10 0-8 0,10 0 0 0,-3-2 0 15,0 2-12-15,3-3 4 0,-4 3 8 0,1 0 0 16,0-3 0-16,0 3 0 0,0-2 12 0,0-1 0 15,2 3 1-15,-2-3 0 0,0 3-13 0,0-2-8 16,-3 2 8-16,2-3-13 0,1 3 13 0,0 0 10 0,0 0-2 16,0-3 0-16,-1 3-8 0,1-2 0 0,0 2 0 15,0-3 0-15,-3 0 0 0,0 3 0 0,5 0 0 16,-2 0 8-16,-6 0-8 0,6-2 10 0,3 2-10 0,-1 0 10 16,1 0-10-16,0 2 0 0,-6-2 9 0,3 3-9 15,5-3 0-15,-5 3 0 0,-6-3 0 0,3 0 8 16,6 0-8-16,-3 0 0 0,-7 0 0 0,1-3 8 15,0 0-8-15,0 3 0 0,0 0 0 0,-6-2 0 16,-12 2 0-16,9 0 0 0,3-3 0 0,-3 3 0 16,-9 0-88-16,0 0-18 15,0 0-4-15</inkml:trace>
  <inkml:trace contextRef="#ctx0" brushRef="#br0" timeOffset="42965.86">6625 4487 691 0,'0'0'30'0,"0"0"7"0,0 0-29 0,0 0-8 16,0 0 0-16,0 0 0 0,0 0 193 0,0 0 38 16,0 0 7-16,0 0 2 0,0 0-163 0,0 0-32 15,0 0-6-15,0 0-2 0,0 0-12 0,0 0-2 16,0 0-1-16,0 0 0 0,0 0-5 0,0 0-1 16,0 0 0-16,0 0 0 0,-3-5-6 0,3 5-2 15,3-8 0-15,-3 3 0 0,-3-3 3 0,3 3 0 16,3-6 0-16,0 3 0 0,-3 0 5 0,3 0 0 15,3-2 1-15,0 2 0 0,-3-3-1 0,2 3 0 16,1-2 0-16,3 2 0 0,0 0 0 0,0-6-1 16,0 4 0-16,0 2 0 0,0 0-2 0,0-3 0 15,0 3 0-15,-3-2 0 0,0 2-1 0,3 0 0 16,0-3 0-16,3 4 0 0,-4 1 0 0,4-2 0 0,-3 0 0 16,0 0 0-16,3 3-4 0,0-3 0 0,-3-2-8 15,3 2 12-15,-3 2-4 0,3 6-8 0,0-8 11 0,-3 6-11 16,0-1 11-16,-4 3-11 0,7 0 10 0,-3 0-10 15,0 0 8-15,3 0-8 0,0 3 0 0,3-1 0 16,-3 6 0-16,-3-8 0 0,3 6 0 0,0-1 0 16,2 3 0-16,-2-3 0 0,-3 3 0 0,3 0 9 15,3 0-9-15,-3 3 0 0,-3-3 0 0,-3 2-11 16,3 3 11-16,0 1 0 0,-3-1 10 0,0 0-10 16,-6 0 0-16,3 3 0 0,6-3 0 0,-4 3-10 15,-7-3 10-15,-1 3 9 0,8-2-1 0,-2-1-8 16,-3 0 0-16,-3 0 0 0,1 0 0 0,-1 1 0 15,3 2 0-15,-3-3 0 0,-3-5 0 0,0 2 0 0,3-2 9 16,0 0-9-16,-6-3 0 0,3 1 9 16,0 2-9-16,0-6 0 0,6-2 0 0,-3 6 8 0,-6-4-8 15,9-2 12-15,0 0-12 0,0 0 12 0,-9 0-2 0,3 0 0 16,6 0 0-16,0 0 0 0,-6 0 7 0,0-5 2 16,0 0 0-16,3-1 0 0,3 6-3 0,-3-5-1 15,-3-3 0-15,3 0 0 0,0-2-15 0,3-1 9 16,0 1-9-16,-3 2 8 0,0-8-8 0,3 2 0 15,3 4 0-15,-3-3 0 0,-3-1 0 0,3 4 0 16,6 2 0-16,0-5 0 0,-3-1 0 0,3 4 8 16,3 2-8-16,0-3 12 0,0 1-12 0,0-1-17 15,0 3 4-15,3-2 1 0,3-1 12 0,-3 0 0 16,-6 1 0-16,5 2 0 0,7 0 0 0,-6-3 0 0,-6 1 0 16,3 5 0-16,3-3 0 0,0 2 0 0,3-2 0 15,-6 3 0-15,-3 0 0 0,6 0 0 0,5 2 0 0,-2 3 0 16,-3 0 0-16,0-5 0 0,3 2-10 0,0 3 10 15,3 0 0-15,-3 3 0 0,-6 2 0 0,5-5 0 16,1 0-10-16,-3 5 10 0,-3-2 0 0,3 2-9 16,0 0 9-16,-3 3 0 0,0-2 0 0,0 2 0 15,0-6 0-15,3 9 9 0,-3-6-1 0,0 3-8 16,-9 5 9-16,5-7-9 0,4 7 0 0,-3-8 9 16,-6 6-9-16,0-1-16 0,6-2 4 0,0 3 1 15,-3-3 11-15,0 5 0 0,-3-5 0 0,0 2-8 16,6 4 8-16,-9-6 0 0,-3 2 0 0,0-2 0 15,6 5 0-15,-3-5 0 0,0 3 0 0,-3-3 0 16,-3 0 0-16,1 0 0 0,8 0 0 0,-6 0 8 16,-3-6 0-16,3 1 1 0,6-3 0 0,0 0 0 15,-6 8-9-15,6-8-17 0,0 0 4 0,0 0 1 0,0 0 12 16,0 0 13-16,-6-5-2 0,6 5-1 0,0 0-2 0,-6-3-8 16,0-8 12-16,0 3-4 0,6-2 1 0,-3 2 0 15,0-5 0-15,-3-1 0 0,0 1-9 0,6-5 0 16,0 2 0-16,0-3 0 0,-3 3 0 0,0 0 0 15,9-5-12-15,0 5 12 0,-3 1 0 0,0-1 0 16,0 0 0-16,3 3 0 0,0-1 0 0,0 1-11 16,-3 0 11-16,3 0-12 0,6 2 12 0,-6 3 0 15,3-5 0-15,-4 2-8 0,4 3 8 0,0 0 0 16,0 3-9-16,-3 0 9 0,-3 2 0 0,6-5 0 16,3 3 0-16,-3 0 0 0,-9 5 0 0,6-3 0 0,9-2 0 15,3 2 0-15,-6 3 0 0,5 0 0 0,-5 3 0 0,3-1 0 16,3 1 0-16,0 0 0 0,-9 2 0 0,3 0 0 15,6 3 0-15,-6 0-16 0,-4 0 3 0,1 3 0 16,0-6 13-16,-3 6 0 0,3-1-10 0,0 3 10 16,-6-2 0-16,3 2 0 0,6 0 0 0,-3 1 0 15,-9 2 0-15,3-3 0 0,3 0 0 0,-3-2 0 16,0 2-9-16,-3 0 9 0,0 0 0 0,3 0 0 16,0-5 0-16,-6 3 0 0,-3 0 0 0,3-3 0 15,3 2 0-15,-3 1 0 0,-6-6 0 0,3 3 0 16,-3-3 0-16,6 3 0 0,3-8 0 0,-6 0 0 15,-6 5 0-15,6-5 8 0,6 0-8 0,0 0 0 16,-9 3 10-16,3-3-10 0,6 0 10 0,0 0-10 16,-6-5 12-16,0 2-3 0,0-7-1 0,4-1 0 15,4 6-8-15,-2-9 12 0,-5 4-12 0,2 2 12 0,6-5-4 16,-3-6 0-16,-3 3 0 0,0 3 0 0,6-3-8 0,3 0 0 16,-4 0 0-16,4 1-11 0,-6 1 11 0,3 1-8 15,6 0 8-15,-3-3-8 0,0 5 8 0,0 1-8 16,0 2 8-16,3-3-8 0,3 3 8 0,-6 3 0 15,0-3 0-15,3 3-8 0,3 2 8 0,-3-2 0 16,-9 5 0-16,9 0 0 0,0 0 0 0,2 0 0 16,1 5 0-16,-3-2-12 0,-3 2 12 0,3 3-10 15,3 3 10-15,-3-3-10 0,-3 2 10 0,0 3-10 16,9-2 10-16,-6 5-10 0,-3 0 10 0,0 0 0 16,0 0 0-16,0 2 0 0,2-2 0 0,-5 0-8 15,-3 2 8-15,0 3-12 0,3-7-1 0,-3 4-1 0,-9-2 0 16,4 0 0-16,2-3 1 0,-3 0 0 0,3 1 0 15,-6-1 0-15,0-3 13 0,3-2-11 0,3 0 11 0,0 0-10 16,-6-2 10-16,6-1 0 0,3-5-9 0,0 0 9 16,0 0 0-16,0 0-11 0,0 0 11 0,0 0-8 15,6 3 8-15,-6-3 0 0,0 0 0 0,0 0 8 16,0 0 5-16,0 0 2 0,0 0 0 0,0 0 0 16,0 0-7-16,0 0-8 0,6-6 11 0,-6 6-11 15,0 0 0-15,0 0 0 0,6-2 0 0,-6 2 0 16,-3-8 0-16,3 8 0 0,6-6 0 0,0 1 0 15,-6 5 0-15,6-3 0 0,0-2 0 0,0 2-9 16,6 1 9-16,-4 2 0 0,-8 0 0 0,3 0 0 16,12-5 0-16,-3 5-8 0,-12 0 8 0,6-3 0 0,0 3 0 15,3-3 0-15,3 1 0 0,-6 2 8 0,3 0-8 16,0 0 0-16,3-6 0 0,3 4 0 0,-7 2 0 16,7-3 0-16,3 3 10 0,0-3-10 0,-3 3 14 0,3-5-3 15,0 5-1-15,3-3 0 0,-1 1 2 0,-2 2 0 16,3-3 0-16,-3 3 0 0,6 0-4 0,-3-5-8 15,2 2 12-15,1 3-4 0,0-2-8 0,0 2 8 16,-3-3-8-16,2 3 8 0,4 0 6 0,0 0 1 16,0-5 0-16,0 5 0 0,-1-3 3 0,1 3 1 15,-3-3 0-15,0 1 0 0,0 2 1 0,-1 0 0 16,-2-6 0-16,3 4 0 0,-3-1-5 0,-3 0-1 16,3 1 0-16,-4-1 0 0,1 1-14 0,-6-1 9 15,3 0-9-15,-3 1 8 0,3-1-8 0,-6 3 8 16,-3 0-8-16,0-5 8 0,0 2 0 0,-6 3-8 0,0 0 12 15,0 0-4-15,0 0-8 0,0 0-11 0,0 0 3 0,0 0 0 32,-6 0-137-32,-9-3-27 0,-27 6-6 0,1-3-1 0</inkml:trace>
  <inkml:trace contextRef="#ctx0" brushRef="#br0" timeOffset="44887.86">9095 4358 403 0,'0'0'36'0,"0"0"-36"0,0 0 0 0,0 0 0 16,0 0 213-16,0 0 36 0,0 0 7 0,0 0 2 16,0 0-172-16,0 0-34 0,0 0-8 0,0 0 0 15,0 0-8-15,0 0-2 0,0 0 0 0,0 0 0 16,0 0-22-16,0 0-12 0,0 0 12 0,0 0-12 15,0 0 15-15,0 0-4 0,0 0-1 0,0 0 0 16,0 0 6-16,0 0 2 0,0 0 0 0,0 0 0 16,0 0-8-16,3 8-2 0,-3-3 0 0,3 3 0 15,-3 0 5-15,0 0 1 0,0 0 0 0,3 0 0 16,0 2-5-16,-3 3-1 0,0 1 0 0,0-1 0 16,0 0-8-16,0 0 0 0,3 1 0 0,0 1 0 15,-3 1 16-15,0-2-1 0,3 7-1 0,-3-8 0 16,0 8-5-16,3 3-1 0,-3-6 0 0,3 4 0 0,0-4 10 15,0 3 2-15,-3 3 0 0,3-3 0 0,3 0-4 16,-3 3 0-16,-3-3 0 0,0 3 0 0,3-3-16 0,-3 3 0 16,3 0 8-16,0 0-8 0,-3 0 12 0,3-1-2 15,-3 1 0-15,0 3 0 0,3-1 1 0,-3-2 0 16,0-3 0-16,-3 6 0 0,3-9-3 0,0 6 0 16,-3-3 0-16,3 0 0 0,0-2 0 0,-3-1 0 15,3 1 0-15,0-1 0 0,0 1-8 0,0-1 0 16,0-4 9-16,0 4-9 0,0-2 0 0,0 0 8 0,0 5-8 15,-3-8 0-15,0 3 13 0,0 0-1 16,3 0-1-16,0 0 0 0,-3 0-11 0,0-3 0 0,0 0 0 16,3-2 0-16,-3-1 0 0,0 1 0 0,3-1 0 15,0-2 8-15,0-2-8 0,0 2 0 0,0-8 0 0,-3 5 0 32,3 3-106-32,-3-5-17 0,-3-1-3 0,3 6-1 0</inkml:trace>
  <inkml:trace contextRef="#ctx0" brushRef="#br0" timeOffset="46136.38">8955 5638 288 0,'0'0'12'0,"0"0"4"0,0 0-16 16,0 0 0-16,3-2 0 0,-3 2 0 0,0 0 398 0,0 0 77 15,9 2 15-15,-3-2 3 0,3 3-382 0,-3-3-77 16,0 5-15-16,3-2-3 0,0 0-16 0,0-1 0 15,-9-2 8-15,6 5-8 0,-3 3 0 0,6 0 0 16,-3 0 0-16,3 0 0 0,-3 3 0 0,2-6 0 16,4 3 0-16,0-3 0 0,0 3 0 0,0 0 0 15,0 0 0-15,0 0 0 0,0 0 11 0,0 0-1 16,-3 0 0-16,3 2 0 0,-1-2 13 0,1 3 2 16,-6-6 1-16,3 3 0 0,0 3-10 0,0-3-1 15,0-3-1-15,-3 3 0 0,0 0-2 0,0 0 0 16,-3 0 0-16,0 2 0 0,0-10-12 0,0 6 11 15,-3 2-11-15,3 0 10 0,-6-3 2 0,3 0 0 16,-3 0 0-16,0-2 0 0,-3 2 7 0,0 1 1 16,0-1 1-16,0 0 0 0,0 0-21 0,-3 1 0 15,0-1 0-15,3-2 0 0,-3 2 0 0,0 0 0 0,-2 3 0 0,2-5 0 16,-3 0 0-16,0 4 0 0,3-4 0 0,-3 5 0 16,-3-3 0-16,3 3 0 0,-3-2 0 0,3-1 0 15,3 3 0-15,-2-3 0 0,-1 3 0 0,3-3 0 16,3 3 0-16,-3-2-12 0,0-1 2 0,3 0 0 15,3 0 10-15,0 3 8 0,-3-5-8 0,6-3 11 16,0 0-11-16,0 8 12 0,3 0-12 0,0 0 12 16,3 2-12-16,0-2 10 0,0 0-10 0,3 0 10 15,0 0-10-15,3 3 8 0,-1-3-8 0,4 2 8 16,-3-7 4-16,3 7 1 0,0 1 0 0,0-6 0 16,-3 3-4-16,0 0-1 0,3 0 0 0,-3 3 0 15,-1-6-8-15,1 3 0 0,-3 0 0 0,0-3 0 16,0 1 0-16,0 4 0 0,-3-5 0 0,0 1 0 0,-3-1 0 15,0 3 0-15,3-3 0 0,-6 0 0 0,3 3 0 16,-3-2 0-16,0 2 0 0,-3-3 0 0,-3 0 28 0,3 6 3 16,-3-9 1-16,0 4 0 0,-3 2-32 0,0 0 0 15,0-3 0-15,0 0 0 0,0 1 0 0,-3-1 0 16,1 0 0-16,-1 0 0 0,0 1 0 0,0-1 0 16,-3-2 0-16,0 5 0 15,0-3-20-15,0 0-9 0,0 0-3 0,1 3 0 0,-4 0 32 16,6 0 0-16,-3-2 0 0,3 1 0 0,0 1 0 0,3 0 0 15,0-2 11-15,0-1-3 0,3 0-8 0,0 1 0 16,6-6 0-16,0 0 0 0,0 0 0 0,3 7 0 16,-3-7-9-16,3 8 9 0,3-2 0 0,6 2 0 0,0-3 0 15,0 0 0-15,0-2 0 0,0 2 10 0,3-2-2 0,0-1-8 16,-1 1 12-16,1 0-4 0,3-3 0 0,-3 2-8 16,3 4 12-16,0-4-12 0,-3 1 12 0,0 0-12 15,-1 2 9-15,1-2-9 0,-3-1 0 0,0 1 9 16,0 2-9-16,-6-2 0 0,0 2 0 0,0 0 0 15,-3 1 0-15,3 2 0 0,-6 0 0 0,-3-3 0 16,0 3 0-16,-3 0 10 0,-3 2-10 0,3 1 10 16,-6 2-10-16,0 0 0 0,0 1 0 0,0-1 0 15,1 0-16-15,-4 0-4 0,3 0-2 0,-3 1 0 16,0-4 8-16,3-2 2 0,-3 3 0 0,3-1 0 16,3-2-4-16,-3 0-1 0,4 0 0 0,-1-3 0 15,0-2-14 1,0 2-2-16,-3-2-1 0,3 2 0 0,3-5-4 0,0 3-1 15,6-3 0-15,0 0 0 0,-6 3 28 0,6-3 11 0,0 0-8 0,0 0 8 0,0 0-20 16,0 0 2-16,0 0 0 0,0 0 0 0,0 0 18 0,0 0 0 16,0 0 11-16,0 0-11 0,0 0 0 0,6 0 0 15,-6 0 0-15,0 0 0 0,6 0 0 0,-6 0 0 16,6 2 0-16,0 4 0 0,0-1 0 0,0 3 8 16,3 0 1-16,0 2 0 0,-6 1 7 0,3-1 0 15,0 4 1-15,-1-1 0 0,1 0 0 0,0 3 0 16,-3 0 0-16,3 0 0 0,0 2-17 0,-3 1 0 15,0 5 0-15,3-3 0 0,-3 3 0 0,0-1 0 16,-3 1 0-16,3 0 0 0,-3 0 0 0,0 2 0 16,3 3 0-16,0-2 0 0,-3-1 0 0,3 1 8 15,3 2 1-15,-3-3 0 0,0 1 0 0,0 2 0 0,-3-3 0 16,3 4 0-16,0-4 11 0,0 3 1 0,0 0 1 16,0 0 0-16,0 6-22 0,0-4 0 0,-3 4 0 0,3-3 0 15,0-3 11-15,-3 2-3 0,0-1 0 0,0-1 0 16,0-3-8-16,3 3 0 0,-3 0 0 0,0-2 0 15,0-3 0-15,0-1 8 0,0 1-8 0,0-3 8 16,3 1-8-16,-3-1 8 0,3-3-8 0,-3-2 8 16,3 0-8-16,-3 0 8 0,3 0-8 0,0-3 8 15,0 0-8-15,-3 0 8 0,3-2-8 0,-3-3 8 16,0 3-19-16,-3-1-4 0,3-5-1 0,-6 3-736 16,3 0-148-16</inkml:trace>
  <inkml:trace contextRef="#ctx0" brushRef="#br0" timeOffset="47082.57">7550 8263 1555 0,'-11'0'68'15,"11"0"16"-15,0 0-68 0,0 0-16 0,0 0 0 0,0 0 0 0,0 0 55 0,0 0 7 16,5 5 2-16,-5-5 0 0,0 0-28 0,0 0-4 16,9 3-2-16,0 0 0 0,-9-3 12 0,9 0 2 15,3 0 1-15,3-3 0 0,-3 3 9 0,0-5 2 16,0 2 0-16,0 0 0 0,9 1-41 0,-7 2-15 15,-2-3 11-15,3 0-11 0,6 1 11 0,-6 2-11 16,-3 0 12-16,0-3-12 0,3 3 16 0,-1 0-4 16,4-3-1-16,-3 3 0 0,-3 0 9 0,3 0 1 15,3 0 1-15,0-2 0 0,0 2 4 0,-4 0 1 16,7 0 0-16,0-3 0 0,6 0-11 0,-3 3-3 16,-3-2 0-16,-1-1 0 0,7 3-2 0,-3 0-1 0,-3 0 0 15,0-2 0-15,5 2 19 0,-2 0 4 0,-6 0 1 16,3 2 0-16,-3-2-34 0,0 0 0 0,0 0 0 0,-1 3 0 15,1-1 0-15,0-2 0 0,3 0 0 0,-3 0 0 16,-3 3 13-16,3-3-4 0,2 3-1 0,1-3 0 16,-3-3 0-16,3 3-8 0,-6 0 12 0,3 0-4 15,-3 0 0-15,2 0 0 0,-2-3 0 0,3 3 0 16,-3 0 1-16,3 0 0 0,-3 0 0 0,3 0 0 16,-3 0-9-16,2 0 0 0,-2 0 0 0,0 0 0 15,3 3 0-15,-3-3 0 0,-3 0 0 0,3 0 0 16,0 0 0-16,-1 0 0 0,1 0 0 0,0 0 0 15,0 0 0-15,0 0 0 0,0 0 0 0,0 0 0 16,-3 3 28-16,6-3 3 0,-4 0 1 0,4 0 0 16,-3-3-32-16,0 3 0 0,-3 0 0 0,6 0 0 0,-3 0 0 15,3 0 11-15,-1 3-2 0,1-3 0 0,3 0-9 16,-3 0 12-16,0 0-12 0,0 0 12 0,-3 0-12 16,2 0 10-16,-2 0-10 0,0 0 10 0,-3-3-10 0,-3 3 8 15,3 0-8-15,-3 0 8 0,-3 0-8 0,0 0 0 16,-6 0 0-16,0 0 0 0,0 0 0 0,0 0-20 15,0 0 3-15,-6-3 1 16,-6 1-220-16,-3-1-44 0</inkml:trace>
  <inkml:trace contextRef="#ctx0" brushRef="#br0" timeOffset="49138.42">401 5472 979 0,'0'0'87'0,"0"0"-70"15,0 0-17-15,0 0 0 0,0 0 139 0,3 0 24 16,-3 0 5-16,6 0 0 0,-3 2-110 0,0 4-22 16,3-1-5-16,-3 5-1 0,2 1-30 0,-2 2 0 15,3-2 0-15,-3 5 0 0,-3 0 18 0,0-1 10 16,3 4 3-16,-3 2 0 0,6-2-21 0,-6-1-10 0,0 1 10 15,0 2-10-15,0 0 12 0,0-5-3 0,3 5-1 0,3-2 0 16,-6-4-8-16,0 1 0 0,0 0 9 0,0 0-9 16,3-3 0-16,-3-2 9 0,3-3-9 15,3 0 0-15,-6 2 0 0,3-4 0 0,-3-6 0 0,0 0-9 32,9 2-104-32,0-2-21 0,3-2-4 0,6-4-1 0</inkml:trace>
  <inkml:trace contextRef="#ctx0" brushRef="#br0" timeOffset="49833.99">716 5527 1828 0,'0'0'81'0,"0"0"17"0,0 0-78 0,0 0-20 16,0 0 0-16,3 5 0 0,3 3 16 0,-3 0 0 15,-3 6 0-15,0-1 0 0,0 3-5 0,0-3-2 16,0 0 0-16,-3 0 0 0,3 1-9 0,0-1 0 15,0 0 9-15,3-2-9 0,-3-1 0 0,6 1 0 16,-6-6-12-16,9 3 4 0,-9-8 17 0,3 0 4 16,6 3 1-16,0-3 0 0,-3 0-14 0,3-3 11 15,0 3-11-15,0-8 10 0,-6 3 3 0,6-6 1 16,-1 3 0-16,1-2 0 0,0 2-14 0,-3 0 0 16,0-3-9-16,3 3 9 0,-6-2 0 0,-3-1 0 15,0 3 8-15,0-2-8 0,-3 2 13 0,3 0-4 16,0-3-1-16,-9 3 0 0,3 0-8 0,0-2-12 0,0-1 2 15,3 3 1-15,-3 0-5 0,0 0-1 0,-2-2 0 0,2 2 0 16,3 0 15-16,3 3-9 0,-9-3 9 16,6 0-8-16,-3 2 8 0,6 4-8 0,0 2 8 0,0 0-8 15,0 0 8-15,0 0 0 0,0 0 0 0,0 0 0 16,-3-6 0-16,3 6 0 0,0 0 8 0,0 0-8 16,0 0 0-16,0 0 0 0,0 0 0 0,9 3 0 15,3-3 20-15,-3 3 0 0,-9-3 0 0,8 2 0 16,-2-2-20-16,9 3 0 0,-9 0 0 0,9-3 0 15,-3 0 0-15,-3 2 8 0,3 1-8 0,0 2 8 16,-3 1-8-16,3-1 0 0,-3 3 0 0,-1 0 0 16,1 5 0-16,0 0 0 0,0-2 0 0,-6 2 0 15,6 0 11-15,-6 3-3 0,3-3 0 0,-3 3 0 0,6-5-8 16,-6-1 8-16,3 1-8 0,3-3 8 0,-6 0-8 0,6 0 8 16,-9-8-8-16,3 2 8 0,3 4 0 0,0-6 0 15,-6 0 0-15,6 0 0 0,3-3 20 0,-1 0 4 16,-5-2 1-16,0 0 0 0,3 0-16 0,3-1-3 15,-6-2-1-15,0 3 0 0,3-6-2 0,-6 6-1 16,0-8 0-16,0 2 0 0,0 1-2 0,0-1 0 16,-6 1 0-16,6-4 0 0,-3 1 7 0,0-3 1 15,-3 3 0-15,3-6 0 0,-3 4-25 0,3 1-5 16,0 1-1-16,-5 5 0 0,8-2 15 0,-9 4 12 16,9-2-3-16,-9 3 0 0,6 5-9 0,-6-5 0 15,3 2 0-15,3 3 0 0,-6 0 0 0,6 3 0 16,-6 2 0-16,9 0-11 0,-9 3 2 0,6-5 0 15,-3 2 0-15,3-2 0 16,3-3-30-16,0 0-5 0,0 5-2 0,0-5-622 0,0 8-124 0</inkml:trace>
  <inkml:trace contextRef="#ctx0" brushRef="#br0" timeOffset="50429.97">1621 5101 1522 0,'0'0'33'0,"0"0"7"0,0 0 2 0,0 0 2 0,0 0-36 0,0 0-8 16,0 0 0-16,0 0 0 0,0 0 45 0,0 0 7 16,-3 5 2-16,-6 3 0 0,0-5-38 0,3 8-8 15,0-6-8-15,-3 3 11 0,1 2 1 0,2 1 1 16,-3 2 0-16,0 0 0 0,0 1-5 0,0 2 0 16,0-1-8-16,3 4 12 0,-3 0-12 0,0-1 11 15,6 3-11-15,-6 0 10 0,0 1-10 0,3-1 0 16,-6 0 0-16,9 5 8 0,-8-5-8 0,2 1 0 15,0 1 0-15,0-1 8 0,-3 1-8 0,0-1 0 16,3-1 0-16,0 0 0 0,-3 0 9 0,3-2 0 0,-3-1 0 16,6-2 0-16,-3 3 2 0,6-6 0 0,-5 0 0 15,5-5 0-15,3 0 13 0,0 0 4 0,0-8 0 16,0 5 0-16,0-5-14 0,0 0-2 0,5 3-1 0,1 2 0 16,3-2 10-16,-6-3 3 0,6 0 0 0,0 0 0 15,0 0 4-15,3-3 0 0,6 3 1 0,-6 0 0 16,-3 0-20-16,6-3-9 0,0 1 8 0,-1-1-8 15,4 3 13-15,0-3-2 0,-3 1-1 0,3-1 0 16,3 1 4-16,0-1 1 0,-1-2 0 0,1-1 0 16,6 1 1-16,-6 5 1 0,-6-8 0 0,3 3 0 15,-1 5 3-15,4-8 1 0,-9 5 0 0,6 1 0 16,-6 2-21-16,6 0-12 0,-12 0 2 0,3 0 0 16,0 0 10-16,-3-6 0 0,-6 6 0 0,0 0 8 15,0 0-8-15,6 0-15 0,-6 0 4 0,0 0 1 16,0 0-46-16,0 0-10 0,0 0-2 0,0 0-610 15,0 0-122-15</inkml:trace>
  <inkml:trace contextRef="#ctx0" brushRef="#br0" timeOffset="50847.38">1594 5429 2048 0,'0'0'91'0,"0"0"18"0,0 0-87 0,0 0-22 0,0 0 0 0,0 0 0 16,0 0 24-16,0 0 0 0,0 0 0 0,3 8 0 15,-3 0-24-15,0 0 0 0,0 5 0 0,-3 1-8 16,3-1 8-16,0 0 0 0,0-5-9 0,3 5 9 16,0-2 0-16,-3-1 0 0,6-2 0 0,-3 0 0 15,3 0 0-15,-6-8 0 0,3 3 0 0,6 2 0 16,-6-5 0-16,6 3 0 0,0-3 0 0,0-3 0 15,3-2 0-15,-3-1 8 0,0-1 2 0,-6-1 0 16,5 0 3-16,1-3 1 0,-6 1 0 0,3 4 0 16,-3-7-4-16,0 0-1 0,3 5 0 0,-6-3 0 15,0 1 5-15,0-1 1 0,3-2 0 0,-3 2 0 16,-3 3-15-16,3-2 0 0,-6-1 8 0,6 6-8 16,-3-8 12-16,0 5 0 0,-3 0 0 0,3 2 0 15,3 4-12-15,0-3 8 0,-9 2-8 0,9 3 0 0,0 0 0 16,0 0 0-16,0 0 0 0,0 0-10 15,-8 0-8-15,8 0-2 0,0 0 0 0,0 0 0 16,-3 3-27-16,3-3-5 0,0 0-2 0,0 0 0 16,0 0-141-16,0 0-28 0,0 0-5 0,0 0-2 0</inkml:trace>
  <inkml:trace contextRef="#ctx0" brushRef="#br0" timeOffset="51209.4">1809 5072 1555 0,'0'0'138'0,"0"0"-110"0,0 0-28 0,0 0 0 16,0 0 120-16,0 0 18 0,0 0 4 0,0 0 1 15,0 0-107-15,0 5-20 0,0 1-5 0,0-1-1 16,-6 3-10-16,12 0 0 0,-6-3 0 0,0 3 0 16,3-3 0-16,-3-5 0 0,0 8 0 0,0-8 0 15,6 6 0-15,-6-6 0 0,6 5 0 0,2-5 0 16,1-5 0-16,0 2 0 0,-6 0 0 0,3 1 12 15,3-6-1-15,-3 2 0 0,3-2 0 0,-3-2 0 16,0 2-11-16,0 0 8 0,3 0-8 0,-6 0 8 16,-3-2 1-16,6 2 0 0,-6 0 0 0,0 2 0 15,3-2 18-15,-3 3 3 0,0 3 1 0,-3-6 0 16,3 2 5-16,0 1 2 0,-6 0 0 0,3 2 0 16,-3 3-15-16,3-5-3 0,-6 2-1 0,6 3 0 15,-6 0-19-15,0 0 10 0,6 3-10 0,-6 2 8 16,0-5-8-16,3 5-9 0,0 3 9 0,-3-5-13 15,4 2-5-15,-1 1-1 0,0-4 0 0,6-2 0 16,0 11-92-16,-3-9-18 0,3 9-4 0,0-6-818 16</inkml:trace>
  <inkml:trace contextRef="#ctx0" brushRef="#br0" timeOffset="54252.6">3205 3580 806 0,'0'0'36'0,"6"-5"7"0,0-1-35 0,-3-2-8 15,-1 3 0-15,1 0 0 0,3 2 174 0,-6 3 33 16,6-8 6-16,-6 8 2 0,0 0-142 0,0 0-28 16,0 0-5-16,0 0-2 0,0 0-7 0,0 0-2 15,0 0 0-15,0 0 0 0,0 0-29 0,0 0 0 16,0 0-11-16,0 0 11 0,0 8 0 0,-6-3 0 15,3 3 0-15,0 6 0 0,0-9-11 0,-2 5 11 16,-1 1-8-16,0 2 8 0,-3-5 0 0,3 3 12 16,3 2 0-16,-9-5-1 0,6 2-11 0,-3 1-11 15,0 0 3-15,3 2 0 0,-3 0 8 0,-3-8 0 16,6 9 0-16,-3-6 0 0,3 2 9 0,0-2-9 16,4 5 12-16,-7-5-12 0,0 0 0 0,6 3 0 15,-6-6 0-15,3 3 0 0,3-3 0 0,3-5 0 16,0 0 0-16,0 0 10 0,0 0-10 0,0 0 0 0,0 0 0 15,0 0 0-15,0 0 0 0,0 0 0 0,0 0 0 0,0 0 0 16,0 0 0-16,9 6 0 0,-9-6 0 0,0 0 0 16,0 0 11-16,3 8-3 0,6-8-8 0,0 2 12 15,0 1-12-15,-1-1 11 0,4-4-11 0,-3 2 10 16,6 0 6-16,-3 0 0 0,-3-3 1 0,6 3 0 16,-3-2 2-16,0 2 0 0,0 0 0 0,-1 0 0 15,4-6-7-15,-6 4 0 0,0 2-1 0,3 0 0 16,-6-3-11-16,3 3 10 0,6-3-10 0,-9 3 10 15,0-5-10-15,3 5 0 0,-3 0 9 0,-6 0-9 16,0 0 0-16,0 0 0 0,0 0 0 0,0 0 0 16,6 0 0-16,-6 0 8 0,0 0-8 0,0 0 0 15,0 0-23-15,0 0-9 0,0 0-1 0,0 0-1 16,0 0-122-16,0 0-25 0,0 0-5 16</inkml:trace>
  <inkml:trace contextRef="#ctx0" brushRef="#br0" timeOffset="54753.45">3291 3580 986 0,'0'0'44'0,"0"0"8"0,0 0-41 0,0 0-11 0,0 0 0 0,0 0 0 15,0 0 46-15,0 0 7 0,0 0 2 0,0 0 0 16,0 0-36-16,0 0-7 0,0 0-2 0,0 0 0 16,0 0 3-16,0 0 1 0,6 0 0 0,-6 0 0 15,0 0 16-15,0 0 3 0,0 0 1 0,0 0 0 16,0 0-8-16,6 2-2 0,0 4 0 0,-6-6 0 15,3 5 0-15,3 3-1 0,-6-3 0 0,0 3 0 16,0 0-3-16,0 3 0 0,0-6 0 0,0 6 0 16,0-1 2-16,0 3 0 0,0-5 0 0,-6 6 0 15,3-4-4-15,0 3-1 0,3 3 0 0,-3-2 0 16,3 1-4-16,-3 1-1 0,0-3 0 0,3 6 0 0,-6-6-2 16,3 6-1-16,3-3 0 0,0 0 0 0,-6-3 5 15,3 3 1-15,0-1 0 0,0-1 0 0,3 2 0 0,0-3 0 16,-3 0 0-16,0 0 0 0,3-2-4 15,0 2-1-15,-6-8 0 0,6 3 0 0,0-2-2 0,0-6 0 16,0 8 0-16,0-8 0 0,0 0 4 0,0 0 0 16,0 0 0-16,0 0 0 0,0 0-1 0,0 0 0 15,0 0 0-15,0 0 0 0,0 0-19 0,0 0-4 16,0 0-1-16,0 0-911 0</inkml:trace>
  <inkml:trace contextRef="#ctx0" brushRef="#br0" timeOffset="55622.65">3481 3966 1303 0,'0'0'57'0,"0"0"13"0,0 0-56 0,0 0-14 16,0 0 0-16,0 0 0 0,0 0 13 0,0 0 0 15,0 0 0-15,3 3 0 0,-3-3-1 0,9 2 0 16,-9-2 0-16,0 0 0 0,0 0 18 0,6 0 3 16,6 0 1-16,-3-2 0 0,-3-1 16 0,3-5 3 15,0 3 1-15,-3 0 0 0,6-1-27 0,-3-2-6 16,0 0-1-16,3-2 0 0,-3 2 2 0,-4 0 0 0,4-3 0 15,-3 3 0-15,0-2 2 0,0-1 0 0,-3 6 0 16,3-6 0-16,-3 1-3 0,-3 5 0 16,0-6 0-16,0 3 0 0,0 0-7 0,0-5-2 0,-3 8 0 15,3-6 0-15,0 3-3 0,-6 0-1 0,6 0 0 0,0 3 0 16,-3-6-8-16,0 9 0 0,0-9 9 0,3 3-9 16,0 3 0-16,0 2 9 0,0 3-9 0,0 0 0 15,0 0 11-15,3-5-11 0,-6-3 10 0,3 8-10 16,0-5 19-16,0 5-3 0,0 0 0 0,0 0 0 15,0 0-6-15,0 0-2 0,0 0 0 0,6-6 0 16,-3 4-8-16,3-4 12 0,3 6-12 0,-3-8 12 16,-6 8-12-16,6-2 10 0,3-1-10 0,-6 3 10 15,3-8 0-15,0 8 0 0,-6 0 0 0,9 0 0 16,-3 0-10-16,0 0 12 0,-6 0-12 0,6 0 12 16,-6 0-12-16,9 3 0 0,-9-3 0 0,3 5 8 15,-3-5-8-15,5 5 0 0,7 3 0 0,-12-2 0 0,3 2 0 16,0 0 0-16,0 2 0 0,0-2 0 0,0 3 0 15,3-3 0-15,-6 5 0 0,0-8 0 0,0 8 0 0,3-2 0 16,-3 0 0-16,0 2 0 0,6-5 0 0,-6 5 0 16,3-2 0-16,-3 2 0 0,0-5 0 0,0 2 0 15,0 1 0-15,0-1 0 0,0 4 0 0,-3-4 0 16,3-2 0-16,0 5 0 0,0-7 0 0,3 2 8 16,0 0-8-16,0-3 0 0,0 0 8 0,0 3-8 15,3-8 8-15,0 5-8 0,3-2 17 0,0-3-1 16,-3 0-1-16,3 0 0 0,3 0 5 0,-6 0 0 15,2-3 1-15,1 3 0 0,-9 0-12 0,6-2-9 0,0 2 12 16,-6 0-12-16,0 0 11 0,9-3-11 0,-9 3 10 0,0 0-10 16,0 0 9-16,0 0-9 0,0 0 8 15,0 0-8 1,0 0-28-16,0 0-12 0,0 0-1 0,0 0-1043 0</inkml:trace>
  <inkml:trace contextRef="#ctx0" brushRef="#br0" timeOffset="56928.93">3249 3797 345 0,'0'0'31'0,"0"0"-31"0,0 0 0 0,0 0 0 0,0 0 124 0,0 0 18 16,0 0 4-16,0 0 1 0,0 0-109 0,0 0-22 15,0 0-4-15,0 0 0 0,0 0-12 0,0 0 8 16,0 0-8-16,0 0 8 0,0 0 10 0,0 0 2 16,0 0 0-16,0 0 0 0,0 0 26 0,0 0 6 15,0 0 0-15,0 0 1 0,0 0-4 0,0 0-1 16,0 0 0-16,0 0 0 0,0 0 4 0,0 0 0 16,0 0 0-16,0 0 0 0,0 0-8 0,0 0-2 15,0 0 0-15,0 0 0 0,0 0-10 0,0 0-3 16,6 5 0-16,-6-5 0 0,0 0-9 0,0 0-3 15,0 0 0-15,12 0 0 0,-6 0-7 0,-6 0-2 16,0 0 0-16,0 0 0 0,9 0-8 0,-9 0 0 16,6 3 0-16,3-3 8 0,-9 0 0 0,6 5 0 15,3-5 0-15,-9 0 0 0,9 0 8 0,-9 0 0 16,6 0 1-16,6 0 0 0,-3 0 8 0,-7 0 2 0,-2 0 0 0,6 0 0 16,6 0-11-16,-9 0-1 15,-3 0-1-15,6 0 0 0,-6 0-6 0,0 0-8 0,0 0 11 0,0 0-11 16,0 0 12-16,0 0-12 0,0 0 12 0,0 0-12 15,0 0 23-15,6 0-3 0,-6 0 0 0,0 0 0 16,0 0-20-16,0 0 0 0,6-5 0 0,3 5-8 16,-3-3 8-16,-3 3 12 0,-3 0-2 0,6 0-1 15,0-5-9-15,-6 5 12 0,0 0-12 0,6 0 12 16,-3 0-12-16,3-6 0 0,-6 6 0 0,0 0 8 16,0 0-8-16,0 0 0 0,0 0 0 0,0 0 0 15,0 0 0-15,0 0 0 0,0 0-10 0,0 0 10 16,0 0-124-16,0 0-18 15,0 0-4-15</inkml:trace>
  <inkml:trace contextRef="#ctx0" brushRef="#br0" timeOffset="58955.71">4604 3747 403 0,'0'0'17'0,"0"0"5"0,0 0-22 0,0 0 0 0,0 0 0 0,0 0 0 15,0 0 269-15,0 0 50 0,0 0 9 0,0 0 3 16,0 0-232-16,0 0-47 0,0 0-8 0,0 0-3 16,0 0-16-16,0 0-3 0,0 0-1 0,9-3 0 0,2-2 11 0,-2 2 1 15,3-2 1-15,0 5 0 0,6-8-2 0,-9 5 0 16,6 0 0-16,0-2 0 0,-3 5-8 0,0-5-3 16,-1 2 0-16,-2 3 0 0,3-5-13 0,-6 5-8 15,0-5 10-15,0 5-10 0,-6 0 0 0,0 0 8 16,0 0-8-16,0 0 0 0,0 0 0 0,0 0 0 15,0 0 0-15,0 0 0 16,0 0-119-16,0 0-29 0,0 0-7 0</inkml:trace>
  <inkml:trace contextRef="#ctx0" brushRef="#br0" timeOffset="59349.32">4848 3307 1267 0,'0'0'112'0,"0"0"-89"0,0 0-23 0,0 0 0 0,0 0 106 0,0 0 17 16,0 0 3-16,0 0 1 0,6 6-80 0,0-6-16 16,0 0-3-16,5 2-1 0,-5-2-27 0,3 0 0 15,-9 0 8-15,6 6-8 0,3-6 15 0,0 0 1 16,3 0 0-16,3 0 0 0,-3 0-7 0,0 0-1 15,-6 0 0-15,0 0 0 0,-6 0-8 0,0 0-9 16,9 0 9-16,-9 0-13 16,6 5-43-16,-6-5-9 0,0 0-2 0,0 0-705 0</inkml:trace>
  <inkml:trace contextRef="#ctx0" brushRef="#br0" timeOffset="59782.23">4910 3493 518 0,'12'0'23'0,"-12"2"5"0,0-2-28 0,0 0 0 0,6 3 0 0,-6 2 0 15,3-5 152-15,0 5 24 0,-3-5 6 0,3 8 1 16,3-2-105-16,0-4-21 0,-6 4-4 0,3 1-1 16,0-1-20-16,0 2-5 0,-3-3-1 0,3 3 0 15,0 3 2-15,0-6 0 0,0 3 0 0,0 5 0 16,3-8-28-16,-6 9 8 0,0-7-8 0,3 4 0 15,-6-3 0-15,3-8 0 0,6 13 0 0,-3-5 0 16,0 3 0-16,0-1 0 0,-3 1 0 0,0 2 0 16,6-5 28-16,-6 5 0 0,0-2 0 0,0-3 0 0,0 2-4 15,0-2-1-15,0 0 0 0,0 0 0 0,0 3-3 0,-6-6-1 16,3 3 0-16,0-3 0 0,3 1-4 0,-3 2-1 16,3-3 0-16,-3 3 0 0,0-6-5 0,3-2-1 15,0 0 0-15,0 0 0 0,0 6-8 0,0-6 8 16,-6 5-8-16,6-5 8 0,0 0-8 0,0 0 12 15,0 5-12-15,0-5 12 0,0 0 2 0,0 0 1 16,0 0 0-16,-6 8 0 0,6-8 6 0,-3 0 2 16,3 0 0-16,-12 0 0 0,0 0-11 0,3 0-3 15,9 0 0-15,0 0 0 0,-3-5-9 0,-9 2 0 16,3 1 0-16,3-1 0 0,-3 3-13 0,0-5-8 16,3-1-2-16,-5 4 0 15,5 2-45-15,-3-6-10 0,0 6-2 0,-3-2-739 0</inkml:trace>
  <inkml:trace contextRef="#ctx0" brushRef="#br0" timeOffset="60741.91">5107 3469 1119 0,'0'0'49'0,"0"0"11"0,0 0-48 0,0 0-12 0,0 0 0 0,0 0 0 16,0 0 67-16,0 0 10 0,0 0 3 0,0 0 0 16,0 0-45-16,0 0-9 0,9-6-2 0,-9 6 0 15,0 0 3-15,3 0 0 0,-3 0 0 0,8-8 0 16,-2 6-8-16,-6 2-2 0,6-3 0 0,-6 3 0 15,12 0 1-15,-9 0 0 0,6 0 0 0,-3 0 0 16,3 3-7-16,0-3-2 0,-3 2 0 0,3 1 0 16,-6 2 1-16,3-5 0 0,3 3 0 0,-3 0 0 15,-6-3 1-15,6 2 0 0,0 4 0 0,0-4 0 16,3 1-11-16,-9-3 0 0,0 0 9 0,0 0-9 16,0 8 8-16,0-5-8 0,0 7 8 0,0-5-8 15,-6-2 11-15,3 8-3 0,-3-9 0 0,0 4 0 0,0-1 0 16,0 3-8-16,0-3 12 0,0 0-4 0,0 3-8 15,0 0 0-15,0-2 0 0,-3 1 8 0,3-1-8 0,0-1 0 16,3 3 0-16,-3-3 0 0,6-5 0 0,-3 0 8 16,-3 8-8-16,6-8 0 0,0 0 0 0,0 0 0 15,0 0 0-15,0 0 0 0,0 0 0 0,0 0 8 16,0 0-8-16,0 0 0 0,0 0 0 0,0 0 0 16,0 0 8-16,0 0-8 0,0 0 0 0,0 0 0 15,0 0 0-15,0 0 8 0,0 0 2 0,0 0 0 16,9 0 0-16,0 0 0 0,-3 6 0 0,3-6 0 15,-3 5 0-15,6-5 0 0,-6 2-2 0,3 4-8 16,-3-6 12-16,0 0-4 0,3 2-8 0,-3 1 10 0,3 5-10 16,-7-5 10-16,1-1-10 0,3 1 0 0,-6-3 0 0,3 5 0 15,-3-5 0-15,0 0 0 0,3 5 9 0,0 3-9 16,-6-2 8-16,3-6-8 0,0 0 10 0,0 10-10 16,-6 1 12-16,0-3-3 0,1-3-1 0,5 3 0 15,-12-3 4-15,6 3 0 0,0 3 0 0,-3-8 0 16,3 2-12-16,0 0 0 0,0 0 0 0,6-2 8 15,-9 2-8-15,3-5 12 0,3 0-12 0,-3 3 12 16,0 0-12-16,3-1 8 0,0-2-8 0,-3 6 8 16,3-6-8-16,-3 0 0 0,6 0 0 0,0 0-11 15,0 0-37-15,0 0-8 16,0 0-2-16,0 0-855 0</inkml:trace>
  <inkml:trace contextRef="#ctx0" brushRef="#br0" timeOffset="61511.85">5235 3895 1789 0,'0'0'79'0,"0"0"17"0,0 0-77 0,0 0-19 0,0 0 0 0,0 0 0 16,0 0 16-16,0 0-1 0,6 5 0 0,0 0 0 15,-6-5-15-15,6 3 11 0,-1 2-11 0,1-5 10 16,0 0-2-16,3-5-8 0,0 2 12 0,0-2-4 16,3 0 10-16,0-1 2 0,0-2 0 0,0 1 0 15,-3 1-12-15,0-7-8 0,3 5 9 0,-6-3-9 16,2 4 8-16,-2-4-8 0,3 3 0 0,-3 0 9 15,-3-5 3-15,3 8 0 0,0-3 0 0,-3 2 0 16,0-4-1-16,0 7 0 0,0-7 0 0,0 7 0 16,-3-5 1-16,3 3 1 0,-3-6 0 0,3 3 0 15,0 0-1-15,3 3-1 0,-6-3 0 0,3 3 0 16,0-3-11-16,0 2 0 0,0-7 0 0,0 5 0 16,-3 3 0-16,6 0 0 0,-6-3 0 0,0 0 0 15,0 3 12-15,0-1 1 0,0 1 0 0,0 5 0 16,0-3 11-16,0 3 1 0,0-5 1 0,0 5 0 0,0-8-16 15,0 8-10-15,0-3 12 0,0 3-12 0,0-2 0 0,0 2 0 16,0 0 0-16,0 0 0 0,0 0 0 0,0 0 0 16,0-8 0-16,0 8 0 0,0-5 0 0,3-1 0 15,0 1 0-15,-3 5 0 0,0 0 0 0,0 0 0 16,0 0 0-16,0 0 0 0,0 0 0 0,0 0 0 16,6-3 0-16,0 3 0 0,0-5 0 0,-6 5 0 15,0 0 0-15,8 0 0 0,1 0 0 0,0 5 0 16,-3-5 0-16,3 3 0 0,0 0 0 0,-3-3 0 15,0 2 0-15,-6-2 0 0,6 6 0 0,3-4 0 16,-6 3 0-16,0 1 0 0,0-1 0 0,0 3 0 0,3-3 0 16,-6 3 0-16,3 3 0 0,-3-3 0 0,-3 5 0 0,6-8 0 15,-3 8 0-15,-3-2 0 0,0 2 0 0,0-2 0 16,0 2 0-16,0-5 0 0,0 5 0 0,0 1 0 16,3-4 0-16,0 3 0 0,-6 1 0 0,6-1 0 15,0-5 0-15,0 2 0 0,0-2 0 0,6 3 0 16,-6-3 0-16,3-3 0 0,3 3 0 0,0-3 0 15,3 3 16-15,-3-5-3 0,3 0-1 0,3-1 0 16,-4 3 10-16,7-5 2 0,-6 0 0 0,3 0 0 16,0-5-9-16,-3 5-2 0,0-2 0 0,0-1 0 15,0 0-4-15,0 3-1 0,-3 0 0 0,-6 0 0 16,0 0 0-16,0 0-8 0,0 0 12 0,0 0-763 16,0 0-153-16</inkml:trace>
  <inkml:trace contextRef="#ctx0" brushRef="#br0" timeOffset="64196">6038 5591 460 0,'0'0'41'0,"0"0"-33"0,0 0-8 0,9 0 0 15,-6-8 188-15,-3 8 35 0,6-3 7 0,-6 3 2 16,0 0-152-16,6-3-29 0,-6 3-7 0,0 0 0 16,0 0-10-16,0 0-2 0,0 0 0 0,0 0 0 15,0 0-32-15,0 0 0 0,0 0 0 0,0 0 0 32,0 0-16-32,0 0-11 0,0 0-1 0,0 0-1 0,0 0 21 0,0 0 8 0,0 0 0 0,0 0-9 15,6-5 9-15,-3 2 0 0,-3 3 0 0,9-5 0 16,-3 0 0-16,3 2 11 0,-3-2-3 0,3 0 0 15,-3-1 21-15,0 4 4 0,-6 2 1 0,6-3 0 16,0 3 4-16,-6 0 1 0,0 0 0 0,0 0 0 16,6 3-15-16,-6-3-2 0,0 0-1 0,3 5 0 15,-1 0-9-15,-2 3-3 0,0-2 0 0,0 1 0 0,0-7-9 0,-2 6 0 16,2-1 9-16,-3 0-9 0,-3 1 0 0,0-4 0 16,6-2 0-16,-3 6 0 0,3-6 0 0,-6 5 0 15,0-5 0-15,0 0 0 0,6 0 0 0,0 0 0 16,-6 0 0-16,3 0 0 0,3 0 11 0,-6-5-3 15,3 2 0-15,-3-2 0 0,6-1 0 0,-3 1-8 16,3 5 12-16,0-5-4 0,-3-1 3 0,3-1 0 16,3 1 0-16,-3 6 0 0,0 0 0 0,3-5 0 15,0-3 0-15,0 3 0 0,3-1-11 0,0 1 0 16,0 3 9-16,0-1-9 0,0 0 9 0,-6 3-9 16,0 0 12-16,9-5-12 0,-3 5 9 0,-6 0-9 0,0 0 0 0,0 0 9 15,0 0-9-15,0 0 0 0,0 0 0 0,0 0 0 16,0 0 8-16,0 0-8 0,0 0 8 0,0 0-8 15,0 0 8-15,-3 5-8 0,0 1 0 0,0-1 8 16,0-3-8-16,3-2 0 0,0 0 0 0,-3 6 0 16,-3-1 0-16,3 0 8 0,3-5-8 0,0 0 0 15,0 0 10-15,0 0-10 0,-6 0 12 0,6 0-12 16,0 0 0-16,0 0 0 0,-6-2 0 0,6 2 0 16,-6 0 0-16,6 0 0 0,0 0 9 0,0 0-9 15,0 0 8-15,0 0-8 0,0 0 0 0,0 0 0 16,0 0 0-16,-3 0 0 0,-3 0 0 0,6 0 0 15,0 0-18-15,0 0-10 16,0 0-1-16</inkml:trace>
  <inkml:trace contextRef="#ctx0" brushRef="#br0" timeOffset="66641.22">8214 4770 1324 0,'9'0'118'16,"-9"0"-94"-16,0 0-24 0,0 0 0 15,6-2 104-15,0-1 17 0,-6 3 3 0,0 0 1 0,0 0-92 0,0 0-18 16,3 0-4-16,-3 0-1 0,0 0-10 0,0 0 0 16,0 0 0-16,0 0 0 0,0 0 0 0,0 0 0 15,0 0-10-15,0 0 10 0,6-2 0 0,-6 2 0 16,0 0 11-16,0 0-3 0,3 0-8 0,-3 0 9 15,0 0-9-15,0 0 10 0,3-8-2 0,0 2-8 16,3 1 12-16,0 2-4 0,-3-2 8 0,3 5 0 16,0-8 1-16,0 5 0 0,-6 3-5 0,0 0-2 15,6-2 0-15,-3 2 0 0,3 0 12 0,-6 0 2 16,0 0 1-16,0 0 0 0,5 0-7 0,-5 0-2 16,0 0 0-16,0 0 0 0,0 0-6 0,0 0-2 15,0 0 0-15,0 0 0 0,0 0-8 0,0 0 0 16,0 0 0-16,-5 5 8 0,-1-2-8 0,0 2 0 15,6-5 0-15,-3 3 0 0,-6-1 8 0,3 1-8 16,6-3 0-16,0 0 8 0,0 0-8 0,0 0 8 0,0 0-8 16,0 0 8-16,0 0-8 0,0 0 8 0,0 0-8 15,0 0 8-15,0 0 3 0,0 0 0 0,0 0 0 0,-3-3 0 16,-3 1-3-16,6 2 0 0,0 0 0 0,0 0 0 16,0 0-8-16,0 0 0 0,6-3 9 0,-6 3-9 15,0 0 0-15,0 0 8 0,6-8-8 0,-6 8 0 16,0 0 0-16,0 0 0 0,0 0 0 0,0 0 0 15,9 0 0-15,-9 0 0 0,0 0 0 0,0 0 0 16,0 0 0-16,0 0 0 0,0 0 10 0,0 0-10 16,-6 8 11-16,0-5-11 0,6-3 12 0,-6 2-12 15,-3 1 10-15,0 2-10 0,9-5 8 0,-9 3-8 16,0 0 0-16,0-3 8 0,9 0-8 0,0 0 0 16,0 0 8-16,0 0-8 0,-6 0 8 0,6 0-8 15,0 0 12-15,0 0-4 0,0 0 0 0,0 0 0 0,6-3 1 16,0 0 0-16,-3-5 0 0,-3 8 0 0,0-5-9 0,0 5 8 15,6 0-8-15,-6 0 8 0,0 0-8 0,0 0 0 16,0 0 0-16,0 0 0 0,0 0 0 0,0 0 0 16,0 0 0-16,0 0 0 0,0 0 0 0,0 0-9 15,0 0 9-15,0 0-10 0,0 0 0 0,0 0 0 16,-6 3 0-16,0-1 0 16,6-2-110-16,0 0-21 0</inkml:trace>
  <inkml:trace contextRef="#ctx0" brushRef="#br0" timeOffset="69184.53">6431 5678 864 0,'0'0'76'0,"0"0"-60"0,0 0-16 0,0 0 0 0,0 0 97 0,0 0 17 15,0 0 3-15,0 0 1 0,0 0-66 0,0 0-12 16,0 0-4-16,0 0 0 0,0 0-12 0,0 0-2 16,0 0-1-16,0 0 0 0,0 0-2 0,0 0-1 15,0 0 0-15,0 0 0 0,0 0-1 0,0 0 0 16,0 0 0-16,0 0 0 0,0 0 18 0,0 0 3 15,6 3 1-15,3-1 0 0,-9-2-7 0,12 6-2 16,-9-6 0-16,6 0 0 0,0 2-4 0,-3-2-1 16,3 3 0-16,0-1 0 0,0-2-8 0,3 6-1 15,-4-6-1-15,4 0 0 0,-3 0 1 0,3 0 0 16,0 0 0-16,-3 0 0 0,3 0-1 0,0 0 0 16,3-6 0-16,-6 6 0 0,3-2 1 0,-1-1 1 0,4 1 0 15,-3 2 0-15,3 0 1 0,-3-6 0 0,0 6 0 0,0-2 0 16,0 2-18-16,0-6 0 0,3 4 8 0,-1-1-8 15,-5 0 9-15,3 1-1 0,3-1-8 0,-3 0 12 16,3 1-4-16,-3-1-8 0,0 1 11 0,3-4-11 16,-3 4 14-16,2-1-4 0,-2 0-1 0,0-2 0 15,3 2-9-15,0 1 12 0,-3-6-12 0,0 5 12 16,3-5-4-16,0 6-8 0,-4-1 12 0,1-5-4 16,-3 3-8-16,6-3 12 0,3 0-12 0,-3 0 12 15,-3 3-4-15,3-3-8 0,0 2 12 0,-3 1-4 16,2-3 6-16,-5 3 1 0,-3-3 0 0,9 0 0 15,3 0-15-15,-3 3-13 0,-3-3 2 0,6 0 1 16,3 3 10-16,-4-9 0 0,-2 6 0 0,0 0 0 16,0 0 0-16,0 1 0 0,0-1 0 0,-3 2 0 0,0-4 0 15,-1 2 0-15,4 0 0 0,-6 0 0 0,0 3 0 16,0-3 0-16,6 0 8 0,-3 2-8 0,-3-1 0 0,3 1 0 16,-3-2 0-16,9 0 8 0,-7 0-8 0,4 0 0 15,-9 3 0-15,6-5 8 0,3-1-8 0,0 6 8 16,-6-6-8-16,-3 1 8 0,3 2-8 0,0-3 0 15,0 6 0-15,-3-6-8 0,-3 9 8 0,3-12 0 16,5 6 0-16,-2 3 8 0,-9-6-8 0,6 4 0 16,3-1 8-16,3 2-8 0,-9-2 8 0,3 0-8 15,0 3 8-15,0 0-8 0,6 0 8 0,-6-1-8 16,-3-2 8-16,3 3-8 0,3-3 0 0,0 0 0 16,-3 0 0-16,-3 3 0 0,6-3 0 0,-4 0 0 0,4 0 0 15,-3 0 8-15,-3 0-8 0,0 3 0 0,6-3 0 0,-3 3-8 16,-3-1 8-16,-3 6 0 0,6-7 0 0,-3 1 0 15,0 4 0-15,-3 2 0 0,0 0 0 0,0 0 0 16,6-6 0-16,-6 6 0 0,0 0 0 0,0 0 0 16,9-5 0-16,-9 5 0 0,0 0 0 0,0 0 0 15,0 0 0-15,0 0 0 0,0 0 0 0,0 0-12 16,-6-3 3-16,6 3 0 0,0 0 0 0,0 0 0 16,0 0-3-16,0 0-1 0,0 0 0 0,0 0 0 15,0 0-5-15,0 0-1 0,0 0 0 0,0 0 0 16,6-2-15-16,-6 2-3 15,0 0-1-15,0 0-639 0,0 0-128 0</inkml:trace>
  <inkml:trace contextRef="#ctx0" brushRef="#br0" timeOffset="69886.97">7720 4927 896 0,'15'0'40'0,"-15"0"8"0,-3-3-39 0,3 3-9 0,0 0 0 0,0 0 0 16,0 0 100-16,0 0 17 0,0 0 4 0,0 0 1 16,6-5-62-16,-6 5-13 0,-3 0-3 0,3 0 0 15,9 0-11-15,-9 0-2 0,-3-6-1 0,3 6 0 16,0 0-4-16,0 0-1 0,0 0 0 0,0 0 0 15,-6-2-10-15,6 2-3 0,0 0 0 0,0 0 0 0,0 0 11 16,0 0 1-16,12 0 1 0,0-3 0 0,-6 0 9 0,3 3 2 16,0 0 0-16,2 0 0 0,4 0-7 0,0 0-1 15,-6 0 0-15,6-5 0 0,0 2-12 0,-6 3-2 16,-9 0-1-16,9-2 0 0,0-1 1 0,3 3 0 16,-3 0 0-16,0 0 0 0,-9 0-2 0,5-5-1 15,7 2 0-15,-3 3 0 0,-9 0-11 0,6-2 10 16,3 2-10-16,3 0 10 0,-3 0-10 0,-3-3 0 15,0 0 9-15,3 3-9 0,0 0 0 0,-9 0 9 16,0 0-9-16,0 0 0 0,9 0 9 0,-9 0-9 16,0 0 0-16,0 0 9 0,0 0-1 0,0 0 0 15,0 0 0-15,0 0 0 0,0 0 0 0,0 0-8 16,0 0 12-16,0 0-4 0,0 0-8 0,0 0 0 16,0 0 0-16,0 0 0 0,0 0 0 0,0 0 0 15,0 0 0-15,3 8 0 0,6-5 0 0,-9-3 0 0,0 0 0 16,0 0 8-16,3 5-8 0,0 3 0 0,-6-3 9 15,-3 3-9-15,3 0 0 0,3 3 9 0,-3-6-9 0,-3 3 0 16,-3 3 8-16,3-3-8 0,6 0 0 0,-6 2 0 16,0 1 0-16,0-1 0 0,3-2 0 0,3 3 0 15,-6-3-13-15,3 5-7 0,-9-2 0 0,6-1-1 32,3 1-156-32,-3 2-31 0,-9 0-7 0</inkml:trace>
  <inkml:trace contextRef="#ctx0" brushRef="#br0" timeOffset="70951.62">6601 5559 172 0,'0'0'16'16,"0"0"-16"-16,0 0 0 0,0 0 0 0,0 0 154 0,0 0 28 0,3-5 6 0,-3 5 0 15,0 0-122-15,0 0-25 0,0 0-5 0,0 0 0 16,0 0 40-16,0 0 8 0,0 0 1 0,0 0 1 15,0 0-11-15,0 0-3 0,0 0 0 0,0 0 0 16,0 0-8-16,0 0-3 0,0 0 0 0,0 8 0 16,-3-3-18-16,0 0-4 0,0 0-1 0,-3 1 0 15,3-4-9-15,-3 4-1 0,0-1-1 0,0 3 0 16,3-8-7-16,-3 5 0 0,-3 3-1 0,3-5 0 16,0-1-8-16,-3 4-2 0,4-1 0 0,-4-2 0 15,3 2 5-15,0 0 1 0,-3-2 0 0,0 2 0 16,3 0-6-16,0 1-1 0,0-1 0 0,0-2 0 15,3 2-8-15,-6-2 10 0,3-1-10 0,6-2 10 16,-6 6-10-16,3-6 12 0,-3 2-12 0,6-2 12 16,-3 3-12-16,-3-1 12 0,0 4-12 0,0-6 12 15,6 2-4-15,0-2 0 0,-9 3 0 0,4-3 0 16,-1 3 0-16,6-3 0 0,0 0 0 0,0 0 0 16,-3 5-8-16,3-5 0 0,0 0 0 0,0 0 0 0,0 0 0 15,0 0 8-15,0 0-8 0,0 0 0 0,0 0 10 16,0 0-10-16,0 0 12 0,0 0-12 0,0 0 16 0,0 0-3 15,0 0-1-15,0 0 0 0,0 0-4 0,0 0-8 16,3 3 11-16,0 2-11 0,-3-5 10 0,8 5-10 16,1-2 8-16,-3 2-8 0,3 0 12 0,0 1-2 15,3-1-1-15,3-2 0 0,-6-1 1 0,6 4 0 16,0-4 0-16,3 4 0 0,-4-4-2 0,1 4 0 16,3 1 0-16,-3-4 0 0,0 2 2 0,0 1 0 15,-3-1 0-15,0-2 0 0,3 2-10 0,-7 0 12 0,4 0-12 16,-3-2 12-16,-3 0-12 0,3-1 10 0,-3 1-10 15,0 0 10 1,-6-3-78-16,0 0-15 0,0 0-3 0</inkml:trace>
  <inkml:trace contextRef="#ctx0" brushRef="#br0" timeOffset="72827.36">6446 4905 1036 0,'0'0'46'0,"0"0"10"0,0 0-45 0,0 0-11 15,0 0 0-15,0 0 0 0,0 0 133 0,0 0 25 16,0 0 5-16,0 0 1 0,3-8-97 0,6 3-19 16,-9 5-4-16,3 0-1 0,3-8-7 0,3 6-2 15,0-1 0-15,0 0 0 0,-3 3-5 0,3-2-1 16,0 2 0-16,-1 0 0 0,1 2-12 0,-3-2-4 16,-6 0 0-16,9 0 0 0,-3 0-12 0,0 0 0 15,-6 0 8-15,0 0-8 0,0 0 0 0,6 0 0 16,-6 0 0-16,6 3 0 15,-6-3-31-15,0 0-9 0,0 0-1 0,6 3-543 16,-6-3-108-16</inkml:trace>
  <inkml:trace contextRef="#ctx0" brushRef="#br0" timeOffset="73266.82">6565 5106 460 0,'0'0'41'0,"0"0"-33"0,0 0-8 0,0 0 0 16,0 0 223-16,0 0 42 0,9 0 9 0,-9 0 2 15,0 0-188-15,6 3-36 0,-6-3-8 0,6 5-2 16,-6-5-18-16,6 3-3 0,-6-3-1 0,6 5 0 16,0 3-10-16,-3-2-2 0,0-1-8 0,0 3 12 15,0 0-12-15,-3 0 9 0,0-8-9 0,3 8 8 16,-3 0 8-16,0-1 2 0,3 4 0 0,-3-3 0 0,0 0 1 15,3 3 0-15,-3-6 0 0,3 3 0 0,-3 0-5 16,0-3-1-16,0-5 0 0,0 8 0 0,3 0 18 0,-3 0 3 16,0-8 1-16,-3 8 0 0,0-3-21 0,3 3-4 15,-3-5-1-15,0 2 0 0,0 0 12 0,-3 0 3 16,3 3 0-16,-3-5 0 0,3 0 1 0,-3-1 1 16,6-2 0-16,-6 3 0 0,-3 0-2 0,3-1-1 15,0 1 0-15,0 0 0 0,0-3 1 0,0-3 0 16,3 3 0-16,-3-3 0 0,0 3 3 0,0 0 1 15,1-2 0-15,-1-1 0 0,0 0-28 0,6 3 0 16,-9-2 8-16,3-1-8 0,0 0 0 0,3-5 12 16,0 3-12-16,-3-3 12 0,0 3-12 0,0 0-17 0,3-1 4 15,0 4 1 1,-3-9-44-16,0 3-9 0,0 3-2 0,3 0 0 16,-3-1-152-16,0-2-30 0,-9-2-7 0,12 5 0 0</inkml:trace>
  <inkml:trace contextRef="#ctx0" brushRef="#br0" timeOffset="74212.62">6765 4982 345 0,'0'0'15'0,"0"0"4"0,0 0-19 0,0 0 0 0,0 0 0 0,0 0 0 16,0 0 190-16,0 0 34 0,0 0 8 0,0 0 0 15,0 0-131-15,0 0-26 0,0 0-6 0,0 0-1 16,6-3-14-16,-6 3-3 0,3-2-1 0,-3 2 0 0,0 0-1 0,5-5 0 15,-2 2 0-15,-3 3 0 0,6-3-26 0,-6 3-6 16,6-2-1-16,0-1 0 0,3 3-1 0,0 0-1 16,-9 0 0-16,9 0 0 0,0 0-3 0,0 3-1 15,0-1 0-15,-3 1 0 0,3 2 2 0,0-2 1 16,-3 2 0-16,3-2 0 0,-9-3-5 0,6 5 0 16,2-2-8-16,-2 2 12 0,0 3 0 0,-3-3-1 15,-3-5 0-15,3 8 0 0,0 3 1 0,-3-3 0 16,0 0 0-16,-3 0 0 0,3-3-4 0,0 3 0 15,-6 0 0-15,3-3 0 0,-3 3-8 0,1 5 10 16,-1-8-10-16,-3 3 10 0,0 0-10 0,0 3 0 16,0-3 9-16,0-3-9 0,-3 3 0 0,3 0 0 15,3-3 0-15,0 1 0 0,-3-1 0 0,3 3 0 16,3-3 0-16,3-5 0 0,-6 8 0 0,3-8 0 16,3 0 0-16,0 0 0 0,0 0 0 0,0 0 0 0,-6 5 0 15,6-5 8-15,0 0-8 0,-6 3 0 0,3 2 0 0,-2-5 8 16,-1 3-8-16,6-3 0 0,0 0 8 0,-6 3-8 15,0-1 0-15,6-2 8 0,0 0-8 0,0 0 0 16,0 0 0-16,0 0 0 0,0 0 0 0,0 0 0 16,0 0 0-16,0 0 0 0,0 0 0 0,0 0 0 15,6 6 23-15,0-6 0 0,0 0 0 0,2 0 0 16,1-6-7-16,0 6 0 0,3-2-1 0,-3 2 0 16,0-3-1-16,0 0 0 0,0 3 0 0,0 0 0 15,-9 0-6-15,6-5 0 0,3 2-8 0,-3 3 12 16,-6 0-12-16,0 0 0 0,6 0 8 0,-6 0-8 15,9-2-9-15,-9 2-5 0,0 0-1 0,0 0 0 16,0 0-45 0,0 0-10-16,0 0-2 0,0 0-576 0,6 2-116 0</inkml:trace>
  <inkml:trace contextRef="#ctx0" brushRef="#br0" timeOffset="75316.1">7098 5220 288 0,'0'0'25'0,"0"0"-25"0,0 0 0 0,0 0 0 16,0 0 264-16,0 0 48 0,0 0 10 0,0 0 2 16,9 6-180-16,0-6-36 0,0 2-8 0,-3 1 0 15,-6-3-53-15,6 0-11 0,6 0-1 0,-3 0-1 16,-9 0-14-16,5 0-2 0,4-3-1 0,3 1 0 16,-3 2 5-16,-3-8 1 0,0 2 0 0,3-2 0 15,9 3-8-15,-9-3-2 0,-6-2 0 0,6-1 0 16,3 3-13-16,-3-3 8 0,-3 1-8 0,-3 2 0 15,0 3 10-15,-1-6-10 0,4 0 10 0,-6 6-10 16,0-5 10-16,0 2-10 0,3 0 10 0,-3 2-10 16,-3-2 22-16,0 3-2 0,3 5 0 0,3-8 0 15,0 3 3-15,-3-3 0 0,-9 3 0 0,9-3 0 16,6 3-13-16,-6 5-2 0,-6-11-8 0,4 8 12 0,2-5-12 16,0 8 0-16,0-5 0 0,-3-3 0 0,-3 0 10 0,6 3-1 15,3 0 0-15,-3 5 0 0,-6-6-9 0,6 6 0 16,3-2 9-16,3-4-9 0,-6 6 25 0,0 0 1 15,0-5 0-15,3 0 0 0,2-1-26 0,-5 6 0 16,0 0 0-16,6-2 0 0,3 2 0 0,-3-5 0 16,-6 5 0-16,0 0 0 0,0 0 0 0,9-3 8 15,-3 3 0-15,-6 0 0 0,0 0-8 0,9 0-12 16,3 3 2-16,-3 2 1 0,-9-5 9 0,3 2 0 16,6 1 0-16,0 5 0 0,-3-8 0 0,-3 5 0 15,3 1 0-15,0-1-8 0,3 3 8 0,-6-3 0 0,-3-5 0 16,2 8 0-16,4 0 0 0,-3 0 0 0,-6 3 0 15,3-3 0-15,-3-1 0 0,3 1 0 0,0 3 0 0,-3-6 0 16,-2 3 0-16,2 0 0 0,3-8 0 0,0 8 8 16,-6 3-8-16,3-1 0 0,6-2 0 0,-3 0 0 15,0 0 0-15,0 3 0 0,0-6 0 0,0-5 0 16,9 8 0-16,-6-5 0 0,-3-3 8 0,5 7-8 16,7 1 9-16,-6-2-9 0,-6-6 12 0,0 0-12 15,9 2 10-15,0-2-10 0,0 0 8 0,-3 0-8 16,0-2-75-16,6-4-20 15,3 1-4-15,0-5-922 0</inkml:trace>
  <inkml:trace contextRef="#ctx0" brushRef="#br0" timeOffset="77260.78">6842 3339 1627 0,'0'0'72'0,"0"0"15"0,0 0-70 0,0 0-17 0,0 0 0 0,9-5 0 15,-9 5 46-15,9 0 6 0,0 0 0 0,0 0 1 16,0 0-40-16,0 0-13 0,0 0 8 0,-1 0-8 15,1 5 11-15,0-5-2 0,-9 0 0 0,9 3 0 16,3-1-1-16,-3 6-8 0,-3-8 12 0,0 6-4 16,-6-6-8-16,9 0 0 0,-3 2 0 0,-6-2 8 15,0 0-8-15,6 6-9 0,0-4 9 0,-6-2-13 16,0 0-49-16,0 0-10 0,6 3-1 16,-6-3-683-16</inkml:trace>
  <inkml:trace contextRef="#ctx0" brushRef="#br0" timeOffset="77737.95">7015 3638 460 0,'0'0'20'0,"0"0"5"0,0 0-25 0,0 0 0 16,0 0 0-16,0 0 0 0,0 0 145 0,0 0 24 15,0 0 5-15,3 8 1 0,-3-8-111 0,3 8-21 0,-3 0-5 0,3 2-1 16,3-4 5-16,-4 2 1 0,-2-8 0 0,0 13 0 16,9-8 0-16,-3 8 0 0,0-10 0 0,-3 8 0 15,0-3-8-15,3 2-2 0,3-2 0 0,-3-3 0 16,-6 6-23-16,3 0-10 0,3-6 8 0,-3 3-8 16,-3 5 8-16,0-8-8 0,3 1 0 0,0 4 8 15,-3 1 19-15,0-6 3 0,-3 3 1 0,3-3 0 16,6 3-17-16,-3 5-3 0,-6-7-1 0,-3 2 0 15,6 0 4-15,-3 2 1 0,0-5 0 0,-3 3 0 16,3-2-4-16,-3 2-1 0,3-8 0 0,-3 5 0 16,3 3 2-16,3-8 0 0,0 0 0 0,-6 0 0 15,0 5 10-15,6-5 2 0,0 0 1 0,0 0 0 16,-3 3 15-16,-3 2 2 0,0-5 1 0,6 0 0 16,-3 0-7-16,-2 0-2 0,-7 0 0 0,6 0 0 15,0 0-19-15,-3-5-4 0,0 2-1 0,0-2 0 0,0 5-10 16,0-8 12-16,3 5-12 0,-3 1 12 0,0-6-12 0,0 2 0 15,0-2 0-15,3 3 0 0,-2 0-17 0,2 0-3 16,0 2 0-16,-3-2 0 16,3-3-5-16,0 5-2 0,0 0 0 0,3 3 0 15,0-7-93-15,3 7-20 0,-9 0-3 0</inkml:trace>
  <inkml:trace contextRef="#ctx0" brushRef="#br0" timeOffset="78691.82">7300 3620 1220 0,'0'0'54'0,"0"0"11"0,0 0-52 0,0 0-13 0,0 0 0 0,0 0 0 16,0 0 47-16,0 0 6 0,0 0 2 0,0 0 0 0,0 0-21 15,0 0-4-15,0 0-1 0,0 0 0 0,-6-6-13 0,6 6-4 16,6 0 0-16,0-8 0 0,0 3-12 0,3-6-16 15,0 3 3-15,0 1 1 0,6-1 12 0,-6-3 0 16,-3 3 0-16,3-3 0 0,3 4 8 0,-3-1 5 16,-3 2 1-16,-6-2 0 0,6 3 4 0,-4-3 1 15,1 3 0-15,-3-3 0 0,-5 5 10 0,5 1 3 16,2-6 0-16,-2 8 0 0,-5-3-7 0,-1 0-1 16,6 3 0-16,0 0 0 0,-3-5-15 0,0 2-9 15,-3-2 10-15,3 5-10 0,3 0 0 0,-3-8 0 16,-3 8 0-16,3-2 0 0,3 2 0 0,0 0 0 15,-6-3 0-15,0 3 0 0,6 0 0 0,0 0 0 0,0 0 0 16,-9 0 0-16,-3 0 0 0,3 3-8 16,9-3 8-16,-12 2-10 0,-6 6 10 0,3-5 0 15,10-1 0-15,-1 1 0 0,-3 2 0 0,3-5 0 0,0 6 0 16,6-6-8-16,0 0 8 0,0 0 0 0,-9 8 0 0,9-8 0 16,3 2 0-16,-3-2 0 0,-3 6 0 0,-3-1 8 15,6-5-8-15,0 8 0 0,0-8 0 0,-3 5-8 16,-6 0 8-16,9-5 16 0,6 8-4 0,-6-2-1 15,-3 2-11-15,3-3 0 0,6 3 9 0,0 0-9 16,0 2 8-16,0-7-8 0,-3 2 8 0,3 3-8 16,3 3 8-16,-3-6-8 0,-3 3 10 0,0-3-10 15,2 3 10-15,4 0-10 0,-3 3 10 0,0-6-10 16,0 6 0-16,0-1 8 0,3 3-8 0,-3-7 0 16,-3 2 0-16,3 0 0 0,6 2 0 0,-3-2 0 15,-3 0 0-15,3 3 9 0,0-6-9 0,0 6 8 16,0-1-8-16,-4-2 10 0,-2 0-10 0,6 3 10 15,0-4-10-15,-6 4 10 0,-3-3-10 0,3-3 10 0,0 1-10 0,-3 2 10 16,0-8-10-16,0 13 10 0,-3-8-10 0,0 3 12 16,3-8-12-16,-3 5 12 0,-3 3-12 0,3-5 10 15,3-3-10-15,0 0 10 0,-6 5-10 0,6-5 8 16,0 0-8-16,0 0 8 0,0 0-8 0,-3 5 0 16,-3 1 9-16,6-6-9 0,0 0 12 0,-5 2-1 15,-4 4-1-15,3-6 0 0,0 5 1 0,0-5 0 16,-3 0 0-16,0 0 0 0,-3 0 6 0,3 0 2 15,9 0 0-15,-9-5 0 0,-6-1-2 0,3 4 0 16,9-4 0-16,-3 1 0 0,-5 0-1 0,2-3-1 16,3 3 0-16,3-3 0 0,3 0-5 0,-6-3-1 0,-3 3 0 15,6 0 0-15,6-2-9 0,0 2 8 0,-9-3-8 16,3 1 8-16,3-1-8 0,3 3 0 0,-3-5 0 0,-3 2-11 16,0 1-1-16,3-1 0 0,3 3 0 0,-3-5 0 15,-6 0-3-15,6 2-1 0,6-2 0 0,0 5 0 31,0-3-88-31,0 1-19 0,-3 5-3 0,6-6-466 0,5 3-94 0</inkml:trace>
  <inkml:trace contextRef="#ctx0" brushRef="#br0" timeOffset="79621.67">7631 3847 633 0,'-18'0'28'0,"18"0"6"0,0 0-34 0,0 0 0 0,0 0 0 0,0 0 0 16,0 0 192-16,0 0 32 0,0 0 7 0,0 0 1 16,0 0-142-16,0 0-28 0,9 3-6 0,-3-3 0 15,-6 0 2-15,0 0 1 0,6 0 0 0,3-3 0 16,0-2-31-16,0 5-5 0,-6-8-2 0,5 3 0 16,7-3-8-16,-6 2-1 0,-6 1-1 0,3-3 0 15,3 3 5-15,-3-3 2 0,-6 3 0 0,0-3 0 16,0 2 7-16,3-2 2 0,0 3 0 0,-3-5 0 15,-6-1-12-15,6 6-3 0,3-6 0 0,-3 3 0 16,-3 0 4-16,0-2 0 0,3 2 0 0,0-3 0 0,0 3-7 16,0 0-1-16,-3-2 0 0,0 2 0 0,6 0 4 0,0 0 0 15,-9-3 0-15,3 3 0 0,6 3-12 0,0-6 12 16,-3 3-12-16,-3 1 12 0,-3 1-3 0,6 1 0 16,3 2 0-16,-3-5 0 0,-6 3 0 0,6-3 0 15,6 3 0-15,-3-3 0 0,-3 3-9 0,0-1 0 16,3 1 0-16,3 2-11 0,3-2 11 0,-6 0 0 15,-3 5 8-15,6-5-8 0,6 2 0 0,-3-5 9 16,-6 5-9-16,3 1 0 0,3-4 0 0,-3 4 0 16,0-1 0-16,-6 3 0 0,5 0 8 0,4-3-8 15,3 3 0-15,-3 0 0 0,-9 0 0 0,9 0 0 16,3 0 0-16,0 0 0 0,-3 0 0 0,0 0 0 0,-3 3 0 16,3 0 0-16,3-3 0 0,-6 2 0 0,-6-2 0 15,6 6 0-15,2-1 0 0,-2 3 0 0,-6-5-8 16,0 7 8-16,3-5 0 0,-3 3 0 0,0-2 0 0,0 2 0 15,-3-1 0-15,3 4 0 0,3-3 0 0,-3 3 0 16,-6-3 0-16,3 5 0 0,3-8 0 0,3 8 0 16,-3-5 0-16,0 3 0 0,0-1 0 0,6 1 0 15,-3 2 0-15,0-5-9 0,-6 3 9 0,3-1 0 16,3 1 0-16,3 2 0 0,-9-5 0 0,3 3 0 16,3-6 0-16,-3 3 0 0,6-3 0 0,-6-5 0 15,0 8 0-15,0-8 9 0,6 5-9 0,3-2 10 16,-9-3 4-16,6 5 1 0,3-5 0 0,0 0 0 15,0 0 0-15,0 0 0 0,-3 0 0 0,3-5 0 0,6 2-5 0,-6 3-1 16,-9 0 0-16,3-2 0 0,8-1-9 16,-2 3 0-16,-9 0 0 0,0 0 8 0,6-5-23 0,-3 0-5 15,6 2 0-15,-9 3-1 16,-6-5-130-16,6 5-25 0</inkml:trace>
  <inkml:trace contextRef="#ctx0" brushRef="#br0" timeOffset="81826.58">4613 6162 1094 0,'0'0'97'0,"0"0"-77"0,0 0-20 0,0 0 0 15,-3-2 129-15,3 2 23 0,0 0 4 0,0 0 0 16,0 0-65-16,0 0-14 0,6-6-2 0,2 1-1 16,-2 5-30-16,0-3-7 0,-6 3-1 0,9 0 0 15,3 0-18-15,-3 0-4 0,0 0-1 0,0 0 0 16,3 0-5-16,-3 3-8 0,0-3 11 0,3 0-11 16,-3 0 9-16,2 0-9 0,-8 0 0 0,3 0 9 15,-6 0-9-15,9-3 0 0,3 1 9 0,-6-1-9 16,0-2 0-16,3 5-15 0,-6-6 3 0,3 4 0 31,0-1-130-31,-6 3-26 0,0 0-4 0,6-3-2 0</inkml:trace>
  <inkml:trace contextRef="#ctx0" brushRef="#br0" timeOffset="82195.67">4818 6268 820 0,'0'0'36'0,"0"0"8"0,0 8-35 0,0-3-9 16,0 3 0-16,-3-3 0 0,3 3 81 0,0 0 15 15,0 0 2-15,3 0 1 0,-3-3-23 0,3 3-4 16,3 0 0-16,-6 0-1 0,0 3-19 0,6-3-4 16,-3 0-1-16,0 0 0 0,0 5-11 0,3-5-1 15,-6 2-1-15,3-2 0 0,0 6-9 0,-3-4-1 16,0 1-1-16,3 2 0 0,-3 3-12 0,0 0-3 16,0-3 0-16,0 3 0 0,0 0 4 0,0 0 1 15,0-3 0-15,-3 3 0 0,3 0 0 0,-3-1 0 16,0-1 0-16,3-1 0 0,-6 0 7 0,0 0 0 15,3-2 1-15,-3 0 0 0,6-6 11 0,-6 3 1 16,0 0 1-16,3-3 0 0,-3 3-6 0,3 0-2 0,-3-3 0 16,-3 0 0-16,3 1-2 0,0-4 0 0,-6 1 0 0,3 2 0 15,3-2-4-15,-2-3-2 0,-1 0 0 0,3 0 0 16,-9 0-5-16,6-3-1 0,-3 3 0 0,3-2 0 16,-3-1-12-16,3 0 9 0,0-2-9 0,3 2 8 15,-6-2-8-15,3 0-16 0,4 2 4 0,-1-5 1 31,0 3-25-31,3-3-6 0,-3 3-1 0,3-3 0 0,3 0-139 16,0-3-28-16</inkml:trace>
  <inkml:trace contextRef="#ctx0" brushRef="#br0" timeOffset="82421.28">5151 6080 172 0,'0'0'8'0,"0"0"1"0,0 0-9 0</inkml:trace>
  <inkml:trace contextRef="#ctx0" brushRef="#br0" timeOffset="83031.86">5160 5948 1094 0,'0'0'97'0,"0"0"-77"0,0 0-20 0,0 0 0 15,0 0 125-15,0 0 22 0,0 0 4 0,0 0 1 16,6 5-88-16,0 0-18 0,-6-5-3 0,0 8-1 0,3 0-18 16,-6 3-4-16,0-1-1 0,0 1 0 0,-3-3-4 0,3 3-1 15,0 2 0-15,0-3 0 0,-6 4 1 0,3-4 0 16,0 3 0-16,3 1 0 0,-5-1 4 0,-1 3 1 15,0 0 0-15,3 0 0 0,0 2 4 0,-3-2 2 16,3 5 0-16,-3-2 0 0,3-1-2 0,0 6-1 16,3-6 0-16,-9 4 0 0,6 1-7 0,3-4-2 15,-9 2 0-15,6 0 0 0,0 0-4 0,3 1-1 16,1-4 0-16,2 3 0 0,-6-5-9 0,0 0 0 16,9 0 9-16,0 0-9 0,-3-6 0 0,6 4 9 15,-6-4-9-15,5 1 0 0,-2-3 13 0,3 0-4 16,-3-3-1-16,9 3 0 0,-6-3 0 0,0-2-8 15,3-1 12-15,0-2-4 0,0 0 1 0,3 0 0 0,-6-2 0 16,9-1 0-16,-12-2 1 0,6-3 0 0,0 3 0 16,-1-3 0-16,-2-3-10 0,3 3 10 0,0-2-10 0,0-4 10 15,-3 4-10-15,3-3 8 0,-3 2-8 16,0-2 8-16,6 0-8 0,-9-1 0 0,3 4 0 0,0-4 0 16,0 4 12-16,-3-1-2 0,-3-2-1 0,0 3 0 15,-3-1-1-15,0 6 0 0,0-6 0 0,0 3 0 16,-3 3 17-16,0-3 3 0,6 0 1 0,-9 3 0 15,3 2-13-15,-3-2-4 0,3-1 0 0,-3 4 0 16,0-1-12-16,0 0 0 0,-6 3 0 0,7 0 0 16,-1 0 0-16,0 0 0 0,0 6 0 0,0-1 0 15,3 0 0-15,-6 1-10 0,0-4 10 0,6 1-12 16,-6 5 4-16,6 0 0 0,3-3 0 0,-6 0 0 16,3 3-27-16,0 0-5 0,3-2 0 15,3-1-1-15,0-5-142 0,0 5-28 0</inkml:trace>
  <inkml:trace contextRef="#ctx0" brushRef="#br0" timeOffset="121639.6">5309 6252 1386 0,'0'0'61'0,"0"0"13"16,0 0-59-16,0 0-15 0,0 0 0 0,6 0 0 0,3 3 56 0,-3-3 9 15,-6 0 2-15,9 0 0 0,-3 0-38 0,-6 0-7 16,9 0-2-16,-9 0 0 0,0 0-12 0,0 0-8 16,0 0 10-16,3 0-10 0,-3 0 22 0,6-3-2 15,6-2 0-15,-9 2 0 0,5-2-20 0,-2 0 0 16,6-3 0-16,-6 0 8 0,3 0-16 0,0 0-4 16,-3 0 0-16,0 0 0 0,3 0 12 0,-3 0 16 15,-3 0-4-15,0 0-1 0,0 0-11 0,0 0 10 16,0 0-10-16,-3 0 10 0,0 3 8 0,0-3 2 15,0 0 0-15,0 0 0 0,-3 3 3 0,0-3 1 16,0 3 0-16,3-3 0 0,-3 3-5 0,0-1-1 16,3 1 0-16,0 2 0 0,-6-2-4 0,6 2-1 0,-6 1 0 15,6 2 0-15,0 0-5 0,0 0 0 0,-3-5-8 16,0-3 12-16,0 2-12 0,3 6 9 0,0 0-9 0,0 0 8 16,0-5 2-16,0 5 0 0,0 0 0 0,3-3 0 15,-3 3-10-15,3-8 12 0,0 0-12 0,3 3 12 16,-6 5-4-16,6-2-8 0,-3-4 12 0,3 6-4 15,6-8-8-15,-6 8 12 0,0-2-12 0,0-1 12 16,0 0-12-16,0 3 8 0,2-2-8 0,-8 2 8 16,6 0-8-16,0 2 0 0,-6-2 9 0,0 0-9 15,0 0 0-15,6 0 8 0,0 6-8 0,-6-6 0 16,6 2 0-16,0 1 8 0,-6-3-8 0,6 5 0 0,-6-5 0 16,6 6 0-16,0 1 0 0,3-4 0 0,-9 0 0 15,6 2 0-15,-6-5 0 0,6 5 0 0,-6-5 0 0,3 8 0 16,-3-8 0-16,3 6 0 0,-3-6 0 0,3 8 9 15,0-3-9-15,-3 3 0 0,0 0 10 0,-6 0-10 16,6 2 8-16,-3-2-8 0,-3 0 12 0,0 3-4 16,3-1 0-16,-6-2 0 0,6 3-8 0,-3-3 12 15,3 0-12-15,3-3 12 0,0-5-12 0,-6 8 0 16,3 0 9-16,3-8-9 0,0 8 0 0,0-8 0 16,0 5 0-16,0-5 8 0,3 8 2 0,3-3 1 15,-6-5 0-15,0 8 0 0,6-3-1 0,-3 1 0 16,3-1 0-16,0-2 0 0,-6-3-1 0,3 2 0 15,-3-2 0-15,9 6 0 0,-3-4 2 0,3 1 0 0,-6-3 0 16,6-3 0-16,-3 3 1 0,0-2 1 0,-6 2 0 16,8-3 0-16,1-2 2 0,0 2 0 0,0-5 0 0,-3 5 0 15,3-2-15-15,-3 0 8 0,3 2-8 0,-3-2 0 32,0 0-16-32,0 2-10 0,3-5-2 0,0 0-1104 0</inkml:trace>
  <inkml:trace contextRef="#ctx0" brushRef="#br0" timeOffset="131861.97">9655 6001 172 0,'0'0'16'0,"0"0"-16"0,-3-3 0 0,0 0 0 16,3 3 90-16,-3 0 15 0,3 0 3 0,-3-7 1 15,0 1-20-15,0 6-4 0,0-5-1 0,3 5 0 16,-3-3-8-16,3 3-1 0,0 0-1 0,0 0 0 15,0 0-6-15,0 0-2 0,0 0 0 0,0 0 0 16,-3-2-3-16,3 2-1 0,0 0 0 0,0 0 0 16,0 0-37-16,0 0-7 0,0 0-2 0,0 0 0 15,0 0 4-15,3 5 0 0,-3 3 0 0,0 2 0 0,3-7-4 0,-3 5 0 16,0 3 0-16,0-3 0 0,0 2-16 0,0 1 8 16,3-3-8-16,0 2 0 0,-3 1 10 0,0-1-10 15,0-2 8-15,0 3-8 0,0-6 0 16,0 6 0-16,3-3 8 0,-3 0-8 0,3 2 8 0,-3-2 0 15,0 0 0-15,0 0 0 0,-3 0-8 0,3 0 0 16,-3 0 0-16,3 0 0 0,0-3 0 0,-3 3 0 16,3-3 11-16,0 3-11 0,0-2 8 0,0-1-8 15,0-5 0-15,0 5 0 0,0-2 8 0,0-3-8 16,3 8 0-16,-3-8 0 0,0 0 8 0,0 0-8 16,0 0 0-16,3 2 9 0,-3-2-1 0,6 3-8 15,-6-3 12-15,6 3-4 0,3 2 0 0,-6-5 0 16,-3 0 0-16,9 0 0 0,-3 0 15 0,0 0 2 15,3 0 1-15,-1-3 0 0,-8 3-26 0,9 0 0 16,-3 3 0-16,3-3 0 0,0 0 0 0,0 0 0 0,0 0 0 16,0 0 0-16,-3 8 0 0,3-8 0 0,0 5 0 0,3-2 0 15,-3 0 0-15,3-3 0 0,-4 5 0 0,1-3 0 16,3 4 0-16,-3-4 0 0,0 1 0 0,0 0 0 16,-3 2 0-16,3 3 0 0,0 0 0 0,-3-3 0 15,-3 3 0-15,0-3 0 0,0 3 0 0,0 0 0 16,0 3 0-16,0-6 0 0,0 3 0 0,-3 3 0 15,0-1 0-15,0 1 10 0,0-1-10 0,0-2 10 16,0 3 2-16,-3-3 0 0,3 2 0 0,0 1 0 16,0-3 3-16,-3 0 1 0,0 0 0 0,-6 0 0 15,0 2 0-15,3-2 0 0,0 0 0 0,-3 0 0 16,-3 0-2-16,0 0 0 0,3 3 0 0,-3-9 0 16,1 6-3-16,-1-3-1 0,0 1 0 0,3-1 0 0,-3 0 0 15,3 1 0-15,-3-4 0 0,3 1 0 0,0-3-2 0,-3 3-8 16,3-3 12-16,0 0-4 0,0-3-8 15,1 3 8-15,-1 0-8 0,0-3 8 0,0 3-8 0,0-2 0 16,3-1-12-16,-3-2 12 16,3 2-36-16,-3 0 0 0,6-2 0 0,-6 2 0 15,3-2-94-15,0 0-18 0,0 0-4 0,3-3-678 0</inkml:trace>
  <inkml:trace contextRef="#ctx0" brushRef="#br0" timeOffset="132298.51">9658 6006 1036 0,'0'0'46'16,"0"0"10"-16,0 0-45 0,0 0-11 0,0 0 0 0,0 0 0 0,0 0 114 0,0 0 21 16,0 0 4-16,0 0 1 0,0 0-98 0,0 0-19 15,0 0-4-15,0 0-1 0,12 0 16 0,-3 0 3 16,-3-3 1-16,6 3 0 0,-4 0 2 0,4 0 0 15,-3 0 0-15,3 0 0 0,0-2-12 0,0 2-3 16,0-3 0-16,3 3 0 0,-3-3-2 0,-3 3-1 16,3 0 0-16,2 0 0 0,-2 0-14 0,0-5-8 15,0 5 8-15,-3-2-8 0,0 2 0 0,-3 0 0 16,-6 0 0-16,0 0 0 0,0 0 0 0,6 0 0 16,-6 0 0-16,0 0 0 0,0 0 0 0,6 2-15 15,0 3 3-15,-6-5 0 16,0 0-103-16,0 0-20 0,0 0-4 0</inkml:trace>
  <inkml:trace contextRef="#ctx0" brushRef="#br0" timeOffset="133032.73">10089 6612 1267 0,'0'0'112'0,"9"0"-89"15,0-3-23-15,0 1 0 0,0 2 86 0,3-6 13 16,-3 4 2-16,0-1 1 0,0 0-59 0,-3 1-12 15,0-1-3-15,0 0 0 0,-3-2-8 0,0 0-3 16,0 0 0-16,0-3 0 0,0 0-7 0,0 0-2 16,0-3 0-16,0 1 0 0,-3-1-8 0,2-2 0 15,1 2 0-15,0-2-11 0,-3 0 11 0,0 0 0 16,0-3 8-16,-3 0-8 0,3 0 10 0,-3 0-2 16,1 3-8-16,2-6 12 0,-3 3 19 0,0 1 3 15,0-4 1-15,3 6 0 0,-3 0 0 0,3 2 0 16,0-2 0-16,0 5 0 0,0-3-6 0,0 1-1 15,3 2 0-15,-3 0 0 0,3 0-9 0,0 3-3 16,0-1 0-16,-1-2 0 0,-2 8 0 0,6-5-1 16,-3 0 0-16,3-1 0 0,3 1-3 0,-3 0 0 0,3 0 0 15,0 2 0-15,0-2-2 0,0-1-1 0,3 1 0 0,-3 0 0 16,3 2 13-16,0 0 2 0,-3 3 1 0,-1 0 0 16,4 0-25-16,-3 0-9 0,0 0 0 0,0 0 0 15,0 0 9-15,-3 0 0 0,6 3 0 0,0 0 0 16,-3-1 0-16,0 4 16 0,0-4-4 0,0 4-1 15,0-1-20-15,-4 0-4 0,1 1-1 0,0-1 0 16,3 8 22-16,-6-8 5 0,0 3 1 0,0 3 0 16,0-1-25-16,0 1-5 0,-3 2 0 0,0 0-1 15,3 1 26-15,-3 2 6 0,0-1 1 0,0 1 0 16,-3 0-28-16,3 0-4 0,-3 0-2 0,3 0 0 16,0 2 18-16,0 1 0 0,0-3 0 0,3 0 0 15,0-1 0-15,0 1 0 0,0-5 0 0,3 2 0 16,-3-2 12-16,3-1 5 0,3 1 2 0,0-3 0 15,0 2-19-15,0-4 0 0,3-1 0 0,0-2 0 0,-1 5 15 16,4-8-1-16,-3 2 0 0,3-2 0 0,-3 0 8 0,0 0 2 16,0 0 0-16,3 0 0 0,-3-2-3 0,0 2 0 15,2-6 0-15,-2 4 0 0,-3 2-12 0,0-3-9 16,0 0 12-16,-3 1-12 0,-6 2 9 0,6 0-9 16,-6 0 0-16,0 0 9 15,0 0-31-15,0 0-6 0,0-6-2 0,-6 4-1154 0</inkml:trace>
  <inkml:trace contextRef="#ctx0" brushRef="#br1" timeOffset="156323.53">3080 6122 1152 0,'9'-7'102'0,"-9"1"-82"0,6 1-20 0,-6-3 0 16,0 5 55-16,2-7 6 0,1 2 2 0,0 0 0 15,0 0-22-15,0 0-4 0,3 0-1 0,-6 0 0 16,3 0-16-16,3 0-3 0,-3 0-1 0,0 0 0 16,3 0-8-16,-3 1-8 0,3 1 12 0,-3-4-12 15,3-1 17-15,0 0-3 0,0 4-1 0,-3-1 0 16,3-6-5-16,0 4 0 0,3-3-8 0,0 2 12 0,0 0 20 15,0-2 4-15,-4 0 1 0,4 2 0 0,0-2-14 0,0 3-3 16,3-1-1-16,-3 6 0 0,3-9 10 16,-3 4 3-16,0 2 0 0,0 0 0 0,0 0-12 15,-3 0-3-15,0 0 0 0,3 3 0 0,0-3-7 16,-1 3-2-16,4 2 0 0,-3-5 0 0,3 3-8 0,-3-3 0 16,0 5 0-16,3 1 0 0,-3-4 0 0,3 4 0 15,3-1 0-15,-6 3 0 0,0 0 0 0,2-3 0 16,4 3 0-16,-3 0 0 0,0 0 0 0,-3 0 0 15,3 0 0-15,-3 0 0 0,3 3 0 0,3-3 0 16,-3 0 0-16,-1 3 0 0,1-1 0 0,0 4 0 16,3-6 0-16,-6 5 0 0,3 3 0 0,0-3 0 15,0 3 0-15,0-5 0 0,-3 5 0 0,6-3 0 16,-7 3 0-16,4-3 0 0,-3 3 0 0,3 0 0 0,0 3 0 16,0-3 0-16,-3-1 0 0,3 1 0 0,3 3 0 15,-9-3 0-15,9 2 0 0,-9-2 0 0,8 3 0 0,-5 2 0 16,3-2 0-16,0 2 0 0,-3-2 0 0,0 2 0 15,0-3 0-15,0 1 0 0,3 0 0 0,-6 2 0 16,3 0 0-16,-3 0 0 0,3 1 0 0,-1 1 0 16,-2 1 0-16,0-2 0 0,-3 1 0 0,3-1 0 15,6 4 0-15,-3-5 0 0,-3-2 0 0,3 2 0 16,0 3 0-16,0 0 0 0,0 0 0 0,-6 0 0 16,3-3 0-16,0 3 0 0,3 0 0 0,-3 0 0 15,0 2 0-15,0 1 8 0,2-4-8 0,-5 1 0 16,3 0 0-16,0 0 0 0,-3-3 0 0,3 6 0 15,0-6 0-15,-3 3 8 0,0-3-8 0,3 3 0 0,-3 0 0 16,3 0 0-16,-6 0 0 0,0 0 0 0,0-3 0 16,3 3 0-16,-3 0 8 0,0-3-8 0,-3 3 0 15,3-3 0-15,0 0 0 0,0 3 8 0,0-3-8 0,-6 0 0 16,6 1 0-16,-3 2 8 0,0-1-8 0,0-1 0 16,3 1 0-16,-6 1 0 0,6-2 0 0,-6 1 0 15,-3 4 9-15,3-6-9 0,6 3 0 0,-9 0 0 16,3-3 0-16,1 3 0 0,-1 0 0 0,3-3 0 15,-9 3 0-15,3 0 8 0,0-3-8 0,-3 0 0 16,6 1 8-16,-3 1-8 0,0-1 0 0,3-1 0 16,-3 0 0-16,0 0 0 0,-3-2 0 0,0 2 0 15,4 0 0-15,-1-2 0 0,-6 2 0 0,3-2 0 0,0 2 0 16,3-2 8-16,-6-1-8 0,6 1 0 0,-6-1 0 16,3 1 0-16,1 0 0 0,-1-3 8 0,-3-1-8 15,3 1 0-15,0 0 0 0,0 0 9 0,0-2-9 16,3 1 0-16,0-4 8 0,-6 2-8 0,9 1 0 0,-8-1 0 15,8-2 8-15,-9-1-8 0,6 4 9 0,3-4-9 16,-3-2 24-16,0 0 0 0,6 3-1 0,-6 0 0 16,0-3-13-16,6 0-2 0,-6 0-8 0,3 0 12 15,0 0 0-15,3 0 0 0,3 0 0 0,-6 0 0 16,0 0-12-16,6 0 9 0,0 0-9 0,-3-3 8 16,-3 0-8-16,6 3 0 0,0 0 0 0,0 0 8 15,0 0-8-15,0 0 0 0,0 0 0 0,0 0 0 16,0 0-20-16,0 0 4 0,0 0 1 0,0 0 0 15,0 0-163-15,0-5-33 16,6-8-6-16,-3-3-2 0</inkml:trace>
  <inkml:trace contextRef="#ctx0" brushRef="#br1" timeOffset="156994.51">3687 7062 403 0,'0'0'36'0,"0"0"-36"0,0 0 0 0,0 0 0 0,-3 5 220 0,3-5 38 16,-3 8 7-16,-3-3 2 0,3 3-209 0,-3 0-42 16,3 0-8-16,3 0-8 0,-9 0 13 0,6 0-4 15,-3 2-1-15,3-2 0 0,3 3-8 0,-9 0 0 16,3-3 0-16,0 2 0 0,0-2 8 0,3 3 0 16,-8-3 0-16,5 2 0 0,6 1 28 0,-3-3 4 15,-3 0 2-15,-3 0 0 0,3-3-15 0,-3 0-3 16,3 3-1-16,0-3 0 0,-3 3 1 0,-3-2 1 15,9-4 0-15,0 4 0 0,0-4-16 0,-6 3-9 16,9-2 10-16,-6 0-10 0,6-3 11 0,0 0-11 16,-6 5 12-16,6-5-12 0,0 0 15 0,0 0-4 15,0 0-1-15,0 0 0 0,0 0 0 0,0 0 0 16,0 0 0-16,12 3 0 0,-12-3 9 0,9 5 1 16,0-2 1-16,3-1 0 0,-12-2-1 0,9 3 0 15,-3-3 0-15,3 0 0 0,3 0-6 0,3-3-2 16,-4 1 0-16,7 2 0 0,-6-6 7 0,6 4 1 0,-6-1 0 0,6 0 0 15,0-2 4-15,-3 2 2 0,0 1 0 16,-1-1 0-16,1-2-10 0,0 2-3 0,-6 3 0 0,3 0 0 16,-3 0-13-16,-3 0 9 0,3 3-9 0,-9-3 8 15,0 0-8-15,0 0-17 0,0 5 4 0</inkml:trace>
  <inkml:trace contextRef="#ctx0" brushRef="#br1" timeOffset="159415.71">3196 6292 896 0,'0'0'40'0,"9"0"8"0,3-3-39 0,-4 1-9 0,4 2 0 0,-3-3 0 15,0 0 63-15,3 3 10 0,-6 0 3 0,9 0 0 16,-6-2-34-16,0 2-6 0,3 0-2 0,-3 0 0 15,6 0-8-15,-7-3-2 0,4 3 0 0,-3 0 0 16,3 0-5-16,-3 0-2 0,3 0 0 0,-3-5 0 16,0 5-5-16,3-3-2 0,3 0 0 0,-9 3 0 15,3-2-10-15,0-1 10 0,2 3-10 0,4-3 10 16,-12 1-1-16,6 2 0 0,-6-3 0 0,3 0 0 16,0 3-1-16,-6 0 0 0,0 0 0 0,3-2 0 15,3 2-35-15,-6 0-7 0,0 0-2 0,0 0 0 0</inkml:trace>
  <inkml:trace contextRef="#ctx0" brushRef="#br1" timeOffset="159975.28">3350 6392 1094 0,'0'0'97'0,"0"0"-77"0,0 0-20 0,0 0 0 16,0 0 87-16,0 0 13 0,0 0 4 0,0 0 0 16,0 0-69-16,0 0-14 0,0 0-2 0,0 0-1 15,0 0-18-15,0 0 0 0,0 0 8 0,0 0-8 16,0 6 0-16,0-6 0 0,0 0 0 0,0 8 0 16,0-8 8-16,0 5-8 0,0-5 12 0,0 0-12 15,0 0 0-15,0 8 0 0,0-8 0 0,0 0 0 16,0 0 0-16,0 0 0 0,0 8 0 0,0-8 0 15,0 0 14-15,0 0-4 0,0 0-1 0,0 8 0 16,0-8 2-16,0 0 0 0,0 0 0 0,0 0 0 16,0 0-2-16,0 0 0 0,0 0 0 0,0 0 0 15,0 0 0-15,0 0 0 0,0 0 0 0,0 0 0 16,0 0 4-16,0 0 1 0,0 0 0 0,0 0 0 16,0 0 4-16,0 0 1 0,0 0 0 0,0 8 0 15,0-8-2-15,0 0 0 0,0 0 0 0,0 8 0 0,0 2-4 16,0-10-1-16,0 0 0 0,3 11 0 0,-3-1 14 0,3-2 2 15,0 3 1-15,0-3 0 0,3 5-17 0,-6-5-3 16,0 3-1-16,0-4 0 0,3 4-8 0,-3 0 0 16,0-1 0-16,0 1-11 0,3-3 11 0,-3 2 0 15,0-2 0-15,3 0 0 0,-6 0 8 0,3 3-8 16,0-3 10-16,0 2-10 0,0-2 0 0,0 0 0 16,3-3 0-16,-3 3 0 0,0-2 0 0,0-6 8 15,-3 8-8-15,3-8 0 0,3 5 0 0,-3-5 0 16,0 0 0-16,0 0 0 0,0 5-14 0,0-5-6 15,-3 5 0-15,3-5-1 16,-3 8-28-16,3-8-6 0,0 0-1 0,0 0 0 16,-3 3-52-16,3-3-10 0,0 0-2 0,-6 5-556 0</inkml:trace>
  <inkml:trace contextRef="#ctx0" brushRef="#br1" timeOffset="160625.97">3297 6763 1220 0,'0'0'54'0,"0"0"11"0,0 0-52 0,0 0-13 0,0 0 0 0,0 0 0 16,0 0 80-16,0 0 12 0,0 0 4 0,0 0 0 16,0 0-68-16,0 0-14 0,0 0-2 0,0 0-1 15,0 0-11-15,0 0 12 0,0 0-12 0,0 0 12 16,0 0-12-16,0 0 0 0,0 0 0 0,0 0 0 16,0 0 0-16,0 0 0 0,0 0-9 0,0 0 9 0,0 0 0 0,0 0 0 15,0 0 0-15,0 0 9 0,0 0 13 0,0 0 2 16,0 0 1-16,0 0 0 0,0 0 7 0,0 0 0 15,0 0 1-15,0 0 0 0,0 0-11 0,0 0-2 16,0 0-1-16,0 0 0 0,0 0-11 0,0 0-8 16,0 0 9-16,0 0-9 0,0 0 8 0,0 0-8 15,0 0 0-15,0 0 0 0,0 0 8 0,0 0-8 16,0 0 0-16,0 0 9 0,0 0 3 0,0 0 0 16,0 0 0-16,0 0 0 0,0 0 6 0,0 0 2 15,0 0 0-15,0 0 0 0,0 0 4 0,0 0 2 16,0 0 0-16,0 0 0 0,0 0-11 0,0 0-3 15,0 0 0-15,0 0 0 0,-6 2-2 0,3-2-1 16,3 0 0-16,-9 3 0 0,3 0-9 0,3-1 0 0,-6 1 9 0,3-3-9 16,3 0 0-16,-3 0 0 15,6 0 0-15,0 0 0 0,0 0 0 0,0 0 9 0,0 0-9 0,0 0 0 16,0 0 12-16,0 0-4 0,0 0 0 0,0 0-8 16,0 0 9-16,0 0-9 0,0 0 0 0,0 0 9 15,0 0-1-15,0 0-8 0,0 0 12 0,0 0-4 16,0 0 1-16,0 0 0 0,0 0 0 0,0 0 0 15,0 0-9-15,0 0 12 0,0 0-12 0,0 0 12 16,0 0-12-16,0 0 10 0,0 0-10 0,3 3 10 16,6-3-10-16,0 0 0 0,0-3 9 0,3 3-9 15,-9 0 9-15,6 0-9 0,3 0 12 0,-3 0-12 16,-3 0 11-16,6 0-11 0,-3 0 10 0,-4 0-10 16,4 0 8-16,-3 0-8 0,0 0 0 0,3 0 0 15,-3 0 16-15,3 0-2 0,-9 0-1 0,6 0 0 16,0 0-13-16,-6 0-12 0,0 0 3 0,9 0 0 0,-9 0 9 15,3 0 11-15,-3 0-3 0,0 0 0 0,0 0 1 16,0 0 0-16,3-3 0 0,-3 3 0 0,0 0-9 16,0 0 0-16,0 0 0 0,0 0-11 0,0 0 11 0,0 0-10 15,0 0 10-15,0 0-10 16,0 0-137-16,0 0-27 0,0 0-6 0</inkml:trace>
  <inkml:trace contextRef="#ctx0" brushRef="#br1" timeOffset="161359.87">3592 6654 1119 0,'0'0'49'0,"0"0"11"0,0 0-48 0,0 0-12 0,0 0 0 0,0 0 0 15,0 0 56-15,0 0 8 0,0 0 1 0,0 0 1 16,0 0-16-16,0 0-3 0,0 0-1 0,0 0 0 16,0 0-6-16,0 0-2 0,0 0 0 0,0 0 0 15,0 0-6-15,0 0-2 0,0 0 0 0,0 0 0 16,0 0-11-16,0 0-3 0,0 0 0 0,0 0 0 15,0 0-3-15,0 0-1 0,0 0 0 0,0 8 0 16,3 0 7-16,3-3 1 0,-6 3 0 0,0 0 0 16,0 0 0-16,0 0 0 0,-6 3 0 0,6-3 0 15,0 0-4-15,-3 2 0 0,3-2 0 0,0 3 0 16,-6 2 2-16,6 0 0 0,-3-2 0 0,0-3 0 16,3 2 0-16,0 1 0 0,-3-1 0 0,3-2 0 15,0 3-5-15,0-3-1 0,0 0 0 0,0 0 0 16,0-8 0-16,0 0-1 0,0 0 0 0,0 0 0 15,0 0-1-15,0 0 0 0,0 0 0 0,0 0 0 16,0 0 1-16,0 0 0 0,0 0 0 0,0 0 0 0,0 0-11 16,0 0 0-16,0 0 9 0,0 0-9 15,0 0-146-15,0 0-34 0</inkml:trace>
  <inkml:trace contextRef="#ctx0" brushRef="#br1" timeOffset="161969.06">3511 5969 345 0,'0'0'31'0,"0"0"-31"16,0 0 0-16,0 0 0 0,0-5 234 0,9 2 41 16,-9 0 8-16,0 3 1 0,0 0-161 0,0 0-33 15,0 0-6-15,0 0-2 0,0 0-39 0,0 0-8 16,0 0-2-16,0 0 0 0,0 0-9 0,0 0-3 16,0 8 0-16,0-8 0 0,0 0-13 0,0 6-8 15,-6-1 10-15,6-5-10 0,0 0 10 0,0 0-10 16,-3 5 10-16,-3 1-10 0,0-6 21 0,6 0-1 15,0 0-1-15,0 0 0 0,0 0 11 0,0 0 2 16,0 0 1-16,-6-6 0 0,6 6-10 0,0 0-3 16,0-5 0-16,0 2 0 0,0 3 7 0,0 0 1 15,0 0 0-15,0 0 0 0,0 0-28 0,0 0 0 16,0 0 0-16,0 0 0 0,0 0 0 0,0 0 0 0,0 0 0 0,0 0 0 16,0 0 0-16,0 0 0 0,0 0 0 0,-3 8 0 15,3-8 0-15,0 0 0 0,0 0 9 0,0 0-9 16,0 0 12-16,0 0-3 0,0 0 0 0,0 0 0 15,0 0 9-15,0 0 2 0,0 0 0 0,0 0 0 16,0 0-20-16,0 0-11 0,0 0 2 0,0 0-1035 16</inkml:trace>
  <inkml:trace contextRef="#ctx0" brushRef="#br1" timeOffset="163948.81">6896 6302 1587 0,'6'-13'70'0,"-6"13"15"0,0-5-68 0,3 0-17 0,2 2 0 0,-2-8 0 15,3 6 34-15,0-3 3 0,-3 0 1 0,0 3 0 16,3 0-23-16,0 2-5 0,-3-2-1 0,3-1 0 15,-3 1 2-15,0 0 0 0,3-3 0 0,-3 5 0 16,3-2-3-16,0 2 0 0,-3-5 0 0,3 3 0 16,-3-6-8-16,3 4 10 0,0-1-10 0,6 0 10 15,-3 2 6-15,-1-2 0 0,-5 0 1 0,6 3 0 16,3-5 0-16,-3-1 0 0,0 3 0 0,0 0 0 16,3 0 9-16,0 0 2 0,-6 3 0 0,3 0 0 15,0-3-6-15,3 0-1 0,0 3 0 0,-7-3 0 16,-2 2 7-16,6-2 2 0,9 3 0 0,-9 0 0 15,-9-1-30-15,6 1 0 0,6 0-13 0,3 2 4 16,-6-5 9-16,0 0 16 0,3 3-4 0,3 2-1 16,-1-2-11-16,-2 2 12 0,-3 1-12 0,3-3 12 15,3 2-12-15,-3-2 12 0,-6 2-12 0,0 0 12 16,3 1-12-16,3-1 8 0,0 3-8 0,-6-3 8 16,-6 3-8-16,6 0 0 0,5-2 9 0,1 2-9 0,-3 2 0 15,0-2 0-15,3-2 0 0,3 2 0 0,0 0 0 0,0 0 0 16,-6 0 0-16,3 2 0 0,8-2 0 0,-8 0 8 15,-3 0-8-15,3 3 0 0,6 0 8 0,-6-1-8 16,-3 4 8-16,-3-4-8 0,3 4 0 0,0-4 0 16,0 1 0-16,-3 2 0 0,-6 3 0 0,6-3 0 15,8 1 0-15,-2 4 8 0,-9-7-8 0,6 7 0 16,3-7 0-16,0 2 0 0,-3 3 0 0,0 0 0 16,0-2 0-16,3 2 0 0,6-3 0 0,-7 5 0 15,-5-4 0-15,3 4 0 0,6-2 0 0,-6 0 0 0,0 0 0 16,0 0 0-16,0 3 0 0,-3-1 0 0,6 1 0 15,-6-1 0-15,-3-2 0 0,6 3 0 0,0-1 0 16,-3 1 8-16,0 2-8 0,-3-7 0 0,5 4 0 0,1 1 8 16,-3-1-8-16,0 1 0 0,0 2 0 0,3 0 0 15,0 1 0-15,0-1 0 0,-9-3 0 0,6 4 0 16,3 1 0-16,0 1 8 0,-6 0-8 0,0 0 0 16,3-3 0-16,0 3 0 0,-3 0 0 0,0 0 0 15,-6 0 0-15,3 0 0 0,9-6 0 0,-6 6 8 16,-3-3-8-16,3 3 0 0,0-2 0 0,0-1 0 15,-1 3 0-15,1-6 0 0,-6 3 0 0,6 1 0 16,6 2 0-16,-6-3 0 0,-6 3 0 0,0 0 8 16,3-3-8-16,0 3 0 0,0 2 8 0,-3-2-8 15,0 0 0-15,0 0 0 0,3-3 0 0,-5 3 8 0,-4-3-8 16,3 3 0-16,9-3 0 0,-3 3 8 0,-9 0-8 16,3-3 0-16,0 3 0 0,3 0 0 0,0 0 0 15,0 0 0-15,-6 0 0 0,3-3 8 0,3 0-8 0,0 3 0 16,-6-3 0-16,0 0 0 0,0 1 0 15,3-1 0-15,-3-3 0 0,0 4 8 0,0-1-8 0,1-3 0 16,2 1 0-16,-3 2 0 0,-3 0 17 0,3 1-1 16,0-4 0-16,0 4 0 0,-3-4-16 0,0 3 0 15,3-2 0-15,0 2 0 0,3-2 0 0,-6-1 0 16,-2 1 0-16,2-1 0 0,9-2 0 0,-6 0 0 16,-6-2 0-16,3 2 0 0,6 0 0 0,-3-3 0 15,-3 3 0-15,0-3-9 0,0 0 9 0,3 1 0 16,3-1 0-16,-2 0 0 0,-7 0 0 0,3 1 0 0,3-1 0 15,-3 0 0-15,0 1 0 0,0-1 0 0,0-2-9 16,3 2 9-16,0-2 0 0,3 2 0 0,-8-3 0 0,5 1 0 16,9-3 0-16,-6 3 0 0,-6-1 0 0,3 1 0 15,3 0 0-15,0-1 0 0,0 1 0 0,-3-3 0 16,0 0 0-16,0 0 0 0,9 0 0 0,-3 3 0 16,-6-3 0-16,3 2 0 0,6-2 0 0,0 0 0 15,0 0 0-15,-6-2 0 0,0 2-11 0,6 0 11 16,0 0-18-16,0 0 2 0,-3 0 0 0,3 0 0 15,0 0-39-15,0 0-7 16,0 0-2-16,0 0-607 0,-6-3-121 0</inkml:trace>
  <inkml:trace contextRef="#ctx0" brushRef="#br1" timeOffset="164442.57">7527 7220 230 0,'0'0'20'0,"0"0"-20"15,0 0 0-15,0 0 0 0,0 0 378 0,0 0 71 16,0 0 15-16,0 0 2 0,0 0-366 0,0 0-74 16,0 0-14-16,-3 6-4 0,-6 2-8 0,3-3 0 15,3 0 0-15,-3 1 0 0,-6-1 0 0,6 3 0 0,0-3 0 0,3 0 0 16,-3 3 0-16,-3 0 0 0,0 0 0 0,0 3 0 15,9-3 0-15,-6 0 8 0,-6 0-8 0,3 2 8 16,4-2-8-16,-4 0 10 0,-3 3-10 0,3-3 10 16,-3-3 10-16,3 3 3 0,3 0 0 0,-3-3 0 15,-3 3-15-15,3-3-8 0,9-5 8 0,0 0-8 16,-9 3 14-16,3 2-2 0,6-5 0 0,0 0 0 16,0 0 4-16,0 0 0 0,0 0 0 0,0 0 0 15,0 0 0-15,0 0 1 0,0 0 0 0,0 0 0 16,0 0-1-16,6 3-1 0,-6-3 0 0,0 0 0 15,0 0-6-15,9 5-1 0,0-2 0 0,-9-3 0 16,0 0-8-16,9 5 8 0,3-2-8 0,0-1 8 16,0 1-8-16,-3 0 10 0,3-1-10 0,3 1 10 15,-4 0-2-15,1-1-8 0,0-2 12 0,0 0-4 16,6 3 3-16,-3 0 0 0,-6-3 0 0,3 0 0 16,0 2 2-16,3-2 1 0,-7 0 0 0,1 0 0 15,-9 0-4-15,9 0-1 0,6 0 0 0,-15 0 0 0,0 0-9 0,0 0 12 16,9 0-12-16,-3-2 12 15,-6 2-90-15,0 0-18 0,0 0-3 0,0 0-919 16</inkml:trace>
  <inkml:trace contextRef="#ctx0" brushRef="#br1" timeOffset="165065.74">6952 6326 1587 0,'0'0'70'0,"0"0"15"0,0 0-68 0,0 0-17 0,0 0 0 0,0 0 0 15,0 0 49-15,3-5 7 0,6 0 0 0,0 2 1 16,-3 3-36-16,3 0-7 0,3 0-2 0,0 0 0 16,6 0-12-16,-4 0 9 0,1 0-9 0,0 0 8 15,6 3-8-15,0-1 0 0,-6-2 0 0,0 0 0 16,5 0 0-16,-5 0 0 0,0-2 0 0,-3-1 0 16,-3 3 12-16,6 0-4 0,0 0 0 0,0-3 0 15,-9 3-8-15,6 0 0 0,2-5 0 0,-2 5 0 16,-3 0-8-16,0-3-8 0,0 3 0 0,-3-2-806 15</inkml:trace>
  <inkml:trace contextRef="#ctx0" brushRef="#br1" timeOffset="165467.31">7208 6353 1036 0,'0'0'92'0,"0"0"-73"15,0 0-19-15,0 0 0 0,9-3 172 0,-9 3 30 16,0-3 6-16,0 3 2 0,0 0-166 0,0 0-34 16,0 0-10-16,0 0 0 0,0 0 0 0,0 8-17 15,6-2 2-15,-6-6 1 0,-6 8 22 0,6-3 4 16,0 0 0-16,0 0 1 0,-6 3-24 0,3 0-5 15,9 0 0-15,-3 0-1 0,-6 3 17 0,0-1 8 16,3-2-8-16,3 3 12 0,0 5 1 0,0-8 0 0,-6 2 0 16,6 3 0-16,3 3 13 0,0-2 2 0,-9-1 1 15,0 0 0-15,0 0-6 0,3 0-2 0,3 3 0 0,-6-2 0 16,-3-1-9-16,3 0-1 0,6 0-1 0,-3 3 0 16,-9-3-1-16,9 1 0 0,6-1 0 0,-3 0 0 15,-3 0-9-15,0-5 0 0,0 3 0 0,6-3 0 16,3 0 0-16,-9-3 0 0,-3 0 0 0,3-5 0 15,0 0 0-15,0 0-11 0,0 8 3 0,-3-2 0 32,-3-6-92-32,6 0-17 0,0 0-4 0,0 0-658 0</inkml:trace>
  <inkml:trace contextRef="#ctx0" brushRef="#br1" timeOffset="165782.41">7083 6816 1432 0,'0'0'64'0,"0"0"12"0,6-3-60 0,-6 3-16 15,0 0 0-15,0 0 0 0,0 0 56 0,0 0 9 16,6-3 2-16,-6 3 0 0,0 0-12 0,3-2-3 16,3 2 0-16,0 0 0 0,-6 0-15 0,9 0-3 15,6-6-1-15,-6 6 0 0,0 0-3 0,-3 0-1 16,8-2 0-16,-2-1 0 0,6 1 4 0,-6 2 1 0,-3-3 0 0,6 0 0 15,3 1-16-15,-3-1-3 0,-6 0-1 0,-1-2 0 16,4 2-6-16,-3 3-8 0,-3-2 11 0,-6 2-11 16,0 0 0-16,6-3 0 0,3 3 0 0,-9 0 0 15,0 0 0-15,0 0-11 0,6 0 11 16,-6 0-13 0,0 0-34-16,0 0-6 0,0 0-2 0,0 0 0 15,9 0-108-15,-9 0-21 0,0 0-5 0,0 0-1 0</inkml:trace>
  <inkml:trace contextRef="#ctx0" brushRef="#br1" timeOffset="166220.81">7411 6705 1940 0,'0'0'43'0,"0"0"9"0,8-6 1 0,1 4 1 0,0-1-43 0,0 0-11 15,0 1 0-15,0 2 0 0,3 0 18 0,-3 2 2 16,-9-2 0-16,6 3 0 0,9 0-20 0,-6 2 10 16,-9-5-10-16,6 8 8 0,0 0-8 0,-3-3 0 15,6 3 0-15,-7-3 0 0,-2 3 0 0,6 0 0 16,3 0 0-16,-6 0 0 0,-3 0 11 0,0 0-3 16,3 0-8-16,0 0 12 0,-3 0-12 0,-3 0 0 15,3-8 0-15,0 5 0 0,0 3 0 0,0 0 0 16,-6-3 0-16,0 0 0 0,0 1 8 0,1 2-8 15,-4-3 0-15,-3 0 0 0,0 3 0 0,3-3 0 16,0 3 0-16,0-2 0 0,-6-1 0 0,6 0 8 16,3 1-8-16,-3-1 0 0,0-2 0 0,3 2 11 15,6-5-11-15,0 0 10 0,0 0 0 0,-6 5 0 0,6-5 0 16,0 0 0-16,0 0 2 0,0 0 1 0,0 0 0 16,6 8 0-16,6-5 10 0,0-1 1 0,-3 1 1 0,3 0 0 15,0-3-3-15,3 0-1 0,0 0 0 0,0-3 0 16,-3 0-7-16,2 1-2 0,10-4 0 0,-9 1 0 15,-6 2-4-15,0-2 0 0,3 0-8 0,0 2 12 16,3 1-21-16,-6 2-5 0,-3-6-1 0,2 4-689 16,4-1-137-16</inkml:trace>
  <inkml:trace contextRef="#ctx0" brushRef="#br1" timeOffset="167048.01">7253 6125 403 0,'0'0'17'0,"0"0"5"16,-6 0-22-16,3-3 0 0,3 3 0 0,0 0 0 0,-6 0 326 0,3-2 61 16,3 2 12-16,0 0 2 0,0 0-291 0,0 0-58 15,0 0-12-15,0 0-3 0,9-3-19 0,-9 3-4 16,0-5-1-16,0 5 0 0,3-3-13 0,-3 3 0 16,0-5 8-16,0 5-8 0,3-5 0 0,-3 5 0 15,0 0 0-15,0 0 0 0,-6-3 0 0,6 3 11 16,0 0-11-16,0 0 10 0,-6-3-10 0,6 3 12 15,0 0-12-15,0 0 12 0,0 0-12 0,0 0 12 16,0 0-12-16,9 0 12 0,3 0-12 0,-12 0 12 16,0 0-12-16,0 0 12 0,0 0 2 0,0 0 1 15,0 0 0-15,0 0 0 0,0 0-4 0,0 0-1 16,9 0 0-16,-9 0 0 0,0 0 1 0,0 0 0 0,0 0 0 16,0 0 0-16,-6 0-2 0,6 0 0 0,0 0 0 0,0 0 0 15,0 0 0-15,0 6 0 0,0-1 0 0,0-5 0 16,6 3 3-16,-6-3 0 0,0 0 0 0,0 0 0 15,0 0-12-15,0 0 0 0,0 0 9 0,0 0-9 16,0 0 24-16,0 0 1 0,0 0 0 0,0 0 0 16,-6 2-9-16,6-2-1 0,0 0-1 0,0 0 0 15,-6 3-3-15,6-3-1 0,0 0 0 0,0 0 0 16,0 0-2-16,0 0 0 0,0 0 0 0,0 0 0 16,9 0 0-16,-9 0 0 0,-3 0 0 0,3 0 0 15,0 0-8-15,0 0 8 0,0 0-8 0,-6-3-769 16,3 1-159-16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2T08:06:09.9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2669 1715 1148 0,'0'0'25'0,"0"0"6"0,0 0 1 0,0 0 0 0,-6 0-32 0,6 0 0 0,0 0 0 0,0 0 0 16,0 0 48-16,0 0 3 0,-3 2 1 0,3-2 0 15,0 0-39-15,0 0-13 0,0 11 9 0,-6-6-9 16,3 8 20-16,0-5-2 0,3 5 0 0,-6 1 0 15,6-1-4-15,-3 8-1 0,3 3 0 0,0-6 0 16,-6 9-13-16,3 2 0 0,-6 8 0 0,6-5 0 16,-6 2 0-16,3 3 0 0,-6 6 0 0,4-1 0 15,-1-2 0-15,3-1 11 0,0-4-11 0,3 2 10 16,-3 2-10-16,0-7 0 0,-3 0 0 0,3 2 0 0,0-7 0 16,0-1 0-16,3-2 0 0,-6 2 0 0,3 1 0 15,0-9 0-15,6 4 0 0,-6-4 0 0,3 3 0 0,3-2 8 16,0-6-8-16,0 0 8 0,0 0-8 0,0 1 12 15,0-1-12-15,0-8 12 0,0 3 0 0,3 0 1 16,3 3 0-16,-3-9 0 0,-3-2 3 0,9 6 0 16,0-6 0-16,-6 0 0 0,6 0 5 0,0 0 2 15,0 0 0-15,6-6 0 0,3 4 6 0,-7 2 2 16,1-6 0-16,3-2 0 0,6 3-16 0,-6-3-3 16,6 3-1-16,3-3 0 0,-4 3-2 0,1-3 0 15,-6 2 0-15,6-1 0 0,0 1-1 0,3-4-8 16,-4 2 12-16,1 2-4 0,-6-2-8 0,6 3 10 15,-3-3-10-15,0 0 10 0,0 3-10 0,-3-3 0 0,2 3 9 16,-2-3-9-16,0 3 8 0,-3-3-8 0,-3 2 8 16,3-2-8-16,-3 3 0 0,0 5 0 0,-6-5 0 0,3-3 0 31,-6 8-40-31,0 0-12 0,0-5-2 0,-6-3-1 0</inkml:trace>
  <inkml:trace contextRef="#ctx0" brushRef="#br0" timeOffset="326.64">2550 1839 1267 0,'3'-13'56'0,"-3"13"12"0,-3-8-55 0,3 5-13 16,0 3 0-16,9-3 0 0,0-2 73 0,-3-3 12 15,3 3 3-15,-1 0 0 0,4 2-61 0,3-8-12 16,-3 9-3-16,6-4 0 0,3-2 9 0,0 3 2 16,-6-3 0-16,5 3 0 0,-2 0-8 0,3-3-2 15,0 2 0-15,-3-1 0 0,0 1-5 0,2-2 0 16,-5 3-8-16,0-3 12 0,6 3-28 0,-6-3-5 15,0 3-2-15,0-3-491 16,-3-3-98-16</inkml:trace>
  <inkml:trace contextRef="#ctx0" brushRef="#br0" timeOffset="559.22">2481 2236 1612 0,'0'0'72'15,"9"0"14"-15,0 0-69 0,9-6-17 0,-6 6 0 0,6 0 0 0,9-7 51 0,-4 7 6 16,-8-6 2-16,6 1 0 0,6 2-7 0,-3-2-2 16,-3 0 0-16,-1 2 0 0,1-2-26 0,3 5-6 15,-9-6-1-15,6 6 0 0,-6-5-17 0,0 3 0 16,-1 2-8-16,1 0 8 15,3-6-148-15,-9 6-24 0</inkml:trace>
  <inkml:trace contextRef="#ctx0" brushRef="#br0" timeOffset="826.31">3166 2164 1094 0,'0'0'48'0,"0"0"11"0,0 0-47 0,0 0-12 0,3 8 0 0,3 0 0 15,-6-3 101-15,6 1 19 0,0 2 3 0,-3 0 1 16,3 2-64-16,-6 3-13 0,6-5-3 0,0 6 0 16,3 4-14-16,-6-5-3 0,5 6-1 0,1-1 0 15,0 4-6-15,-3 4 0 0,3-7-1 0,0 2 0 16,3 3-10-16,-3-3-1 0,0 0-8 0,3-3 12 16,-3 4-12-16,3-7 11 0,3 7-11 0,-10-9 10 15,10 0-10-15,-9 0 0 0,9 1 9 0,-12-1-9 16,3-3 0-16,3-2 8 0,3 0-8 0,-6 3 0 31,0-3-18-31,3-3-8 0,0 0-2 0,-6-2-798 0</inkml:trace>
  <inkml:trace contextRef="#ctx0" brushRef="#br0" timeOffset="1082.44">3523 2262 2016 0,'-3'-18'89'0,"3"12"19"0,0 4-87 0,-6-4-21 16,6-1 0-16,0 7 0 0,0 0 71 0,0 0 9 16,0 0 3-16,-9 0 0 0,3 2-64 0,-9 9-19 15,4-3 8-15,-4 10-8 0,-3-2 0 0,-3 8 0 16,0 2 0-16,-3 1-12 0,0 5 12 0,1-6 0 16,-1 0 0-16,3 1 0 0,-3 5 0 0,3-6 0 15,-5-5 0-15,5 3 0 0,6-5-19 0,-9 2 2 16,9-3 0-16,3 3 0 15,3-7-19-15,-3-4-3 0,6 4-1 0,-2-1 0 16,5-5-119-16,3-3-24 0,0-5-5 0,0 0 0 0</inkml:trace>
  <inkml:trace contextRef="#ctx0" brushRef="#br0" timeOffset="1228.08">3651 2622 2282 0,'0'0'50'0,"0"0"10"0,0 0 3 0,0 0 1 0,0 0-51 0,0 0-13 0,0 0 0 0,0 0 0 16,6 5 20-16,-6-5 0 0,6 8 1 0,-6-2-709 15,3-4-143-15</inkml:trace>
  <inkml:trace contextRef="#ctx0" brushRef="#br0" timeOffset="4672.72">5636 1733 1209 0,'0'0'108'0,"0"0"-87"16,0 0-21-16,0 0 0 0,3-11 60 0,-3 6 8 0,0 5 2 0,-3-2 0 15,3-4-40-15,-5-2-8 0,2 3-2 0,-6-3 0 16,3 3-8-16,-3-1-3 0,0 4 0 0,0-3 0 16,0-1-9-16,-6 4 0 0,9 2 0 0,-9 0 0 15,0-6 8-15,0 6 0 0,4 0 0 0,-4 6 0 16,0-6-8-16,0 8 0 0,-9-3 0 0,6 3 0 15,3 5 0-15,-2 0-11 0,-1-2 3 0,-3 10 0 16,6-8 8-16,-6 6 0 0,3 7-9 16,-3 1 9-16,1-1 0 0,-1 1 0 0,3 4 0 0,-3 4 0 15,0 2 13-15,0 2-2 0,1 1-1 0,2-5 0 16,0 7-10-16,0-2 0 0,0-1 0 0,6 1 0 16,0-6 0-16,3 3 0 0,0-5 0 0,3 2 0 15,3-2 8-15,3 0-8 0,0-3 8 0,3 3-8 16,0-6 25-16,6 1 0 0,-3-1 0 0,6 3 0 15,-3-8-1-15,6 1-1 0,6-4 0 0,-6 1 0 16,6-1-11-16,-1-5-1 0,4 1-1 0,6-6 0 16,3 2-10-16,-3-2 12 0,-1-8-12 0,7 0 12 15,0-5-12-15,-1 0 0 0,1 2 9 0,0-8-9 0,3-2 0 16,-1 0 8-16,1 0-8 0,-3-3 0 0,2 0 8 0,1 0-8 16,0-3 10-16,-6 1-10 0,2-3 8 0,-2 2-8 15,3 1 0-15,-7 2 9 0,1-3-9 0,-6-4 0 16,3 1 0-16,-3 4 8 0,-7 2-8 0,4-3 0 15,-6-2 9-15,0 3-9 0,0-1 8 0,-6 1-8 16,0 2 8-16,0-3-8 0,-3-2 10 0,0 8-2 16,-3 2-8-16,-3-2 12 0,0-5-4 0,-3 10-8 15,3-6 11-15,-3 1-11 0,-3 5 12 0,0 3-4 16,0-8 0-16,-3 7-8 0,0-1 12 0,0 1-12 16,0-2 12-16,-3 3-12 0,3 5 0 0,-3-5 0 0,-3 2 0 15,4 3 0-15,-1 0 0 0,0 0 0 0,-6 3 0 16,3 2 0-16,3 0 0 0,-3 3 0 0,0 5 0 15,-3-5 0-15,4 3 0 0,-1 2 0 0,0 0 0 0,0 1 0 16,0-1 0-16,3 5 0 0,0-4 0 0,0 2 0 16,-3 7 0-16,7-4 0 0,-1 2 0 0,0 3 0 15,0 2 0-15,3 1 0 0,-3-6-12 0,0 3 3 16,6 0 9-16,-3-1 0 0,0-1 10 0,0 1-10 16,6-9 16-16,-3 4-4 0,0-5 0 0,3 1 0 15,0-7-12-15,3 1 0 0,0 3-9 0,3-6 9 16,-3 3 0-16,6-5 0 0,0-3 13 0,0-3-4 15,0 3 3-15,6-5 1 0,0-3 0 0,-1 3 0 16,1-9-5-16,0 7-8 0,-3-12 11 0,6 6-11 16,0 0 0-16,0-1 0 0,-3-4 0 0,-1 5 0 0,1-6 8 15,3 3-8-15,-9 3 0 0,3-3 0 0,-3 3 8 16,3-3-8-16,-3 3 0 0,0 0 0 0,0-1 0 16,-3 4 0-16,0 2 0 0,-1-3 0 0,-2 9 0 0,3-9 0 15,-6 3 8-15,6 3-8 0,-6 5 0 0,0 0 8 16,0 0-8-16,0 0 0 0,0-3 11 0,0 3-11 15,0 0 10-15,0 0-10 0,0 0 0 0,0 3 0 16,-6 7 0-16,0 4 0 0,3-1 0 0,-2-5 0 16,2 5 0-16,0 0-10 0,0 6 10 0,0-6 0 15,3 0 0-15,-3 6-8 0,3-6 8 0,0 0 0 16,0-5 0-16,3 3 0 0,0-3 0 0,0 0 0 16,0 2 0-16,3-5 0 0,-6-5 0 0,5 8 0 0,1-5 0 15,0 0 0-15,3-3 0 0,0-3 0 0,0 0 10 16,0 3-10-16,3-10 8 0,0 2-8 0,0 0 0 15,3-3 0-15,-3-2 0 0,0 0 0 0,2-6 0 0,1 3 0 16,0 3 0-16,0-11 0 0,-3 3 0 0,3-5 0 16,-3 2 0-16,-3-5 0 0,3 2 0 0,-4-4 9 15,7-6-9-15,-3 2 0 0,0-2-12 0,0 3 12 16,3-3-12-16,0 2 12 0,-3 1-12 0,3 2 12 16,-3 0-9-16,-1 1 9 0,-2 2 0 0,0 5 0 15,-3-3 0-15,0 6 0 0,0-3 0 0,0 6 9 16,-3 2 6-16,0-3 1 0,0-2 0 0,3 8 0 15,-6 0-8-15,0 2 0 0,0-2-8 0,0 5 12 16,0-3-12-16,0 4 8 0,-6 1-8 0,3 4 0 16,3-4 8-16,0 6-8 0,0 0 0 0,0 0 0 15,0 0 0-15,0 0 0 0,0 0 0 0,-6 6 0 0,0 2-8 16,0 5 8-16,0-5-12 0,0 2 12 0,0 6-11 0,0 0 11 16,6 5-10-16,-9-2 10 0,4 2 0 0,-4 5 0 15,3 6 0-15,0 0 0 0,3-3 0 0,-3 3 0 16,0 5-8-16,-3-8 8 0,3 8 10 0,0-5 5 15,0-1 1-15,0 4 0 0,0-3-16 0,0-1 0 16,3 4 0-16,0-4 0 0,-3 9-15 0,0-8 1 16,3 2 0-16,0-2 0 0,0 0 14 0,6 0 0 15,-3-6 0-15,0 0 0 0,0 1 0 0,3-9 0 16,-3 4 0-16,3-1 10 0,0-3-1 0,6 1 0 16,-9-3 0-16,6-3 0 0,0-3-9 0,0 4 0 15,0-6 9-15,0 2-9 0,0-2 0 0,3-3 0 16,-3-2 0-16,3 2 0 0,3-5 0 0,-3 0 0 0,11-5 0 15,-5-3 0 1,3 0-40-16,0-2-10 0,3 2-2 0,0-6 0 16,0-7-61-16,-1 11-13 0,4-9-2 0,0 3-1 15,-3-2 25-15,6-3 6 0,-4 2 1 0,1 1 0 0,0-4 73 0,0 4 16 0,0-6 8 0,-3 3-10 16,2 0 28-16,-2-3 6 0,-6 3 0 0,3 8 1 16,-3-1 32-16,-3 1 7 0,-3 0 0 0,-3 2 1 15,0 3 4-15,-1 0 1 0,1 3 0 0,-3-3 0 16,-3 3-22-16,0 5-4 0,0 0 0 0,0 0-1 15,0-5-27-15,0 2-4 0,0-2-2 0,0 5 0 16,0 0-10-16,0 0 0 0,0 0 0 0,0 0 0 16,0 0 0-16,0 0 0 0,0 0-9 0,0 0 9 15,0 0 0-15,0 0-8 0,-3 0 8 0,3 0 0 16,0 0 0-16,0 0 0 0,0 0 0 0,0 0 0 0,-6 0 0 16,4-6 0-16,2 6 0 0,0 0 0 0,0 0-9 0,0 0 9 15,0 0 0-15,0 0-9 0,0 0 9 0,0 0 0 16,0 0 0-16,0 0 0 0,0 0 0 0,0 0 0 15,0 0 0-15,0 0-8 0,0 0 8 0,0 0 0 16,0 0 0-16,0 0 0 0,-3 6 0 0,3-6 0 16,0 0 0-16,0 0 0 0,0 0 0 0,0 0 0 15,0 0 0-15,0 0 0 0,0 0 0 0,0 0 8 16,0 0-8-16,0 0 0 0,0 0 8 0,0 0-8 16,0 0 8-16,0 0-8 0,0 8 12 0,0-8-1 15,0 0-1-15,0 0 0 0,-3 5-10 0,3-5 10 16,0 0-10-16,0 0 10 0,-3 5-10 0,3-5 0 0,0 0 0 0,-3 8 0 15,0-8 0-15,3 0 0 0,0 0 0 0,0 0 0 16,0 0 0-16,0 0 0 0,0 0 0 0,0 0 0 16,0 0 0-16,0 0 10 0,0 0-10 0,0 0 10 15,0 0-10-15,0 0 10 0,0 0-10 0,0 0 10 16,0 0-10-16,0 0 0 0,-6 5 0 0,6-5 0 16,0 0 0-16,0 0-11 0,0 0 3 0,0 0 0 31,-3 0-116-31,-3 3-22 0,6-3-5 0,-12 0-607 0</inkml:trace>
  <inkml:trace contextRef="#ctx0" brushRef="#br0" timeOffset="8293.98">7050 2223 864 0,'-6'-6'38'0,"6"6"8"0,0 0-37 0,0 0-9 15,0 0 0-15,-3-5 0 0,-3 2 145 0,3 1 27 16,3 2 6-16,-5-3 1 0,-4 3-115 0,0 0-24 16,9 0-4-16,-6 0 0 0,-3 0-14 0,0 5-2 15,0-2-1-15,0 2 0 0,0 3-11 0,0 3-8 16,-6-3 12-16,3 0-12 0,0 2 0 0,4 3 0 16,-7 1 0-16,3-1 0 0,0 0 0 0,0 0 0 15,-3 1 0-15,3 4 0 0,0-5 16 0,0 1 2 16,3 1 1-16,0 1 0 0,1 0-10 0,-1 3-1 15,0-6-8-15,3 5 12 0,3-4 6 0,0-1 1 16,0 0 0-16,3 6 0 0,0-6-4 0,3 0-1 0,-3 0 0 16,3 1 0-16,0-1 10 0,0 0 3 0,0 0 0 15,3-7 0-15,0 1-16 0,0 7-3 0,2-9-8 16,-2-2 12-16,3-1-2 0,0 6-1 0,3-8 0 16,0 0 0-16,0 0 6 0,0 0 1 0,3-8 0 0,-3 6 0 15,3-1-7-15,-1-2-1 0,-2-3 0 0,6 2 0 16,-3-1-8-16,0-4 0 0,-3 3 0 0,0-3 0 15,3 4 8-15,0-1-8 0,-7-6 0 0,4 1 8 16,0 0-8-16,3 0 0 0,0-1 0 0,-3-4-11 16,-6 5 11-16,3-8 0 0,9 10 0 0,-3-10 0 15,-9 8 0-15,2-6 0 0,4 6 8 0,-3 0-8 16,3-1 0-16,-3-4 0 0,-6 5 0 0,6-1-8 16,3 6 8-16,-3-5 0 0,-9 3 0 0,0 2 0 15,6 2 20-15,-3-2 2 0,-3 3 1 0,0-3 0 0,-3 3-15 0,0 0-8 16,3 5 10-16,0-3-10 0,-9-2 0 0,9 5 0 15,0 0 0-15,0 0 0 16,-3-6 0-16,3 6 0 0,0 0 0 0,0 0 0 0,6 0-12 0,-6 0 2 16,0 0 0-16,0 0 0 0,6 11 10 0,-3-3 8 15,-6-3-8-15,3 8 11 0,0 1-11 0,0-1 0 16,-3 5 0-16,0-4 8 0,-6 2-8 0,6 2 0 16,3 1 0-16,-3-6 0 0,-6 3-13 0,6 0 1 15,3-1 1-15,3 4 0 0,-6-8 11 0,3 2 0 16,0 0 0-16,3 0 0 0,0 0 8 0,0-5 4 15,-3 0 1-15,9 3 0 0,3-3-13 0,-6-3-13 16,-6-5 2-16,0 0 1 0,6 3 10 0,0 2 0 16,-6-5 0-16,0 0 8 0,0 0-8 0,3 0 8 0,9-3-8 15,-6 1 8-15,-3-1 0 0,3-7 0 0,2 2 0 0,4 0 0 16,-3 2-8-16,0-7-13 0,0 0 3 0,3 2 1 16,3-5 9-16,-6 3 0 0,-3-5 0 0,0-1-8 15,6 1 8-15,-3 2 0 0,-9-3 0 0,6-2 0 16,-3 8 0-16,0-6 0 0,2 6 0 0,-2 0 0 15,-6 0 13-15,3 7-1 0,3-7-1 0,-3 5 0 16,3-2 3-16,-3 7 1 0,0-2 0 0,-3-3 0 16,0 8-7-16,0-6-8 0,3 6 11 0,0 0-11 15,0 0 0-15,0 0 0 0,-5 0 0 0,5 0 0 16,0 8 0-16,0 3-9 0,-6-3 9 0,3 5-12 16,0-5 12-16,0 5-8 0,3 3 8 0,-3-3-8 15,0 3 8-15,0 3 0 0,6-1-9 0,-3-4 9 16,0-1 0-16,0 3 0 0,3 0 0 0,0-3 0 0,0 0 0 15,0 0 0-15,3 0 0 0,-3-5 0 0,5 3 0 16,1-3 0-16,-9-8 0 0,3 5 0 0,9 3 0 16,-6-3 0-16,-6-5 0 0,0 0 0 0,0 0-20 0,9 0-4 15,9-5 0-15,-6 0 0 16,-3-3-36-16,3 0-7 0,6 3-1 0,-6-9-1 16,-1 1-13-16,1-5-2 0,3-1-1 0,3-2 0 15,0-3 40-15,-6-2 8 0,-3-3 1 0,6 0 1 16,3-1-1-16,-1-7-1 0,-8 3 0 0,6 2 0 0,3-2 19 0,-3-3 4 15,-3 5 1-15,0 3 0 0,-6 0 62 0,3 2 13 16,0 1 2-16,-1 5 1 0,-8-3 25 0,6 8 5 16,0 3 1-16,-3 0 0 0,-6-1-35 0,3 9-6 0,0-3-2 15,3 3 0-15,0-3-30 0,-3 8-7 0,-3-5 0 0,3 5-1 16,0 0-15-16,0 0 0 0,-9 8 8 0,3 2-8 16,4 11 0-16,-4-2-10 0,-3 2 2 0,0-2 0 15,-3 7 8-15,0 0-10 0,3 6 10 0,-6-5-10 16,-3 4 10-16,3 4 0 0,9 2 0 0,-3-3 0 15,-5 1 0-15,2 2 0 0,6-6 0 0,0 4 8 16,3 2-8-16,-6-8 0 0,0 3 0 0,6-1 0 16,6-4 0-16,-3-1 0 0,-9-2 0 0,6-3 0 15,6 1 0-15,0-4 0 0,0 1 0 0,-3-6 0 16,3 0 0-16,3 0 0 0,3-5 0 0,-3 3 0 16,-6-11 0-16,6 0 0 0,6 2 0 0,5-2 0 15,1-2-16-15,0-4 1 0,-6-1 1 0,3 1 0 16,6-2 14-16,-6-5 0 0,0 0 0 0,2-3 0 15,1 0 0-15,-3 3 0 0,-6-6 0 0,0-2 0 16,6 3 8-16,-3-6-8 0,-3 3 9 0,-3 0-9 0,0-6 10 16,-3 3-10-16,3 6 10 0,-3-3-10 0,-6 2 15 0,0 3-3 15,6 3-1-15,-3 2 0 0,-3-2 9 0,0 0 1 16,0 5 1-16,0 3 0 0,0-3-5 0,0 8-1 16,-6-6 0-16,6-1 0 0,3 7-5 0,0 0-2 15,-12 0 0-15,3 7 0 0,3-7-9 0,-3 8 0 16,0 3 0-16,-3-3 0 0,-9-3-11 0,13 8 11 15,2 1-8-15,3-1 8 0,-9 0 0 0,3 0-10 16,6 6 10-16,-3-6 0 0,0 3-8 0,0 0 8 16,6 0 0-16,0-3 0 0,6 0 0 0,-3 0 0 15,-3-2 0-15,0 2 0 0,9-5 0 0,-3 0-8 0,-6-8 8 16,3 11 0-16,3-9 0 0,0 1 0 0,3 0 0 16,-1-3 0-16,-2-3-8 0,3 3 8 0,6-5-12 15,-6-1 12-15,0 1-23 0,3-3 3 0,3 3 0 16,-3-3 0-16,0-5 10 0,-3 5 10 0,0-5-13 0,2 7 5 15,1-4 8-15,0 2 0 0,-9 0 0 0,3 2 0 16,6 4 16-16,-6 2-2 0,-6 0 0 0,0 0 0 16,0 0 2-16,0 0 1 0,0 0 0 0,-3 2 0 15,-6 6-17-15,3 3 8 0,3 2-8 0,0-5 0 16,-6 3 9-16,6 2-9 0,0 3 0 0,3-3 9 16,0-2-9-16,0 2 0 0,0-8 0 0,3 3 0 15,3 0 0-15,0-3 0 0,-6-5 0 0,9 6 0 16,3-6 0-16,0 0-11 0,-3 0 3 0,3-6 0 15,3-2-10-15,0-5-2 0,2-3 0 0,1 0 0 16,-3-2-8-16,6-3-3 0,3 2 0 0,-3 1 0 0,-3-3 22 16,-1-6 9-16,4 3-8 0,-3 3 8 0,0-5 30 15,-3-1 11-15,0 3 3 0,-3-2 0 0,3 5-34 0,-7-6-10 16,1-4 0-16,0 4 0 0,0 3 11 0,-3 3-11 16,-3 0 10-16,0 2-10 0,-3 6 16 0,0 5-4 15,0-2 0-15,-3 2 0 0,3 2 5 0,-3 1 1 16,3 5 0-16,0 0 0 0,-6 0-18 0,0 5 10 15,0 1-10-15,0 2 8 0,0 2-8 0,0 3 0 16,-2 3 0-16,-1 3-11 0,6-1 11 0,-6 4-10 16,-3 1 10-16,3 4-10 0,0-1 10 0,0 6 0 15,0 2-9-15,0-2 9 0,-3-3 0 0,3 3 0 0,6 0 0 16,0-6 0-16,-6 1 0 0,6-3 0 16,6 2 0-16,0-7 0 0,0-4 0 0,3 4 0 0,0-6 0 15,6-5 0-15,0 3 0 0,3 2 0 0,-3-5 0 0,3-3 0 16,3-5 8-16,-3 0-8 0,2 0 0 0,-2-5 8 15,3-3-8-15,3 3 0 0,-3-3 9 0,0-6-9 16,0 1 8-16,-1 0-8 0,1 0 10 0,0-6-10 16,-3 1 0-16,3-3 8 0,-3 2-8 0,-3 0 0 15,-3-2 0-15,-3 3 9 0,-1-1-9 0,1 3 8 16,-6-2 4-16,3 5 1 0,0-6 0 0,-3 11 0 16,0-5-2-16,-3 8-1 0,0-3 0 0,-3 2 0 15,1 6-10-15,-1 0 10 0,0 0-10 0,0 0 10 16,-3 6-10-16,3 2 0 0,0 0-12 0,3 2 12 15,0 3-15-15,0 1 5 0,0 2 1 0,3 2 0 16,6 1 9-16,-3-1 0 0,0 3-9 0,6-2 9 16,-3-1 0-16,3 3 0 0,0-2 10 0,-1-6-10 0,1 0 0 15,0 1 0-15,3-1 0 0,0-5 0 16,0 2-32-16,-3-2 0 0,0-2 0 16,0-4 0-16,3 4-15 0,-6-1-3 0,0-5-1 0,0 0 0 15,3 0-73-15,-9 0-16 0,0 0-2 0,0-5-1 16</inkml:trace>
  <inkml:trace contextRef="#ctx0" brushRef="#br0" timeOffset="8493.84">7890 2204 2325 0,'0'0'51'0,"0"0"10"0,9 0 3 0,0 0 2 0,-3 5-53 0,8-2-13 0,4 8 0 0,3-9 0 16,-6 9 36-16,9-3 5 0,6-3 1 0,-1 3 0 16,1-3-20-16,0-2-4 0,0 2-1 0,-4 0 0 15,1 3-17-15,-3-2 0 0,-6-6 0 0,-3 5-1127 16</inkml:trace>
  <inkml:trace contextRef="#ctx0" brushRef="#br0" timeOffset="10941.71">8083 2368 288 0,'12'0'25'0,"-9"0"-25"0,-6-5 0 0,3 2 0 16,3 3 136-16,0-5 21 0,-3 0 5 0,-3 2 1 16,3-2-115-16,0-1-22 0,6 4-5 0,-6 2-1 15,-3-6 4-15,0 6 0 0,3-5 0 0,0 5 0 16,0 0-4-16,0 0 0 0,0-3 0 0,6 3 0 0,0-5-20 16,-6 5 0-16,0 0-10 0,0 0 10 0,0 0 14 0,0 0 10 15,0 0 1-15,0 0 1 0,0 0-9 0,0 0-1 16,0 0-1-16,0 0 0 0,-6 0-3 0,6 0 0 15,3 0 0-15,-3 0 0 0,-3-5 8 0,3 5 0 16,0 0 1-16,0 0 0 0,0 0-13 0,0 0-8 16,0 0 8-16,3-3-8 0,3 3 16 0,-6 0-2 15,0 0 0-15,0 0 0 0,6-2 22 0,-6 2 5 16,0-3 1-16,0 3 0 0,0 0-24 0,0 0-5 16,0 0-1-16,0 0 0 0,-6-5 6 0,6 5 1 15,0 0 0-15,0 0 0 0,-6-3 9 0,6 3 1 16,0 0 1-16,0 0 0 0,0 0-22 0,0 0-8 15,3-3 0-15,6 1 9 0,3 2 1 0,-12 0 0 0,0 0 0 16,0 0 0-16,9-6-10 0,0 6 12 0,-9 0-12 0,0 0 12 16,6-8-2-16,3 8 0 0,-3 0 0 0,-6 0 0 15,0 0-2-15,0 0 0 0,11-5 0 0,-5 5 0 16,-6 0-8-16,9 0 12 0,0 0-12 0,0-5 12 16,0 2 9-16,-3 3 3 0,3-5 0 0,0 5 0 15,0 0-24-15,0 0 0 0,-9 0 0 0,0 0 0 16,12 0 0-16,-6 5 0 0,-6-5 0 0,0 0 8 15,0 0-8-15,9 0 9 0,-3 0-9 0,-6 0 10 16,0 0-10-16,0 0 10 0,5 8-10 0,-5-8 10 16,0 0-10-16,6 0 0 0,-6 0 9 0,9 5-9 15,-9-5 8-15,0 0-8 0,0 0 10 0,6 0-10 16,0 3 20-16,-6-3-3 0,0 0 0 0,0 0 0 16,9 5 2-16,-9-5 0 0,0 0 0 0,0 0 0 15,0 0-4-15,0 0-1 0,0 0 0 0,0 0 0 0,0 0-14 16,0 0 11-16,0 0-11 0,0 0 10 0,0 0-21 15,0 0-4-15,0 0-1 0,0 0-987 16</inkml:trace>
  <inkml:trace contextRef="#ctx0" brushRef="#br0" timeOffset="11587.34">9330 2252 864 0,'0'0'76'0,"0"0"-60"0,0 0-16 0,0 0 0 16,0 0 156-16,0 0 29 0,0 0 6 0,0 0 1 15,0 0-142-15,0 0-28 0,0 0-6 0,0 0 0 16,6 5 15-16,3-5 3 0,3 0 1 0,3 0 0 16,0 0-6-16,3 0-1 0,0 0 0 0,0 0 0 15,2-5-8-15,-2 5-3 0,0 0 0 0,0 0 0 16,3-3-9-16,-3 3-8 0,-3 0 9 0,-1 0-9 15,-2 0 9-15,0 0-9 0,0 0 8 0,-3 0-8 16,-3 0-17 0,0 0-9-16,-6 0-2 0</inkml:trace>
  <inkml:trace contextRef="#ctx0" brushRef="#br0" timeOffset="11891.58">9458 2164 1152 0,'6'-5'102'0,"0"5"-82"16,-6 0-20-16,0 0 0 0,3-8 160 0,-3 8 28 15,0 0 6-15,0 0 1 0,0 0-131 0,0 0-27 16,0 0-5-16,3 8 0 0,0-3-13 0,-3 3-3 16,0 5 0-16,0-2 0 0,-3 2-16 0,3 3 0 15,-3 3 0-15,0-1 0 0,0-5 0 0,0 6 0 16,0 2 0-16,0-2 0 0,0-3 0 0,3 2 0 15,-3 1 0-15,3-1 0 0,0-5-12 0,0 1 3 16,0-1 1-16,3 0 0 0,-3-5 8 0,0 0-10 16,6-3 10-16,-6-5-10 0,0 5 10 0,0-5 0 0,0 0-9 15,0 0 9-15,9 3-20 0,0-3 1 0,3-3 0 16,0-2 0 0,0-3-78-16,6-2-16 0,-3 2-3 0</inkml:trace>
  <inkml:trace contextRef="#ctx0" brushRef="#br0" timeOffset="12469.24">9890 2011 1364 0,'12'-29'60'0,"-3"18"13"0,3 3-58 0,0-5-15 0,-3 0 0 0,0 0 0 16,-1 2 106-16,1 3 18 0,0 0 4 0,-3 3 1 15,-3-3-69-15,-3 8-13 0,0 0-3 0,0 0-1 16,0 0-24-16,0 0-5 0,0 0-1 0,-3 8 0 16,-3 5-5-16,-3-5 0 0,0 8-8 0,1 0 12 0,-4 8-12 15,3-3-8-15,0 2 8 0,-3 4-13 0,-3-1 13 16,3 1 0-16,-3 5 0 0,3-6-9 0,0 1 9 15,0 2 0-15,1 0 0 0,2 0 0 0,-3 0 0 0,3-3 0 16,0 1 0-16,0-1 0 0,3-10 0 0,0 0 0 16,3-3 0-16,-3 1 0 0,3-1 0 0,3-5 0 15,0-8 0-15,0 0 0 0,-3 5 8 0,3-5-8 16,0 0 10-16,0 0-10 0,0 0 8 0,0 0-8 16,6-5 0-16,0-1 0 0,0-2 0 0,3 1 8 15,-3-4-8-15,3 3 0 0,-3-5 0 0,0 2-10 16,3 3 2-16,-3 0 0 0,-3 3 8 0,0-3 0 15,0 3-9-15,-3 5 9 0,0 0 0 0,0 0 0 16,0 0 0-16,5 5 0 0,1-2 0 0,-3 2 0 16,3 3 11-16,0 3-11 0,0 2 0 0,0-5 0 15,3 2 0-15,0-2 0 0,0 0 9 0,0-3-9 0,0 1 8 0,-3 2-8 16,6-8 0-16,0 0 0 0,0 0 8 0,2 0-8 16,1-8 8-16,0 8-8 0,0-6 12 0,0-1-4 15,0-4-8-15,0 3 0 0,0-5 9 0,-1 2-9 16,1-2 0-16,0 0 0 0,-3 0 0 0,0-1-12 15,-3-2 12-15,-3 3-10 0,3 0 10 0,-6 2-10 16,0-2 10-16,-3 0 9 0,-3 0-1 0,3-1-8 16,-3 7 23-16,-3-7-3 0,3 9 0 0,-3-3 0 15,0 3 11-15,0-1 1 0,0 1 1 0,0 5 0 16,0 0-17-16,6 0-3 0,-6 5-1 0,0-5 0 16,3 6-12-16,-3-4 0 0,3 4 0 0,0 2-10 15,3 2 10-15,0-2 0 0,3 3-9 0,0 2 9 16,0-5 0-16,3 5 0 0,0-5 0 0,3 5 0 0,3-2 0 15,-3 2 0-15,3 0-9 0,0-5 9 0,0 3-20 0,0-3 0 16,0-3 0-16,-1 3 0 16,4-3-124-16,0 3-26 0</inkml:trace>
  <inkml:trace contextRef="#ctx0" brushRef="#br0" timeOffset="14338.18">10783 2387 748 0,'0'0'67'0,"0"0"-54"15,0 0-13-15,0 0 0 0,0 0 287 0,0 0 54 16,0 0 11-16,0 0 3 0,0 0-269 0,0 5-54 16,-3 3-10-16,3-3-2 0,0 3-20 0,-3 5 0 15,0 0 0-15,0 1 0 0,3-1 0 0,-3 0 0 16,-3 0 0-16,3 1 0 0,3-4 0 0,-6 3 0 16,3-5 0-16,0 0 0 0,0 3 0 0,3-11 0 15,0 0 0-15,0 0 0 0,-3 8 0 0,3-8 0 16,0 0 0-16,0 0 0 0,0 0 0 0,0 0 0 15,0 0 0-15,0 0 10 0,0 0-10 0,9 0 0 16,0 0 9-16,0-5-9 0,3-3 9 0,0 0-9 16,-3 2 12-16,0-7-12 0,3 0 32 0,0 2-1 15,-1-2 0-15,1 3 0 0,0-1-16 0,0-2-3 16,3-1-1-16,0 1 0 0,-3 3 9 0,3-1 3 0,-3 0 0 16,0 4 0-16,-1 1 5 0,1 1 0 0,-3 2 1 15,0 3 0-15,0 0-13 0,-9 0-4 0,0 0 0 0,6 0 0 16,0 3-12-16,0 2-10 0,-6 1 2 0,0-1 0 15,-3 3-10-15,3 0-2 0,-3 0 0 0,0 2 0 16,0-4 20-16,0 1-10 0,3-7 10 0,0 8-8 16,-3 3 8-16,3-11 0 0,0 0 0 0,0 3 0 15,0-3 0-15,0 0 0 0,0 0 0 0,0 0 0 16,0 0 0-16,6 5-16 0,0 0 2 0,3-5 1 16,3 0 3-16,-3 0 1 0,0-5 0 0,3 5 0 15,-3-8 9-15,3 3-8 0,-4-3 8 0,1 2-8 16,0 6 8-16,0-5 0 0,-3 3 0 0,3 2-8 15,-9 0 8-15,0 0 0 0,6 0 10 0,-6 0-10 0,6 7 9 16,-3-1-9-16,0 2 8 0,0 0-8 0,0 2 0 16,0-4 8-16,0 1-8 0,0 1 0 0,0 0 0 0,0-2 0 15,-3-6 8-15,6 8-8 0,0-3 0 16,0 0 10-16,0-5-10 0,3 0 10 0,-1 0 1 0,4 0 0 16,0 0 0-16,0-8 0 0,-3 3 7 0,6 0 2 15,-3-3 0-15,6 0 0 0,-3-3-20 0,0 3 0 16,-1-5 0-16,4 8 0 0,-3-9 8 0,-3 7-8 15,0-4 0-15,-3 3 0 0,0-5 0 0,0 5-16 16,-3-3 4-16,-3 3 0 0,0-5 12 0,0 0 10 16,-3 0-2-16,0-1 0 0,-3-1-8 0,0 1 0 15,0 1 0-15,-3 0 0 0,0 5 0 0,0-5 8 16,3 5-8-16,-3-3 8 0,3 3-19 0,-3 3-4 0,0 2-1 16,3-2 0-16,3 5 16 0,-6 0-9 0,0 3 9 0,6-3-8 15,0 0-1-15,-6 5 0 0,0 6 0 0,0-9 0 16,3 9 9-16,0-3-13 0,0 5 5 0,0 0 8 15,0 0-9-15,3-2 9 0,6 2 0 0,-3 0 0 16,0 1 0-16,3-1-8 0,-3 0 8 0,6 0 0 16,0-5 0-16,3 0 0 0,-3 3 0 0,3 2 0 15,0-10 0-15,0 2 0 0,3 0 0 0,-4 1 0 16,7-4 0-16,-3-2 0 0,0-2 0 0,3 2 0 16,-3-6 0-16,3 1 0 0,3-3 0 0,-4 0 0 15,-2 3 8-15,0-3-8 0,0-3 0 0,0-2 9 16,0 5-9-16,-6-5 0 0,3 2 0 0,-3 3 0 15,-3-5 10-15,-4 0-10 0,1 0 12 0,3-1-12 0,0 1 9 16,-3 3-9-16,-3 2 0 0,-3 0 9 16,0-5-9-16,3 7 0 0,-3-2 0 0,3 8 8 0,-3-2-8 15,3 2 0-15,0 0 0 0,0 0 0 0,0 0-11 0,0 0 11 16,0 0-8-16,0 0 8 0,0 0-14 0,0 0 2 16,3 10 1-16,0 3 0 0,0-5 11 0,3 3-12 15,-3 2 12-15,6 0-12 0,0 1 12 0,0-6-10 16,0 5 10-16,-3 0-10 0,0-2 10 0,0 2 0 15,0-5 0-15,-3 5 0 0,0 0 0 0,-3-5 8 16,0 3-8-16,-3 2 11 0,0-5-11 0,-3 3 0 16,0-4 0-16,-3 7-11 0,-3-9 11 0,3 3 0 15,-3 3 8-15,3-4-8 0,0-1 0 0,0 2 8 0,4-6-8 16,-4 1 0-16,0 5 0 0,3-8 9 0,-3 3-9 16,3-1 0-16,6-2 9 0,0 0-9 0,0 0 0 15,0 0 9-15,0 0 1 0,0 0 0 0,0 0 0 0,0 0 0 16,0 0 4-16,6-2 1 0,0-6 0 0,3 0 0 15,0 0-15-15,2 2 8 0,4-4-8 0,0 2 0 16,3-5 0-16,0-1 8 0,0 7-8 0,0-7 0 16,0 1 0-16,-1 0 0 0,1 2 0 0,0-7 0 15,-3 2 8-15,3-3-8 0,0 6 0 0,0-8 9 16,-1 2-9-16,-2 6-11 0,3-11 3 0,0 9 0 16,-3-9 8-16,3 5 0 0,-3-2-9 0,3 0 9 15,-4-6 0-15,4 9 0 0,-6-1 0 0,3-2 0 16,0 3 8-16,-6-4-8 0,0 7 8 0,-6-1-8 15,0 3 16-15,0-1-3 0,-3 1 0 0,3 0 0 16,0 2-2-16,0 3-1 0,-3 3 0 0,3-3 0 16,-3 3-10-16,0 5 10 0,0-8-10 0,0 8 10 0,0 0-10 15,0 0 0-15,0 0 9 0,0 0-9 0,0 0 0 0,0 0-8 16,0 0 0-16,0 8 0 0,-3 5-1 0,-3-5 0 16,0 8 0-16,0-3 0 0,0 0 9 0,0 1 0 15,-3 1-9-15,3 9 9 0,-6-5 0 0,3 2 0 16,3 5 0-16,0-4 0 0,-6 1 0 0,3 4 0 15,3-6 0-15,-2 5 0 0,-1 4 0 0,0-4 0 16,3-5 0-16,-3 3 0 0,6 2 0 0,-3-4 0 16,0-4 0-16,0-2 0 0,3 0 0 0,0-3 0 15,0 0 0-15,0 1 0 0,0-7 0 0,0-1 0 16,3-6 9-16,0 8-9 0,0-8 0 0,0 0 8 0,0 0-8 16,0 0 0-16,0 0 14 0,0 0-2 15,0 0 0-15,6-6 0 0,0 4 4 0,-3-9 1 0,6 3 0 16,-3-5 0-16,3 0-17 0,0 0 10 0,-3-6-10 0,3-2 8 15,3 2-8-15,-4-2 0 0,-2 3 0 0,3 4 8 16,0 1-8-16,-3 3 0 0,3 2 0 0,-3 0 0 16,0 2-14-16,-3-1 2 0,3 1 0 0,-6 6 0 15,0 0 12-15,0 0 0 0,6 6 0 0,-3 1-9 16,0 7 9-16,0-1 8 0,0 5-8 0,0-2 11 16,0 8-11-16,0-5 0 0,-3 7 0 0,0-5 0 15,3 3 0-15,0-3 0 0,0 0 0 0,-3-2 8 16,6-1-8-16,-3-4 0 0,-3 2 0 0,0-6 0 15,3 3 0-15,3-5 0 0,3 3 0 0,-1-11 0 16,1 3-84 0,6-3-13-16,0-3-3 0,0 3 0 0</inkml:trace>
  <inkml:trace contextRef="#ctx0" brushRef="#br0" timeOffset="18150.82">13501 2270 576 0,'-3'-13'51'0,"3"13"-41"0,0 0-10 0,0 0 0 15,-3-8 123-15,-3 3 22 0,0-1 5 0,0 4 1 16,-3-4-90-16,0 1-17 0,0 3-4 0,-3 2-1 16,0-6-31-16,3 6-8 0,-3 0 0 0,-3 0 0 0,4 0-8 15,-4 0-4-15,0 6 0 0,0-6 0 0,0 7 36 16,0-1 8-16,0 2 0 0,0-3 1 0,0 8-10 0,-2-5-3 16,2 5 0-16,-3-2 0 0,0 10 10 15,3-8 2-15,3 6 0 0,0-6 0 0,0 8 4 16,0-2 2-16,4-3 0 0,-1 0 0 0,0-1-2 15,3 4-1-15,0-8 0 0,0 2 0 0,3-3-35 16,0 1 0-16,3 2 0 0,0-5 0 0,0-3 13 0,3 3-4 16,0 3-1-16,-3-11 0 0,0 0-8 0,9 0 0 15,0 8 0-15,-6-8 0 0,-3 0 13 0,9 0-2 16,5-5-1-16,1 2 0 0,0-2-10 0,0-3-11 16,3 2 3-16,0-7 0 0,-3 5-1 0,3 3 0 15,-4-8 0-15,1 2 0 0,0-2 9 0,3 5 0 16,-6-5 0-16,3-1 0 0,0 1 8 0,0 0-8 0,0 0 8 15,-1 0-8-15,-2-1 0 0,3 1 0 0,-3 0 0 0,0 0 0 16,-3 7 0-16,0-2 0 0,0-5 0 0,0 8 0 16,-3-3 0-16,0 3 8 0,-3 5-8 0,0-6 11 15,0-2 8-15,-3 8 1 0,0 0 1 0,0 0 0 16,3 0 8-16,-3 0 2 0,0 0 0 0,0 0 0 16,0 0-31-16,0 0-21 0,0 0 3 0,0 0 1 15,0 0 9-15,0 0 8 0,0 0-12 0,0 0 12 16,0 0 0-16,3 3 0 0,-3-3 0 0,0 11 0 15,-3-6 0-15,3 3 0 0,-3 5 0 0,0 0-10 16,3-5 10-16,-3 6 11 0,0-4-3 0,0 3 0 16,-3 1 0-16,3-1 0 0,-3-5 0 0,3 5 0 15,3-2 0-15,-3 2 0 0,3 0 0 0,-3-5 0 16,3 0-8-16,0 2 0 0,0-10 0 0,0 0 0 0,3 6 0 16,-3-6 15-16,0 0-4 0,3 8-1 0,3-8-10 0,0 2 0 15,3-2 0-15,0-2 0 0,0 2 0 0,-1-6 0 16,1 4 0-16,3-4 12 0,-3 1-12 0,-3 0 0 15,3 2 9-15,0-7-9 0,3 2 0 0,-3 0 0 16,0 2 0-16,3-1 0 0,-3 1 0 0,0-4 0 16,-3-1 0-16,-1 6 0 0,1-6 0 0,0 9 8 15,0-9-8-15,-3 3 0 0,3 0 8 0,-3-2-8 16,0 2 10-16,0 0-10 0,0 2 8 0,0-2-8 16,-3 3 0-16,3-3 9 0,0-2-9 0,-3 4 0 15,0 6 0-15,0-2 8 0,0 2-8 0,3-6 0 16,-3 6 9-16,0 0-9 0,0 0 8 0,0 0-8 0,0 0 10 15,0 0-10-15,0 0 0 0,-6 0 0 0,3 6-11 16,-3-1 11-16,0 3-12 0,3 5 12 0,-3-5-12 0,3 3 12 16,-3 2 0-16,3 0 0 0,0 0 0 0,3 1 8 15,-3-7-8-15,0 4 0 0,3 0 0 0,3-1 0 16,-3-2 0-16,3 3 8 0,0 2-8 0,3-5 0 16,0 0 0-16,0 2 0 0,3-7 0 0,0 2 0 15,0 1 9-15,0-1-9 0,3-5 10 0,-3 0-10 16,3 3 11-16,0-3-11 0,-3-3 12 0,-1 3-12 15,1-3 0-15,3 1 0 0,-3-4 0 0,0 1 0 16,0-3-10-16,0 3 1 0,-3 2 0 0,0-2 0 16,-3-3 9-16,3 3 0 0,0-3 0 0,-3-3 0 15,0 3 0-15,3 0 0 0,-3-5 0 0,0 8 11 16,0-8-11-16,-3 7 0 0,3-7 0 0,0 5 0 16,-3-5 11-16,0 8 0 0,0 5 0 0,0-6 0 0,0-2 6 15,0 8 2-15,0 0 0 0,0 0 0 0,0 0-19 0,0 0 0 16,0 0 0-16,0 0 0 0,0 14 0 0,-3-9 0 15,3 3 0-15,0 0 0 0,-3 2 0 0,0-2 0 16,3-2 0-16,0 7-12 0,-3-8 12 0,3 3 0 16,0-8 0-16,-3 5 0 0,0 3-16 0,0 0 2 15,3-8 1-15,0 0 0 0,0 0 4 0,0 11 1 16,-3-3 0-16,3-8 0 0,0 0 8 0,0 0 0 16,0 0 0-16,0 0 0 0,0 0 0 0,0 0 0 15,0 0 0-15,0 0 0 0,0 0 0 0,0 0 0 16,0 0 0-16,0 0 0 0,0 0 0 0,0 0 0 15,9-6 0-15,-6 4 8 0,3-4-8 0,0-1 0 0,0-4-8 16,0 3 8-16,2-3 0 0,1 1-8 0,0 5 8 16,0-6 0-16,0 3 0 0,3 0 0 0,-3-2 0 15,6 7-8-15,-6-8 8 0,6 3-10 0,-3 0 10 0,0 3-10 16,-1-3 10-16,-2 3 0 0,6 0 0 0,-6-1 8 16,3 4-8-16,-3-4-8 0,0-2 8 0,9-5-25 15,-9 8 11-15,-3-3 0 0,0 3 0 31,3-3-10-31,-3 2-1 0,-6 6-1 0,2-5 0 0,4-3 15 0,0 3 11 0,-6 5-13 0,0 0 5 16,3-5 8-16,-3 5 0 0,6-3 0 0,-6 3 0 16,0 0 9-16,0 0 7 0,0 0 2 0,0 0 0 15,0 0-1-15,0 0 0 0,0 0 0 0,0 0 0 16,0 3-17-16,0 7 8 0,0-2-8 0,-3 3 0 16,3 2 12-16,-6 0-12 0,3 0 12 0,0 1-12 15,0-1 12-15,0 0-4 0,1 0 0 0,-1 1-8 0,0-1 0 16,0 0 0-16,0 0 0 0,0-5 0 0,0 3 0 15,0 2 0-15,3-8 0 0,0 3 0 0,0-2 10 0,0-6-10 16,0 0 8-16,0 0-8 0,0 0 8 0,0 0-8 16,0 0 8-16,0 0-8 0,0 0 8 0,0 0-8 15,0 0 8-15,0 0-8 0,6 0 10 0,0 0-10 16,0-6 12-16,-3 1-12 0,2 2 8 0,1-2-8 16,-3-6 0-16,3 3 0 0,0 1 22 0,0-7-2 15,3 1-1-15,-3 0 0 0,3 0-19 0,0-1-16 16,0 1 4-16,3 0 0 0,-3 2 12 0,0-2 15 15,3 5-3-15,-1-5-1 0,-2 2-11 0,3 3 0 16,-3 3 0-16,3 3 8 0,-6-4-22 0,3 1-5 0,-9 5-1 16,3 5 0-16,3 1 7 0,0-4 1 0,0 3 0 15,-3 3 0-15,-3 3 0 0,6-3 1 0,-6 5 0 16,3-5 0-16,0 3 11 0,3 2-8 0,-3-8 8 0,3 3-8 16,0 0 8-16,3 3 0 0,-4-3 0 0,4-3 0 15,0-5 0-15,0 3 0 0,0 2 0 0,3-5 0 16,-3 0 0-16,0 0 9 0,0-5-9 0,0 2 0 15,0 3 15-15,0 0-4 0,3-5-1 0,0-3 0 16,-4 2-10-16,-2 1 0 0,0 2 0 0,0-2 0 16,-3-3 8-16,0 3-8 0,-3-3 0 0,0 3 8 15,3-6-8-15,-6 3 10 0,0 0-10 0,0 3 10 16,0-3-10-16,-3-5-12 0,0 7 2 0,0-1 1 16,-2-4 9-16,2 6 16 0,0 2-4 0,3-5-1 15,3 8-11-15,0 0 0 0,-6 0 0 0,0 3 0 0,0 2-9 16,0-2 9-16,0-1-12 0,0 6 12 0,3 0-8 0,-3 3 8 15,-3 2 0-15,6 0 0 0,-3-5 0 0,3 5 0 16,3 6 0-16,0-6 0 0,0 6 0 0,0-6 0 16,0 0 8-16,3 0-8 0,3 1 0 0,0-1 0 15,0 0 8-15,3-5-8 0,-3 3 0 0,0-4 9 16,6-1-9-16,0 2 8 0,0-3 0 0,2-2-8 16,1 2 12-16,-3-5-4 0,6 0 0 0,-3-5 0 15,-3 2 0-15,3-2 0 0,-3 5-8 0,3-8-9 16,-4 2 9-16,1-1-13 0,0 7 13 0,-3-11 0 15,0 3 0-15,-3 0 0 0,3 3 0 0,-3-3 10 0,3-3-2 16,-3-2 0-16,3 0-8 0,-3 0 0 16,-3-1 0-16,3 6 0 0,-3 3 0 0,0-5 0 0,0 2 0 15,0 2 0-15,-3 6 13 0,0 0-2 0,0 0-1 0,0 0 0 16,0 0-10-16,0 0 10 0,0 0-10 0,-3 6 10 16,0-1-10-16,0 3 0 0,-3 5-12 0,3-2 12 15,-3 2 0-15,3 0 0 0,3-5 0 0,-3 5 0 16,-3-5-8-16,3 3 8 0,0-6-10 0,3 3 10 15,-3-3 0-15,3-5 0 0,0 0 8 0,0 0-8 16,0 0 0-16,0 0 0 0,0 0 0 0,0 0 0 16,0 0 0-16,0 0 0 0,9 0 0 0,-3-2 0 15,3-1 0-15,0-5 0 0,0 3-10 0,-3-3 10 16,2 3-13-16,1-1 5 0,0-7 8 0,0 5-13 16,0 3 13-16,-3 0 0 0,3 2 0 0,-3-2 0 15,0-3 0-15,-6 8 0 0,0 0 0 0,0 0 0 16,0 0 11-16,0 0-2 0,0 0 0 0,6 8 0 0,0-3-9 15,-3 3 0-15,0 5 0 0,0-5 0 0,3 3 0 0,-3-6 0 16,0 3 0-16,0 0 0 0,3-3 0 16,0 0 0-16,0 3 8 0,2-2-8 0,1-4 0 0,-3 3 8 15,-6-5-8-15,12-5 8 0,0 3 0 0,3-4 0 16,0-2 0-16,0 3 0 0,3-6-8 0,-3 1 0 16,2-1 0-16,-2-2 0 0,3 0-10 0,-6 0 10 15,3-1 0-15,-3 6-9 0,-3-7 9 0,0 4 0 16,0 0 0-16,-3-2 0 0,0 5 0 0,0-5 9 15,-4 0-9-15,4 2 10 0,-6 3 0 0,0-5 0 16,0-6 0-16,0 6 0 0,0 5-10 0,0-5 10 16,0 8-10-16,-3-8 10 0,3 5-10 0,-3 2 0 0,3-2 0 0,0 8 0 15,0-5-11-15,0 5 3 0,0 0 0 0,0 0 0 16,0 0 8-16,-2 13-10 0,-1-5 10 16,0 3-10-16,-3 5 10 0,3 2 0 0,3-5 0 0,-3 6 0 15,0 0 0-15,0 2 0 0,3-3 0 0,0 3 0 16,0-2 0-16,0-1 0 0,3 4 0 0,-3-4-8 15,6 3 8-15,-3-8 0 0,3 6 0 0,2-6 0 16,1 0 0-16,0 1 0 0,0-9-10 0,0 8 10 16,-3-7-27-16,6 1 2 0,0-7 0 0,-3 3 0 31,-3 0-6-31,3-6-1 0,0 0 0 0,0 3 0 0,-3 0 1 16,0-7 0-16,-3 1 0 0,-3 1 0 0,3 0-86 0,-6-3-18 0,0 2-3 15,-6-2-606-15</inkml:trace>
  <inkml:trace contextRef="#ctx0" brushRef="#br0" timeOffset="18532.82">15066 2275 403 0,'-3'0'36'0,"3"0"-36"16,0 0 0-16,0 0 0 0,-3 0 238 0,3 0 41 16,0 0 8-16,0 0 1 0,0 0-152 0,0 0-32 15,9 3-5-15,3-6-2 0,3 3-19 0,0 0-4 16,3 0-1-16,3-5 0 0,2 5-51 0,4 0-10 16,0-5-3-16,0 2 0 0,6 3-1 0,-1-5-8 15,1-3 12-15,0 3-4 0,-4-1 2 0,7-2 0 16,-3 1 0-16,-3 1 0 0,2-7-2 0,-2 2 0 15,-3 3 0-15,0-5 0 0,-3 0 0 0,-1 5 0 16,-5-3 0-16,0 4 0 0,-3-1-8 0,-3 2 0 16,-3-2 0-16,-3 3 0 0,-3 5 0 0,-3 0 0 15,0 0 0-15,0 0 0 0,0 0 0 0,-6 5-14 0,0 9 5 16,-3-6 1-16,0 5 8 0,0 0 0 0,0 6 0 16,3-6 0-16,0 5 16 0,3 3 6 0,-3-2 1 0,6 2 0 15,0 0-23-15,3 3-16 0,0-3 2 0,3 3 1 16,3-11 13-16,0 6 0 0,3 2 12 0,0-8-12 15,0 0 21-15,3-5-2 0,-3 3-1 0,0 2 0 16,-1-7 2-16,-2 1 1 0,0-1 0 0,0 2 0 16,-3-3 1-16,-6-5 0 0,0 0 0 0,0 0 0 15,-3 8-10-15,0-5-1 0,-6 2-1 0,-6 0 0 16,-5 0-10-16,-1 3 8 0,-3-2-8 0,0 2 8 16,-3-3-8-16,1 3 0 0,-1-3 0 0,-3 0-746 15,6-2-142-15</inkml:trace>
  <inkml:trace contextRef="#ctx0" brushRef="#br0" timeOffset="22526">16037 2643 1382 0,'0'0'61'0,"0"0"13"0,0 0-59 0,0 0-15 15,0 0 0-15,0 0 0 0,3-2 283 0,-3 2 53 16,0 0 12-16,0 0 1 0,0 0-273 0,0 0-54 16,0 0-11-16,0 0-3 15,0 0-71-15,0 0-14 0,-3-6-3 0</inkml:trace>
  <inkml:trace contextRef="#ctx0" brushRef="#br0" timeOffset="25467.71">2338 4366 1090 0,'0'0'48'0,"0"0"11"0,0 0-47 0,0 0-12 16,0 0 0-16,0 0 0 0,0 0 56 0,0 0 10 15,0 0 2-15,0 0 0 0,0 0-52 0,0 0-16 16,0 0 8-16,0 0-8 0,0 0 8 0,0 0-8 15,0 0 9-15,0 0-9 0,0 0 0 0,0 0-15 16,6 8 2-16,-6-3 0 0,0 3 13 0,3 0 0 16,-3 0 9-16,3 5-9 0,3-8 22 0,-6 8-2 15,0 1 0-15,0-1 0 0,3 0-2 0,3 3-1 16,-6 0 0-16,0 5 0 0,0-5 6 0,3 2 1 16,-3 4 0-16,3 7 0 0,-3-11-24 0,3 9 9 0,-3-4-9 15,0 7 0-15,0-4 13 0,0 3-4 0,6 0-1 16,-6-2 0-16,6 2-8 0,-6 0 10 0,3 3-10 0,3 2 10 15,-6-2-10-15,0 2 0 0,0-2 0 0,0 2 8 16,0 3-8-16,0 0 0 0,0-2 0 0,-6 5 8 16,3-3-8-16,-3 0 0 0,0 2 0 0,3 4 8 15,-3-1-8-15,0 0 0 0,3-2 9 0,3-3-9 16,-6-3 0-16,3 1 8 0,3-6-8 0,0 0 0 16,0-3 0-16,0-2 8 0,-3 0-8 0,3-3 0 15,3 0 0-15,-3 1 0 0,-3-7 0 0,3 4 0 16,0 0 8-16,-6-4-8 0,6 7 8 0,-3-9-8 15,-2 0 0-15,2 0 9 0,0 0-9 0,0 3 0 16,0 0 0-16,0-3 0 0,-3-5 0 0,3 0 0 16,3 0-20-16,-6-2-2 0,6-6 0 0,0 0 0 0,0 0 22 15,0 0 0-15,0 0 0 0,0 0 0 0,0 0 0 0,0 0 0 16,-3-6 0-16,0-2 0 0,3 3 0 0,-6-3 10 16,3 0-1-16,3 0 0 0,-6-2-9 0,0 2 10 15,3-3-10-15,-3 3 10 0,-3-2-10 0,0-1 8 16,6 0-8-16,-6 4 8 0,0-1 5 0,6 0 1 15,-6 2 0-15,1-2 0 0,8 6 8 0,-9-4 2 16,0 4 0-16,0-1 0 0,3 3-14 0,-9 3-2 16,3-1-8-16,0 1 12 0,0 2-12 0,-3 3 0 15,3 0 0-15,0 3 0 0,1-1-9 0,-7 1 9 16,6 5-13-16,-6-3 5 0,6 6 0 0,-6-3 0 16,6 2 0-16,-6 1 0 0,1 2 8 0,2-3 0 15,-3 3 0-15,6 3 0 0,-9 0 0 0,3 3 0 0,6-4 0 16,-9 6 0-16,4 1 0 0,5-1 8 0,-9 0-8 0,9 2 11 15,-3 1 1-15,3 3 0 0,3-4 0 0,-3 4 0 16,0-1-2-16,3 1 0 0,1 2 0 0,5-8 0 16,-6 8-10-16,9-3 8 0,-6 1-8 0,6-1 8 15,0-2-8-15,6-1 8 0,-6 1-8 0,9-3 8 16,0 0-8-16,-4-2 12 0,1-1-12 0,3-2 12 16,-3-3-4-16,3 3 0 0,6-3 0 0,-3-2 0 15,3-1 4-15,6-2 1 0,3 0 0 0,-4-3 0 16,4 1 3-16,3-4 1 0,-3 3 0 0,3-5 0 15,-4 0-2-15,4-2-1 0,3-1 0 0,-6 3 0 16,3-6-14-16,-4 1-18 0,4 0 4 0,-6-3-600 16,3 0-120-16</inkml:trace>
  <inkml:trace contextRef="#ctx0" brushRef="#br0" timeOffset="26319.48">2258 5911 1324 0,'0'0'118'15,"0"0"-94"-15,0 0-24 0,0 0 0 16,0 0 42-16,0 0 4 0,0 0 1 0,0 0 0 0,0 0-4 0,0 0-1 16,0 0 0-16,0 0 0 0,0 0 6 0,6-3 0 15,3 3 1-15,-3-5 0 0,0 2-15 0,3 1-3 16,-3 2-1-16,3 0 0 0,0-6-18 0,0 6-4 16,-1-2-8-16,1 4 12 0,-3-2-12 0,3 0 0 15,-3 6 0-15,0-6 0 0,3 0 0 0,0 2 0 16,-3 1 0-16,6 0 0 0,-12-3 0 0,9 2 0 15,-3 3 0-15,3-2 0 0,0 2 0 0,-3 1 0 16,6 2 8-16,-4-3-8 0,-2 3 12 0,9 2-3 16,-6 1-1-16,-3 2 0 0,3 0 2 0,0-2 0 15,0 2 0-15,3 1 0 0,0-4-1 0,-3 3 0 16,0 3 0-16,3-3 0 0,2 6 1 0,-8-3 0 16,3 0 0-16,-3 2 0 0,-3 1-10 0,0-1 0 15,3 1 0-15,3-1 8 0,-6 1-8 0,3 2 0 0,0-2 9 16,0 2-9-16,3-3 0 0,-6 3 8 0,0 1-8 15,3-1 0-15,-3-3 8 0,3 3-8 0,-3-2 10 0,3 5-10 16,-6-6 11-16,0 3-11 0,0 1 12 0,0-1-12 16,0 0 12-16,0 0-12 0,-6-2 12 0,3 2-12 15,3-3 13-15,-6 3-4 0,3-2-1 0,3 2 0 16,-9 0-8-16,6 0 10 0,-3-2-10 0,3 0 10 16,-3-1-10-16,3 1 8 0,0-4-8 0,3 4 8 15,-6 2 2-15,-3-2 0 0,6-1 0 0,-9 1 0 16,6-3-1-16,-3-1 0 0,-3 1 0 0,4 0 0 15,-1 0-9-15,-3 0 12 0,3-5-12 0,3 2 12 16,-3 0-3-16,-6 0 0 0,9-2 0 0,-3-1 0 16,-3 1-9-16,3 0 12 0,-6-1-12 0,3 1 12 15,1-3-4-15,-1 2-8 0,0-2 12 0,3 0-4 0,-9 0 4 16,6-3 1-16,-3 3 0 0,0-2 0 0,-6 1 1 0,4-1 0 16,-1-4 0-16,-3 4 0 0,6-4-6 0,-3-2 0 15,0 0-8-15,3 0 12 0,1 0-12 0,2 0 8 16,0-2-8-16,0 2 0 0,-3-6-8 0,3 4-8 15,3-4-2-15,-3-1-1097 0</inkml:trace>
  <inkml:trace contextRef="#ctx0" brushRef="#br0" timeOffset="27957.16">2041 6376 1209 0,'0'0'53'0,"-6"-2"12"0,12-6-52 0,-6 3-13 0,0 5 0 0,0-3 0 0,0 3 99 0,0 0 17 16,0 0 3-16,0 0 1 0,-6-5-88 0,6 5-18 15,0 0-3-15,0 0-1 0,0 0 18 0,0 0 3 16,0 0 1-16,0 0 0 0,0 0-32 0,0 0 0 15,0 0 0-15,9 0-10 0,0 0 23 0,0-3 5 16,0 3 1-16,-3-3 0 0,8 1 25 0,1-1 6 16,0 0 1-16,6 3 0 0,-9-2-26 0,6-4-5 15,3 1 0-15,-1 3-1 0,-5-1 1 0,0 0 1 16,6-2 0-16,-9 0 0 0,6 2-13 0,-6 0-8 16,0 1 8-16,0-4-8 0,-4 4 8 0,1-1-8 15,0 1 8-15,0-1-8 0,-3 0 0 0,-6 3 0 16,0 0 0-16,0 0 0 15,0 0-24-15,0 0-10 0,0 0-2 0,0 0 0 16,0 0-131-16,0 0-26 0,0 0-6 0,0 0-294 0,0 0-59 16</inkml:trace>
  <inkml:trace contextRef="#ctx0" brushRef="#br0" timeOffset="28275.95">2264 6268 1076 0,'0'0'48'0,"0"0"9"0,0-8-45 0,0 3-12 0,0-3 0 0,0 3 0 16,0-3 86-16,-6 2 15 0,6-2 3 0,0 3 1 16,0-3-37-16,0 3-7 0,0 0-1 0,0 2-1 15,-3 0-12-15,3 3-3 0,0-8 0 0,0 8 0 16,0-5-9-16,0 5-3 0,0 0 0 0,0 0 0 0,0 0 2 16,0 0 0-16,0-5 0 0,0 5 0 15,0 0-11-15,0 0-3 0,0 0 0 0,0 0 0 0,0 0-20 16,-6 5 0-16,6 3 0 0,-3 0 0 0,3 0 0 0,-3 2 0 15,3 1 0-15,0 2 0 0,0 3 0 0,0 0 0 16,-6 0 0-16,6 2 0 0,0 1 0 0,0-1 9 16,-3-4 0-16,3 7 0 0,0-5-9 0,0 0 10 15,-6 2-10-15,6 1 10 0,-3-4-10 0,3 1 0 16,0 0 9-16,3-3-9 16,-3 1-20-16,-3-1-8 0,0 0-1 0,3-2-600 15,3-3-120-15</inkml:trace>
  <inkml:trace contextRef="#ctx0" brushRef="#br0" timeOffset="28668.62">2115 6847 1645 0,'0'0'72'16,"0"0"16"-16,0 0-70 0,0 0-18 0,0 0 0 0,0 0 0 0,0 0 57 0,0 0 8 15,0 0 2-15,0 0 0 0,0 0-40 0,0 0-8 16,0 0-2-16,0 0 0 0,0 0 11 0,6 3 3 15,-6-3 0-15,6 0 0 0,3 0 23 0,0 0 5 16,0 0 1-16,0 0 0 0,0 0-2 0,3-3 0 16,-3 3 0-16,3-2 0 0,5-1-36 0,-5 3-7 15,9-5-2-15,-9 5 0 0,6 0-3 0,-3 0-1 16,3 0 0-16,-6 0 0 0,2-3-9 0,-2 3 0 16,0 0 9-16,-6 0-9 0,6 0 0 0,-12 0-20 15,9 3 4-15,-9-3-737 16,3 2-148-16</inkml:trace>
  <inkml:trace contextRef="#ctx0" brushRef="#br0" timeOffset="30505.89">2338 7321 230 0,'0'0'20'0,"0"0"-20"16,0 0 0-16,0 0 0 0,-3-3 215 0,3 3 38 15,0-5 8-15,0 5 2 0,0 0-166 0,0 0-33 16,-5-5-6-16,5 5-2 0,0 0 4 0,0 0 0 0,-6-3 0 16,6 3 0-16,0 0-18 0,0 0-3 15,-6 0-1-15,6 0 0 0,0 0-7 0,0 0-2 16,-3 0 0-16,3 0 0 0,-6 3 12 0,6-3 3 0,0 0 0 16,0 0 0-16,0 0-5 0,0 0-1 0,0 0 0 0,0 0 0 15,0 0-5-15,0 0-1 0,0 0 0 0,0 0 0 16,0 0-5-16,0 0-2 0,0 0 0 0,0 0 0 15,0 0-12-15,0 0-2 0,-3 5-1 0,3-5 0 16,0 5-2-16,0 3-8 0,0 3 12 0,0-1-4 16,0 4-8-16,3-1 0 0,3 0 0 0,-6 3 0 15,0 3 0-15,3 2 0 0,3 0 0 0,-3 5 0 16,0 3 0-16,2 3 0 0,-5 5 0 0,3 0 8 16,3 3-8-16,-6 0 0 0,3-1 9 0,0 4-9 15,3 2 8-15,-6-3-8 0,3 3 8 0,-3 0-8 16,6 3 0-16,-6-3 9 0,0-3-9 0,3 3 0 15,0-3 8-15,-3-5-8 0,3-2 0 0,0-1 0 16,0-2 9-16,3-3-9 0,-3-3 0 0,3-2 9 16,-6 0-9-16,3-5 0 0,0-1 0 0,-3-2 0 0,6-3 0 15,-6 0 0-15,3-5-9 0,3-2 9 16,-6-1-124-16,0-5-17 0,0 0-4 0,3-8-794 16</inkml:trace>
  <inkml:trace contextRef="#ctx0" brushRef="#br0" timeOffset="32886.97">2401 4514 511 0,'0'0'22'0,"0"0"6"0,0-8-28 0,0 3 0 15,0-3 0-15,0 2 0 0,0 6 74 0,0-5 10 16,0 0 1-16,0 5 1 0,0-6-7 0,0 6-2 15,0-2 0-15,-3-3 0 0,0-1-33 0,3 4-8 16,0-6 0-16,0 5-1 0,-6 0-17 0,3 3-3 16,3 0-1-16,0-5 0 0,-6 2-2 0,6 3 0 15,0 0 0-15,0 0 0 0,0 0 15 0,0 0 2 16,0 0 1-16,0 0 0 0,0 0 9 0,0 0 1 16,0 0 1-16,0 0 0 0,0 0-12 0,0 0-2 0,0 0-1 15,0 0 0-15,0 0-11 0,0 0-3 0,0 0 0 0,0 0 0 16,0 0 0-16,0 0-1 0,0-2 0 0,0 2 0 15,0 0 4-15,0 0 1 0,0 0 0 0,6-3 0 16,-6 3-16-16,0 0 11 0,9-5-11 0,-9 5 10 16,3-3-10-16,-3 3 0 0,9 0 0 0,-9 0 0 15,9 0 0-15,-3 0 8 0,-6 0-8 0,9 0 0 16,0 0 8-16,-3 0-8 0,6-2 8 0,-4 2-8 16,-2 0 11-16,3 0-3 0,0 0-8 0,3 0 12 15,-3 0 1-15,0 0 0 0,0 0 0 0,3 0 0 16,-6 2 11-16,6-2 1 0,-3 3 1 0,3-3 0 15,-4 5-26-15,1-5 0 0,3 0 0 0,-9 0 0 16,-3 0 0-16,9 0 8 0,0 0-8 0,0 3 0 16,0-3 12-16,6 2-2 0,-3-2-1 0,3 0 0 15,-6 0-9-15,6 3 0 0,-4-3 9 0,4 0-9 0,-6 5 8 16,6-5-8-16,-3 0 10 0,3 0-10 0,-9 0 8 16,9 0-8-16,-6 0 0 0,3 3 9 0,-1-3-9 0,1 0 10 15,-3 0-10-15,3 0 10 0,3 3-10 0,-9-3 10 16,9 0-10-16,-6 0 10 0,3 0-10 0,-3 0 0 15,0 2 0-15,3 4 0 0,-1-6 0 0,1 0 8 16,-3 0-8-16,0 0 0 0,0 0 8 0,0 0-8 16,6 0 8-16,-6 0-8 0,3 0 8 0,-3 0-8 15,0 2 8-15,3-2-8 0,-1 3 8 0,4-3-8 16,-6 0 8-16,3 0-8 0,-3 0 10 0,-3 0-10 0,-6 0 12 16,9 3-12-16,0 2 8 0,-3-5-8 0,-6 0 0 0,12 0 0 15,-12 0 0-15,9 0 0 0,-3 2 0 0,-6-2 0 16,6 3 0-16,-6-3 0 0,9 0 0 0,-1 3 0 15,-8-3 0-15,6 2 0 0,-6-2 0 0,9 0 0 16,-9 0 0-16,0 0 0 0,0 0 0 0,9 3 0 16,-3-3 0-16,-6 0 0 0,0 0 0 0,0 0 0 15,0 0 12-15,0 0 0 0,0 0-1 0,0 0 0 16,0 0-11-16,0 0 0 0,0 0 0 0,0 0 0 16,0 0 0-16,0 0 0 0,0 0-8 0,0 0 8 15,0 0 0-15,0 0 0 0,0 0 0 0,12 3 0 16,-12-3 0-16,0 0 0 0,0 0 0 0,0 0 0 15,0 0 13-15,0 0-2 0,0 0-1 0,0 0 0 16,0 0-10-16,0 0 0 0,0 0 0 0,0 0 0 16,0 0 0-16,0 0 0 0,0 0-12 0,0 0 12 15,0 0 0-15,0 0 0 0,0 0 0 0,0 0 0 0,0 0-9 16,0 0 9-16,0 0 0 0,0 0 0 0,0 0 0 0,0 0 0 16,0 0 12-16,0 0-3 0,0 8-9 15,0-8 0-15,0 0 0 0,0 0 0 0,0 0 0 0,0 0 0 16,0 0-12-16,0 0 12 0,0 0 0 0,0 0 0 15,0 0 0-15,0 0 0 0,0 0 12 0,0 0-4 16,0 0 0-16,3-6 0 0,3 1-8 0,-3-3 0 16,0 3 0-16,3-3 0 0,-3-3 0 0,-3 3 8 15,0-2-8-15,6-1 0 0,-6 1 0 0,0 2 0 16,0-6 8-16,3 4-8 0,-6 2 0 0,3-5 0 16,3 5 0-16,-3-3 8 0,3 3-8 0,-3 0 0 15,0 3 0-15,0-6 0 0,0 9 0 0,0-6 8 0,0 5-8 16,0-2 0-16,0 5 8 0,0 0-8 0,0 0 0 15,0 0 8-15,0 0-8 0,0 0 0 0,0 0 9 0,0 0-9 16,0 0 0-16,0 0-8 0,0 0 0 0,0 0 0 16,6 5 8-16,3 0-12 0,-3 1 12 0,-3 2-12 15,3-3 12-15,0 3 0 0,3 3 0 0,-7-4 0 16,7-1 0-16,0 2 0 0,-6-3 0 0,3 3 0 16,6 0 0-16,-9 0 0 0,3 0 0 0,0 0 0 15,3-3 0-15,-3 3 0 0,0-5 0 0,0 2 0 16,3 0 0-16,0 0 0 0,-6 3 0 0,3-8 0 15,-3 6 0-15,6 2 8 0,-6-8-8 0,-3 0 0 16,0 0 0-16,5 5 0 0,1-5 0 0,-6 0 0 16,0 0 0-16,0 0 0 0,0 0 0 0,6 3 8 15,-6-3-8-15,0 0 0 0,0 0 8 0,9 5-8 0,-3-5 9 16,-6 0-9-16,6-5 12 0,-3-1-12 0,-3 6 15 16,6-2-4-16,-3-9-1 0,-3 3 0 0,3 0-10 0,0-2 12 15,3-1-12-15,0 0 12 0,-6 1-12 0,0-1 0 16,9-2 0-16,-9 0 0 0,3 0 0 0,0 2 0 15,-6 3 0-15,3-5 0 0,3 2 0 0,3 3 0 16,-3-2 0-16,3 2 0 0,0 0-10 0,-3 0 10 16,0 3 0-16,0-1-9 0,3 1 9 0,-6 2 0 15,0 3 0-15,0 0 0 0,3-5 0 0,3 2-10 16,-4 3 10-16,-2 0 0 0,0 0-14 0,9 0 4 16,-6 0 1-16,3 3 0 0,0 2 9 0,0 1-12 15,3 2 12-15,0-3-12 0,-6 3 12 0,6 5 0 16,0-5 0-16,-6 3-8 0,3 2 8 0,0-5 0 0,3 5 0 15,-6 0 0-15,3 0 0 0,3 1 0 0,0-1 0 16,-6 0 0-16,0 0 0 0,5 1 0 0,-2-1 0 16,3 0 0-16,-3 3 0 0,0-6 0 0,-3 1 0 0,3 0 0 15,0 2 0-15,0-3 0 0,3 1 0 0,-9-6 0 16,6 3 0-16,-3-2 0 0,3 1 0 0,0-4 8 16,-6-3-8-16,3 5 0 0,-3-5 0 0,6 6 8 15,-6-6-8-15,0 0 0 0,0 0 0 0,0 0 0 16,0 0 9-16,0 0-9 0,6 0 12 0,-6 0-12 15,0 0 19-15,6-6-3 0,-3-2-1 0,3 1 0 16,-6 1-7-16,3-7 0 0,0 2-8 0,0-2 12 16,0 0-12-16,-1-3 0 0,4 3 0 0,-6-3 0 15,9 0-8-15,-9 3-2 0,6 0 0 0,-6-1 0 0,3 4 10 16,0 2 0-16,0-5-9 0,3 5 9 0,-6 2 0 16,3-4 0-16,0 2 0 0,0 3 0 0,0-3 0 15,0 2 0-15,3 4-9 0,-3-6 9 0,3 5 0 16,-6-2 0-16,0 5 0 0,6-3 0 0,0 3-11 0,-6 0 11 15,0 0-10-15,0 0 10 0,9 3-12 0,-3 2 12 16,0 0-13-16,3 6 5 0,-6-3 8 0,3 5 0 16,2-5-9-16,-2 5 9 0,-6 1 0 0,6 2 0 15,-3-3 0-15,3 0 0 0,-3 0 0 0,6 0 0 16,-6 1 0-16,3-4 0 0,0 1 0 0,-3-1 0 16,0-4 0-16,0 2 0 0,3 0 0 0,-3-3 0 0,-3-5 0 15,0 0 0-15,0 0 0 0,0 0 0 0,0 0 8 16,0 0-8-16,0 0 0 0,0 0 0 0,0 0 0 15,0 0 8-15,0 0-8 0,0 0 0 0,0 0 9 0,0 0-9 16,0 0 0-16,0 0 9 0,0 0-9 0,0 0 0 16,9 0 9-16,-9 0-9 0,0 0 0 0,0 0 9 15,0 0-9-15,0 0 0 0,9-3 0 0,-9 3 0 16,0 0 0-16,9-2 0 0,-9 2 0 0,3 0 0 16,-3 0-10-16,9 0 10 0,-9 0 0 0,9 0-9 15,-3 0 9-15,2 0 0 0,1-6-9 0,0 6 9 16,0 0 0-16,3 0 0 0,0 0-9 0,0 0 9 15,0 0 0-15,0 0 0 0,0 0 0 0,0 0 0 16,3 0 0-16,-1 0 0 0,4 0 0 0,-6 0 0 16,6 0 0-16,3 0 0 0,-3 6 0 0,0-6 0 15,2 0 0-15,4 0 0 0,-9 0 0 0,6 0 0 16,-6 0 0-16,6 0 0 0,-1 0 0 0,-2 2 0 0,3-2 0 16,0 0 0-16,0 0 8 0,0 3-8 0,-3-3 11 15,-1 3-11-15,1 2 12 0,0-5-12 0,0 2 9 0,-3 1-9 16,0 0 0-16,0 2 9 0,-3-5-9 0,2 5 0 15,-2-5 0-15,-3 3 0 0,3 2 10 0,-3-5-10 16,0 3 12-16,-3 0-12 0,-6-3 13 0,6 0-4 16,3 0-1-16,-9 0 0 0,0 0 1 0,0 0 0 15,0 0 0-15,0 0 0 16,0 0-38-16,0 0-8 0,0 0-2 0,-12 2-1023 0</inkml:trace>
  <inkml:trace contextRef="#ctx0" brushRef="#br0" timeOffset="33582.1">4857 4167 576 0,'0'0'25'0,"0"0"6"0,0 0-31 0,0 0 0 0,0 0 0 16,0 0 0-16,0 0 192 0,0 0 33 0,0 0 7 0,0 0 0 15,0 0-171-15,0 0-34 0,0 0-7 0,0 0-2 16,6 8 14-16,-6-8 2 0,3 8 1 0,3 0 0 16,-1 0 3-16,-5 3 1 0,0-11 0 0,3 10 0 15,0-2-13-15,0 3-2 0,3-1-1 0,0 1 0 16,-6 2 5-16,3 0 2 0,0-5 0 0,0 8 0 16,3-3-15-16,-6 1-3 0,3-1-1 0,-3 8 0 15,3-8-1-15,0 6 0 0,-3-1 0 16,6 3 0-16,-6 1 5 0,0-1 1 0,0 3 0 0,0-3 0 15,0 2-4-15,0-4 0 0,0 2 0 0,-6 3 0 16,6-3 0-16,-3 0 0 0,0 0 0 0,3 1 0 16,-3 1 9-16,3 1 2 0,-3-8 0 0,0 3 0 15,3-3-9-15,-3-1-2 0,3-1 0 0,0 4 0 16,-3-7-4-16,3-1 0 0,0-2-8 0,-3 0 12 16,3 3-1-16,0-1-1 0,0-4 0 0,0 2 0 15,0-8 0-15,0 0 0 0,0 0 0 0,0 0 0 0,0 0-10 16,0 0 0-16,0 0 0 0,0 0 0 15,0 0-29-15,0 0 1 0,0 0 1 16,-9 0 0-16,3 0-137 0,0-8-27 16</inkml:trace>
  <inkml:trace contextRef="#ctx0" brushRef="#br0" timeOffset="34077.74">5190 4101 1324 0,'0'0'59'0,"0"0"12"15,0 0-57-15,0 0-14 0,0 0 0 0,0 0 0 0,0 0 133 0,0 0 24 0,0 0 5 0,0 0 1 16,0 0-132-16,0 0-31 0,0 0 0 0,0 0 0 15,0 0 0-15,0 0 0 0,0 0-11 0,0 0 11 16,0 0 0-16,0 0 0 0,0 0 0 0,0 0 0 16,0 0 0-16,0 8 10 0,0 0 0 0,0 3 0 15,0-4 3-15,0 7 1 0,0-9 0 0,0 8 0 16,0-2-2-16,0 2-1 0,0 3 0 0,0-3 0 16,-3 0 11-16,3 3 2 0,3 0 1 0,-3 0 0 15,0 0-9-15,0 5-1 0,0-5-1 0,0 2 0 16,0 4-4-16,0-1-1 0,0 0 0 0,0 5 0 15,0-7 6-15,0 5 1 0,0 0 0 0,0-1 0 0,0 4-4 16,0-3 0-16,-3 5 0 0,3-3 0 0,-3-5 0 16,3 3-1-16,3 3 0 0,-3-6 0 0,-3 0 1 0,3 0 0 15,3 0 0-15,-3 0 0 0,0-2 1 0,0-3 1 16,0 0 0-16,0 0 0 0,0-6-1 0,3 3 0 16,-6 1 0-16,3-1 0 0,0-8-1 0,0 3 0 15,0 0 0-15,0-3 0 0,-3 1-4 0,3-6 0 16,0 0-8-16,0 0 12 0,-3 5-12 0,3-5 0 15,0 0 0-15,0 0 0 16,0 0-97-16,0 0-13 0,0 0-2 0</inkml:trace>
  <inkml:trace contextRef="#ctx0" brushRef="#br0" timeOffset="35947.89">5253 4567 950 0,'0'0'42'0,"0"0"9"0,0 0-41 0,0 0-10 16,0 0 0-16,0 0 0 0,0 0 57 0,0 0 10 16,0 0 1-16,0 0 1 0,0 0-38 0,0 0-8 0,-6 0-2 0,6 0 0 15,0 0 15-15,0 0 2 0,0 0 1 16,0 0 0-16,0 0-3 0,0 0-1 0,0 0 0 0,0 0 0 16,0 0 0-16,0 0 0 0,0 0 0 0,0 0 0 15,0 0-20-15,8 0-4 0,4 0-1 0,-3 0 0 16,3 0 12-16,3 0 2 0,-3 0 1 0,3 0 0 15,-3 0-10-15,0 0-3 0,3 0 0 0,2 0 0 16,1 0 12-16,3-6 1 0,-3 6 1 0,3-2 0 16,-3 2 1-16,6-3 0 0,-4 6 0 0,-5-3 0 15,3 0-27-15,3 0 0 0,0 0 0 0,-3 0 0 16,-1 2 9-16,4-2 0 0,3 0 0 0,0-2 0 16,0 2-1-16,-6 0 0 0,-1 0 0 0,7-3 0 15,0 3 7-15,0-3 1 0,0 3 0 0,3 0 0 16,-1-5-6-16,1 3-1 0,-3-1 0 0,3 0 0 15,-3 3 1-15,-1 0 0 0,4-5 0 0,-3 5 0 16,0-3 2-16,3 3 0 0,-4 0 0 0,4-2 0 16,0 2 0-16,-3 2 0 0,-3-2 0 0,2 0 0 0,-2 0-3 15,3 0 0-15,3-2 0 0,-6 2 0 0,2 0-9 0,-2-3 0 16,0 3 9-16,0-5-9 0,0 2 0 16,-3 3 9-16,-3 0-9 0,2 0 0 0,1-3 8 0,-6 1-8 15,3 2 0-15,0 0 0 0,-6 0 8 0,3 0-8 16,0 0 0-16,-3 0 0 0,-9 0 0 0,3 0-11 15,6 0 2-15,-9 0-686 16,0 0-137-16</inkml:trace>
  <inkml:trace contextRef="#ctx0" brushRef="#br0" timeOffset="38250.61">5770 4659 565 0,'0'0'24'0,"0"0"7"0,0 0-31 0,0 0 0 0,0 0 0 0,0 0 0 16,0 0 58-16,0 0 6 0,0 0 0 0,0 0 1 15,0 0 35-15,0 0 8 0,0 0 0 0,0 0 1 0,0 0-25 16,0 0-6-16,0 0-1 0,0 0 0 16,0 0-26-16,0 0-6 0,0 0-1 0,0 0 0 0,9 6-13 0,-6-4-3 15,0 6-1-15,0-3 0 0,3 3-9 16,-3 0-2-16,0 0 0 0,3 3 0 16,-3-1-3-16,0 1-1 0,0 2 0 0,3-5 0 0,-3 8-1 15,3-3-1-15,-3 3 0 0,0 3 0 0,0-3 2 0,-3 2 0 16,-3 3 0-16,0 0 0 0,6 3 16 0,0 3 4 15,0-1 1-15,-3 3 0 0,0 0-33 16,0 0 0-16,3 1 0 0,-3-1 0 0,0 2 0 0,0-1 0 16,3 1 0-16,0 1 10 0,0 2-10 0,-3-2 0 15,-3 3 0-15,3-4-11 0,3 4 19 0,-6-4 3 16,0-1 1-16,3-1 0 0,0 0-12 0,-3 0 0 16,0 3 0-16,0-11 0 0,3 3 0 0,0-1 0 15,0 1 0-15,-3 0-11 0,3-5 11 0,-3-1 0 0,0 1 8 16,3-3-8-16,0-3 0 0,0 3 9 0,-6-6-9 15,3 1 0-15,0-3 11 0,0-3-11 0,-3 3 10 0,3-3-10 16,0-2 9-16,-3 2-9 0,6-5 8 0,-3 0-8 16,-3 3 8-16,3-3-8 0,-3 0 8 0,6-3-8 15,-9 3 12-15,6-5-4 0,-2 2 0 0,2-2 0 16,-3 0-8-16,3-3 8 0,0 0-8 0,0 2 8 16,3-4 4-16,0 2 1 0,0 3 0 0,0-6 0 15,0 3-13-15,0 3 8 0,0-3-8 0,3 3 0 16,0-1 8-16,0 1-8 0,-3 5 0 0,3-8 9 15,3 3-9-15,-1 0 0 0,1-1 0 0,0 1 0 16,3 0 0-16,-3 2 0 0,3 3-8 0,-3-8 8 16,-6 8 0-16,9 0 0 0,3 0 0 0,0 0 0 15,-3 3 0-15,3 2 0 0,6-5 0 0,-10 5 0 0,7 1 0 16,0-1 0-16,-3 3-11 0,3 0 11 0,-3 0 0 16,-3 2 0-16,6 4 0 0,-9-4 8 0,6 3 0 15,0 3 0-15,-4 0 0 0,4 3 0 0,-6 2 0 0,3 3 1 16,-3-9 0-16,3 7 0 0,-3-1-9 0,3 0 0 15,-3 3 0-15,-3 0 0 0,0-1 0 0,-3 1 0 16,0 0 8-16,0 0-8 0,0 2 8 0,-6-2-8 16,0 3 0-16,0-4 8 0,-3 4-8 0,0 2 0 15,-3-5 0-15,3 0 8 0,-6-3 0 0,1 0-8 16,-1 0 12-16,3 0-4 0,-3-5-8 0,0 3 0 16,0-1 0-16,0-5 0 0,0 1 0 0,1-4 0 15,2 1 0-15,-3-3-11 0,0 0 11 0,3 0-12 0,-3-3 12 16,-3 0-12-16,3-2 1 0,-3-3 0 0,7 0 0 15,-4-5 0-15,3-1 3 0,0 1 0 0,0 0 0 16,0-3 0-16,3 0-1 0,3-3 0 0,-3 1 0 0,3 2 0 16,3 0 9-16,0-3 0 0,3 1 0 0,0-4 0 15,3 6 0-15,0-5 8 0,6 5-8 0,-3-2 0 16,3-4 0-16,0 4 0 0,3-1-12 0,3 3 4 16,0-2-4-16,0 2 0 0,2 2 0 0,-2 1 0 15,3 3 20-15,-3-1 3 0,3 0 1 0,0 3 0 16,0 0-12-16,-1 0 0 0,4 6 0 0,0-4 0 15,-3 3 19-15,0 3-2 0,-3 3 0 0,3-3 0 16,-3 8-17-16,2-8 0 0,-5 2-13 0,0 6 5 16,0 0 8-16,0 0 0 0,0 0 8 0,-3 2-8 0,0 4 13 15,0-4-1-15,-3 3-1 0,0-2 0 0,0 2-11 0,-3 3 0 16,-3-3 0-16,0 0 0 0,-3 6 0 16,0-9 0-16,0 3 0 0,-6 3 0 0,0-3 0 15,-3 3 0-15,3-5 0 0,-3 2 0 0,-6-3-10 0,3 3 10 16,0-5 0-16,0 0-9 0,-2 0 0 0,-1-3 0 15,-3 0 0-15,6-2 0 0,0 0 9 0,-9-3-12 16,6-1 12-16,-2-1-12 0,5-1 12 0,3-2 0 16,0-1 0-16,-9-2 0 0,6-2 0 0,0-1 0 15,0-2-10-15,4-3 10 0,-1 0 0 0,0 0-8 16,6 0 8-16,-3 0 0 0,3 0 0 0,3 0 0 16,0 0 0-16,3 0 0 0,0-2 0 0,3-1 0 15,0 3 0-15,3-2 0 0,3 2 0 0,-3-3 0 0,6 3-10 0,0-2 10 16,-1 2 0-16,4 2 0 0,0-2 0 0,0 6 0 15,6-3 0-15,-9 5 0 0,6 0 0 0,3 0 8 16,-7 2 9-16,7 3 3 0,-6 3 0 16,3 0 0-16,-3 6-20 0,3-4-12 0,-6 6 1 15,3 0 1-15,-1-3 10 0,-2 6 0 0,0-3 0 0,0 2 8 16,-3 1-8-16,0-4 0 0,-6 1 0 0,0 5 0 16,0-2 0-16,-3 2 0 0,-3-2 0 0,-3 2 0 15,0 3 0-15,-3-3-10 0,0 0 10 0,-6 3 0 16,0 0-10-16,1-3 10 0,-1-3-8 0,-3 1 8 15,-3-1-9-15,3 1 9 0,-3-1-10 0,3-2 10 16,1-3 0-16,-4 1 0 0,3-6 0 0,-3 2 0 16,0 1 0-16,0-3 0 0,1 0 0 0,-1-6 0 0,3 1 0 15,0-6 0-15,0 3 0 0,3-2 0 0,3-1 0 0,0-2-9 16,3-1 9-16,1-1 0 16,2 1 0-16,0-2 0 0,3 3 0 0,3-3 0 15,-3 0 20-15,6 0-1 0,0 0 0 0,3 0 0 0,3 0-19 16,-1-2 0-16,4 2-11 0,3 0 11 0,0 0 0 0,3 3 0 15,0-1 10-15,0 6-2 0,3 0-8 0,-4 3 0 16,-2 0-8-16,3 2 8 0,0 3 0 0,0 0 8 16,-3 2 0-16,3 1 0 0,-6 2 0 0,-1 3 0 15,1 0 0-15,-6 3 0 0,0-1-8 0,-3 3 0 16,-3 0-11-16,-3 1 11 16,-3 1-45-16,-3 1-3 0,-6 0-1 0,4 2 0 0,-7-2 19 0,3 3 4 15,-3 2 1-15,0-3 0 16,0-5-3-16,3 1 0 0,-8-1 0 0,5-3 0 0,0 1 8 0,3-3 2 15,-3-3 0-15,3-2 0 0,0-4 18 0,3 1-10 0,1-2 10 16,-1-4-8-16,-3 1 8 0,6-3 0 0,0-3 0 0,3 1 0 16,0-4 10-16,6 4-2 0,-9-4-8 0,6 1 12 15,3-3 0-15,0 3 0 0,0-3 0 0,6 0 0 16,0 0 0-16,-3 0 0 0,0-2 0 0,3-1 0 16,0 6-3-16,0-3-1 0,0 0 0 0,0 0 0 15,0 3 0-15,3-1 0 0,-6 1 0 0,2 0 0 16,-5 5 7-16,6 0 1 0,3-3 0 0,-9 3 0 15,0 0 4-15,6 5 0 0,0 1 1 0,0 2 0 16,3-3-6-16,-6 5-2 0,0 4 0 0,0-1 0 16,0 3 3-16,0 2 0 0,-3 4 0 0,0-1 0 15,0 0-5-15,0 0-1 0,3 3 0 0,-3 2 0 16,0 1-2-16,0-1 0 0,3 3 0 0,0 0 0 16,-3 1-8-16,0 1 0 0,3-2 9 0,0-2-9 0,0-1 9 15,0 1-9-15,-6-3 12 0,6-1-12 0,0-1 14 0,3-4-4 16,-6 1-1-16,6-4 0 0,-6 1 3 15,0-2 1-15,0-4 0 0,3 1 0 0,-3-1-2 0,3 1-1 16,0-3 0-16,-3 0 0 0,0-3-2 0,0 0-8 16,0-5 12-16,0 0-4 0,0 0-16 0,0 0-4 15,0 0-1-15,0 0 0 16,0 0-111-16,0 0-21 0,-6 3-5 0</inkml:trace>
  <inkml:trace contextRef="#ctx0" brushRef="#br0" timeOffset="39594.44">2398 8411 172 0,'0'0'8'0,"0"0"1"0,0 0-9 0,0 0 0 0,0 0 0 0,0 0 0 15,0 0 263-15,0 0 50 0,0 0 11 0,0 0 1 16,0 0-221-16,0 0-44 0,12 0-8 0,-3-3-3 16,-3 1-12-16,6 2-2 0,-3 0-1 0,3-3 0 15,-10 3-10-15,10-2-1 0,-3 2-1 0,6 0 0 16,-3 0-6-16,-3-3-2 0,3 0 0 0,6 3 0 16,-3-2 1-16,3 2 0 0,-7 0 0 0,7 0 0 15,-9 0 5-15,6-3 0 0,0 3 1 0,6-3 0 16,0 3 5-16,0 0 1 0,-1 0 0 0,-2 0 0 15,3 0-3-15,-6 0-1 0,6 0 0 0,0 0 0 16,-4 0-3-16,4 0 0 0,0 0 0 0,6 0 0 16,-6 0-4-16,-3-2 0 0,2 2-1 0,4 0 0 15,3 0-4-15,-6 0-1 0,3 0 0 0,3 0 0 16,2 0-10-16,-5 2 10 0,3-2-10 0,-6 3 10 16,3 0-10-16,2-1 0 0,-5 1 9 0,3 0-9 0,-3 2 12 15,6-3-3-15,-4 4 0 0,4-1 0 0,-3-2 3 16,3-1 0-16,3 4 0 0,-7-4 0 0,4-2 0 15,-6 3 0-15,9-3 0 0,0 3 0 0,-7-1 0 0,4-2 0 16,0 0 0-16,3 3 0 0,-4-3 7 0,4 0 1 16,-9-3 1-16,9 3 0 0,-6 0-5 0,2 0-2 15,-2 0 0-15,3 0 0 0,-9 0 1 0,6 0 0 16,2 0 0-16,-2 0 0 0,3 0-15 0,0 0 0 16,-3-2 8-16,2 2-8 0,-2-3 0 0,3 3 0 15,-3 0 0-15,9 0 0 0,-10-3 0 0,4 3 8 16,-3 0-8-16,3-2 0 0,3-1 0 0,-10 0 0 15,4 3 8-15,3-2-8 0,-3-1 20 0,3 3 0 16,2 0 1-16,-8-3 0 0,9 3-21 0,-9 3 0 0,3-3 0 16,2 0 0-16,-2-3 8 0,-3 1-8 15,6 2 10-15,-6 0-10 0,3 0 12 0,2 0-4 0,-2 0-8 0,0-3 12 16,0 0-12-16,0 1 0 0,-4-1 0 0,4 1 0 16,0-1 0-16,3-2 0 0,-3 2 0 0,-1 0 0 15,1 1 13-15,0-4-3 0,3 4-1 0,-6-1 0 16,0-2-1-16,-1 5-8 0,4-3 12 0,-3 3-4 15,0-3-8-15,0 3 8 0,3-2-8 0,-1 2 8 16,4 0-8-16,-9 0 0 0,0 0 0 0,3 0 8 16,2 0-8-16,1 0 0 0,0 0 0 0,0 0 8 15,0 0-8-15,-3 0 0 0,5 0 0 0,-8-3 0 16,6 3 0-16,0-2 0 0,-3 2 0 0,2 0 0 16,1-3 0-16,0 0 0 0,0 1 11 0,3 2-11 15,2-3 9-15,-5 3-9 0,0-3 8 0,0 3-8 16,0 0 8-16,3 0-8 0,-1 0 8 0,1-2-8 0,0 2 18 15,-3 0-2-15,2-3 0 0,-2 0 0 0,3 1-16 16,-3-1-19-16,3 3 4 0,-1-3 1 0,-2 3 22 16,3-2 5-16,0-1 1 0,-3 3 0 0,-3 0-14 0,-1 0 0 15,4 0 0-15,0 0 0 0,3 0 0 0,-3 0 0 16,2 0 0-16,-2 0-10 0,-3 0 10 0,3 0 0 16,3 0 8-16,-10 0-8 0,10 0 0 0,-3-2 0 15,0 2-12-15,3-3 4 0,-4 3 8 0,1 0 0 16,0-3 0-16,0 3 0 0,0-2 12 0,0-1 0 15,2 3 1-15,-2-3 0 0,0 3-13 0,0-2-8 16,-3 2 8-16,2-3-13 0,1 3 13 0,0 0 10 0,0 0-2 16,0-3 0-16,-1 3-8 0,1-2 0 0,0 2 0 15,0-3 0-15,-3 0 0 0,0 3 0 0,5 0 0 16,-2 0 8-16,-6 0-8 0,6-2 10 0,3 2-10 0,-1 0 10 16,1 0-10-16,0 2 0 0,-6-2 9 0,3 3-9 15,5-3 0-15,-5 3 0 0,-6-3 0 0,3 0 8 16,6 0-8-16,-3 0 0 0,-7 0 0 0,1-3 8 15,0 0-8-15,0 3 0 0,0 0 0 0,-6-2 0 16,-12 2 0-16,9 0 0 0,3-3 0 0,-3 3 0 16,-9 0-88-16,0 0-18 15,0 0-4-15</inkml:trace>
  <inkml:trace contextRef="#ctx0" brushRef="#br0" timeOffset="42965.86">6625 4487 691 0,'0'0'30'0,"0"0"7"0,0 0-29 0,0 0-8 16,0 0 0-16,0 0 0 0,0 0 193 0,0 0 38 16,0 0 7-16,0 0 2 0,0 0-163 0,0 0-32 15,0 0-6-15,0 0-2 0,0 0-12 0,0 0-2 16,0 0-1-16,0 0 0 0,0 0-5 0,0 0-1 16,0 0 0-16,0 0 0 0,-3-5-6 0,3 5-2 15,3-8 0-15,-3 3 0 0,-3-3 3 0,3 3 0 16,3-6 0-16,0 3 0 0,-3 0 5 0,3 0 0 15,3-2 1-15,0 2 0 0,-3-3-1 0,2 3 0 16,1-2 0-16,3 2 0 0,0 0 0 0,0-6-1 16,0 4 0-16,0 2 0 0,0 0-2 0,0-3 0 15,0 3 0-15,-3-2 0 0,0 2-1 0,3 0 0 16,0-3 0-16,3 4 0 0,-4 1 0 0,4-2 0 0,-3 0 0 16,0 0 0-16,3 3-4 0,0-3 0 0,-3-2-8 15,3 2 12-15,-3 2-4 0,3 6-8 0,0-8 11 0,-3 6-11 16,0-1 11-16,-4 3-11 0,7 0 10 0,-3 0-10 15,0 0 8-15,3 0-8 0,0 3 0 0,3-1 0 16,-3 6 0-16,-3-8 0 0,3 6 0 0,0-1 0 16,2 3 0-16,-2-3 0 0,-3 3 0 0,3 0 9 15,3 0-9-15,-3 3 0 0,-3-3 0 0,-3 2-11 16,3 3 11-16,0 1 0 0,-3-1 10 0,0 0-10 16,-6 0 0-16,3 3 0 0,6-3 0 0,-4 3-10 15,-7-3 10-15,-1 3 9 0,8-2-1 0,-2-1-8 16,-3 0 0-16,-3 0 0 0,1 0 0 0,-1 1 0 15,3 2 0-15,-3-3 0 0,-3-5 0 0,0 2 0 0,3-2 9 16,0 0-9-16,-6-3 0 0,3 1 9 16,0 2-9-16,0-6 0 0,6-2 0 0,-3 6 8 0,-6-4-8 15,9-2 12-15,0 0-12 0,0 0 12 0,-9 0-2 0,3 0 0 16,6 0 0-16,0 0 0 0,-6 0 7 0,0-5 2 16,0 0 0-16,3-1 0 0,3 6-3 0,-3-5-1 15,-3-3 0-15,3 0 0 0,0-2-15 0,3-1 9 16,0 1-9-16,-3 2 8 0,0-8-8 0,3 2 0 15,3 4 0-15,-3-3 0 0,-3-1 0 0,3 4 0 16,6 2 0-16,0-5 0 0,-3-1 0 0,3 4 8 16,3 2-8-16,0-3 12 0,0 1-12 0,0-1-17 15,0 3 4-15,3-2 1 0,3-1 12 0,-3 0 0 16,-6 1 0-16,5 2 0 0,7 0 0 0,-6-3 0 0,-6 1 0 16,3 5 0-16,3-3 0 0,0 2 0 0,3-2 0 15,-6 3 0-15,-3 0 0 0,6 0 0 0,5 2 0 0,-2 3 0 16,-3 0 0-16,0-5 0 0,3 2-10 0,0 3 10 15,3 0 0-15,-3 3 0 0,-6 2 0 0,5-5 0 16,1 0-10-16,-3 5 10 0,-3-2 0 0,3 2-9 16,0 0 9-16,-3 3 0 0,0-2 0 0,0 2 0 15,0-6 0-15,3 9 9 0,-3-6-1 0,0 3-8 16,-9 5 9-16,5-7-9 0,4 7 0 0,-3-8 9 16,-6 6-9-16,0-1-16 0,6-2 4 0,0 3 1 15,-3-3 11-15,0 5 0 0,-3-5 0 0,0 2-8 16,6 4 8-16,-9-6 0 0,-3 2 0 0,0-2 0 15,6 5 0-15,-3-5 0 0,0 3 0 0,-3-3 0 16,-3 0 0-16,1 0 0 0,8 0 0 0,-6 0 8 16,-3-6 0-16,3 1 1 0,6-3 0 0,0 0 0 15,-6 8-9-15,6-8-17 0,0 0 4 0,0 0 1 0,0 0 12 16,0 0 13-16,-6-5-2 0,6 5-1 0,0 0-2 0,-6-3-8 16,0-8 12-16,0 3-4 0,6-2 1 0,-3 2 0 15,0-5 0-15,-3-1 0 0,0 1-9 0,6-5 0 16,0 2 0-16,0-3 0 0,-3 3 0 0,0 0 0 15,9-5-12-15,0 5 12 0,-3 1 0 0,0-1 0 16,0 0 0-16,3 3 0 0,0-1 0 0,0 1-11 16,-3 0 11-16,3 0-12 0,6 2 12 0,-6 3 0 15,3-5 0-15,-4 2-8 0,4 3 8 0,0 0 0 16,0 3-9-16,-3 0 9 0,-3 2 0 0,6-5 0 16,3 3 0-16,-3 0 0 0,-9 5 0 0,6-3 0 0,9-2 0 15,3 2 0-15,-6 3 0 0,5 0 0 0,-5 3 0 0,3-1 0 16,3 1 0-16,0 0 0 0,-9 2 0 0,3 0 0 15,6 3 0-15,-6 0-16 0,-4 0 3 0,1 3 0 16,0-6 13-16,-3 6 0 0,3-1-10 0,0 3 10 16,-6-2 0-16,3 2 0 0,6 0 0 0,-3 1 0 15,-9 2 0-15,3-3 0 0,3 0 0 0,-3-2 0 16,0 2-9-16,-3 0 9 0,0 0 0 0,3 0 0 16,0-5 0-16,-6 3 0 0,-3 0 0 0,3-3 0 15,3 2 0-15,-3 1 0 0,-6-6 0 0,3 3 0 16,-3-3 0-16,6 3 0 0,3-8 0 0,-6 0 0 15,-6 5 0-15,6-5 8 0,6 0-8 0,0 0 0 16,-9 3 10-16,3-3-10 0,6 0 10 0,0 0-10 16,-6-5 12-16,0 2-3 0,0-7-1 0,4-1 0 15,4 6-8-15,-2-9 12 0,-5 4-12 0,2 2 12 0,6-5-4 16,-3-6 0-16,-3 3 0 0,0 3 0 0,6-3-8 0,3 0 0 16,-4 0 0-16,4 1-11 0,-6 1 11 0,3 1-8 15,6 0 8-15,-3-3-8 0,0 5 8 0,0 1-8 16,0 2 8-16,3-3-8 0,3 3 8 0,-6 3 0 15,0-3 0-15,3 3-8 0,3 2 8 0,-3-2 0 16,-9 5 0-16,9 0 0 0,0 0 0 0,2 0 0 16,1 5 0-16,-3-2-12 0,-3 2 12 0,3 3-10 15,3 3 10-15,-3-3-10 0,-3 2 10 0,0 3-10 16,9-2 10-16,-6 5-10 0,-3 0 10 0,0 0 0 16,0 0 0-16,0 2 0 0,2-2 0 0,-5 0-8 15,-3 2 8-15,0 3-12 0,3-7-1 0,-3 4-1 0,-9-2 0 16,4 0 0-16,2-3 1 0,-3 0 0 0,3 1 0 15,-6-1 0-15,0-3 13 0,3-2-11 0,3 0 11 0,0 0-10 16,-6-2 10-16,6-1 0 0,3-5-9 0,0 0 9 16,0 0 0-16,0 0-11 0,0 0 11 0,0 0-8 15,6 3 8-15,-6-3 0 0,0 0 0 0,0 0 8 16,0 0 5-16,0 0 2 0,0 0 0 0,0 0 0 16,0 0-7-16,0 0-8 0,6-6 11 0,-6 6-11 15,0 0 0-15,0 0 0 0,6-2 0 0,-6 2 0 16,-3-8 0-16,3 8 0 0,6-6 0 0,0 1 0 15,-6 5 0-15,6-3 0 0,0-2 0 0,0 2-9 16,6 1 9-16,-4 2 0 0,-8 0 0 0,3 0 0 16,12-5 0-16,-3 5-8 0,-12 0 8 0,6-3 0 0,0 3 0 15,3-3 0-15,3 1 0 0,-6 2 8 0,3 0-8 16,0 0 0-16,3-6 0 0,3 4 0 0,-7 2 0 16,7-3 0-16,3 3 10 0,0-3-10 0,-3 3 14 0,3-5-3 15,0 5-1-15,3-3 0 0,-1 1 2 0,-2 2 0 16,3-3 0-16,-3 3 0 0,6 0-4 0,-3-5-8 15,2 2 12-15,1 3-4 0,0-2-8 0,0 2 8 16,-3-3-8-16,2 3 8 0,4 0 6 0,0 0 1 16,0-5 0-16,0 5 0 0,-1-3 3 0,1 3 1 15,-3-3 0-15,0 1 0 0,0 2 1 0,-1 0 0 16,-2-6 0-16,3 4 0 0,-3-1-5 0,-3 0-1 16,3 1 0-16,-4-1 0 0,1 1-14 0,-6-1 9 15,3 0-9-15,-3 1 8 0,3-1-8 0,-6 3 8 16,-3 0-8-16,0-5 8 0,0 2 0 0,-6 3-8 0,0 0 12 15,0 0-4-15,0 0-8 0,0 0-11 0,0 0 3 0,0 0 0 32,-6 0-137-32,-9-3-27 0,-27 6-6 0,1-3-1 0</inkml:trace>
  <inkml:trace contextRef="#ctx0" brushRef="#br0" timeOffset="44887.86">9095 4358 403 0,'0'0'36'0,"0"0"-36"0,0 0 0 0,0 0 0 16,0 0 213-16,0 0 36 0,0 0 7 0,0 0 2 16,0 0-172-16,0 0-34 0,0 0-8 0,0 0 0 15,0 0-8-15,0 0-2 0,0 0 0 0,0 0 0 16,0 0-22-16,0 0-12 0,0 0 12 0,0 0-12 15,0 0 15-15,0 0-4 0,0 0-1 0,0 0 0 16,0 0 6-16,0 0 2 0,0 0 0 0,0 0 0 16,0 0-8-16,3 8-2 0,-3-3 0 0,3 3 0 15,-3 0 5-15,0 0 1 0,0 0 0 0,3 0 0 16,0 2-5-16,-3 3-1 0,0 1 0 0,0-1 0 16,0 0-8-16,0 0 0 0,3 1 0 0,0 1 0 15,-3 1 16-15,0-2-1 0,3 7-1 0,-3-8 0 16,0 8-5-16,3 3-1 0,-3-6 0 0,3 4 0 0,0-4 10 15,0 3 2-15,-3 3 0 0,3-3 0 0,3 0-4 16,-3 3 0-16,-3-3 0 0,0 3 0 0,3-3-16 0,-3 3 0 16,3 0 8-16,0 0-8 0,-3 0 12 0,3-1-2 15,-3 1 0-15,0 3 0 0,3-1 1 0,-3-2 0 16,0-3 0-16,-3 6 0 0,3-9-3 0,0 6 0 16,-3-3 0-16,3 0 0 0,0-2 0 0,-3-1 0 15,3 1 0-15,0-1 0 0,0 1-8 0,0-1 0 16,0-4 9-16,0 4-9 0,0-2 0 0,0 0 8 0,0 5-8 15,-3-8 0-15,0 3 13 0,0 0-1 16,3 0-1-16,0 0 0 0,-3 0-11 0,0-3 0 0,0 0 0 16,3-2 0-16,-3-1 0 0,0 1 0 0,3-1 0 15,0-2 8-15,0-2-8 0,0 2 0 0,0-8 0 0,-3 5 0 32,3 3-106-32,-3-5-17 0,-3-1-3 0,3 6-1 0</inkml:trace>
  <inkml:trace contextRef="#ctx0" brushRef="#br0" timeOffset="46136.38">8955 5638 288 0,'0'0'12'0,"0"0"4"0,0 0-16 16,0 0 0-16,3-2 0 0,-3 2 0 0,0 0 398 0,0 0 77 15,9 2 15-15,-3-2 3 0,3 3-382 0,-3-3-77 16,0 5-15-16,3-2-3 0,0 0-16 0,0-1 0 15,-9-2 8-15,6 5-8 0,-3 3 0 0,6 0 0 16,-3 0 0-16,3 0 0 0,-3 3 0 0,2-6 0 16,4 3 0-16,0-3 0 0,0 3 0 0,0 0 0 15,0 0 0-15,0 0 0 0,0 0 11 0,0 0-1 16,-3 0 0-16,3 2 0 0,-1-2 13 0,1 3 2 16,-6-6 1-16,3 3 0 0,0 3-10 0,0-3-1 15,0-3-1-15,-3 3 0 0,0 0-2 0,0 0 0 16,-3 0 0-16,0 2 0 0,0-10-12 0,0 6 11 15,-3 2-11-15,3 0 10 0,-6-3 2 0,3 0 0 16,-3 0 0-16,0-2 0 0,-3 2 7 0,0 1 1 16,0-1 1-16,0 0 0 0,0 0-21 0,-3 1 0 15,0-1 0-15,3-2 0 0,-3 2 0 0,0 0 0 0,-2 3 0 0,2-5 0 16,-3 0 0-16,0 4 0 0,3-4 0 0,-3 5 0 16,-3-3 0-16,3 3 0 0,-3-2 0 0,3-1 0 15,3 3 0-15,-2-3 0 0,-1 3 0 0,3-3 0 16,3 3 0-16,-3-2-12 0,0-1 2 0,3 0 0 15,3 0 10-15,0 3 8 0,-3-5-8 0,6-3 11 16,0 0-11-16,0 8 12 0,3 0-12 0,0 0 12 16,3 2-12-16,0-2 10 0,0 0-10 0,3 0 10 15,0 0-10-15,3 3 8 0,-1-3-8 0,4 2 8 16,-3-7 4-16,3 7 1 0,0 1 0 0,0-6 0 16,-3 3-4-16,0 0-1 0,3 0 0 0,-3 3 0 15,-1-6-8-15,1 3 0 0,-3 0 0 0,0-3 0 16,0 1 0-16,0 4 0 0,-3-5 0 0,0 1 0 0,-3-1 0 15,0 3 0-15,3-3 0 0,-6 0 0 0,3 3 0 16,-3-2 0-16,0 2 0 0,-3-3 0 0,-3 0 28 0,3 6 3 16,-3-9 1-16,0 4 0 0,-3 2-32 0,0 0 0 15,0-3 0-15,0 0 0 0,0 1 0 0,-3-1 0 16,1 0 0-16,-1 0 0 0,0 1 0 0,0-1 0 16,-3-2 0-16,0 5 0 15,0-3-20-15,0 0-9 0,0 0-3 0,1 3 0 0,-4 0 32 16,6 0 0-16,-3-2 0 0,3 1 0 0,0 1 0 0,3 0 0 15,0-2 11-15,0-1-3 0,3 0-8 0,0 1 0 16,6-6 0-16,0 0 0 0,0 0 0 0,3 7 0 16,-3-7-9-16,3 8 9 0,3-2 0 0,6 2 0 0,0-3 0 15,0 0 0-15,0-2 0 0,0 2 10 0,3-2-2 0,0-1-8 16,-1 1 12-16,1 0-4 0,3-3 0 0,-3 2-8 16,3 4 12-16,0-4-12 0,-3 1 12 0,0 0-12 15,-1 2 9-15,1-2-9 0,-3-1 0 0,0 1 9 16,0 2-9-16,-6-2 0 0,0 2 0 0,0 0 0 15,-3 1 0-15,3 2 0 0,-6 0 0 0,-3-3 0 16,0 3 0-16,-3 0 10 0,-3 2-10 0,3 1 10 16,-6 2-10-16,0 0 0 0,0 1 0 0,0-1 0 15,1 0-16-15,-4 0-4 0,3 0-2 0,-3 1 0 16,0-4 8-16,3-2 2 0,-3 3 0 0,3-1 0 16,3-2-4-16,-3 0-1 0,4 0 0 0,-1-3 0 15,0-2-14 1,0 2-2-16,-3-2-1 0,3 2 0 0,3-5-4 0,0 3-1 15,6-3 0-15,0 0 0 0,-6 3 28 0,6-3 11 0,0 0-8 0,0 0 8 0,0 0-20 16,0 0 2-16,0 0 0 0,0 0 0 0,0 0 18 0,0 0 0 16,0 0 11-16,0 0-11 0,0 0 0 0,6 0 0 15,-6 0 0-15,0 0 0 0,6 0 0 0,-6 0 0 16,6 2 0-16,0 4 0 0,0-1 0 0,0 3 8 16,3 0 1-16,0 2 0 0,-6 1 7 0,3-1 0 15,0 4 1-15,-1-1 0 0,1 0 0 0,0 3 0 16,-3 0 0-16,3 0 0 0,0 2-17 0,-3 1 0 15,0 5 0-15,3-3 0 0,-3 3 0 0,0-1 0 16,-3 1 0-16,3 0 0 0,-3 0 0 0,0 2 0 16,3 3 0-16,0-2 0 0,-3-1 0 0,3 1 8 15,3 2 1-15,-3-3 0 0,0 1 0 0,0 2 0 0,-3-3 0 16,3 4 0-16,0-4 11 0,0 3 1 0,0 0 1 16,0 0 0-16,0 6-22 0,0-4 0 0,-3 4 0 0,3-3 0 15,0-3 11-15,-3 2-3 0,0-1 0 0,0-1 0 16,0-3-8-16,3 3 0 0,-3 0 0 0,0-2 0 15,0-3 0-15,0-1 8 0,0 1-8 0,0-3 8 16,3 1-8-16,-3-1 8 0,3-3-8 0,-3-2 8 16,3 0-8-16,-3 0 8 0,3 0-8 0,0-3 8 15,0 0-8-15,-3 0 8 0,3-2-8 0,-3-3 8 16,0 3-19-16,-3-1-4 0,3-5-1 0,-6 3-736 16,3 0-148-16</inkml:trace>
  <inkml:trace contextRef="#ctx0" brushRef="#br0" timeOffset="47082.57">7550 8263 1555 0,'-11'0'68'15,"11"0"16"-15,0 0-68 0,0 0-16 0,0 0 0 0,0 0 0 0,0 0 55 0,0 0 7 16,5 5 2-16,-5-5 0 0,0 0-28 0,0 0-4 16,9 3-2-16,0 0 0 0,-9-3 12 0,9 0 2 15,3 0 1-15,3-3 0 0,-3 3 9 0,0-5 2 16,0 2 0-16,0 0 0 0,9 1-41 0,-7 2-15 15,-2-3 11-15,3 0-11 0,6 1 11 0,-6 2-11 16,-3 0 12-16,0-3-12 0,3 3 16 0,-1 0-4 16,4-3-1-16,-3 3 0 0,-3 0 9 0,3 0 1 15,3 0 1-15,0-2 0 0,0 2 4 0,-4 0 1 16,7 0 0-16,0-3 0 0,6 0-11 0,-3 3-3 16,-3-2 0-16,-1-1 0 0,7 3-2 0,-3 0-1 0,-3 0 0 15,0-2 0-15,5 2 19 0,-2 0 4 0,-6 0 1 16,3 2 0-16,-3-2-34 0,0 0 0 0,0 0 0 0,-1 3 0 15,1-1 0-15,0-2 0 0,3 0 0 0,-3 0 0 16,-3 3 13-16,3-3-4 0,2 3-1 0,1-3 0 16,-3-3 0-16,3 3-8 0,-6 0 12 0,3 0-4 15,-3 0 0-15,2 0 0 0,-2-3 0 0,3 3 0 16,-3 0 1-16,3 0 0 0,-3 0 0 0,3 0 0 16,-3 0-9-16,2 0 0 0,-2 0 0 0,0 0 0 15,3 3 0-15,-3-3 0 0,-3 0 0 0,3 0 0 16,0 0 0-16,-1 0 0 0,1 0 0 0,0 0 0 15,0 0 0-15,0 0 0 0,0 0 0 0,0 0 0 16,-3 3 28-16,6-3 3 0,-4 0 1 0,4 0 0 16,-3-3-32-16,0 3 0 0,-3 0 0 0,6 0 0 0,-3 0 0 15,3 0 11-15,-1 3-2 0,1-3 0 0,3 0-9 16,-3 0 12-16,0 0-12 0,0 0 12 0,-3 0-12 16,2 0 10-16,-2 0-10 0,0 0 10 0,-3-3-10 0,-3 3 8 15,3 0-8-15,-3 0 8 0,-3 0-8 0,0 0 0 16,-6 0 0-16,0 0 0 0,0 0 0 0,0 0-20 15,0 0 3-15,-6-3 1 16,-6 1-220-16,-3-1-44 0</inkml:trace>
  <inkml:trace contextRef="#ctx0" brushRef="#br0" timeOffset="49138.42">401 5472 979 0,'0'0'87'0,"0"0"-70"15,0 0-17-15,0 0 0 0,0 0 139 0,3 0 24 16,-3 0 5-16,6 0 0 0,-3 2-110 0,0 4-22 16,3-1-5-16,-3 5-1 0,2 1-30 0,-2 2 0 15,3-2 0-15,-3 5 0 0,-3 0 18 0,0-1 10 16,3 4 3-16,-3 2 0 0,6-2-21 0,-6-1-10 0,0 1 10 15,0 2-10-15,0 0 12 0,0-5-3 0,3 5-1 0,3-2 0 16,-6-4-8-16,0 1 0 0,0 0 9 0,0 0-9 16,3-3 0-16,-3-2 9 0,3-3-9 15,3 0 0-15,-6 2 0 0,3-4 0 0,-3-6 0 0,0 0-9 32,9 2-104-32,0-2-21 0,3-2-4 0,6-4-1 0</inkml:trace>
  <inkml:trace contextRef="#ctx0" brushRef="#br0" timeOffset="49833.99">716 5527 1828 0,'0'0'81'0,"0"0"17"0,0 0-78 0,0 0-20 16,0 0 0-16,3 5 0 0,3 3 16 0,-3 0 0 15,-3 6 0-15,0-1 0 0,0 3-5 0,0-3-2 16,0 0 0-16,-3 0 0 0,3 1-9 0,0-1 0 15,0 0 9-15,3-2-9 0,-3-1 0 0,6 1 0 16,-6-6-12-16,9 3 4 0,-9-8 17 0,3 0 4 16,6 3 1-16,0-3 0 0,-3 0-14 0,3-3 11 15,0 3-11-15,0-8 10 0,-6 3 3 0,6-6 1 16,-1 3 0-16,1-2 0 0,0 2-14 0,-3 0 0 16,0-3-9-16,3 3 9 0,-6-2 0 0,-3-1 0 15,0 3 8-15,0-2-8 0,-3 2 13 0,3 0-4 16,0-3-1-16,-9 3 0 0,3 0-8 0,0-2-12 0,0-1 2 15,3 3 1-15,-3 0-5 0,0 0-1 0,-2-2 0 0,2 2 0 16,3 0 15-16,3 3-9 0,-9-3 9 16,6 0-8-16,-3 2 8 0,6 4-8 0,0 2 8 0,0 0-8 15,0 0 8-15,0 0 0 0,0 0 0 0,0 0 0 16,-3-6 0-16,3 6 0 0,0 0 8 0,0 0-8 16,0 0 0-16,0 0 0 0,0 0 0 0,9 3 0 15,3-3 20-15,-3 3 0 0,-9-3 0 0,8 2 0 16,-2-2-20-16,9 3 0 0,-9 0 0 0,9-3 0 15,-3 0 0-15,-3 2 8 0,3 1-8 0,0 2 8 16,-3 1-8-16,3-1 0 0,-3 3 0 0,-1 0 0 16,1 5 0-16,0 0 0 0,0-2 0 0,-6 2 0 15,6 0 11-15,-6 3-3 0,3-3 0 0,-3 3 0 0,6-5-8 16,-6-1 8-16,3 1-8 0,3-3 8 0,-6 0-8 0,6 0 8 16,-9-8-8-16,3 2 8 0,3 4 0 0,0-6 0 15,-6 0 0-15,6 0 0 0,3-3 20 0,-1 0 4 16,-5-2 1-16,0 0 0 0,3 0-16 0,3-1-3 15,-6-2-1-15,0 3 0 0,3-6-2 0,-6 6-1 16,0-8 0-16,0 2 0 0,0 1-2 0,0-1 0 16,-6 1 0-16,6-4 0 0,-3 1 7 0,0-3 1 15,-3 3 0-15,3-6 0 0,-3 4-25 0,3 1-5 16,0 1-1-16,-5 5 0 0,8-2 15 0,-9 4 12 16,9-2-3-16,-9 3 0 0,6 5-9 0,-6-5 0 15,3 2 0-15,3 3 0 0,-6 0 0 0,6 3 0 16,-6 2 0-16,9 0-11 0,-9 3 2 0,6-5 0 15,-3 2 0-15,3-2 0 16,3-3-30-16,0 0-5 0,0 5-2 0,0-5-622 0,0 8-124 0</inkml:trace>
  <inkml:trace contextRef="#ctx0" brushRef="#br0" timeOffset="50429.97">1621 5101 1522 0,'0'0'33'0,"0"0"7"0,0 0 2 0,0 0 2 0,0 0-36 0,0 0-8 16,0 0 0-16,0 0 0 0,0 0 45 0,0 0 7 16,-3 5 2-16,-6 3 0 0,0-5-38 0,3 8-8 15,0-6-8-15,-3 3 11 0,1 2 1 0,2 1 1 16,-3 2 0-16,0 0 0 0,0 1-5 0,0 2 0 16,0-1-8-16,3 4 12 0,-3 0-12 0,0-1 11 15,6 3-11-15,-6 0 10 0,0 1-10 0,3-1 0 16,-6 0 0-16,9 5 8 0,-8-5-8 0,2 1 0 15,0 1 0-15,0-1 8 0,-3 1-8 0,0-1 0 16,3-1 0-16,0 0 0 0,-3 0 9 0,3-2 0 0,-3-1 0 16,6-2 0-16,-3 3 2 0,6-6 0 0,-5 0 0 15,5-5 0-15,3 0 13 0,0 0 4 0,0-8 0 16,0 5 0-16,0-5-14 0,0 0-2 0,5 3-1 0,1 2 0 16,3-2 10-16,-6-3 3 0,6 0 0 0,0 0 0 15,0 0 4-15,3-3 0 0,6 3 1 0,-6 0 0 16,-3 0-20-16,6-3-9 0,0 1 8 0,-1-1-8 15,4 3 13-15,0-3-2 0,-3 1-1 0,3-1 0 16,3 1 4-16,0-1 1 0,-1-2 0 0,1-1 0 16,6 1 1-16,-6 5 1 0,-6-8 0 0,3 3 0 15,-1 5 3-15,4-8 1 0,-9 5 0 0,6 1 0 16,-6 2-21-16,6 0-12 0,-12 0 2 0,3 0 0 16,0 0 10-16,-3-6 0 0,-6 6 0 0,0 0 8 15,0 0-8-15,6 0-15 0,-6 0 4 0,0 0 1 16,0 0-46-16,0 0-10 0,0 0-2 0,0 0-610 15,0 0-122-15</inkml:trace>
  <inkml:trace contextRef="#ctx0" brushRef="#br0" timeOffset="50847.38">1594 5429 2048 0,'0'0'91'0,"0"0"18"0,0 0-87 0,0 0-22 0,0 0 0 0,0 0 0 16,0 0 24-16,0 0 0 0,0 0 0 0,3 8 0 15,-3 0-24-15,0 0 0 0,0 5 0 0,-3 1-8 16,3-1 8-16,0 0 0 0,0-5-9 0,3 5 9 16,0-2 0-16,-3-1 0 0,6-2 0 0,-3 0 0 15,3 0 0-15,-6-8 0 0,3 3 0 0,6 2 0 16,-6-5 0-16,6 3 0 0,0-3 0 0,0-3 0 15,3-2 0-15,-3-1 8 0,0-1 2 0,-6-1 0 16,5 0 3-16,1-3 1 0,-6 1 0 0,3 4 0 16,-3-7-4-16,0 0-1 0,3 5 0 0,-6-3 0 15,0 1 5-15,0-1 1 0,3-2 0 0,-3 2 0 16,-3 3-15-16,3-2 0 0,-6-1 8 0,6 6-8 16,-3-8 12-16,0 5 0 0,-3 0 0 0,3 2 0 15,3 4-12-15,0-3 8 0,-9 2-8 0,9 3 0 0,0 0 0 16,0 0 0-16,0 0 0 0,0 0-10 15,-8 0-8-15,8 0-2 0,0 0 0 0,0 0 0 16,-3 3-27-16,3-3-5 0,0 0-2 0,0 0 0 16,0 0-141-16,0 0-28 0,0 0-5 0,0 0-2 0</inkml:trace>
  <inkml:trace contextRef="#ctx0" brushRef="#br0" timeOffset="51209.4">1809 5072 1555 0,'0'0'138'0,"0"0"-110"0,0 0-28 0,0 0 0 16,0 0 120-16,0 0 18 0,0 0 4 0,0 0 1 15,0 0-107-15,0 5-20 0,0 1-5 0,0-1-1 16,-6 3-10-16,12 0 0 0,-6-3 0 0,0 3 0 16,3-3 0-16,-3-5 0 0,0 8 0 0,0-8 0 15,6 6 0-15,-6-6 0 0,6 5 0 0,2-5 0 16,1-5 0-16,0 2 0 0,-6 0 0 0,3 1 12 15,3-6-1-15,-3 2 0 0,3-2 0 0,-3-2 0 16,0 2-11-16,0 0 8 0,3 0-8 0,-6 0 8 16,-3-2 1-16,6 2 0 0,-6 0 0 0,0 2 0 15,3-2 18-15,-3 3 3 0,0 3 1 0,-3-6 0 16,3 2 5-16,0 1 2 0,-6 0 0 0,3 2 0 16,-3 3-15-16,3-5-3 0,-6 2-1 0,6 3 0 15,-6 0-19-15,0 0 10 0,6 3-10 0,-6 2 8 16,0-5-8-16,3 5-9 0,0 3 9 0,-3-5-13 15,4 2-5-15,-1 1-1 0,0-4 0 0,6-2 0 16,0 11-92-16,-3-9-18 0,3 9-4 0,0-6-818 16</inkml:trace>
  <inkml:trace contextRef="#ctx0" brushRef="#br0" timeOffset="54252.6">3205 3580 806 0,'0'0'36'0,"6"-5"7"0,0-1-35 0,-3-2-8 15,-1 3 0-15,1 0 0 0,3 2 174 0,-6 3 33 16,6-8 6-16,-6 8 2 0,0 0-142 0,0 0-28 16,0 0-5-16,0 0-2 0,0 0-7 0,0 0-2 15,0 0 0-15,0 0 0 0,0 0-29 0,0 0 0 16,0 0-11-16,0 0 11 0,0 8 0 0,-6-3 0 15,3 3 0-15,0 6 0 0,0-9-11 0,-2 5 11 16,-1 1-8-16,0 2 8 0,-3-5 0 0,3 3 12 16,3 2 0-16,-9-5-1 0,6 2-11 0,-3 1-11 15,0 0 3-15,3 2 0 0,-3 0 8 0,-3-8 0 16,6 9 0-16,-3-6 0 0,3 2 9 0,0-2-9 16,4 5 12-16,-7-5-12 0,0 0 0 0,6 3 0 15,-6-6 0-15,3 3 0 0,3-3 0 0,3-5 0 16,0 0 0-16,0 0 10 0,0 0-10 0,0 0 0 0,0 0 0 15,0 0 0-15,0 0 0 0,0 0 0 0,0 0 0 0,0 0 0 16,0 0 0-16,9 6 0 0,-9-6 0 0,0 0 0 16,0 0 11-16,3 8-3 0,6-8-8 0,0 2 12 15,0 1-12-15,-1-1 11 0,4-4-11 0,-3 2 10 16,6 0 6-16,-3 0 0 0,-3-3 1 0,6 3 0 16,-3-2 2-16,0 2 0 0,0 0 0 0,-1 0 0 15,4-6-7-15,-6 4 0 0,0 2-1 0,3 0 0 16,-6-3-11-16,3 3 10 0,6-3-10 0,-9 3 10 15,0-5-10-15,3 5 0 0,-3 0 9 0,-6 0-9 16,0 0 0-16,0 0 0 0,0 0 0 0,0 0 0 16,6 0 0-16,-6 0 8 0,0 0-8 0,0 0 0 15,0 0-23-15,0 0-9 0,0 0-1 0,0 0-1 16,0 0-122-16,0 0-25 0,0 0-5 16</inkml:trace>
  <inkml:trace contextRef="#ctx0" brushRef="#br0" timeOffset="54753.45">3291 3580 986 0,'0'0'44'0,"0"0"8"0,0 0-41 0,0 0-11 0,0 0 0 0,0 0 0 15,0 0 46-15,0 0 7 0,0 0 2 0,0 0 0 16,0 0-36-16,0 0-7 0,0 0-2 0,0 0 0 16,0 0 3-16,0 0 1 0,6 0 0 0,-6 0 0 15,0 0 16-15,0 0 3 0,0 0 1 0,0 0 0 16,0 0-8-16,6 2-2 0,0 4 0 0,-6-6 0 15,3 5 0-15,3 3-1 0,-6-3 0 0,0 3 0 16,0 0-3-16,0 3 0 0,0-6 0 0,0 6 0 16,0-1 2-16,0 3 0 0,0-5 0 0,-6 6 0 15,3-4-4-15,0 3-1 0,3 3 0 0,-3-2 0 16,3 1-4-16,-3 1-1 0,0-3 0 0,3 6 0 0,-6-6-2 16,3 6-1-16,3-3 0 0,0 0 0 0,-6-3 5 15,3 3 1-15,0-1 0 0,0-1 0 0,3 2 0 0,0-3 0 16,-3 0 0-16,0 0 0 0,3-2-4 15,0 2-1-15,-6-8 0 0,6 3 0 0,0-2-2 0,0-6 0 16,0 8 0-16,0-8 0 0,0 0 4 0,0 0 0 16,0 0 0-16,0 0 0 0,0 0-1 0,0 0 0 15,0 0 0-15,0 0 0 0,0 0-19 0,0 0-4 16,0 0-1-16,0 0-911 0</inkml:trace>
  <inkml:trace contextRef="#ctx0" brushRef="#br0" timeOffset="55622.65">3481 3966 1303 0,'0'0'57'0,"0"0"13"0,0 0-56 0,0 0-14 16,0 0 0-16,0 0 0 0,0 0 13 0,0 0 0 15,0 0 0-15,3 3 0 0,-3-3-1 0,9 2 0 16,-9-2 0-16,0 0 0 0,0 0 18 0,6 0 3 16,6 0 1-16,-3-2 0 0,-3-1 16 0,3-5 3 15,0 3 1-15,-3 0 0 0,6-1-27 0,-3-2-6 16,0 0-1-16,3-2 0 0,-3 2 2 0,-4 0 0 0,4-3 0 15,-3 3 0-15,0-2 2 0,0-1 0 0,-3 6 0 16,3-6 0-16,-3 1-3 0,-3 5 0 16,0-6 0-16,0 3 0 0,0 0-7 0,0-5-2 0,-3 8 0 15,3-6 0-15,0 3-3 0,-6 0-1 0,6 0 0 0,0 3 0 16,-3-6-8-16,0 9 0 0,0-9 9 0,3 3-9 16,0 3 0-16,0 2 9 0,0 3-9 0,0 0 0 15,0 0 11-15,3-5-11 0,-6-3 10 0,3 8-10 16,0-5 19-16,0 5-3 0,0 0 0 0,0 0 0 15,0 0-6-15,0 0-2 0,0 0 0 0,6-6 0 16,-3 4-8-16,3-4 12 0,3 6-12 0,-3-8 12 16,-6 8-12-16,6-2 10 0,3-1-10 0,-6 3 10 15,3-8 0-15,0 8 0 0,-6 0 0 0,9 0 0 16,-3 0-10-16,0 0 12 0,-6 0-12 0,6 0 12 16,-6 0-12-16,9 3 0 0,-9-3 0 0,3 5 8 15,-3-5-8-15,5 5 0 0,7 3 0 0,-12-2 0 0,3 2 0 16,0 0 0-16,0 2 0 0,0-2 0 0,0 3 0 15,3-3 0-15,-6 5 0 0,0-8 0 0,0 8 0 0,3-2 0 16,-3 0 0-16,0 2 0 0,6-5 0 0,-6 5 0 16,3-2 0-16,-3 2 0 0,0-5 0 0,0 2 0 15,0 1 0-15,0-1 0 0,0 4 0 0,-3-4 0 16,3-2 0-16,0 5 0 0,0-7 0 0,3 2 8 16,0 0-8-16,0-3 0 0,0 0 8 0,0 3-8 15,3-8 8-15,0 5-8 0,3-2 17 0,0-3-1 16,-3 0-1-16,3 0 0 0,3 0 5 0,-6 0 0 15,2-3 1-15,1 3 0 0,-9 0-12 0,6-2-9 0,0 2 12 16,-6 0-12-16,0 0 11 0,9-3-11 0,-9 3 10 0,0 0-10 16,0 0 9-16,0 0-9 0,0 0 8 15,0 0-8 1,0 0-28-16,0 0-12 0,0 0-1 0,0 0-1043 0</inkml:trace>
  <inkml:trace contextRef="#ctx0" brushRef="#br0" timeOffset="56928.93">3249 3797 345 0,'0'0'31'0,"0"0"-31"0,0 0 0 0,0 0 0 0,0 0 124 0,0 0 18 16,0 0 4-16,0 0 1 0,0 0-109 0,0 0-22 15,0 0-4-15,0 0 0 0,0 0-12 0,0 0 8 16,0 0-8-16,0 0 8 0,0 0 10 0,0 0 2 16,0 0 0-16,0 0 0 0,0 0 26 0,0 0 6 15,0 0 0-15,0 0 1 0,0 0-4 0,0 0-1 16,0 0 0-16,0 0 0 0,0 0 4 0,0 0 0 16,0 0 0-16,0 0 0 0,0 0-8 0,0 0-2 15,0 0 0-15,0 0 0 0,0 0-10 0,0 0-3 16,6 5 0-16,-6-5 0 0,0 0-9 0,0 0-3 15,0 0 0-15,12 0 0 0,-6 0-7 0,-6 0-2 16,0 0 0-16,0 0 0 0,9 0-8 0,-9 0 0 16,6 3 0-16,3-3 8 0,-9 0 0 0,6 5 0 15,3-5 0-15,-9 0 0 0,9 0 8 0,-9 0 0 16,6 0 1-16,6 0 0 0,-3 0 8 0,-7 0 2 0,-2 0 0 0,6 0 0 16,6 0-11-16,-9 0-1 15,-3 0-1-15,6 0 0 0,-6 0-6 0,0 0-8 0,0 0 11 0,0 0-11 16,0 0 12-16,0 0-12 0,0 0 12 0,0 0-12 15,0 0 23-15,6 0-3 0,-6 0 0 0,0 0 0 16,0 0-20-16,0 0 0 0,6-5 0 0,3 5-8 16,-3-3 8-16,-3 3 12 0,-3 0-2 0,6 0-1 15,0-5-9-15,-6 5 12 0,0 0-12 0,6 0 12 16,-3 0-12-16,3-6 0 0,-6 6 0 0,0 0 8 16,0 0-8-16,0 0 0 0,0 0 0 0,0 0 0 15,0 0 0-15,0 0 0 0,0 0-10 0,0 0 10 16,0 0-124-16,0 0-18 15,0 0-4-15</inkml:trace>
  <inkml:trace contextRef="#ctx0" brushRef="#br0" timeOffset="58955.71">4604 3747 403 0,'0'0'17'0,"0"0"5"0,0 0-22 0,0 0 0 0,0 0 0 0,0 0 0 15,0 0 269-15,0 0 50 0,0 0 9 0,0 0 3 16,0 0-232-16,0 0-47 0,0 0-8 0,0 0-3 16,0 0-16-16,0 0-3 0,0 0-1 0,9-3 0 0,2-2 11 0,-2 2 1 15,3-2 1-15,0 5 0 0,6-8-2 0,-9 5 0 16,6 0 0-16,0-2 0 0,-3 5-8 0,0-5-3 16,-1 2 0-16,-2 3 0 0,3-5-13 0,-6 5-8 15,0-5 10-15,0 5-10 0,-6 0 0 0,0 0 8 16,0 0-8-16,0 0 0 0,0 0 0 0,0 0 0 15,0 0 0-15,0 0 0 16,0 0-119-16,0 0-29 0,0 0-7 0</inkml:trace>
  <inkml:trace contextRef="#ctx0" brushRef="#br0" timeOffset="59349.32">4848 3307 1267 0,'0'0'112'0,"0"0"-89"0,0 0-23 0,0 0 0 0,0 0 106 0,0 0 17 16,0 0 3-16,0 0 1 0,6 6-80 0,0-6-16 16,0 0-3-16,5 2-1 0,-5-2-27 0,3 0 0 15,-9 0 8-15,6 6-8 0,3-6 15 0,0 0 1 16,3 0 0-16,3 0 0 0,-3 0-7 0,0 0-1 15,-6 0 0-15,0 0 0 0,-6 0-8 0,0 0-9 16,9 0 9-16,-9 0-13 16,6 5-43-16,-6-5-9 0,0 0-2 0,0 0-705 0</inkml:trace>
  <inkml:trace contextRef="#ctx0" brushRef="#br0" timeOffset="59782.23">4910 3493 518 0,'12'0'23'0,"-12"2"5"0,0-2-28 0,0 0 0 0,6 3 0 0,-6 2 0 15,3-5 152-15,0 5 24 0,-3-5 6 0,3 8 1 16,3-2-105-16,0-4-21 0,-6 4-4 0,3 1-1 16,0-1-20-16,0 2-5 0,-3-3-1 0,3 3 0 15,0 3 2-15,0-6 0 0,0 3 0 0,0 5 0 16,3-8-28-16,-6 9 8 0,0-7-8 0,3 4 0 15,-6-3 0-15,3-8 0 0,6 13 0 0,-3-5 0 16,0 3 0-16,0-1 0 0,-3 1 0 0,0 2 0 16,6-5 28-16,-6 5 0 0,0-2 0 0,0-3 0 0,0 2-4 15,0-2-1-15,0 0 0 0,0 0 0 0,0 3-3 0,-6-6-1 16,3 3 0-16,0-3 0 0,3 1-4 0,-3 2-1 16,3-3 0-16,-3 3 0 0,0-6-5 0,3-2-1 15,0 0 0-15,0 0 0 0,0 6-8 0,0-6 8 16,-6 5-8-16,6-5 8 0,0 0-8 0,0 0 12 15,0 5-12-15,0-5 12 0,0 0 2 0,0 0 1 16,0 0 0-16,-6 8 0 0,6-8 6 0,-3 0 2 16,3 0 0-16,-12 0 0 0,0 0-11 0,3 0-3 15,9 0 0-15,0 0 0 0,-3-5-9 0,-9 2 0 16,3 1 0-16,3-1 0 0,-3 3-13 0,0-5-8 16,3-1-2-16,-5 4 0 15,5 2-45-15,-3-6-10 0,0 6-2 0,-3-2-739 0</inkml:trace>
  <inkml:trace contextRef="#ctx0" brushRef="#br0" timeOffset="60741.91">5107 3469 1119 0,'0'0'49'0,"0"0"11"0,0 0-48 0,0 0-12 0,0 0 0 0,0 0 0 16,0 0 67-16,0 0 10 0,0 0 3 0,0 0 0 16,0 0-45-16,0 0-9 0,9-6-2 0,-9 6 0 15,0 0 3-15,3 0 0 0,-3 0 0 0,8-8 0 16,-2 6-8-16,-6 2-2 0,6-3 0 0,-6 3 0 15,12 0 1-15,-9 0 0 0,6 0 0 0,-3 0 0 16,3 3-7-16,0-3-2 0,-3 2 0 0,3 1 0 16,-6 2 1-16,3-5 0 0,3 3 0 0,-3 0 0 15,-6-3 1-15,6 2 0 0,0 4 0 0,0-4 0 16,3 1-11-16,-9-3 0 0,0 0 9 0,0 0-9 16,0 8 8-16,0-5-8 0,0 7 8 0,0-5-8 15,-6-2 11-15,3 8-3 0,-3-9 0 0,0 4 0 0,0-1 0 16,0 3-8-16,0-3 12 0,0 0-4 0,0 3-8 15,0 0 0-15,0-2 0 0,-3 1 8 0,3-1-8 0,0-1 0 16,3 3 0-16,-3-3 0 0,6-5 0 0,-3 0 8 16,-3 8-8-16,6-8 0 0,0 0 0 0,0 0 0 15,0 0 0-15,0 0 0 0,0 0 0 0,0 0 8 16,0 0-8-16,0 0 0 0,0 0 0 0,0 0 0 16,0 0 8-16,0 0-8 0,0 0 0 0,0 0 0 15,0 0 0-15,0 0 8 0,0 0 2 0,0 0 0 16,9 0 0-16,0 0 0 0,-3 6 0 0,3-6 0 15,-3 5 0-15,6-5 0 0,-6 2-2 0,3 4-8 16,-3-6 12-16,0 0-4 0,3 2-8 0,-3 1 10 0,3 5-10 16,-7-5 10-16,1-1-10 0,3 1 0 0,-6-3 0 0,3 5 0 15,-3-5 0-15,0 0 0 0,3 5 9 0,0 3-9 16,-6-2 8-16,3-6-8 0,0 0 10 0,0 10-10 16,-6 1 12-16,0-3-3 0,1-3-1 0,5 3 0 15,-12-3 4-15,6 3 0 0,0 3 0 0,-3-8 0 16,3 2-12-16,0 0 0 0,0 0 0 0,6-2 8 15,-9 2-8-15,3-5 12 0,3 0-12 0,-3 3 12 16,0 0-12-16,3-1 8 0,0-2-8 0,-3 6 8 16,3-6-8-16,-3 0 0 0,6 0 0 0,0 0-11 15,0 0-37-15,0 0-8 16,0 0-2-16,0 0-855 0</inkml:trace>
  <inkml:trace contextRef="#ctx0" brushRef="#br0" timeOffset="61511.85">5235 3895 1789 0,'0'0'79'0,"0"0"17"0,0 0-77 0,0 0-19 0,0 0 0 0,0 0 0 16,0 0 16-16,0 0-1 0,6 5 0 0,0 0 0 15,-6-5-15-15,6 3 11 0,-1 2-11 0,1-5 10 16,0 0-2-16,3-5-8 0,0 2 12 0,0-2-4 16,3 0 10-16,0-1 2 0,0-2 0 0,0 1 0 15,-3 1-12-15,0-7-8 0,3 5 9 0,-6-3-9 16,2 4 8-16,-2-4-8 0,3 3 0 0,-3 0 9 15,-3-5 3-15,3 8 0 0,0-3 0 0,-3 2 0 16,0-4-1-16,0 7 0 0,0-7 0 0,0 7 0 16,-3-5 1-16,3 3 1 0,-3-6 0 0,3 3 0 15,0 0-1-15,3 3-1 0,-6-3 0 0,3 3 0 16,0-3-11-16,0 2 0 0,0-7 0 0,0 5 0 16,-3 3 0-16,6 0 0 0,-6-3 0 0,0 0 0 15,0 3 12-15,0-1 1 0,0 1 0 0,0 5 0 16,0-3 11-16,0 3 1 0,0-5 1 0,0 5 0 0,0-8-16 15,0 8-10-15,0-3 12 0,0 3-12 0,0-2 0 0,0 2 0 16,0 0 0-16,0 0 0 0,0 0 0 0,0 0 0 16,0-8 0-16,0 8 0 0,0-5 0 0,3-1 0 15,0 1 0-15,-3 5 0 0,0 0 0 0,0 0 0 16,0 0 0-16,0 0 0 0,0 0 0 0,0 0 0 16,6-3 0-16,0 3 0 0,0-5 0 0,-6 5 0 15,0 0 0-15,8 0 0 0,1 0 0 0,0 5 0 16,-3-5 0-16,3 3 0 0,0 0 0 0,-3-3 0 15,0 2 0-15,-6-2 0 0,6 6 0 0,3-4 0 16,-6 3 0-16,0 1 0 0,0-1 0 0,0 3 0 0,3-3 0 16,-6 3 0-16,3 3 0 0,-3-3 0 0,-3 5 0 0,6-8 0 15,-3 8 0-15,-3-2 0 0,0 2 0 0,0-2 0 16,0 2 0-16,0-5 0 0,0 5 0 0,0 1 0 16,3-4 0-16,0 3 0 0,-6 1 0 0,6-1 0 15,0-5 0-15,0 2 0 0,0-2 0 0,6 3 0 16,-6-3 0-16,3-3 0 0,3 3 0 0,0-3 0 15,3 3 16-15,-3-5-3 0,3 0-1 0,3-1 0 16,-4 3 10-16,7-5 2 0,-6 0 0 0,3 0 0 16,0-5-9-16,-3 5-2 0,0-2 0 0,0-1 0 15,0 0-4-15,0 3-1 0,-3 0 0 0,-6 0 0 16,0 0 0-16,0 0-8 0,0 0 12 0,0 0-763 16,0 0-153-16</inkml:trace>
  <inkml:trace contextRef="#ctx0" brushRef="#br0" timeOffset="64196">6038 5591 460 0,'0'0'41'0,"0"0"-33"0,0 0-8 0,9 0 0 15,-6-8 188-15,-3 8 35 0,6-3 7 0,-6 3 2 16,0 0-152-16,6-3-29 0,-6 3-7 0,0 0 0 16,0 0-10-16,0 0-2 0,0 0 0 0,0 0 0 15,0 0-32-15,0 0 0 0,0 0 0 0,0 0 0 32,0 0-16-32,0 0-11 0,0 0-1 0,0 0-1 0,0 0 21 0,0 0 8 0,0 0 0 0,0 0-9 15,6-5 9-15,-3 2 0 0,-3 3 0 0,9-5 0 16,-3 0 0-16,3 2 11 0,-3-2-3 0,3 0 0 15,-3-1 21-15,0 4 4 0,-6 2 1 0,6-3 0 16,0 3 4-16,-6 0 1 0,0 0 0 0,0 0 0 16,6 3-15-16,-6-3-2 0,0 0-1 0,3 5 0 15,-1 0-9-15,-2 3-3 0,0-2 0 0,0 1 0 0,0-7-9 0,-2 6 0 16,2-1 9-16,-3 0-9 0,-3 1 0 0,0-4 0 16,6-2 0-16,-3 6 0 0,3-6 0 0,-6 5 0 15,0-5 0-15,0 0 0 0,6 0 0 0,0 0 0 16,-6 0 0-16,3 0 0 0,3 0 11 0,-6-5-3 15,3 2 0-15,-3-2 0 0,6-1 0 0,-3 1-8 16,3 5 12-16,0-5-4 0,-3-1 3 0,3-1 0 16,3 1 0-16,-3 6 0 0,0 0 0 0,3-5 0 15,0-3 0-15,0 3 0 0,3-1-11 0,0 1 0 16,0 3 9-16,0-1-9 0,0 0 9 0,-6 3-9 16,0 0 12-16,9-5-12 0,-3 5 9 0,-6 0-9 0,0 0 0 0,0 0 9 15,0 0-9-15,0 0 0 0,0 0 0 0,0 0 0 16,0 0 8-16,0 0-8 0,0 0 8 0,0 0-8 15,0 0 8-15,-3 5-8 0,0 1 0 0,0-1 8 16,0-3-8-16,3-2 0 0,0 0 0 0,-3 6 0 16,-3-1 0-16,3 0 8 0,3-5-8 0,0 0 0 15,0 0 10-15,0 0-10 0,-6 0 12 0,6 0-12 16,0 0 0-16,0 0 0 0,-6-2 0 0,6 2 0 16,-6 0 0-16,6 0 0 0,0 0 9 0,0 0-9 15,0 0 8-15,0 0-8 0,0 0 0 0,0 0 0 16,0 0 0-16,-3 0 0 0,-3 0 0 0,6 0 0 15,0 0-18-15,0 0-10 16,0 0-1-16</inkml:trace>
  <inkml:trace contextRef="#ctx0" brushRef="#br0" timeOffset="66641.22">8214 4770 1324 0,'9'0'118'16,"-9"0"-94"-16,0 0-24 0,0 0 0 15,6-2 104-15,0-1 17 0,-6 3 3 0,0 0 1 0,0 0-92 0,0 0-18 16,3 0-4-16,-3 0-1 0,0 0-10 0,0 0 0 16,0 0 0-16,0 0 0 0,0 0 0 0,0 0 0 15,0 0-10-15,0 0 10 0,6-2 0 0,-6 2 0 16,0 0 11-16,0 0-3 0,3 0-8 0,-3 0 9 15,0 0-9-15,0 0 10 0,3-8-2 0,0 2-8 16,3 1 12-16,0 2-4 0,-3-2 8 0,3 5 0 16,0-8 1-16,0 5 0 0,-6 3-5 0,0 0-2 15,6-2 0-15,-3 2 0 0,3 0 12 0,-6 0 2 16,0 0 1-16,0 0 0 0,5 0-7 0,-5 0-2 16,0 0 0-16,0 0 0 0,0 0-6 0,0 0-2 15,0 0 0-15,0 0 0 0,0 0-8 0,0 0 0 16,0 0 0-16,-5 5 8 0,-1-2-8 0,0 2 0 15,6-5 0-15,-3 3 0 0,-6-1 8 0,3 1-8 16,6-3 0-16,0 0 8 0,0 0-8 0,0 0 8 0,0 0-8 16,0 0 8-16,0 0-8 0,0 0 8 0,0 0-8 15,0 0 8-15,0 0 3 0,0 0 0 0,0 0 0 0,-3-3 0 16,-3 1-3-16,6 2 0 0,0 0 0 0,0 0 0 16,0 0-8-16,0 0 0 0,6-3 9 0,-6 3-9 15,0 0 0-15,0 0 8 0,6-8-8 0,-6 8 0 16,0 0 0-16,0 0 0 0,0 0 0 0,0 0 0 15,9 0 0-15,-9 0 0 0,0 0 0 0,0 0 0 16,0 0 0-16,0 0 0 0,0 0 10 0,0 0-10 16,-6 8 11-16,0-5-11 0,6-3 12 0,-6 2-12 15,-3 1 10-15,0 2-10 0,9-5 8 0,-9 3-8 16,0 0 0-16,0-3 8 0,9 0-8 0,0 0 0 16,0 0 8-16,0 0-8 0,-6 0 8 0,6 0-8 15,0 0 12-15,0 0-4 0,0 0 0 0,0 0 0 0,6-3 1 16,0 0 0-16,-3-5 0 0,-3 8 0 0,0-5-9 0,0 5 8 15,6 0-8-15,-6 0 8 0,0 0-8 0,0 0 0 16,0 0 0-16,0 0 0 0,0 0 0 0,0 0 0 16,0 0 0-16,0 0 0 0,0 0 0 0,0 0-9 15,0 0 9-15,0 0-10 0,0 0 0 0,0 0 0 16,-6 3 0-16,0-1 0 16,6-2-110-16,0 0-21 0</inkml:trace>
  <inkml:trace contextRef="#ctx0" brushRef="#br0" timeOffset="69184.53">6431 5678 864 0,'0'0'76'0,"0"0"-60"0,0 0-16 0,0 0 0 0,0 0 97 0,0 0 17 15,0 0 3-15,0 0 1 0,0 0-66 0,0 0-12 16,0 0-4-16,0 0 0 0,0 0-12 0,0 0-2 16,0 0-1-16,0 0 0 0,0 0-2 0,0 0-1 15,0 0 0-15,0 0 0 0,0 0-1 0,0 0 0 16,0 0 0-16,0 0 0 0,0 0 18 0,0 0 3 15,6 3 1-15,3-1 0 0,-9-2-7 0,12 6-2 16,-9-6 0-16,6 0 0 0,0 2-4 0,-3-2-1 16,3 3 0-16,0-1 0 0,0-2-8 0,3 6-1 15,-4-6-1-15,4 0 0 0,-3 0 1 0,3 0 0 16,0 0 0-16,-3 0 0 0,3 0-1 0,0 0 0 16,3-6 0-16,-6 6 0 0,3-2 1 0,-1-1 1 0,4 1 0 15,-3 2 0-15,3 0 1 0,-3-6 0 0,0 6 0 0,0-2 0 16,0 2-18-16,0-6 0 0,3 4 8 0,-1-1-8 15,-5 0 9-15,3 1-1 0,3-1-8 0,-3 0 12 16,3 1-4-16,-3-1-8 0,0 1 11 0,3-4-11 16,-3 4 14-16,2-1-4 0,-2 0-1 0,0-2 0 15,3 2-9-15,0 1 12 0,-3-6-12 0,0 5 12 16,3-5-4-16,0 6-8 0,-4-1 12 0,1-5-4 16,-3 3-8-16,6-3 12 0,3 0-12 0,-3 0 12 15,-3 3-4-15,3-3-8 0,0 2 12 0,-3 1-4 16,2-3 6-16,-5 3 1 0,-3-3 0 0,9 0 0 15,3 0-15-15,-3 3-13 0,-3-3 2 0,6 0 1 16,3 3 10-16,-4-9 0 0,-2 6 0 0,0 0 0 16,0 0 0-16,0 1 0 0,0-1 0 0,-3 2 0 0,0-4 0 15,-1 2 0-15,4 0 0 0,-6 0 0 0,0 3 0 16,0-3 0-16,6 0 8 0,-3 2-8 0,-3-1 0 0,3 1 0 16,-3-2 0-16,9 0 8 0,-7 0-8 0,4 0 0 15,-9 3 0-15,6-5 8 0,3-1-8 0,0 6 8 16,-6-6-8-16,-3 1 8 0,3 2-8 0,0-3 0 15,0 6 0-15,-3-6-8 0,-3 9 8 0,3-12 0 16,5 6 0-16,-2 3 8 0,-9-6-8 0,6 4 0 16,3-1 8-16,3 2-8 0,-9-2 8 0,3 0-8 15,0 3 8-15,0 0-8 0,6 0 8 0,-6-1-8 16,-3-2 8-16,3 3-8 0,3-3 0 0,0 0 0 16,-3 0 0-16,-3 3 0 0,6-3 0 0,-4 0 0 0,4 0 0 15,-3 0 8-15,-3 0-8 0,0 3 0 0,6-3 0 0,-3 3-8 16,-3-1 8-16,-3 6 0 0,6-7 0 0,-3 1 0 15,0 4 0-15,-3 2 0 0,0 0 0 0,0 0 0 16,6-6 0-16,-6 6 0 0,0 0 0 0,0 0 0 16,9-5 0-16,-9 5 0 0,0 0 0 0,0 0 0 15,0 0 0-15,0 0 0 0,0 0 0 0,0 0-12 16,-6-3 3-16,6 3 0 0,0 0 0 0,0 0 0 16,0 0-3-16,0 0-1 0,0 0 0 0,0 0 0 15,0 0-5-15,0 0-1 0,0 0 0 0,0 0 0 16,6-2-15-16,-6 2-3 15,0 0-1-15,0 0-639 0,0 0-128 0</inkml:trace>
  <inkml:trace contextRef="#ctx0" brushRef="#br0" timeOffset="69886.97">7720 4927 896 0,'15'0'40'0,"-15"0"8"0,-3-3-39 0,3 3-9 0,0 0 0 0,0 0 0 16,0 0 100-16,0 0 17 0,0 0 4 0,0 0 1 16,6-5-62-16,-6 5-13 0,-3 0-3 0,3 0 0 15,9 0-11-15,-9 0-2 0,-3-6-1 0,3 6 0 16,0 0-4-16,0 0-1 0,0 0 0 0,0 0 0 15,-6-2-10-15,6 2-3 0,0 0 0 0,0 0 0 0,0 0 11 16,0 0 1-16,12 0 1 0,0-3 0 0,-6 0 9 0,3 3 2 16,0 0 0-16,2 0 0 0,4 0-7 0,0 0-1 15,-6 0 0-15,6-5 0 0,0 2-12 0,-6 3-2 16,-9 0-1-16,9-2 0 0,0-1 1 0,3 3 0 16,-3 0 0-16,0 0 0 0,-9 0-2 0,5-5-1 15,7 2 0-15,-3 3 0 0,-9 0-11 0,6-2 10 16,3 2-10-16,3 0 10 0,-3 0-10 0,-3-3 0 15,0 0 9-15,3 3-9 0,0 0 0 0,-9 0 9 16,0 0-9-16,0 0 0 0,9 0 9 0,-9 0-9 16,0 0 0-16,0 0 9 0,0 0-1 0,0 0 0 15,0 0 0-15,0 0 0 0,0 0 0 0,0 0-8 16,0 0 12-16,0 0-4 0,0 0-8 0,0 0 0 16,0 0 0-16,0 0 0 0,0 0 0 0,0 0 0 15,0 0 0-15,3 8 0 0,6-5 0 0,-9-3 0 0,0 0 0 16,0 0 8-16,3 5-8 0,0 3 0 0,-6-3 9 15,-3 3-9-15,3 0 0 0,3 3 9 0,-3-6-9 0,-3 3 0 16,-3 3 8-16,3-3-8 0,6 0 0 0,-6 2 0 16,0 1 0-16,0-1 0 0,3-2 0 0,3 3 0 15,-6-3-13-15,3 5-7 0,-9-2 0 0,6-1-1 32,3 1-156-32,-3 2-31 0,-9 0-7 0</inkml:trace>
  <inkml:trace contextRef="#ctx0" brushRef="#br0" timeOffset="70951.62">6601 5559 172 0,'0'0'16'16,"0"0"-16"-16,0 0 0 0,0 0 0 0,0 0 154 0,0 0 28 0,3-5 6 0,-3 5 0 15,0 0-122-15,0 0-25 0,0 0-5 0,0 0 0 16,0 0 40-16,0 0 8 0,0 0 1 0,0 0 1 15,0 0-11-15,0 0-3 0,0 0 0 0,0 0 0 16,0 0-8-16,0 0-3 0,0 0 0 0,0 8 0 16,-3-3-18-16,0 0-4 0,0 0-1 0,-3 1 0 15,3-4-9-15,-3 4-1 0,0-1-1 0,0 3 0 16,3-8-7-16,-3 5 0 0,-3 3-1 0,3-5 0 16,0-1-8-16,-3 4-2 0,4-1 0 0,-4-2 0 15,3 2 5-15,0 0 1 0,-3-2 0 0,0 2 0 16,3 0-6-16,0 1-1 0,0-1 0 0,0-2 0 15,3 2-8-15,-6-2 10 0,3-1-10 0,6-2 10 16,-6 6-10-16,3-6 12 0,-3 2-12 0,6-2 12 16,-3 3-12-16,-3-1 12 0,0 4-12 0,0-6 12 15,6 2-4-15,0-2 0 0,-9 3 0 0,4-3 0 16,-1 3 0-16,6-3 0 0,0 0 0 0,0 0 0 16,-3 5-8-16,3-5 0 0,0 0 0 0,0 0 0 0,0 0 0 15,0 0 8-15,0 0-8 0,0 0 0 0,0 0 10 16,0 0-10-16,0 0 12 0,0 0-12 0,0 0 16 0,0 0-3 15,0 0-1-15,0 0 0 0,0 0-4 0,0 0-8 16,3 3 11-16,0 2-11 0,-3-5 10 0,8 5-10 16,1-2 8-16,-3 2-8 0,3 0 12 0,0 1-2 15,3-1-1-15,3-2 0 0,-6-1 1 0,6 4 0 16,0-4 0-16,3 4 0 0,-4-4-2 0,1 4 0 16,3 1 0-16,-3-4 0 0,0 2 2 0,0 1 0 15,-3-1 0-15,0-2 0 0,3 2-10 0,-7 0 12 0,4 0-12 16,-3-2 12-16,-3 0-12 0,3-1 10 0,-3 1-10 15,0 0 10 1,-6-3-78-16,0 0-15 0,0 0-3 0</inkml:trace>
  <inkml:trace contextRef="#ctx0" brushRef="#br0" timeOffset="72827.36">6446 4905 1036 0,'0'0'46'0,"0"0"10"0,0 0-45 0,0 0-11 15,0 0 0-15,0 0 0 0,0 0 133 0,0 0 25 16,0 0 5-16,0 0 1 0,3-8-97 0,6 3-19 16,-9 5-4-16,3 0-1 0,3-8-7 0,3 6-2 15,0-1 0-15,0 0 0 0,-3 3-5 0,3-2-1 16,0 2 0-16,-1 0 0 0,1 2-12 0,-3-2-4 16,-6 0 0-16,9 0 0 0,-3 0-12 0,0 0 0 15,-6 0 8-15,0 0-8 0,0 0 0 0,6 0 0 16,-6 0 0-16,6 3 0 15,-6-3-31-15,0 0-9 0,0 0-1 0,6 3-543 16,-6-3-108-16</inkml:trace>
  <inkml:trace contextRef="#ctx0" brushRef="#br0" timeOffset="73266.82">6565 5106 460 0,'0'0'41'0,"0"0"-33"0,0 0-8 0,0 0 0 16,0 0 223-16,0 0 42 0,9 0 9 0,-9 0 2 15,0 0-188-15,6 3-36 0,-6-3-8 0,6 5-2 16,-6-5-18-16,6 3-3 0,-6-3-1 0,6 5 0 16,0 3-10-16,-3-2-2 0,0-1-8 0,0 3 12 15,0 0-12-15,-3 0 9 0,0-8-9 0,3 8 8 16,-3 0 8-16,0-1 2 0,3 4 0 0,-3-3 0 0,0 0 1 15,3 3 0-15,-3-6 0 0,3 3 0 0,-3 0-5 16,0-3-1-16,0-5 0 0,0 8 0 0,3 0 18 0,-3 0 3 16,0-8 1-16,-3 8 0 0,0-3-21 0,3 3-4 15,-3-5-1-15,0 2 0 0,0 0 12 0,-3 0 3 16,3 3 0-16,-3-5 0 0,3 0 1 0,-3-1 1 16,6-2 0-16,-6 3 0 0,-3 0-2 0,3-1-1 15,0 1 0-15,0 0 0 0,0-3 1 0,0-3 0 16,3 3 0-16,-3-3 0 0,0 3 3 0,0 0 1 15,1-2 0-15,-1-1 0 0,0 0-28 0,6 3 0 16,-9-2 8-16,3-1-8 0,0 0 0 0,3-5 12 16,0 3-12-16,-3-3 12 0,0 3-12 0,0 0-17 0,3-1 4 15,0 4 1 1,-3-9-44-16,0 3-9 0,0 3-2 0,3 0 0 16,-3-1-152-16,0-2-30 0,-9-2-7 0,12 5 0 0</inkml:trace>
  <inkml:trace contextRef="#ctx0" brushRef="#br0" timeOffset="74212.62">6765 4982 345 0,'0'0'15'0,"0"0"4"0,0 0-19 0,0 0 0 0,0 0 0 0,0 0 0 16,0 0 190-16,0 0 34 0,0 0 8 0,0 0 0 15,0 0-131-15,0 0-26 0,0 0-6 0,0 0-1 16,6-3-14-16,-6 3-3 0,3-2-1 0,-3 2 0 0,0 0-1 0,5-5 0 15,-2 2 0-15,-3 3 0 0,6-3-26 0,-6 3-6 16,6-2-1-16,0-1 0 0,3 3-1 0,0 0-1 16,-9 0 0-16,9 0 0 0,0 0-3 0,0 3-1 15,0-1 0-15,-3 1 0 0,3 2 2 0,0-2 1 16,-3 2 0-16,3-2 0 0,-9-3-5 0,6 5 0 16,2-2-8-16,-2 2 12 0,0 3 0 0,-3-3-1 15,-3-5 0-15,3 8 0 0,0 3 1 0,-3-3 0 16,0 0 0-16,-3 0 0 0,3-3-4 0,0 3 0 15,-6 0 0-15,3-3 0 0,-3 3-8 0,1 5 10 16,-1-8-10-16,-3 3 10 0,0 0-10 0,0 3 0 16,0-3 9-16,0-3-9 0,-3 3 0 0,3 0 0 15,3-3 0-15,0 1 0 0,-3-1 0 0,3 3 0 16,3-3 0-16,3-5 0 0,-6 8 0 0,3-8 0 16,3 0 0-16,0 0 0 0,0 0 0 0,0 0 0 0,-6 5 0 15,6-5 8-15,0 0-8 0,-6 3 0 0,3 2 0 0,-2-5 8 16,-1 3-8-16,6-3 0 0,0 0 8 0,-6 3-8 15,0-1 0-15,6-2 8 0,0 0-8 0,0 0 0 16,0 0 0-16,0 0 0 0,0 0 0 0,0 0 0 16,0 0 0-16,0 0 0 0,0 0 0 0,0 0 0 15,6 6 23-15,0-6 0 0,0 0 0 0,2 0 0 16,1-6-7-16,0 6 0 0,3-2-1 0,-3 2 0 16,0-3-1-16,0 0 0 0,0 3 0 0,0 0 0 15,-9 0-6-15,6-5 0 0,3 2-8 0,-3 3 12 16,-6 0-12-16,0 0 0 0,6 0 8 0,-6 0-8 15,9-2-9-15,-9 2-5 0,0 0-1 0,0 0 0 16,0 0-45 0,0 0-10-16,0 0-2 0,0 0-576 0,6 2-116 0</inkml:trace>
  <inkml:trace contextRef="#ctx0" brushRef="#br0" timeOffset="75316.1">7098 5220 288 0,'0'0'25'0,"0"0"-25"0,0 0 0 0,0 0 0 16,0 0 264-16,0 0 48 0,0 0 10 0,0 0 2 16,9 6-180-16,0-6-36 0,0 2-8 0,-3 1 0 15,-6-3-53-15,6 0-11 0,6 0-1 0,-3 0-1 16,-9 0-14-16,5 0-2 0,4-3-1 0,3 1 0 16,-3 2 5-16,-3-8 1 0,0 2 0 0,3-2 0 15,9 3-8-15,-9-3-2 0,-6-2 0 0,6-1 0 16,3 3-13-16,-3-3 8 0,-3 1-8 0,-3 2 0 15,0 3 10-15,-1-6-10 0,4 0 10 0,-6 6-10 16,0-5 10-16,0 2-10 0,3 0 10 0,-3 2-10 16,-3-2 22-16,0 3-2 0,3 5 0 0,3-8 0 15,0 3 3-15,-3-3 0 0,-9 3 0 0,9-3 0 16,6 3-13-16,-6 5-2 0,-6-11-8 0,4 8 12 0,2-5-12 16,0 8 0-16,0-5 0 0,-3-3 0 0,-3 0 10 0,6 3-1 15,3 0 0-15,-3 5 0 0,-6-6-9 0,6 6 0 16,3-2 9-16,3-4-9 0,-6 6 25 0,0 0 1 15,0-5 0-15,3 0 0 0,2-1-26 0,-5 6 0 16,0 0 0-16,6-2 0 0,3 2 0 0,-3-5 0 16,-6 5 0-16,0 0 0 0,0 0 0 0,9-3 8 15,-3 3 0-15,-6 0 0 0,0 0-8 0,9 0-12 16,3 3 2-16,-3 2 1 0,-9-5 9 0,3 2 0 16,6 1 0-16,0 5 0 0,-3-8 0 0,-3 5 0 15,3 1 0-15,0-1-8 0,3 3 8 0,-6-3 0 0,-3-5 0 16,2 8 0-16,4 0 0 0,-3 0 0 0,-6 3 0 15,3-3 0-15,-3-1 0 0,3 1 0 0,0 3 0 0,-3-6 0 16,-2 3 0-16,2 0 0 0,3-8 0 0,0 8 8 16,-6 3-8-16,3-1 0 0,6-2 0 0,-3 0 0 15,0 0 0-15,0 3 0 0,0-6 0 0,0-5 0 16,9 8 0-16,-6-5 0 0,-3-3 8 0,5 7-8 16,7 1 9-16,-6-2-9 0,-6-6 12 0,0 0-12 15,9 2 10-15,0-2-10 0,0 0 8 0,-3 0-8 16,0-2-75-16,6-4-20 15,3 1-4-15,0-5-922 0</inkml:trace>
  <inkml:trace contextRef="#ctx0" brushRef="#br0" timeOffset="77260.78">6842 3339 1627 0,'0'0'72'0,"0"0"15"0,0 0-70 0,0 0-17 0,0 0 0 0,9-5 0 15,-9 5 46-15,9 0 6 0,0 0 0 0,0 0 1 16,0 0-40-16,0 0-13 0,0 0 8 0,-1 0-8 15,1 5 11-15,0-5-2 0,-9 0 0 0,9 3 0 16,3-1-1-16,-3 6-8 0,-3-8 12 0,0 6-4 16,-6-6-8-16,9 0 0 0,-3 2 0 0,-6-2 8 15,0 0-8-15,6 6-9 0,0-4 9 0,-6-2-13 16,0 0-49-16,0 0-10 0,6 3-1 16,-6-3-683-16</inkml:trace>
  <inkml:trace contextRef="#ctx0" brushRef="#br0" timeOffset="77737.95">7015 3638 460 0,'0'0'20'0,"0"0"5"0,0 0-25 0,0 0 0 16,0 0 0-16,0 0 0 0,0 0 145 0,0 0 24 15,0 0 5-15,3 8 1 0,-3-8-111 0,3 8-21 0,-3 0-5 0,3 2-1 16,3-4 5-16,-4 2 1 0,-2-8 0 0,0 13 0 16,9-8 0-16,-3 8 0 0,0-10 0 0,-3 8 0 15,0-3-8-15,3 2-2 0,3-2 0 0,-3-3 0 16,-6 6-23-16,3 0-10 0,3-6 8 0,-3 3-8 16,-3 5 8-16,0-8-8 0,3 1 0 0,0 4 8 15,-3 1 19-15,0-6 3 0,-3 3 1 0,3-3 0 16,6 3-17-16,-3 5-3 0,-6-7-1 0,-3 2 0 15,6 0 4-15,-3 2 1 0,0-5 0 0,-3 3 0 16,3-2-4-16,-3 2-1 0,3-8 0 0,-3 5 0 16,3 3 2-16,3-8 0 0,0 0 0 0,-6 0 0 15,0 5 10-15,6-5 2 0,0 0 1 0,0 0 0 16,-3 3 15-16,-3 2 2 0,0-5 1 0,6 0 0 16,-3 0-7-16,-2 0-2 0,-7 0 0 0,6 0 0 15,0 0-19-15,-3-5-4 0,0 2-1 0,0-2 0 0,0 5-10 16,0-8 12-16,3 5-12 0,-3 1 12 0,0-6-12 0,0 2 0 15,0-2 0-15,3 3 0 0,-2 0-17 0,2 0-3 16,0 2 0-16,-3-2 0 16,3-3-5-16,0 5-2 0,0 0 0 0,3 3 0 15,0-7-93-15,3 7-20 0,-9 0-3 0</inkml:trace>
  <inkml:trace contextRef="#ctx0" brushRef="#br0" timeOffset="78691.82">7300 3620 1220 0,'0'0'54'0,"0"0"11"0,0 0-52 0,0 0-13 0,0 0 0 0,0 0 0 16,0 0 47-16,0 0 6 0,0 0 2 0,0 0 0 0,0 0-21 15,0 0-4-15,0 0-1 0,0 0 0 0,-6-6-13 0,6 6-4 16,6 0 0-16,0-8 0 0,0 3-12 0,3-6-16 15,0 3 3-15,0 1 1 0,6-1 12 0,-6-3 0 16,-3 3 0-16,3-3 0 0,3 4 8 0,-3-1 5 16,-3 2 1-16,-6-2 0 0,6 3 4 0,-4-3 1 15,1 3 0-15,-3-3 0 0,-5 5 10 0,5 1 3 16,2-6 0-16,-2 8 0 0,-5-3-7 0,-1 0-1 16,6 3 0-16,0 0 0 0,-3-5-15 0,0 2-9 15,-3-2 10-15,3 5-10 0,3 0 0 0,-3-8 0 16,-3 8 0-16,3-2 0 0,3 2 0 0,0 0 0 15,-6-3 0-15,0 3 0 0,6 0 0 0,0 0 0 0,0 0 0 16,-9 0 0-16,-3 0 0 0,3 3-8 16,9-3 8-16,-12 2-10 0,-6 6 10 0,3-5 0 15,10-1 0-15,-1 1 0 0,-3 2 0 0,3-5 0 0,0 6 0 16,6-6-8-16,0 0 8 0,0 0 0 0,-9 8 0 0,9-8 0 16,3 2 0-16,-3-2 0 0,-3 6 0 0,-3-1 8 15,6-5-8-15,0 8 0 0,0-8 0 0,-3 5-8 16,-6 0 8-16,9-5 16 0,6 8-4 0,-6-2-1 15,-3 2-11-15,3-3 0 0,6 3 9 0,0 0-9 16,0 2 8-16,0-7-8 0,-3 2 8 0,3 3-8 16,3 3 8-16,-3-6-8 0,-3 3 10 0,0-3-10 15,2 3 10-15,4 0-10 0,-3 3 10 0,0-6-10 16,0 6 0-16,0-1 8 0,3 3-8 0,-3-7 0 16,-3 2 0-16,3 0 0 0,6 2 0 0,-3-2 0 15,-3 0 0-15,3 3 9 0,0-6-9 0,0 6 8 16,0-1-8-16,-4-2 10 0,-2 0-10 0,6 3 10 15,0-4-10-15,-6 4 10 0,-3-3-10 0,3-3 10 0,0 1-10 0,-3 2 10 16,0-8-10-16,0 13 10 0,-3-8-10 0,0 3 12 16,3-8-12-16,-3 5 12 0,-3 3-12 0,3-5 10 15,3-3-10-15,0 0 10 0,-6 5-10 0,6-5 8 16,0 0-8-16,0 0 8 0,0 0-8 0,-3 5 0 16,-3 1 9-16,6-6-9 0,0 0 12 0,-5 2-1 15,-4 4-1-15,3-6 0 0,0 5 1 0,0-5 0 16,-3 0 0-16,0 0 0 0,-3 0 6 0,3 0 2 15,9 0 0-15,-9-5 0 0,-6-1-2 0,3 4 0 16,9-4 0-16,-3 1 0 0,-5 0-1 0,2-3-1 16,3 3 0-16,3-3 0 0,3 0-5 0,-6-3-1 0,-3 3 0 15,6 0 0-15,6-2-9 0,0 2 8 0,-9-3-8 16,3 1 8-16,3-1-8 0,3 3 0 0,-3-5 0 0,-3 2-11 16,0 1-1-16,3-1 0 0,3 3 0 0,-3-5 0 15,-6 0-3-15,6 2-1 0,6-2 0 0,0 5 0 31,0-3-88-31,0 1-19 0,-3 5-3 0,6-6-466 0,5 3-94 0</inkml:trace>
  <inkml:trace contextRef="#ctx0" brushRef="#br0" timeOffset="79621.67">7631 3847 633 0,'-18'0'28'0,"18"0"6"0,0 0-34 0,0 0 0 0,0 0 0 0,0 0 0 16,0 0 192-16,0 0 32 0,0 0 7 0,0 0 1 16,0 0-142-16,0 0-28 0,9 3-6 0,-3-3 0 15,-6 0 2-15,0 0 1 0,6 0 0 0,3-3 0 16,0-2-31-16,0 5-5 0,-6-8-2 0,5 3 0 16,7-3-8-16,-6 2-1 0,-6 1-1 0,3-3 0 15,3 3 5-15,-3-3 2 0,-6 3 0 0,0-3 0 16,0 2 7-16,3-2 2 0,0 3 0 0,-3-5 0 15,-6-1-12-15,6 6-3 0,3-6 0 0,-3 3 0 16,-3 0 4-16,0-2 0 0,3 2 0 0,0-3 0 0,0 3-7 16,0 0-1-16,-3-2 0 0,0 2 0 0,6 0 4 0,0 0 0 15,-9-3 0-15,3 3 0 0,6 3-12 0,0-6 12 16,-3 3-12-16,-3 1 12 0,-3 1-3 0,6 1 0 16,3 2 0-16,-3-5 0 0,-6 3 0 0,6-3 0 15,6 3 0-15,-3-3 0 0,-3 3-9 0,0-1 0 16,3 1 0-16,3 2-11 0,3-2 11 0,-6 0 0 15,-3 5 8-15,6-5-8 0,6 2 0 0,-3-5 9 16,-6 5-9-16,3 1 0 0,3-4 0 0,-3 4 0 16,0-1 0-16,-6 3 0 0,5 0 8 0,4-3-8 15,3 3 0-15,-3 0 0 0,-9 0 0 0,9 0 0 16,3 0 0-16,0 0 0 0,-3 0 0 0,0 0 0 0,-3 3 0 16,3 0 0-16,3-3 0 0,-6 2 0 0,-6-2 0 15,6 6 0-15,2-1 0 0,-2 3 0 0,-6-5-8 16,0 7 8-16,3-5 0 0,-3 3 0 0,0-2 0 0,0 2 0 15,-3-1 0-15,3 4 0 0,3-3 0 0,-3 3 0 16,-6-3 0-16,3 5 0 0,3-8 0 0,3 8 0 16,-3-5 0-16,0 3 0 0,0-1 0 0,6 1 0 15,-3 2 0-15,0-5-9 0,-6 3 9 0,3-1 0 16,3 1 0-16,3 2 0 0,-9-5 0 0,3 3 0 16,3-6 0-16,-3 3 0 0,6-3 0 0,-6-5 0 15,0 8 0-15,0-8 9 0,6 5-9 0,3-2 10 16,-9-3 4-16,6 5 1 0,3-5 0 0,0 0 0 15,0 0 0-15,0 0 0 0,-3 0 0 0,3-5 0 0,6 2-5 0,-6 3-1 16,-9 0 0-16,3-2 0 0,8-1-9 16,-2 3 0-16,-9 0 0 0,0 0 8 0,6-5-23 0,-3 0-5 15,6 2 0-15,-9 3-1 16,-6-5-130-16,6 5-25 0</inkml:trace>
  <inkml:trace contextRef="#ctx0" brushRef="#br0" timeOffset="81826.58">4613 6162 1094 0,'0'0'97'0,"0"0"-77"0,0 0-20 0,0 0 0 15,-3-2 129-15,3 2 23 0,0 0 4 0,0 0 0 16,0 0-65-16,0 0-14 0,6-6-2 0,2 1-1 16,-2 5-30-16,0-3-7 0,-6 3-1 0,9 0 0 15,3 0-18-15,-3 0-4 0,0 0-1 0,0 0 0 16,3 0-5-16,-3 3-8 0,0-3 11 0,3 0-11 16,-3 0 9-16,2 0-9 0,-8 0 0 0,3 0 9 15,-6 0-9-15,9-3 0 0,3 1 9 0,-6-1-9 16,0-2 0-16,3 5-15 0,-6-6 3 0,3 4 0 31,0-1-130-31,-6 3-26 0,0 0-4 0,6-3-2 0</inkml:trace>
  <inkml:trace contextRef="#ctx0" brushRef="#br0" timeOffset="82195.67">4818 6268 820 0,'0'0'36'0,"0"0"8"0,0 8-35 0,0-3-9 16,0 3 0-16,-3-3 0 0,3 3 81 0,0 0 15 15,0 0 2-15,3 0 1 0,-3-3-23 0,3 3-4 16,3 0 0-16,-6 0-1 0,0 3-19 0,6-3-4 16,-3 0-1-16,0 0 0 0,0 5-11 0,3-5-1 15,-6 2-1-15,3-2 0 0,0 6-9 0,-3-4-1 16,0 1-1-16,3 2 0 0,-3 3-12 0,0 0-3 16,0-3 0-16,0 3 0 0,0 0 4 0,0 0 1 15,0-3 0-15,-3 3 0 0,3 0 0 0,-3-1 0 16,0-1 0-16,3-1 0 0,-6 0 7 0,0 0 0 15,3-2 1-15,-3 0 0 0,6-6 11 0,-6 3 1 16,0 0 1-16,3-3 0 0,-3 3-6 0,3 0-2 0,-3-3 0 16,-3 0 0-16,3 1-2 0,0-4 0 0,-6 1 0 0,3 2 0 15,3-2-4-15,-2-3-2 0,-1 0 0 0,3 0 0 16,-9 0-5-16,6-3-1 0,-3 3 0 0,3-2 0 16,-3-1-12-16,3 0 9 0,0-2-9 0,3 2 8 15,-6-2-8-15,3 0-16 0,4 2 4 0,-1-5 1 31,0 3-25-31,3-3-6 0,-3 3-1 0,3-3 0 0,3 0-139 16,0-3-28-16</inkml:trace>
  <inkml:trace contextRef="#ctx0" brushRef="#br0" timeOffset="82421.28">5151 6080 172 0,'0'0'8'0,"0"0"1"0,0 0-9 0</inkml:trace>
  <inkml:trace contextRef="#ctx0" brushRef="#br0" timeOffset="83031.86">5160 5948 1094 0,'0'0'97'0,"0"0"-77"0,0 0-20 0,0 0 0 15,0 0 125-15,0 0 22 0,0 0 4 0,0 0 1 16,6 5-88-16,0 0-18 0,-6-5-3 0,0 8-1 0,3 0-18 16,-6 3-4-16,0-1-1 0,0 1 0 0,-3-3-4 0,3 3-1 15,0 2 0-15,0-3 0 0,-6 4 1 0,3-4 0 16,0 3 0-16,3 1 0 0,-5-1 4 0,-1 3 1 15,0 0 0-15,3 0 0 0,0 2 4 0,-3-2 2 16,3 5 0-16,-3-2 0 0,3-1-2 0,0 6-1 16,3-6 0-16,-9 4 0 0,6 1-7 0,3-4-2 15,-9 2 0-15,6 0 0 0,0 0-4 0,3 1-1 16,1-4 0-16,2 3 0 0,-6-5-9 0,0 0 0 16,9 0 9-16,0 0-9 0,-3-6 0 0,6 4 9 15,-6-4-9-15,5 1 0 0,-2-3 13 0,3 0-4 16,-3-3-1-16,9 3 0 0,-6-3 0 0,0-2-8 15,3-1 12-15,0-2-4 0,0 0 1 0,3 0 0 0,-6-2 0 16,9-1 0-16,-12-2 1 0,6-3 0 0,0 3 0 16,-1-3 0-16,-2-3-10 0,3 3 10 0,0-2-10 0,0-4 10 15,-3 4-10-15,3-3 8 0,-3 2-8 16,0-2 8-16,6 0-8 0,-9-1 0 0,3 4 0 0,0-4 0 16,0 4 12-16,-3-1-2 0,-3-2-1 0,0 3 0 15,-3-1-1-15,0 6 0 0,0-6 0 0,0 3 0 16,-3 3 17-16,0-3 3 0,6 0 1 0,-9 3 0 15,3 2-13-15,-3-2-4 0,3-1 0 0,-3 4 0 16,0-1-12-16,0 0 0 0,-6 3 0 0,7 0 0 16,-1 0 0-16,0 0 0 0,0 6 0 0,0-1 0 15,3 0 0-15,-6 1-10 0,0-4 10 0,6 1-12 16,-6 5 4-16,6 0 0 0,3-3 0 0,-6 0 0 16,3 3-27-16,0 0-5 0,3-2 0 15,3-1-1-15,0-5-142 0,0 5-28 0</inkml:trace>
  <inkml:trace contextRef="#ctx0" brushRef="#br0" timeOffset="121639.6">5309 6252 1386 0,'0'0'61'0,"0"0"13"16,0 0-59-16,0 0-15 0,0 0 0 0,6 0 0 0,3 3 56 0,-3-3 9 15,-6 0 2-15,9 0 0 0,-3 0-38 0,-6 0-7 16,9 0-2-16,-9 0 0 0,0 0-12 0,0 0-8 16,0 0 10-16,3 0-10 0,-3 0 22 0,6-3-2 15,6-2 0-15,-9 2 0 0,5-2-20 0,-2 0 0 16,6-3 0-16,-6 0 8 0,3 0-16 0,0 0-4 16,-3 0 0-16,0 0 0 0,3 0 12 0,-3 0 16 15,-3 0-4-15,0 0-1 0,0 0-11 0,0 0 10 16,0 0-10-16,-3 0 10 0,0 3 8 0,0-3 2 15,0 0 0-15,0 0 0 0,-3 3 3 0,0-3 1 16,0 3 0-16,3-3 0 0,-3 3-5 0,0-1-1 16,3 1 0-16,0 2 0 0,-6-2-4 0,6 2-1 0,-6 1 0 15,6 2 0-15,0 0-5 0,0 0 0 0,-3-5-8 16,0-3 12-16,0 2-12 0,3 6 9 0,0 0-9 0,0 0 8 16,0-5 2-16,0 5 0 0,0 0 0 0,3-3 0 15,-3 3-10-15,3-8 12 0,0 0-12 0,3 3 12 16,-6 5-4-16,6-2-8 0,-3-4 12 0,3 6-4 15,6-8-8-15,-6 8 12 0,0-2-12 0,0-1 12 16,0 0-12-16,0 3 8 0,2-2-8 0,-8 2 8 16,6 0-8-16,0 2 0 0,-6-2 9 0,0 0-9 15,0 0 0-15,6 0 8 0,0 6-8 0,-6-6 0 16,6 2 0-16,0 1 8 0,-6-3-8 0,6 5 0 0,-6-5 0 16,6 6 0-16,0 1 0 0,3-4 0 0,-9 0 0 15,6 2 0-15,-6-5 0 0,6 5 0 0,-6-5 0 0,3 8 0 16,-3-8 0-16,3 6 0 0,-3-6 0 0,3 8 9 15,0-3-9-15,-3 3 0 0,0 0 10 0,-6 0-10 16,6 2 8-16,-3-2-8 0,-3 0 12 0,0 3-4 16,3-1 0-16,-6-2 0 0,6 3-8 0,-3-3 12 15,3 0-12-15,3-3 12 0,0-5-12 0,-6 8 0 16,3 0 9-16,3-8-9 0,0 8 0 0,0-8 0 16,0 5 0-16,0-5 8 0,3 8 2 0,3-3 1 15,-6-5 0-15,0 8 0 0,6-3-1 0,-3 1 0 16,3-1 0-16,0-2 0 0,-6-3-1 0,3 2 0 15,-3-2 0-15,9 6 0 0,-3-4 2 0,3 1 0 0,-6-3 0 16,6-3 0-16,-3 3 1 0,0-2 1 0,-6 2 0 16,8-3 0-16,1-2 2 0,0 2 0 0,0-5 0 0,-3 5 0 15,3-2-15-15,-3 0 8 0,3 2-8 0,-3-2 0 32,0 0-16-32,0 2-10 0,3-5-2 0,0 0-1104 0</inkml:trace>
  <inkml:trace contextRef="#ctx0" brushRef="#br0" timeOffset="131861.97">9655 6001 172 0,'0'0'16'0,"0"0"-16"0,-3-3 0 0,0 0 0 16,3 3 90-16,-3 0 15 0,3 0 3 0,-3-7 1 15,0 1-20-15,0 6-4 0,0-5-1 0,3 5 0 16,-3-3-8-16,3 3-1 0,0 0-1 0,0 0 0 15,0 0-6-15,0 0-2 0,0 0 0 0,0 0 0 16,-3-2-3-16,3 2-1 0,0 0 0 0,0 0 0 16,0 0-37-16,0 0-7 0,0 0-2 0,0 0 0 15,0 0 4-15,3 5 0 0,-3 3 0 0,0 2 0 0,3-7-4 0,-3 5 0 16,0 3 0-16,0-3 0 0,0 2-16 0,0 1 8 16,3-3-8-16,0 2 0 0,-3 1 10 0,0-1-10 15,0-2 8-15,0 3-8 0,0-6 0 16,0 6 0-16,3-3 8 0,-3 0-8 0,3 2 8 0,-3-2 0 15,0 0 0-15,0 0 0 0,-3 0-8 0,3 0 0 16,-3 0 0-16,3 0 0 0,0-3 0 0,-3 3 0 16,3-3 11-16,0 3-11 0,0-2 8 0,0-1-8 15,0-5 0-15,0 5 0 0,0-2 8 0,0-3-8 16,3 8 0-16,-3-8 0 0,0 0 8 0,0 0-8 16,0 0 0-16,3 2 9 0,-3-2-1 0,6 3-8 15,-6-3 12-15,6 3-4 0,3 2 0 0,-6-5 0 16,-3 0 0-16,9 0 0 0,-3 0 15 0,0 0 2 15,3 0 1-15,-1-3 0 0,-8 3-26 0,9 0 0 16,-3 3 0-16,3-3 0 0,0 0 0 0,0 0 0 0,0 0 0 16,0 0 0-16,-3 8 0 0,3-8 0 0,0 5 0 0,3-2 0 15,-3 0 0-15,3-3 0 0,-4 5 0 0,1-3 0 16,3 4 0-16,-3-4 0 0,0 1 0 0,0 0 0 16,-3 2 0-16,3 3 0 0,0 0 0 0,-3-3 0 15,-3 3 0-15,0-3 0 0,0 3 0 0,0 0 0 16,0 3 0-16,0-6 0 0,0 3 0 0,-3 3 0 15,0-1 0-15,0 1 10 0,0-1-10 0,0-2 10 16,0 3 2-16,-3-3 0 0,3 2 0 0,0 1 0 16,0-3 3-16,-3 0 1 0,0 0 0 0,-6 0 0 15,0 2 0-15,3-2 0 0,0 0 0 0,-3 0 0 16,-3 0-2-16,0 0 0 0,3 3 0 0,-3-9 0 16,1 6-3-16,-1-3-1 0,0 1 0 0,3-1 0 0,-3 0 0 15,3 1 0-15,-3-4 0 0,3 1 0 0,0-3-2 0,-3 3-8 16,3-3 12-16,0 0-4 0,0-3-8 15,1 3 8-15,-1 0-8 0,0-3 8 0,0 3-8 0,0-2 0 16,3-1-12-16,-3-2 12 16,3 2-36-16,-3 0 0 0,6-2 0 0,-6 2 0 15,3-2-94-15,0 0-18 0,0 0-4 0,3-3-678 0</inkml:trace>
  <inkml:trace contextRef="#ctx0" brushRef="#br0" timeOffset="132298.51">9658 6006 1036 0,'0'0'46'16,"0"0"10"-16,0 0-45 0,0 0-11 0,0 0 0 0,0 0 0 0,0 0 114 0,0 0 21 16,0 0 4-16,0 0 1 0,0 0-98 0,0 0-19 15,0 0-4-15,0 0-1 0,12 0 16 0,-3 0 3 16,-3-3 1-16,6 3 0 0,-4 0 2 0,4 0 0 15,-3 0 0-15,3 0 0 0,0-2-12 0,0 2-3 16,0-3 0-16,3 3 0 0,-3-3-2 0,-3 3-1 16,3 0 0-16,2 0 0 0,-2 0-14 0,0-5-8 15,0 5 8-15,-3-2-8 0,0 2 0 0,-3 0 0 16,-6 0 0-16,0 0 0 0,0 0 0 0,6 0 0 16,-6 0 0-16,0 0 0 0,0 0 0 0,6 2-15 15,0 3 3-15,-6-5 0 16,0 0-103-16,0 0-20 0,0 0-4 0</inkml:trace>
  <inkml:trace contextRef="#ctx0" brushRef="#br0" timeOffset="133032.73">10089 6612 1267 0,'0'0'112'0,"9"0"-89"15,0-3-23-15,0 1 0 0,0 2 86 0,3-6 13 16,-3 4 2-16,0-1 1 0,0 0-59 0,-3 1-12 15,0-1-3-15,0 0 0 0,-3-2-8 0,0 0-3 16,0 0 0-16,0-3 0 0,0 0-7 0,0 0-2 16,0-3 0-16,0 1 0 0,-3-1-8 0,2-2 0 15,1 2 0-15,0-2-11 0,-3 0 11 0,0 0 0 16,0-3 8-16,-3 0-8 0,3 0 10 0,-3 0-2 16,1 3-8-16,2-6 12 0,-3 3 19 0,0 1 3 15,0-4 1-15,3 6 0 0,-3 0 0 0,3 2 0 16,0-2 0-16,0 5 0 0,0-3-6 0,0 1-1 15,3 2 0-15,-3 0 0 0,3 0-9 0,0 3-3 16,0-1 0-16,-1-2 0 0,-2 8 0 0,6-5-1 16,-3 0 0-16,3-1 0 0,3 1-3 0,-3 0 0 0,3 0 0 15,0 2 0-15,0-2-2 0,0-1-1 0,3 1 0 0,-3 0 0 16,3 2 13-16,0 0 2 0,-3 3 1 0,-1 0 0 16,4 0-25-16,-3 0-9 0,0 0 0 0,0 0 0 15,0 0 9-15,-3 0 0 0,6 3 0 0,0 0 0 16,-3-1 0-16,0 4 16 0,0-4-4 0,0 4-1 15,0-1-20-15,-4 0-4 0,1 1-1 0,0-1 0 16,3 8 22-16,-6-8 5 0,0 3 1 0,0 3 0 16,0-1-25-16,0 1-5 0,-3 2 0 0,0 0-1 15,3 1 26-15,-3 2 6 0,0-1 1 0,0 1 0 16,-3 0-28-16,3 0-4 0,-3 0-2 0,3 0 0 16,0 2 18-16,0 1 0 0,0-3 0 0,3 0 0 15,0-1 0-15,0 1 0 0,0-5 0 0,3 2 0 16,-3-2 12-16,3-1 5 0,3 1 2 0,0-3 0 15,0 2-19-15,0-4 0 0,3-1 0 0,0-2 0 0,-1 5 15 16,4-8-1-16,-3 2 0 0,3-2 0 0,-3 0 8 0,0 0 2 16,0 0 0-16,3 0 0 0,-3-2-3 0,0 2 0 15,2-6 0-15,-2 4 0 0,-3 2-12 0,0-3-9 16,0 0 12-16,-3 1-12 0,-6 2 9 0,6 0-9 16,-6 0 0-16,0 0 9 15,0 0-31-15,0 0-6 0,0-6-2 0,-6 4-1154 0</inkml:trace>
  <inkml:trace contextRef="#ctx0" brushRef="#br1" timeOffset="156323.53">3080 6122 1152 0,'9'-7'102'0,"-9"1"-82"0,6 1-20 0,-6-3 0 16,0 5 55-16,2-7 6 0,1 2 2 0,0 0 0 15,0 0-22-15,0 0-4 0,3 0-1 0,-6 0 0 16,3 0-16-16,3 0-3 0,-3 0-1 0,0 0 0 16,3 0-8-16,-3 1-8 0,3 1 12 0,-3-4-12 15,3-1 17-15,0 0-3 0,0 4-1 0,-3-1 0 16,3-6-5-16,0 4 0 0,3-3-8 0,0 2 12 0,0 0 20 15,0-2 4-15,-4 0 1 0,4 2 0 0,0-2-14 0,0 3-3 16,3-1-1-16,-3 6 0 0,3-9 10 16,-3 4 3-16,0 2 0 0,0 0 0 0,0 0-12 15,-3 0-3-15,0 0 0 0,3 3 0 0,0-3-7 16,-1 3-2-16,4 2 0 0,-3-5 0 0,3 3-8 0,-3-3 0 16,0 5 0-16,3 1 0 0,-3-4 0 0,3 4 0 15,3-1 0-15,-6 3 0 0,0 0 0 0,2-3 0 16,4 3 0-16,-3 0 0 0,0 0 0 0,-3 0 0 15,3 0 0-15,-3 0 0 0,3 3 0 0,3-3 0 16,-3 0 0-16,-1 3 0 0,1-1 0 0,0 4 0 16,3-6 0-16,-6 5 0 0,3 3 0 0,0-3 0 15,0 3 0-15,0-5 0 0,-3 5 0 0,6-3 0 16,-7 3 0-16,4-3 0 0,-3 3 0 0,3 0 0 0,0 3 0 16,0-3 0-16,-3-1 0 0,3 1 0 0,3 3 0 15,-9-3 0-15,9 2 0 0,-9-2 0 0,8 3 0 0,-5 2 0 16,3-2 0-16,0 2 0 0,-3-2 0 0,0 2 0 15,0-3 0-15,0 1 0 0,3 0 0 0,-6 2 0 16,3 0 0-16,-3 0 0 0,3 1 0 0,-1 1 0 16,-2 1 0-16,0-2 0 0,-3 1 0 0,3-1 0 15,6 4 0-15,-3-5 0 0,-3-2 0 0,3 2 0 16,0 3 0-16,0 0 0 0,0 0 0 0,-6 0 0 16,3-3 0-16,0 3 0 0,3 0 0 0,-3 0 0 15,0 2 0-15,0 1 8 0,2-4-8 0,-5 1 0 16,3 0 0-16,0 0 0 0,-3-3 0 0,3 6 0 15,0-6 0-15,-3 3 8 0,0-3-8 0,3 3 0 0,-3 0 0 16,3 0 0-16,-6 0 0 0,0 0 0 0,0-3 0 16,3 3 0-16,-3 0 8 0,0-3-8 0,-3 3 0 15,3-3 0-15,0 0 0 0,0 3 8 0,0-3-8 0,-6 0 0 16,6 1 0-16,-3 2 8 0,0-1-8 0,0-1 0 16,3 1 0-16,-6 1 0 0,6-2 0 0,-6 1 0 15,-3 4 9-15,3-6-9 0,6 3 0 0,-9 0 0 16,3-3 0-16,1 3 0 0,-1 0 0 0,3-3 0 15,-9 3 0-15,3 0 8 0,0-3-8 0,-3 0 0 16,6 1 8-16,-3 1-8 0,0-1 0 0,3-1 0 16,-3 0 0-16,0 0 0 0,-3-2 0 0,0 2 0 15,4 0 0-15,-1-2 0 0,-6 2 0 0,3-2 0 0,0 2 0 16,3-2 8-16,-6-1-8 0,6 1 0 0,-6-1 0 16,3 1 0-16,1 0 0 0,-1-3 8 0,-3-1-8 15,3 1 0-15,0 0 0 0,0 0 9 0,0-2-9 16,3 1 0-16,0-4 8 0,-6 2-8 0,9 1 0 0,-8-1 0 15,8-2 8-15,-9-1-8 0,6 4 9 0,3-4-9 16,-3-2 24-16,0 0 0 0,6 3-1 0,-6 0 0 16,0-3-13-16,6 0-2 0,-6 0-8 0,3 0 12 15,0 0 0-15,3 0 0 0,3 0 0 0,-6 0 0 16,0 0-12-16,6 0 9 0,0 0-9 0,-3-3 8 16,-3 0-8-16,6 3 0 0,0 0 0 0,0 0 8 15,0 0-8-15,0 0 0 0,0 0 0 0,0 0 0 16,0 0-20-16,0 0 4 0,0 0 1 0,0 0 0 15,0 0-163-15,0-5-33 16,6-8-6-16,-3-3-2 0</inkml:trace>
  <inkml:trace contextRef="#ctx0" brushRef="#br1" timeOffset="156994.51">3687 7062 403 0,'0'0'36'0,"0"0"-36"0,0 0 0 0,0 0 0 0,-3 5 220 0,3-5 38 16,-3 8 7-16,-3-3 2 0,3 3-209 0,-3 0-42 16,3 0-8-16,3 0-8 0,-9 0 13 0,6 0-4 15,-3 2-1-15,3-2 0 0,3 3-8 0,-9 0 0 16,3-3 0-16,0 2 0 0,0-2 8 0,3 3 0 16,-8-3 0-16,5 2 0 0,6 1 28 0,-3-3 4 15,-3 0 2-15,-3 0 0 0,3-3-15 0,-3 0-3 16,3 3-1-16,0-3 0 0,-3 3 1 0,-3-2 1 15,9-4 0-15,0 4 0 0,0-4-16 0,-6 3-9 16,9-2 10-16,-6 0-10 0,6-3 11 0,0 0-11 16,-6 5 12-16,6-5-12 0,0 0 15 0,0 0-4 15,0 0-1-15,0 0 0 0,0 0 0 0,0 0 0 16,0 0 0-16,12 3 0 0,-12-3 9 0,9 5 1 16,0-2 1-16,3-1 0 0,-12-2-1 0,9 3 0 15,-3-3 0-15,3 0 0 0,3 0-6 0,3-3-2 16,-4 1 0-16,7 2 0 0,-6-6 7 0,6 4 1 0,-6-1 0 0,6 0 0 15,0-2 4-15,-3 2 2 0,0 1 0 16,-1-1 0-16,1-2-10 0,0 2-3 0,-6 3 0 0,3 0 0 16,-3 0-13-16,-3 0 9 0,3 3-9 0,-9-3 8 15,0 0-8-15,0 0-17 0,0 5 4 0</inkml:trace>
  <inkml:trace contextRef="#ctx0" brushRef="#br1" timeOffset="159415.71">3196 6292 896 0,'0'0'40'0,"9"0"8"0,3-3-39 0,-4 1-9 0,4 2 0 0,-3-3 0 15,0 0 63-15,3 3 10 0,-6 0 3 0,9 0 0 16,-6-2-34-16,0 2-6 0,3 0-2 0,-3 0 0 15,6 0-8-15,-7-3-2 0,4 3 0 0,-3 0 0 16,3 0-5-16,-3 0-2 0,3 0 0 0,-3-5 0 16,0 5-5-16,3-3-2 0,3 0 0 0,-9 3 0 15,3-2-10-15,0-1 10 0,2 3-10 0,4-3 10 16,-12 1-1-16,6 2 0 0,-6-3 0 0,3 0 0 16,0 3-1-16,-6 0 0 0,0 0 0 0,3-2 0 15,3 2-35-15,-6 0-7 0,0 0-2 0,0 0 0 0</inkml:trace>
  <inkml:trace contextRef="#ctx0" brushRef="#br1" timeOffset="159975.28">3350 6392 1094 0,'0'0'97'0,"0"0"-77"0,0 0-20 0,0 0 0 16,0 0 87-16,0 0 13 0,0 0 4 0,0 0 0 16,0 0-69-16,0 0-14 0,0 0-2 0,0 0-1 15,0 0-18-15,0 0 0 0,0 0 8 0,0 0-8 16,0 6 0-16,0-6 0 0,0 0 0 0,0 8 0 16,0-8 8-16,0 5-8 0,0-5 12 0,0 0-12 15,0 0 0-15,0 8 0 0,0-8 0 0,0 0 0 16,0 0 0-16,0 0 0 0,0 8 0 0,0-8 0 15,0 0 14-15,0 0-4 0,0 0-1 0,0 8 0 16,0-8 2-16,0 0 0 0,0 0 0 0,0 0 0 16,0 0-2-16,0 0 0 0,0 0 0 0,0 0 0 15,0 0 0-15,0 0 0 0,0 0 0 0,0 0 0 16,0 0 4-16,0 0 1 0,0 0 0 0,0 0 0 16,0 0 4-16,0 0 1 0,0 0 0 0,0 8 0 15,0-8-2-15,0 0 0 0,0 0 0 0,0 8 0 0,0 2-4 16,0-10-1-16,0 0 0 0,3 11 0 0,-3-1 14 0,3-2 2 15,0 3 1-15,0-3 0 0,3 5-17 0,-6-5-3 16,0 3-1-16,0-4 0 0,3 4-8 0,-3 0 0 16,0-1 0-16,0 1-11 0,3-3 11 0,-3 2 0 15,0-2 0-15,3 0 0 0,-6 0 8 0,3 3-8 16,0-3 10-16,0 2-10 0,0-2 0 0,0 0 0 16,3-3 0-16,-3 3 0 0,0-2 0 0,0-6 8 15,-3 8-8-15,3-8 0 0,3 5 0 0,-3-5 0 16,0 0 0-16,0 0 0 0,0 5-14 0,0-5-6 15,-3 5 0-15,3-5-1 16,-3 8-28-16,3-8-6 0,0 0-1 0,0 0 0 16,-3 3-52-16,3-3-10 0,0 0-2 0,-6 5-556 0</inkml:trace>
  <inkml:trace contextRef="#ctx0" brushRef="#br1" timeOffset="160625.97">3297 6763 1220 0,'0'0'54'0,"0"0"11"0,0 0-52 0,0 0-13 0,0 0 0 0,0 0 0 16,0 0 80-16,0 0 12 0,0 0 4 0,0 0 0 16,0 0-68-16,0 0-14 0,0 0-2 0,0 0-1 15,0 0-11-15,0 0 12 0,0 0-12 0,0 0 12 16,0 0-12-16,0 0 0 0,0 0 0 0,0 0 0 16,0 0 0-16,0 0 0 0,0 0-9 0,0 0 9 0,0 0 0 0,0 0 0 15,0 0 0-15,0 0 9 0,0 0 13 0,0 0 2 16,0 0 1-16,0 0 0 0,0 0 7 0,0 0 0 15,0 0 1-15,0 0 0 0,0 0-11 0,0 0-2 16,0 0-1-16,0 0 0 0,0 0-11 0,0 0-8 16,0 0 9-16,0 0-9 0,0 0 8 0,0 0-8 15,0 0 0-15,0 0 0 0,0 0 8 0,0 0-8 16,0 0 0-16,0 0 9 0,0 0 3 0,0 0 0 16,0 0 0-16,0 0 0 0,0 0 6 0,0 0 2 15,0 0 0-15,0 0 0 0,0 0 4 0,0 0 2 16,0 0 0-16,0 0 0 0,0 0-11 0,0 0-3 15,0 0 0-15,0 0 0 0,-6 2-2 0,3-2-1 16,3 0 0-16,-9 3 0 0,3 0-9 0,3-1 0 0,-6 1 9 0,3-3-9 16,3 0 0-16,-3 0 0 15,6 0 0-15,0 0 0 0,0 0 0 0,0 0 9 0,0 0-9 0,0 0 0 16,0 0 12-16,0 0-4 0,0 0 0 0,0 0-8 16,0 0 9-16,0 0-9 0,0 0 0 0,0 0 9 15,0 0-1-15,0 0-8 0,0 0 12 0,0 0-4 16,0 0 1-16,0 0 0 0,0 0 0 0,0 0 0 15,0 0-9-15,0 0 12 0,0 0-12 0,0 0 12 16,0 0-12-16,0 0 10 0,0 0-10 0,3 3 10 16,6-3-10-16,0 0 0 0,0-3 9 0,3 3-9 15,-9 0 9-15,6 0-9 0,3 0 12 0,-3 0-12 16,-3 0 11-16,6 0-11 0,-3 0 10 0,-4 0-10 16,4 0 8-16,-3 0-8 0,0 0 0 0,3 0 0 15,-3 0 16-15,3 0-2 0,-9 0-1 0,6 0 0 16,0 0-13-16,-6 0-12 0,0 0 3 0,9 0 0 0,-9 0 9 15,3 0 11-15,-3 0-3 0,0 0 0 0,0 0 1 16,0 0 0-16,3-3 0 0,-3 3 0 0,0 0-9 16,0 0 0-16,0 0 0 0,0 0-11 0,0 0 11 0,0 0-10 15,0 0 10-15,0 0-10 16,0 0-137-16,0 0-27 0,0 0-6 0</inkml:trace>
  <inkml:trace contextRef="#ctx0" brushRef="#br1" timeOffset="161359.87">3592 6654 1119 0,'0'0'49'0,"0"0"11"0,0 0-48 0,0 0-12 0,0 0 0 0,0 0 0 15,0 0 56-15,0 0 8 0,0 0 1 0,0 0 1 16,0 0-16-16,0 0-3 0,0 0-1 0,0 0 0 16,0 0-6-16,0 0-2 0,0 0 0 0,0 0 0 15,0 0-6-15,0 0-2 0,0 0 0 0,0 0 0 16,0 0-11-16,0 0-3 0,0 0 0 0,0 0 0 15,0 0-3-15,0 0-1 0,0 0 0 0,0 8 0 16,3 0 7-16,3-3 1 0,-6 3 0 0,0 0 0 16,0 0 0-16,0 0 0 0,-6 3 0 0,6-3 0 15,0 0-4-15,-3 2 0 0,3-2 0 0,0 3 0 16,-6 2 2-16,6 0 0 0,-3-2 0 0,0-3 0 16,3 2 0-16,0 1 0 0,-3-1 0 0,3-2 0 15,0 3-5-15,0-3-1 0,0 0 0 0,0 0 0 16,0-8 0-16,0 0-1 0,0 0 0 0,0 0 0 15,0 0-1-15,0 0 0 0,0 0 0 0,0 0 0 16,0 0 1-16,0 0 0 0,0 0 0 0,0 0 0 0,0 0-11 16,0 0 0-16,0 0 9 0,0 0-9 15,0 0-146-15,0 0-34 0</inkml:trace>
  <inkml:trace contextRef="#ctx0" brushRef="#br1" timeOffset="161969.06">3511 5969 345 0,'0'0'31'0,"0"0"-31"16,0 0 0-16,0 0 0 0,0-5 234 0,9 2 41 16,-9 0 8-16,0 3 1 0,0 0-161 0,0 0-33 15,0 0-6-15,0 0-2 0,0 0-39 0,0 0-8 16,0 0-2-16,0 0 0 0,0 0-9 0,0 0-3 16,0 8 0-16,0-8 0 0,0 0-13 0,0 6-8 15,-6-1 10-15,6-5-10 0,0 0 10 0,0 0-10 16,-3 5 10-16,-3 1-10 0,0-6 21 0,6 0-1 15,0 0-1-15,0 0 0 0,0 0 11 0,0 0 2 16,0 0 1-16,-6-6 0 0,6 6-10 0,0 0-3 16,0-5 0-16,0 2 0 0,0 3 7 0,0 0 1 15,0 0 0-15,0 0 0 0,0 0-28 0,0 0 0 16,0 0 0-16,0 0 0 0,0 0 0 0,0 0 0 0,0 0 0 0,0 0 0 16,0 0 0-16,0 0 0 0,0 0 0 0,-3 8 0 15,3-8 0-15,0 0 0 0,0 0 9 0,0 0-9 16,0 0 12-16,0 0-3 0,0 0 0 0,0 0 0 15,0 0 9-15,0 0 2 0,0 0 0 0,0 0 0 16,0 0-20-16,0 0-11 0,0 0 2 0,0 0-1035 16</inkml:trace>
  <inkml:trace contextRef="#ctx0" brushRef="#br1" timeOffset="163948.81">6896 6302 1587 0,'6'-13'70'0,"-6"13"15"0,0-5-68 0,3 0-17 0,2 2 0 0,-2-8 0 15,3 6 34-15,0-3 3 0,-3 0 1 0,0 3 0 16,3 0-23-16,0 2-5 0,-3-2-1 0,3-1 0 15,-3 1 2-15,0 0 0 0,3-3 0 0,-3 5 0 16,3-2-3-16,0 2 0 0,-3-5 0 0,3 3 0 16,-3-6-8-16,3 4 10 0,0-1-10 0,6 0 10 15,-3 2 6-15,-1-2 0 0,-5 0 1 0,6 3 0 16,3-5 0-16,-3-1 0 0,0 3 0 0,0 0 0 16,3 0 9-16,0 0 2 0,-6 3 0 0,3 0 0 15,0-3-6-15,3 0-1 0,0 3 0 0,-7-3 0 16,-2 2 7-16,6-2 2 0,9 3 0 0,-9 0 0 15,-9-1-30-15,6 1 0 0,6 0-13 0,3 2 4 16,-6-5 9-16,0 0 16 0,3 3-4 0,3 2-1 16,-1-2-11-16,-2 2 12 0,-3 1-12 0,3-3 12 15,3 2-12-15,-3-2 12 0,-6 2-12 0,0 0 12 16,3 1-12-16,3-1 8 0,0 3-8 0,-6-3 8 16,-6 3-8-16,6 0 0 0,5-2 9 0,1 2-9 0,-3 2 0 15,0-2 0-15,3-2 0 0,3 2 0 0,0 0 0 0,0 0 0 16,-6 0 0-16,3 2 0 0,8-2 0 0,-8 0 8 15,-3 0-8-15,3 3 0 0,6 0 8 0,-6-1-8 16,-3 4 8-16,-3-4-8 0,3 4 0 0,0-4 0 16,0 1 0-16,-3 2 0 0,-6 3 0 0,6-3 0 15,8 1 0-15,-2 4 8 0,-9-7-8 0,6 7 0 16,3-7 0-16,0 2 0 0,-3 3 0 0,0 0 0 16,0-2 0-16,3 2 0 0,6-3 0 0,-7 5 0 15,-5-4 0-15,3 4 0 0,6-2 0 0,-6 0 0 0,0 0 0 16,0 0 0-16,0 3 0 0,-3-1 0 0,6 1 0 15,-6-1 0-15,-3-2 0 0,6 3 0 0,0-1 0 16,-3 1 8-16,0 2-8 0,-3-7 0 0,5 4 0 0,1 1 8 16,-3-1-8-16,0 1 0 0,0 2 0 0,3 0 0 15,0 1 0-15,0-1 0 0,-9-3 0 0,6 4 0 16,3 1 0-16,0 1 8 0,-6 0-8 0,0 0 0 16,3-3 0-16,0 3 0 0,-3 0 0 0,0 0 0 15,-6 0 0-15,3 0 0 0,9-6 0 0,-6 6 8 16,-3-3-8-16,3 3 0 0,0-2 0 0,0-1 0 15,-1 3 0-15,1-6 0 0,-6 3 0 0,6 1 0 16,6 2 0-16,-6-3 0 0,-6 3 0 0,0 0 8 16,3-3-8-16,0 3 0 0,0 2 8 0,-3-2-8 15,0 0 0-15,0 0 0 0,3-3 0 0,-5 3 8 0,-4-3-8 16,3 3 0-16,9-3 0 0,-3 3 8 0,-9 0-8 16,3-3 0-16,0 3 0 0,3 0 0 0,0 0 0 15,0 0 0-15,-6 0 0 0,3-3 8 0,3 0-8 0,0 3 0 16,-6-3 0-16,0 0 0 0,0 1 0 15,3-1 0-15,-3-3 0 0,0 4 8 0,0-1-8 0,1-3 0 16,2 1 0-16,-3 2 0 0,-3 0 17 0,3 1-1 16,0-4 0-16,0 4 0 0,-3-4-16 0,0 3 0 15,3-2 0-15,0 2 0 0,3-2 0 0,-6-1 0 16,-2 1 0-16,2-1 0 0,9-2 0 0,-6 0 0 16,-6-2 0-16,3 2 0 0,6 0 0 0,-3-3 0 15,-3 3 0-15,0-3-9 0,0 0 9 0,3 1 0 16,3-1 0-16,-2 0 0 0,-7 0 0 0,3 1 0 0,3-1 0 15,-3 0 0-15,0 1 0 0,0-1 0 0,0-2-9 16,3 2 9-16,0-2 0 0,3 2 0 0,-8-3 0 0,5 1 0 16,9-3 0-16,-6 3 0 0,-6-1 0 0,3 1 0 15,3 0 0-15,0-1 0 0,0 1 0 0,-3-3 0 16,0 0 0-16,0 0 0 0,9 0 0 0,-3 3 0 16,-6-3 0-16,3 2 0 0,6-2 0 0,0 0 0 15,0 0 0-15,-6-2 0 0,0 2-11 0,6 0 11 16,0 0-18-16,0 0 2 0,-3 0 0 0,3 0 0 15,0 0-39-15,0 0-7 16,0 0-2-16,0 0-607 0,-6-3-121 0</inkml:trace>
  <inkml:trace contextRef="#ctx0" brushRef="#br1" timeOffset="164442.57">7527 7220 230 0,'0'0'20'0,"0"0"-20"15,0 0 0-15,0 0 0 0,0 0 378 0,0 0 71 16,0 0 15-16,0 0 2 0,0 0-366 0,0 0-74 16,0 0-14-16,-3 6-4 0,-6 2-8 0,3-3 0 15,3 0 0-15,-3 1 0 0,-6-1 0 0,6 3 0 0,0-3 0 0,3 0 0 16,-3 3 0-16,-3 0 0 0,0 0 0 0,0 3 0 15,9-3 0-15,-6 0 8 0,-6 0-8 0,3 2 8 16,4-2-8-16,-4 0 10 0,-3 3-10 0,3-3 10 16,-3-3 10-16,3 3 3 0,3 0 0 0,-3-3 0 15,-3 3-15-15,3-3-8 0,9-5 8 0,0 0-8 16,-9 3 14-16,3 2-2 0,6-5 0 0,0 0 0 16,0 0 4-16,0 0 0 0,0 0 0 0,0 0 0 15,0 0 0-15,0 0 1 0,0 0 0 0,0 0 0 16,0 0-1-16,6 3-1 0,-6-3 0 0,0 0 0 15,0 0-6-15,9 5-1 0,0-2 0 0,-9-3 0 16,0 0-8-16,9 5 8 0,3-2-8 0,0-1 8 16,0 1-8-16,-3 0 10 0,3-1-10 0,3 1 10 15,-4 0-2-15,1-1-8 0,0-2 12 0,0 0-4 16,6 3 3-16,-3 0 0 0,-6-3 0 0,3 0 0 16,0 2 2-16,3-2 1 0,-7 0 0 0,1 0 0 15,-9 0-4-15,9 0-1 0,6 0 0 0,-15 0 0 0,0 0-9 0,0 0 12 16,9 0-12-16,-3-2 12 15,-6 2-90-15,0 0-18 0,0 0-3 0,0 0-919 16</inkml:trace>
  <inkml:trace contextRef="#ctx0" brushRef="#br1" timeOffset="165065.74">6952 6326 1587 0,'0'0'70'0,"0"0"15"0,0 0-68 0,0 0-17 0,0 0 0 0,0 0 0 15,0 0 49-15,3-5 7 0,6 0 0 0,0 2 1 16,-3 3-36-16,3 0-7 0,3 0-2 0,0 0 0 16,6 0-12-16,-4 0 9 0,1 0-9 0,0 0 8 15,6 3-8-15,0-1 0 0,-6-2 0 0,0 0 0 16,5 0 0-16,-5 0 0 0,0-2 0 0,-3-1 0 16,-3 3 12-16,6 0-4 0,0 0 0 0,0-3 0 15,-9 3-8-15,6 0 0 0,2-5 0 0,-2 5 0 16,-3 0-8-16,0-3-8 0,0 3 0 0,-3-2-806 15</inkml:trace>
  <inkml:trace contextRef="#ctx0" brushRef="#br1" timeOffset="165467.31">7208 6353 1036 0,'0'0'92'0,"0"0"-73"15,0 0-19-15,0 0 0 0,9-3 172 0,-9 3 30 16,0-3 6-16,0 3 2 0,0 0-166 0,0 0-34 16,0 0-10-16,0 0 0 0,0 0 0 0,0 8-17 15,6-2 2-15,-6-6 1 0,-6 8 22 0,6-3 4 16,0 0 0-16,0 0 1 0,-6 3-24 0,3 0-5 15,9 0 0-15,-3 0-1 0,-6 3 17 0,0-1 8 16,3-2-8-16,3 3 12 0,0 5 1 0,0-8 0 0,-6 2 0 16,6 3 0-16,3 3 13 0,0-2 2 0,-9-1 1 15,0 0 0-15,0 0-6 0,3 0-2 0,3 3 0 0,-6-2 0 16,-3-1-9-16,3 0-1 0,6 0-1 0,-3 3 0 16,-9-3-1-16,9 1 0 0,6-1 0 0,-3 0 0 15,-3 0-9-15,0-5 0 0,0 3 0 0,6-3 0 16,3 0 0-16,-9-3 0 0,-3 0 0 0,3-5 0 15,0 0 0-15,0 0-11 0,0 8 3 0,-3-2 0 32,-3-6-92-32,6 0-17 0,0 0-4 0,0 0-658 0</inkml:trace>
  <inkml:trace contextRef="#ctx0" brushRef="#br1" timeOffset="165782.41">7083 6816 1432 0,'0'0'64'0,"0"0"12"0,6-3-60 0,-6 3-16 15,0 0 0-15,0 0 0 0,0 0 56 0,0 0 9 16,6-3 2-16,-6 3 0 0,0 0-12 0,3-2-3 16,3 2 0-16,0 0 0 0,-6 0-15 0,9 0-3 15,6-6-1-15,-6 6 0 0,0 0-3 0,-3 0-1 16,8-2 0-16,-2-1 0 0,6 1 4 0,-6 2 1 0,-3-3 0 0,6 0 0 15,3 1-16-15,-3-1-3 0,-6 0-1 0,-1-2 0 16,4 2-6-16,-3 3-8 0,-3-2 11 0,-6 2-11 16,0 0 0-16,6-3 0 0,3 3 0 0,-9 0 0 15,0 0 0-15,0 0-11 0,6 0 11 16,-6 0-13 0,0 0-34-16,0 0-6 0,0 0-2 0,0 0 0 15,9 0-108-15,-9 0-21 0,0 0-5 0,0 0-1 0</inkml:trace>
  <inkml:trace contextRef="#ctx0" brushRef="#br1" timeOffset="166220.81">7411 6705 1940 0,'0'0'43'0,"0"0"9"0,8-6 1 0,1 4 1 0,0-1-43 0,0 0-11 15,0 1 0-15,0 2 0 0,3 0 18 0,-3 2 2 16,-9-2 0-16,6 3 0 0,9 0-20 0,-6 2 10 16,-9-5-10-16,6 8 8 0,0 0-8 0,-3-3 0 15,6 3 0-15,-7-3 0 0,-2 3 0 0,6 0 0 16,3 0 0-16,-6 0 0 0,-3 0 11 0,0 0-3 16,3 0-8-16,0 0 12 0,-3 0-12 0,-3 0 0 15,3-8 0-15,0 5 0 0,0 3 0 0,0 0 0 16,-6-3 0-16,0 0 0 0,0 1 8 0,1 2-8 15,-4-3 0-15,-3 0 0 0,0 3 0 0,3-3 0 16,0 3 0-16,0-2 0 0,-6-1 0 0,6 0 8 16,3 1-8-16,-3-1 0 0,0-2 0 0,3 2 11 15,6-5-11-15,0 0 10 0,0 0 0 0,-6 5 0 0,6-5 0 16,0 0 0-16,0 0 2 0,0 0 1 0,0 0 0 16,6 8 0-16,6-5 10 0,0-1 1 0,-3 1 1 0,3 0 0 15,0-3-3-15,3 0-1 0,0 0 0 0,0-3 0 16,-3 0-7-16,2 1-2 0,10-4 0 0,-9 1 0 15,-6 2-4-15,0-2 0 0,3 0-8 0,0 2 12 16,3 1-21-16,-6 2-5 0,-3-6-1 0,2 4-689 16,4-1-137-16</inkml:trace>
  <inkml:trace contextRef="#ctx0" brushRef="#br1" timeOffset="167048.01">7253 6125 403 0,'0'0'17'0,"0"0"5"16,-6 0-22-16,3-3 0 0,3 3 0 0,0 0 0 0,-6 0 326 0,3-2 61 16,3 2 12-16,0 0 2 0,0 0-291 0,0 0-58 15,0 0-12-15,0 0-3 0,9-3-19 0,-9 3-4 16,0-5-1-16,0 5 0 0,3-3-13 0,-3 3 0 16,0-5 8-16,0 5-8 0,3-5 0 0,-3 5 0 15,0 0 0-15,0 0 0 0,-6-3 0 0,6 3 11 16,0 0-11-16,0 0 10 0,-6-3-10 0,6 3 12 15,0 0-12-15,0 0 12 0,0 0-12 0,0 0 12 16,0 0-12-16,9 0 12 0,3 0-12 0,-12 0 12 16,0 0-12-16,0 0 12 0,0 0 2 0,0 0 1 15,0 0 0-15,0 0 0 0,0 0-4 0,0 0-1 16,9 0 0-16,-9 0 0 0,0 0 1 0,0 0 0 0,0 0 0 16,0 0 0-16,-6 0-2 0,6 0 0 0,0 0 0 0,0 0 0 15,0 0 0-15,0 6 0 0,0-1 0 0,0-5 0 16,6 3 3-16,-6-3 0 0,0 0 0 0,0 0 0 15,0 0-12-15,0 0 0 0,0 0 9 0,0 0-9 16,0 0 24-16,0 0 1 0,0 0 0 0,0 0 0 16,-6 2-9-16,6-2-1 0,0 0-1 0,0 0 0 15,-6 3-3-15,6-3-1 0,0 0 0 0,0 0 0 16,0 0-2-16,0 0 0 0,0 0 0 0,0 0 0 16,9 0 0-16,-9 0 0 0,-3 0 0 0,3 0 0 15,0 0-8-15,0 0 8 0,0 0-8 0,-6-3-769 16,3 1-159-16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F799D-9514-41A0-8D94-1D27E283EED8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AC5D5-39ED-4BA4-95E2-251536F59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8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AC5D5-39ED-4BA4-95E2-251536F59D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382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3AE0B8-2E74-4AA5-878E-48E5704D32D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22E6F7-FE7D-4195-B10F-5B7A4484C985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83CECF-20D2-402A-99EB-E6641D061E2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AC5D5-39ED-4BA4-95E2-251536F59D0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4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08315A-9BEF-427E-B678-BBE78D8A884A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430FFE-83F3-4E78-9AF7-874D0A4B8285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243391-CBCC-4562-A1A3-7CCF59E1D794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944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765175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22575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02719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724697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77437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00318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2063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68985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86880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37838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36400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330281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3875" y="228600"/>
            <a:ext cx="2062163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60356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642052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8250238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62266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43000" y="228600"/>
            <a:ext cx="7793038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745127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69E55A6-2899-4926-A634-306880B40F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5377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06D12B8-F428-4DC1-ACA7-DDD2ED3230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02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90513" y="3841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73100" y="3841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4338" y="8064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ltGray">
          <a:xfrm>
            <a:off x="0" y="7334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gray">
          <a:xfrm>
            <a:off x="635000" y="2762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gray">
          <a:xfrm>
            <a:off x="315913" y="10668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28600"/>
            <a:ext cx="7793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4" name="Rectangle 14"/>
          <p:cNvSpPr>
            <a:spLocks noChangeArrowheads="1"/>
          </p:cNvSpPr>
          <p:nvPr/>
        </p:nvSpPr>
        <p:spPr bwMode="auto">
          <a:xfrm>
            <a:off x="381000" y="6248400"/>
            <a:ext cx="8534400" cy="76200"/>
          </a:xfrm>
          <a:prstGeom prst="rect">
            <a:avLst/>
          </a:prstGeom>
          <a:gradFill rotWithShape="0">
            <a:gsLst>
              <a:gs pos="0">
                <a:srgbClr val="058B95"/>
              </a:gs>
              <a:gs pos="100000">
                <a:srgbClr val="02373A"/>
              </a:gs>
            </a:gsLst>
            <a:lin ang="0" scaled="1"/>
          </a:gradFill>
          <a:ln w="9525">
            <a:solidFill>
              <a:srgbClr val="058B9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Text Box 15"/>
          <p:cNvSpPr txBox="1">
            <a:spLocks noChangeArrowheads="1"/>
          </p:cNvSpPr>
          <p:nvPr/>
        </p:nvSpPr>
        <p:spPr bwMode="auto">
          <a:xfrm>
            <a:off x="8305800" y="6327775"/>
            <a:ext cx="657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ko-KR" altLang="en-US" sz="1400">
                <a:latin typeface="Trebuchet MS" pitchFamily="34" charset="0"/>
                <a:ea typeface="Gulim" pitchFamily="34" charset="-127"/>
              </a:rPr>
              <a:t>- </a:t>
            </a:r>
            <a:fld id="{589907F4-4EEB-4457-B014-F28A521C672D}" type="slidenum">
              <a:rPr lang="ko-KR" altLang="en-US" sz="1400" smtClean="0">
                <a:latin typeface="Trebuchet MS" pitchFamily="34" charset="0"/>
                <a:ea typeface="Gulim" pitchFamily="34" charset="-127"/>
              </a:rPr>
              <a:pPr algn="l" eaLnBrk="1" latinLnBrk="1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t>‹#›</a:t>
            </a:fld>
            <a:r>
              <a:rPr lang="en-US" altLang="ko-KR" sz="1400">
                <a:latin typeface="Trebuchet MS" pitchFamily="34" charset="0"/>
                <a:ea typeface="Gulim" pitchFamily="34" charset="-127"/>
              </a:rPr>
              <a:t> -</a:t>
            </a:r>
          </a:p>
        </p:txBody>
      </p:sp>
      <p:pic>
        <p:nvPicPr>
          <p:cNvPr id="1036" name="图片 2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6350000"/>
            <a:ext cx="1217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17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0.w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20.wmf"/><Relationship Id="rId21" Type="http://schemas.openxmlformats.org/officeDocument/2006/relationships/oleObject" Target="../embeddings/oleObject26.bin"/><Relationship Id="rId7" Type="http://schemas.openxmlformats.org/officeDocument/2006/relationships/image" Target="../media/image22.wmf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2.bin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8.bin"/><Relationship Id="rId5" Type="http://schemas.openxmlformats.org/officeDocument/2006/relationships/image" Target="../media/image21.wmf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4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5.wmf"/><Relationship Id="rId22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4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47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46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65.bin"/><Relationship Id="rId3" Type="http://schemas.openxmlformats.org/officeDocument/2006/relationships/image" Target="../media/image28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82.w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80.wmf"/><Relationship Id="rId5" Type="http://schemas.openxmlformats.org/officeDocument/2006/relationships/image" Target="../media/image29.wmf"/><Relationship Id="rId15" Type="http://schemas.openxmlformats.org/officeDocument/2006/relationships/oleObject" Target="../embeddings/oleObject63.bin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86.wmf"/><Relationship Id="rId3" Type="http://schemas.openxmlformats.org/officeDocument/2006/relationships/image" Target="../media/image84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88.w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85.wmf"/><Relationship Id="rId5" Type="http://schemas.openxmlformats.org/officeDocument/2006/relationships/image" Target="../media/image28.wmf"/><Relationship Id="rId15" Type="http://schemas.openxmlformats.org/officeDocument/2006/relationships/image" Target="../media/image87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6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94.wmf"/><Relationship Id="rId3" Type="http://schemas.openxmlformats.org/officeDocument/2006/relationships/image" Target="../media/image91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96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93.wmf"/><Relationship Id="rId5" Type="http://schemas.openxmlformats.org/officeDocument/2006/relationships/image" Target="../media/image28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7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100.wmf"/><Relationship Id="rId3" Type="http://schemas.openxmlformats.org/officeDocument/2006/relationships/image" Target="../media/image91.wmf"/><Relationship Id="rId7" Type="http://schemas.openxmlformats.org/officeDocument/2006/relationships/image" Target="../media/image29.wmf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88.bin"/><Relationship Id="rId2" Type="http://schemas.openxmlformats.org/officeDocument/2006/relationships/oleObject" Target="../embeddings/oleObject80.bin"/><Relationship Id="rId16" Type="http://schemas.openxmlformats.org/officeDocument/2006/relationships/image" Target="../media/image9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oleObject" Target="../embeddings/oleObject85.bin"/><Relationship Id="rId5" Type="http://schemas.openxmlformats.org/officeDocument/2006/relationships/image" Target="../media/image28.wmf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97.wmf"/><Relationship Id="rId4" Type="http://schemas.openxmlformats.org/officeDocument/2006/relationships/oleObject" Target="../embeddings/oleObject81.bin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101.e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2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9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96.bin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9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1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94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9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22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719138" y="412750"/>
            <a:ext cx="8245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800" b="0" dirty="0">
                <a:latin typeface="Arial Black" pitchFamily="34" charset="0"/>
                <a:ea typeface="黑体" pitchFamily="49" charset="-122"/>
              </a:rPr>
              <a:t>Part 2: AC Circuits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287338" y="1412875"/>
            <a:ext cx="8640762" cy="408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0588" indent="-890588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Tahoma" pitchFamily="34" charset="0"/>
              <a:buAutoNum type="arabicPeriod" startAt="9"/>
            </a:pPr>
            <a:r>
              <a:rPr lang="en-US" altLang="zh-CN" sz="3200" b="0" dirty="0">
                <a:latin typeface="Verdana" pitchFamily="34" charset="0"/>
              </a:rPr>
              <a:t>Sinusoids and </a:t>
            </a:r>
            <a:r>
              <a:rPr lang="en-US" altLang="zh-CN" sz="3200" b="0" dirty="0" err="1">
                <a:latin typeface="Verdana" pitchFamily="34" charset="0"/>
              </a:rPr>
              <a:t>Phasors</a:t>
            </a:r>
            <a:endParaRPr lang="en-US" altLang="zh-CN" sz="3200" b="0" dirty="0">
              <a:latin typeface="Verdana" pitchFamily="34" charset="0"/>
            </a:endParaRP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Sinusoidal Steady-State Analysis</a:t>
            </a: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AC Power Analysis</a:t>
            </a: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Three-Phase Circuits</a:t>
            </a: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dirty="0">
                <a:latin typeface="Verdana" pitchFamily="34" charset="0"/>
              </a:rPr>
              <a:t>Magnetically Coupled Circuits</a:t>
            </a:r>
          </a:p>
        </p:txBody>
      </p:sp>
    </p:spTree>
    <p:extLst>
      <p:ext uri="{BB962C8B-B14F-4D97-AF65-F5344CB8AC3E}">
        <p14:creationId xmlns:p14="http://schemas.microsoft.com/office/powerpoint/2010/main" val="2109463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55576" y="398347"/>
            <a:ext cx="9390444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Arial Black" pitchFamily="34" charset="0"/>
              </a:rPr>
              <a:t>Chapter 13 Magnetically Coupled Circuits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83147" y="1484784"/>
            <a:ext cx="74485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Introduction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Mutual Inductance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Energy in a Coupled Circuit 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Linear Transformers</a:t>
            </a:r>
          </a:p>
          <a:p>
            <a:pPr marL="457200" indent="-457200"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Ideal Transformers</a:t>
            </a:r>
          </a:p>
        </p:txBody>
      </p:sp>
    </p:spTree>
    <p:extLst>
      <p:ext uri="{BB962C8B-B14F-4D97-AF65-F5344CB8AC3E}">
        <p14:creationId xmlns:p14="http://schemas.microsoft.com/office/powerpoint/2010/main" val="21448168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935038" y="339725"/>
            <a:ext cx="494823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Chapter objectives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1785" y="1556792"/>
            <a:ext cx="7021512" cy="304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Understand magnetically coupled circuits</a:t>
            </a:r>
          </a:p>
          <a:p>
            <a:pPr algn="just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the concept of mutual inductance</a:t>
            </a:r>
          </a:p>
          <a:p>
            <a:pPr algn="just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how to analyze magnetically coupled circuits</a:t>
            </a:r>
          </a:p>
        </p:txBody>
      </p:sp>
    </p:spTree>
    <p:extLst>
      <p:ext uri="{BB962C8B-B14F-4D97-AF65-F5344CB8AC3E}">
        <p14:creationId xmlns:p14="http://schemas.microsoft.com/office/powerpoint/2010/main" val="3758194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971550" y="258763"/>
            <a:ext cx="70564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Key points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6617" y="1149910"/>
            <a:ext cx="8064500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Understand the concept of  mutual inductance</a:t>
            </a:r>
          </a:p>
          <a:p>
            <a:pPr algn="just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Know how to determine the reference polarity of the mutual voltage</a:t>
            </a:r>
          </a:p>
          <a:p>
            <a:pPr algn="just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Know how to analyze circuits involving linear and ideal transformers</a:t>
            </a:r>
          </a:p>
          <a:p>
            <a:pPr algn="just">
              <a:buSzPct val="100000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</a:t>
            </a: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0880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1"/>
          <p:cNvSpPr>
            <a:spLocks noChangeArrowheads="1"/>
          </p:cNvSpPr>
          <p:nvPr/>
        </p:nvSpPr>
        <p:spPr bwMode="auto">
          <a:xfrm>
            <a:off x="957263" y="188913"/>
            <a:ext cx="451485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Difficult points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340768"/>
            <a:ext cx="8064500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The reference polarity of the mutual voltage</a:t>
            </a:r>
          </a:p>
          <a:p>
            <a:pPr algn="just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just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just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The analyzing method of magnetically coupled circuits</a:t>
            </a:r>
          </a:p>
          <a:p>
            <a:pPr algn="just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91490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30" name="Rectangle 146"/>
          <p:cNvSpPr>
            <a:spLocks noGrp="1" noChangeArrowheads="1"/>
          </p:cNvSpPr>
          <p:nvPr>
            <p:ph type="body" idx="1"/>
          </p:nvPr>
        </p:nvSpPr>
        <p:spPr>
          <a:xfrm>
            <a:off x="395536" y="1881820"/>
            <a:ext cx="8229600" cy="4355492"/>
          </a:xfrm>
        </p:spPr>
        <p:txBody>
          <a:bodyPr/>
          <a:lstStyle/>
          <a:p>
            <a:r>
              <a:rPr lang="en-US" altLang="zh-CN" sz="2800" dirty="0">
                <a:ea typeface="宋体" charset="-122"/>
              </a:rPr>
              <a:t>It is an electrical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device</a:t>
            </a:r>
            <a:r>
              <a:rPr lang="en-US" altLang="zh-CN" sz="2800" dirty="0">
                <a:ea typeface="宋体" charset="-122"/>
              </a:rPr>
              <a:t> designed on the basis of the concept of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magnetic coupling</a:t>
            </a:r>
          </a:p>
          <a:p>
            <a:pPr marL="0" indent="0">
              <a:buNone/>
            </a:pPr>
            <a:endParaRPr lang="en-US" altLang="zh-CN" sz="2800" u="sng" dirty="0">
              <a:solidFill>
                <a:srgbClr val="FF3300"/>
              </a:solidFill>
              <a:ea typeface="宋体" charset="-122"/>
            </a:endParaRPr>
          </a:p>
          <a:p>
            <a:r>
              <a:rPr lang="en-US" altLang="zh-CN" sz="2800" dirty="0">
                <a:ea typeface="宋体" charset="-122"/>
              </a:rPr>
              <a:t>It uses magnetically coupled coils to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transfer energy</a:t>
            </a:r>
            <a:r>
              <a:rPr lang="en-US" altLang="zh-CN" sz="2800" dirty="0">
                <a:ea typeface="宋体" charset="-122"/>
              </a:rPr>
              <a:t> from one circuit to another</a:t>
            </a:r>
          </a:p>
          <a:p>
            <a:pPr marL="0" indent="0">
              <a:buNone/>
            </a:pPr>
            <a:endParaRPr lang="en-US" altLang="zh-CN" sz="2800" dirty="0">
              <a:ea typeface="宋体" charset="-122"/>
            </a:endParaRPr>
          </a:p>
          <a:p>
            <a:r>
              <a:rPr lang="en-US" altLang="zh-CN" sz="2800" dirty="0">
                <a:ea typeface="宋体" charset="-122"/>
              </a:rPr>
              <a:t>It is the key circuit element for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stepping up</a:t>
            </a:r>
            <a:r>
              <a:rPr lang="en-US" altLang="zh-CN" sz="2800" dirty="0">
                <a:ea typeface="宋体" charset="-122"/>
              </a:rPr>
              <a:t> or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stepping down</a:t>
            </a:r>
            <a:r>
              <a:rPr lang="en-US" altLang="zh-CN" sz="2800" dirty="0">
                <a:ea typeface="宋体" charset="-122"/>
              </a:rPr>
              <a:t> ac voltages or currents,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impedance matching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isolation</a:t>
            </a:r>
            <a:r>
              <a:rPr lang="en-US" altLang="zh-CN" sz="2800" dirty="0">
                <a:ea typeface="宋体" charset="-122"/>
              </a:rPr>
              <a:t>, etc.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1268760"/>
            <a:ext cx="56477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What is a transformer? </a:t>
            </a:r>
            <a:endParaRPr kumimoji="1" lang="zh-CN" altLang="en-US" sz="3200" b="1" dirty="0">
              <a:latin typeface="Verdana" pitchFamily="34" charset="0"/>
              <a:ea typeface="宋体" charset="-122"/>
              <a:cs typeface="Verdana" pitchFamily="34" charset="0"/>
            </a:endParaRP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971550" y="235405"/>
            <a:ext cx="51766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 dirty="0">
                <a:latin typeface="Arial Black" pitchFamily="34" charset="0"/>
              </a:rPr>
              <a:t>13.1 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008590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8" name="Rectangle 10"/>
          <p:cNvSpPr>
            <a:spLocks noChangeArrowheads="1"/>
          </p:cNvSpPr>
          <p:nvPr/>
        </p:nvSpPr>
        <p:spPr bwMode="auto">
          <a:xfrm>
            <a:off x="1079500" y="1808163"/>
            <a:ext cx="6227763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 sz="3200" b="1" dirty="0">
                <a:latin typeface="Verdana" pitchFamily="34" charset="0"/>
                <a:ea typeface="Verdana" pitchFamily="34" charset="0"/>
                <a:cs typeface="Verdana" pitchFamily="34" charset="0"/>
                <a:hlinkClick r:id="rId2" action="ppaction://hlinksldjump"/>
              </a:rPr>
              <a:t>1. Self-inductance</a:t>
            </a:r>
            <a:endParaRPr kumimoji="1" lang="en-US" altLang="zh-CN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0781" name="Rectangle 13"/>
          <p:cNvSpPr>
            <a:spLocks noChangeArrowheads="1"/>
          </p:cNvSpPr>
          <p:nvPr/>
        </p:nvSpPr>
        <p:spPr bwMode="auto">
          <a:xfrm>
            <a:off x="1079500" y="2744788"/>
            <a:ext cx="6589713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 sz="3200" b="1" dirty="0">
                <a:latin typeface="Verdana" pitchFamily="34" charset="0"/>
                <a:ea typeface="Verdana" pitchFamily="34" charset="0"/>
                <a:cs typeface="Verdana" pitchFamily="34" charset="0"/>
                <a:hlinkClick r:id="rId3" action="ppaction://hlinksldjump"/>
              </a:rPr>
              <a:t>2. Mutual Inductance</a:t>
            </a:r>
            <a:endParaRPr kumimoji="1" lang="en-US" altLang="zh-CN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0782" name="Text Box 14"/>
          <p:cNvSpPr txBox="1">
            <a:spLocks noChangeArrowheads="1"/>
          </p:cNvSpPr>
          <p:nvPr/>
        </p:nvSpPr>
        <p:spPr bwMode="auto">
          <a:xfrm>
            <a:off x="1008063" y="3860800"/>
            <a:ext cx="71294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latin typeface="Verdana" pitchFamily="34" charset="0"/>
                <a:ea typeface="Verdana" pitchFamily="34" charset="0"/>
                <a:cs typeface="Verdana" pitchFamily="34" charset="0"/>
                <a:hlinkClick r:id="rId4" action="ppaction://hlinksldjump"/>
              </a:rPr>
              <a:t>3.  The VCR of mutual coils</a:t>
            </a:r>
            <a:endParaRPr kumimoji="1" lang="en-US" altLang="zh-CN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23913" y="332656"/>
            <a:ext cx="8243887" cy="6480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342900" indent="-342900" eaLnBrk="1" hangingPunct="1"/>
            <a:r>
              <a:rPr lang="en-US" altLang="zh-CN" sz="4000" kern="1200" dirty="0">
                <a:latin typeface="Arial Black" pitchFamily="34" charset="0"/>
                <a:ea typeface="宋体" charset="-122"/>
                <a:cs typeface="+mn-cs"/>
              </a:rPr>
              <a:t>13.2    Mutual Inductance </a:t>
            </a:r>
          </a:p>
        </p:txBody>
      </p:sp>
    </p:spTree>
    <p:extLst>
      <p:ext uri="{BB962C8B-B14F-4D97-AF65-F5344CB8AC3E}">
        <p14:creationId xmlns:p14="http://schemas.microsoft.com/office/powerpoint/2010/main" val="20554923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9" name="Rectangle 5"/>
          <p:cNvSpPr>
            <a:spLocks noChangeArrowheads="1"/>
          </p:cNvSpPr>
          <p:nvPr/>
        </p:nvSpPr>
        <p:spPr bwMode="auto">
          <a:xfrm>
            <a:off x="957649" y="366939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kumimoji="1" lang="en-US" altLang="zh-CN" sz="3200" b="1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1. Self-inductance</a:t>
            </a:r>
          </a:p>
        </p:txBody>
      </p:sp>
      <p:sp>
        <p:nvSpPr>
          <p:cNvPr id="385030" name="Rectangle 6"/>
          <p:cNvSpPr>
            <a:spLocks noChangeArrowheads="1"/>
          </p:cNvSpPr>
          <p:nvPr/>
        </p:nvSpPr>
        <p:spPr bwMode="auto">
          <a:xfrm>
            <a:off x="292108" y="1420813"/>
            <a:ext cx="5184378" cy="46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en-US" altLang="zh-CN" sz="2400" dirty="0">
                <a:ea typeface="宋体" charset="-122"/>
              </a:rPr>
              <a:t>A coil of wire with a changing current can produce an electromotive force (EMF) within itself. (</a:t>
            </a:r>
            <a:r>
              <a:rPr kumimoji="1" lang="en-US" altLang="zh-CN" sz="2400" b="1" dirty="0">
                <a:solidFill>
                  <a:srgbClr val="FF0000"/>
                </a:solidFill>
                <a:ea typeface="宋体" charset="-122"/>
              </a:rPr>
              <a:t>Faraday’s induction Law</a:t>
            </a:r>
            <a:r>
              <a:rPr kumimoji="1" lang="en-US" altLang="zh-CN" sz="2400" dirty="0">
                <a:ea typeface="宋体" charset="-122"/>
              </a:rPr>
              <a:t>)</a:t>
            </a:r>
          </a:p>
          <a:p>
            <a:pPr>
              <a:spcBef>
                <a:spcPct val="20000"/>
              </a:spcBef>
            </a:pPr>
            <a:endParaRPr kumimoji="1" lang="en-US" altLang="zh-CN" sz="2400" dirty="0">
              <a:ea typeface="宋体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en-US" altLang="zh-CN" sz="2400" dirty="0">
                <a:ea typeface="宋体" charset="-122"/>
              </a:rPr>
              <a:t>This EMF will oppose whatever is causing the changing current (</a:t>
            </a:r>
            <a:r>
              <a:rPr kumimoji="1" lang="en-US" altLang="zh-CN" sz="2400" b="1" dirty="0">
                <a:solidFill>
                  <a:srgbClr val="FF0000"/>
                </a:solidFill>
                <a:ea typeface="宋体" charset="-122"/>
              </a:rPr>
              <a:t>LENZ’S Law</a:t>
            </a:r>
            <a:r>
              <a:rPr kumimoji="1" lang="en-US" altLang="zh-CN" sz="2400" dirty="0">
                <a:ea typeface="宋体" charset="-122"/>
              </a:rPr>
              <a:t>)</a:t>
            </a:r>
          </a:p>
          <a:p>
            <a:pPr>
              <a:spcBef>
                <a:spcPct val="20000"/>
              </a:spcBef>
            </a:pPr>
            <a:endParaRPr kumimoji="1" lang="en-US" altLang="zh-CN" sz="2400" dirty="0">
              <a:ea typeface="宋体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en-US" altLang="zh-CN" sz="2400" dirty="0">
                <a:ea typeface="宋体" charset="-122"/>
              </a:rPr>
              <a:t>So a coil of wire takes on a special name called the </a:t>
            </a:r>
            <a:r>
              <a:rPr kumimoji="1" lang="en-US" altLang="zh-CN" sz="2400" b="1" i="1" dirty="0">
                <a:ea typeface="宋体" charset="-122"/>
              </a:rPr>
              <a:t>inductor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123B2C-BB3D-4CF8-83C0-2B29E31EF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068960"/>
            <a:ext cx="3011917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2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74"/>
          <a:stretch>
            <a:fillRect/>
          </a:stretch>
        </p:blipFill>
        <p:spPr bwMode="auto">
          <a:xfrm>
            <a:off x="935038" y="596822"/>
            <a:ext cx="3708400" cy="273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48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104" y="169487"/>
            <a:ext cx="2535237" cy="314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5677871" y="3097471"/>
            <a:ext cx="31686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Ideal inductor symbol</a:t>
            </a:r>
          </a:p>
        </p:txBody>
      </p:sp>
      <p:sp>
        <p:nvSpPr>
          <p:cNvPr id="164872" name="Rectangle 8"/>
          <p:cNvSpPr>
            <a:spLocks noChangeArrowheads="1"/>
          </p:cNvSpPr>
          <p:nvPr/>
        </p:nvSpPr>
        <p:spPr bwMode="auto">
          <a:xfrm>
            <a:off x="409937" y="4293096"/>
            <a:ext cx="554466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/>
              <a:t>Where</a:t>
            </a:r>
          </a:p>
          <a:p>
            <a:r>
              <a:rPr lang="en-US" altLang="zh-CN" sz="2000" i="1" dirty="0">
                <a:latin typeface="Times New Roman" pitchFamily="18" charset="0"/>
              </a:rPr>
              <a:t>v</a:t>
            </a:r>
            <a:r>
              <a:rPr lang="en-US" altLang="zh-CN" sz="2000" dirty="0"/>
              <a:t> = (Instantaneous) induced voltage in volts</a:t>
            </a:r>
          </a:p>
          <a:p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i="1" dirty="0"/>
              <a:t> </a:t>
            </a:r>
            <a:r>
              <a:rPr lang="en-US" altLang="zh-CN" sz="2000" dirty="0"/>
              <a:t>= Number of turns of  coil</a:t>
            </a:r>
          </a:p>
          <a:p>
            <a:pPr marL="342900" indent="-342900">
              <a:buFont typeface="Symbol" pitchFamily="18" charset="2"/>
              <a:buChar char="F"/>
            </a:pPr>
            <a:r>
              <a:rPr lang="en-US" altLang="zh-CN" sz="2000" dirty="0"/>
              <a:t>= Magnetic flux in </a:t>
            </a:r>
            <a:r>
              <a:rPr lang="en-US" altLang="zh-CN" sz="2000" dirty="0" err="1"/>
              <a:t>Webers</a:t>
            </a:r>
            <a:endParaRPr lang="en-US" altLang="zh-CN" sz="2000" dirty="0"/>
          </a:p>
          <a:p>
            <a:r>
              <a:rPr lang="en-US" altLang="zh-CN" sz="2000" i="1" dirty="0">
                <a:latin typeface="Symbol" pitchFamily="18" charset="2"/>
              </a:rPr>
              <a:t>Y </a:t>
            </a:r>
            <a:r>
              <a:rPr lang="en-US" altLang="zh-CN" sz="2000" dirty="0"/>
              <a:t>= Flux linkage</a:t>
            </a:r>
          </a:p>
        </p:txBody>
      </p:sp>
      <p:graphicFrame>
        <p:nvGraphicFramePr>
          <p:cNvPr id="164873" name="Object 9" descr="蓝色面巾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897156"/>
              </p:ext>
            </p:extLst>
          </p:nvPr>
        </p:nvGraphicFramePr>
        <p:xfrm>
          <a:off x="4855307" y="3618250"/>
          <a:ext cx="3970462" cy="77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406080" progId="Equation.DSMT4">
                  <p:embed/>
                </p:oleObj>
              </mc:Choice>
              <mc:Fallback>
                <p:oleObj name="Equation" r:id="rId4" imgW="2082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5307" y="3618250"/>
                        <a:ext cx="3970462" cy="774025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CCECFF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395288" y="3608388"/>
            <a:ext cx="47879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According to the right hand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0C8DDB8-B9F3-AE4A-9C49-4336B9898156}"/>
                  </a:ext>
                </a:extLst>
              </p:cNvPr>
              <p:cNvSpPr txBox="1"/>
              <p:nvPr/>
            </p:nvSpPr>
            <p:spPr>
              <a:xfrm>
                <a:off x="5677871" y="4559049"/>
                <a:ext cx="2255165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0C8DDB8-B9F3-AE4A-9C49-4336B9898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871" y="4559049"/>
                <a:ext cx="2255165" cy="796757"/>
              </a:xfrm>
              <a:prstGeom prst="rect">
                <a:avLst/>
              </a:prstGeom>
              <a:blipFill>
                <a:blip r:embed="rId8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F30D78D-B0BA-D644-ACC7-A16BE553431F}"/>
              </a:ext>
            </a:extLst>
          </p:cNvPr>
          <p:cNvSpPr txBox="1"/>
          <p:nvPr/>
        </p:nvSpPr>
        <p:spPr>
          <a:xfrm>
            <a:off x="5887335" y="5462647"/>
            <a:ext cx="2789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Self-inductance</a:t>
            </a:r>
            <a:r>
              <a:rPr kumimoji="1" lang="zh-CN" altLang="en-US" sz="2400" dirty="0"/>
              <a:t>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kumimoji="1" lang="zh-CN" alt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147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  <p:bldP spid="164872" grpId="0"/>
      <p:bldP spid="164875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9100" y="1340768"/>
            <a:ext cx="8305800" cy="838200"/>
          </a:xfrm>
        </p:spPr>
        <p:txBody>
          <a:bodyPr/>
          <a:lstStyle/>
          <a:p>
            <a:pPr marL="395288" indent="-395288">
              <a:lnSpc>
                <a:spcPct val="90000"/>
              </a:lnSpc>
            </a:pPr>
            <a:r>
              <a:rPr lang="en-US" altLang="zh-CN" sz="2400" dirty="0">
                <a:solidFill>
                  <a:srgbClr val="0066CC"/>
                </a:solidFill>
                <a:ea typeface="宋体" charset="-122"/>
              </a:rPr>
              <a:t>It is the ability of one inductor to induce a voltage across a neighboring inductor, measured in henrys (H).</a:t>
            </a:r>
            <a:endParaRPr lang="en-US" altLang="zh-CN" sz="2400" dirty="0">
              <a:ea typeface="宋体" charset="-122"/>
            </a:endParaRPr>
          </a:p>
        </p:txBody>
      </p:sp>
      <p:pic>
        <p:nvPicPr>
          <p:cNvPr id="48132" name="Picture 4" descr="ale63317_1300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592" y="2276872"/>
            <a:ext cx="3660292" cy="2088232"/>
          </a:xfrm>
          <a:noFill/>
        </p:spPr>
      </p:pic>
      <p:pic>
        <p:nvPicPr>
          <p:cNvPr id="48134" name="Picture 6" descr="ale63317_1300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2276872"/>
            <a:ext cx="3520948" cy="2016224"/>
          </a:xfrm>
          <a:noFill/>
        </p:spPr>
      </p:pic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714155"/>
              </p:ext>
            </p:extLst>
          </p:nvPr>
        </p:nvGraphicFramePr>
        <p:xfrm>
          <a:off x="2281007" y="4581128"/>
          <a:ext cx="144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393480" progId="Equation.3">
                  <p:embed/>
                </p:oleObj>
              </mc:Choice>
              <mc:Fallback>
                <p:oleObj name="Equation" r:id="rId4" imgW="787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007" y="4581128"/>
                        <a:ext cx="1447800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454036"/>
              </p:ext>
            </p:extLst>
          </p:nvPr>
        </p:nvGraphicFramePr>
        <p:xfrm>
          <a:off x="6012160" y="4581128"/>
          <a:ext cx="14239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393480" progId="Equation.3">
                  <p:embed/>
                </p:oleObj>
              </mc:Choice>
              <mc:Fallback>
                <p:oleObj name="Equation" r:id="rId6" imgW="774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4581128"/>
                        <a:ext cx="1423987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1406532" y="5517232"/>
            <a:ext cx="320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ea typeface="宋体" charset="-122"/>
              </a:rPr>
              <a:t>The open-circuit mutual voltage across coil 2</a:t>
            </a:r>
          </a:p>
        </p:txBody>
      </p:sp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5244278" y="5517232"/>
            <a:ext cx="320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ea typeface="宋体" charset="-122"/>
              </a:rPr>
              <a:t>The open-circuit mutual voltage across coil 1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57649" y="366939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kumimoji="1" lang="en-US" altLang="zh-CN" sz="3200" b="1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 Mutual inductance</a:t>
            </a:r>
          </a:p>
        </p:txBody>
      </p:sp>
    </p:spTree>
    <p:extLst>
      <p:ext uri="{BB962C8B-B14F-4D97-AF65-F5344CB8AC3E}">
        <p14:creationId xmlns:p14="http://schemas.microsoft.com/office/powerpoint/2010/main" val="123456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8" grpId="0"/>
      <p:bldP spid="481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14256"/>
              </p:ext>
            </p:extLst>
          </p:nvPr>
        </p:nvGraphicFramePr>
        <p:xfrm>
          <a:off x="395536" y="1634058"/>
          <a:ext cx="68262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9000" imgH="431640" progId="Equation.DSMT4">
                  <p:embed/>
                </p:oleObj>
              </mc:Choice>
              <mc:Fallback>
                <p:oleObj name="Equation" r:id="rId2" imgW="3429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634058"/>
                        <a:ext cx="682625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557735"/>
              </p:ext>
            </p:extLst>
          </p:nvPr>
        </p:nvGraphicFramePr>
        <p:xfrm>
          <a:off x="301625" y="2420938"/>
          <a:ext cx="87677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30440" imgH="431640" progId="Equation.DSMT4">
                  <p:embed/>
                </p:oleObj>
              </mc:Choice>
              <mc:Fallback>
                <p:oleObj name="Equation" r:id="rId4" imgW="4330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2420938"/>
                        <a:ext cx="876776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9" name="Text Box 7"/>
          <p:cNvSpPr txBox="1">
            <a:spLocks noChangeArrowheads="1"/>
          </p:cNvSpPr>
          <p:nvPr/>
        </p:nvSpPr>
        <p:spPr bwMode="auto">
          <a:xfrm>
            <a:off x="539552" y="5309116"/>
            <a:ext cx="8352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 dirty="0">
                <a:latin typeface="Times New Roman" pitchFamily="18" charset="0"/>
              </a:rPr>
              <a:t>M</a:t>
            </a:r>
            <a:r>
              <a:rPr kumimoji="1" lang="en-US" altLang="zh-CN" sz="2800" b="1" baseline="-25000" dirty="0">
                <a:latin typeface="Times New Roman" pitchFamily="18" charset="0"/>
              </a:rPr>
              <a:t>21</a:t>
            </a:r>
            <a:r>
              <a:rPr kumimoji="1" lang="en-US" altLang="zh-CN" sz="2800" b="1" i="1" dirty="0">
                <a:latin typeface="Times New Roman" pitchFamily="18" charset="0"/>
              </a:rPr>
              <a:t> </a:t>
            </a:r>
            <a:r>
              <a:rPr kumimoji="1" lang="en-US" altLang="zh-CN" sz="2800" dirty="0">
                <a:latin typeface="Times New Roman" pitchFamily="18" charset="0"/>
              </a:rPr>
              <a:t>=</a:t>
            </a:r>
            <a:r>
              <a:rPr kumimoji="1" lang="en-US" altLang="zh-CN" sz="2800" b="1" i="1" dirty="0">
                <a:latin typeface="Times New Roman" pitchFamily="18" charset="0"/>
              </a:rPr>
              <a:t> M</a:t>
            </a:r>
            <a:r>
              <a:rPr kumimoji="1" lang="en-US" altLang="zh-CN" sz="2800" b="1" baseline="-25000" dirty="0">
                <a:latin typeface="Times New Roman" pitchFamily="18" charset="0"/>
              </a:rPr>
              <a:t>12</a:t>
            </a:r>
            <a:r>
              <a:rPr kumimoji="1" lang="en-US" altLang="zh-CN" sz="2800" b="1" i="1" baseline="-25000" dirty="0">
                <a:latin typeface="Times New Roman" pitchFamily="18" charset="0"/>
              </a:rPr>
              <a:t> </a:t>
            </a:r>
            <a:r>
              <a:rPr kumimoji="1" lang="en-US" altLang="zh-CN" sz="2800" dirty="0">
                <a:latin typeface="Times New Roman" pitchFamily="18" charset="0"/>
              </a:rPr>
              <a:t>=</a:t>
            </a:r>
            <a:r>
              <a:rPr kumimoji="1" lang="en-US" altLang="zh-CN" sz="2800" b="1" i="1" dirty="0">
                <a:latin typeface="Times New Roman" pitchFamily="18" charset="0"/>
              </a:rPr>
              <a:t>M :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itchFamily="18" charset="0"/>
              </a:rPr>
              <a:t>Mutual inductance, M&gt;0.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</a:rPr>
              <a:t>（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</a:rPr>
              <a:t>Henrys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</a:rPr>
              <a:t>）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endParaRPr kumimoji="1" lang="en-US" altLang="zh-CN" sz="28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161598"/>
              </p:ext>
            </p:extLst>
          </p:nvPr>
        </p:nvGraphicFramePr>
        <p:xfrm>
          <a:off x="314176" y="3284984"/>
          <a:ext cx="87423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7840" imgH="431640" progId="Equation.DSMT4">
                  <p:embed/>
                </p:oleObj>
              </mc:Choice>
              <mc:Fallback>
                <p:oleObj name="Equation" r:id="rId6" imgW="431784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76" y="3284984"/>
                        <a:ext cx="874236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41457"/>
              </p:ext>
            </p:extLst>
          </p:nvPr>
        </p:nvGraphicFramePr>
        <p:xfrm>
          <a:off x="417513" y="4149725"/>
          <a:ext cx="69278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79760" imgH="431640" progId="Equation.DSMT4">
                  <p:embed/>
                </p:oleObj>
              </mc:Choice>
              <mc:Fallback>
                <p:oleObj name="Equation" r:id="rId8" imgW="34797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4149725"/>
                        <a:ext cx="692785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916559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21" name="Group 137"/>
          <p:cNvGrpSpPr>
            <a:grpSpLocks/>
          </p:cNvGrpSpPr>
          <p:nvPr/>
        </p:nvGrpSpPr>
        <p:grpSpPr bwMode="auto">
          <a:xfrm>
            <a:off x="457200" y="457200"/>
            <a:ext cx="5551488" cy="3429000"/>
            <a:chOff x="288" y="288"/>
            <a:chExt cx="3497" cy="2160"/>
          </a:xfrm>
        </p:grpSpPr>
        <p:sp>
          <p:nvSpPr>
            <p:cNvPr id="16387" name="Freeform 3"/>
            <p:cNvSpPr>
              <a:spLocks/>
            </p:cNvSpPr>
            <p:nvPr/>
          </p:nvSpPr>
          <p:spPr bwMode="auto">
            <a:xfrm>
              <a:off x="327" y="1683"/>
              <a:ext cx="752" cy="1"/>
            </a:xfrm>
            <a:custGeom>
              <a:avLst/>
              <a:gdLst>
                <a:gd name="T0" fmla="*/ 0 w 1029"/>
                <a:gd name="T1" fmla="*/ 1029 w 1029"/>
                <a:gd name="T2" fmla="*/ 0 w 1029"/>
                <a:gd name="T3" fmla="*/ 0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0" y="0"/>
                  </a:moveTo>
                  <a:lnTo>
                    <a:pt x="102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8" name="Freeform 4"/>
            <p:cNvSpPr>
              <a:spLocks/>
            </p:cNvSpPr>
            <p:nvPr/>
          </p:nvSpPr>
          <p:spPr bwMode="auto">
            <a:xfrm>
              <a:off x="1573" y="1113"/>
              <a:ext cx="1" cy="626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9" name="Freeform 5"/>
            <p:cNvSpPr>
              <a:spLocks noEditPoints="1"/>
            </p:cNvSpPr>
            <p:nvPr/>
          </p:nvSpPr>
          <p:spPr bwMode="auto">
            <a:xfrm>
              <a:off x="1442" y="942"/>
              <a:ext cx="131" cy="171"/>
            </a:xfrm>
            <a:custGeom>
              <a:avLst/>
              <a:gdLst>
                <a:gd name="T0" fmla="*/ 179 w 179"/>
                <a:gd name="T1" fmla="*/ 221 h 221"/>
                <a:gd name="T2" fmla="*/ 174 w 179"/>
                <a:gd name="T3" fmla="*/ 173 h 221"/>
                <a:gd name="T4" fmla="*/ 168 w 179"/>
                <a:gd name="T5" fmla="*/ 131 h 221"/>
                <a:gd name="T6" fmla="*/ 150 w 179"/>
                <a:gd name="T7" fmla="*/ 95 h 221"/>
                <a:gd name="T8" fmla="*/ 126 w 179"/>
                <a:gd name="T9" fmla="*/ 65 h 221"/>
                <a:gd name="T10" fmla="*/ 102 w 179"/>
                <a:gd name="T11" fmla="*/ 36 h 221"/>
                <a:gd name="T12" fmla="*/ 72 w 179"/>
                <a:gd name="T13" fmla="*/ 18 h 221"/>
                <a:gd name="T14" fmla="*/ 36 w 179"/>
                <a:gd name="T15" fmla="*/ 6 h 221"/>
                <a:gd name="T16" fmla="*/ 0 w 179"/>
                <a:gd name="T17" fmla="*/ 0 h 221"/>
                <a:gd name="T18" fmla="*/ 0 w 179"/>
                <a:gd name="T19" fmla="*/ 0 h 221"/>
                <a:gd name="T20" fmla="*/ 36 w 179"/>
                <a:gd name="T21" fmla="*/ 6 h 221"/>
                <a:gd name="T22" fmla="*/ 72 w 179"/>
                <a:gd name="T23" fmla="*/ 18 h 221"/>
                <a:gd name="T24" fmla="*/ 102 w 179"/>
                <a:gd name="T25" fmla="*/ 36 h 221"/>
                <a:gd name="T26" fmla="*/ 126 w 179"/>
                <a:gd name="T27" fmla="*/ 65 h 221"/>
                <a:gd name="T28" fmla="*/ 150 w 179"/>
                <a:gd name="T29" fmla="*/ 95 h 221"/>
                <a:gd name="T30" fmla="*/ 168 w 179"/>
                <a:gd name="T31" fmla="*/ 131 h 221"/>
                <a:gd name="T32" fmla="*/ 174 w 179"/>
                <a:gd name="T33" fmla="*/ 173 h 221"/>
                <a:gd name="T34" fmla="*/ 179 w 179"/>
                <a:gd name="T35" fmla="*/ 221 h 221"/>
                <a:gd name="T36" fmla="*/ 179 w 179"/>
                <a:gd name="T37" fmla="*/ 221 h 221"/>
                <a:gd name="T38" fmla="*/ 179 w 179"/>
                <a:gd name="T39" fmla="*/ 221 h 221"/>
                <a:gd name="T40" fmla="*/ 179 w 179"/>
                <a:gd name="T41" fmla="*/ 221 h 221"/>
                <a:gd name="T42" fmla="*/ 179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221"/>
                  </a:moveTo>
                  <a:lnTo>
                    <a:pt x="174" y="173"/>
                  </a:lnTo>
                  <a:lnTo>
                    <a:pt x="168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72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6" y="6"/>
                  </a:lnTo>
                  <a:lnTo>
                    <a:pt x="72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8" y="131"/>
                  </a:lnTo>
                  <a:lnTo>
                    <a:pt x="174" y="173"/>
                  </a:lnTo>
                  <a:lnTo>
                    <a:pt x="179" y="221"/>
                  </a:lnTo>
                  <a:lnTo>
                    <a:pt x="179" y="221"/>
                  </a:lnTo>
                  <a:close/>
                  <a:moveTo>
                    <a:pt x="179" y="221"/>
                  </a:moveTo>
                  <a:lnTo>
                    <a:pt x="179" y="221"/>
                  </a:lnTo>
                  <a:lnTo>
                    <a:pt x="179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0" name="Freeform 6"/>
            <p:cNvSpPr>
              <a:spLocks noEditPoints="1"/>
            </p:cNvSpPr>
            <p:nvPr/>
          </p:nvSpPr>
          <p:spPr bwMode="auto">
            <a:xfrm>
              <a:off x="1311" y="942"/>
              <a:ext cx="131" cy="171"/>
            </a:xfrm>
            <a:custGeom>
              <a:avLst/>
              <a:gdLst>
                <a:gd name="T0" fmla="*/ 179 w 179"/>
                <a:gd name="T1" fmla="*/ 0 h 221"/>
                <a:gd name="T2" fmla="*/ 143 w 179"/>
                <a:gd name="T3" fmla="*/ 6 h 221"/>
                <a:gd name="T4" fmla="*/ 113 w 179"/>
                <a:gd name="T5" fmla="*/ 18 h 221"/>
                <a:gd name="T6" fmla="*/ 83 w 179"/>
                <a:gd name="T7" fmla="*/ 36 h 221"/>
                <a:gd name="T8" fmla="*/ 53 w 179"/>
                <a:gd name="T9" fmla="*/ 65 h 221"/>
                <a:gd name="T10" fmla="*/ 30 w 179"/>
                <a:gd name="T11" fmla="*/ 95 h 221"/>
                <a:gd name="T12" fmla="*/ 12 w 179"/>
                <a:gd name="T13" fmla="*/ 131 h 221"/>
                <a:gd name="T14" fmla="*/ 6 w 179"/>
                <a:gd name="T15" fmla="*/ 173 h 221"/>
                <a:gd name="T16" fmla="*/ 0 w 179"/>
                <a:gd name="T17" fmla="*/ 221 h 221"/>
                <a:gd name="T18" fmla="*/ 0 w 179"/>
                <a:gd name="T19" fmla="*/ 221 h 221"/>
                <a:gd name="T20" fmla="*/ 6 w 179"/>
                <a:gd name="T21" fmla="*/ 173 h 221"/>
                <a:gd name="T22" fmla="*/ 12 w 179"/>
                <a:gd name="T23" fmla="*/ 131 h 221"/>
                <a:gd name="T24" fmla="*/ 30 w 179"/>
                <a:gd name="T25" fmla="*/ 95 h 221"/>
                <a:gd name="T26" fmla="*/ 53 w 179"/>
                <a:gd name="T27" fmla="*/ 65 h 221"/>
                <a:gd name="T28" fmla="*/ 83 w 179"/>
                <a:gd name="T29" fmla="*/ 36 h 221"/>
                <a:gd name="T30" fmla="*/ 113 w 179"/>
                <a:gd name="T31" fmla="*/ 18 h 221"/>
                <a:gd name="T32" fmla="*/ 143 w 179"/>
                <a:gd name="T33" fmla="*/ 6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43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30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6" y="173"/>
                  </a:lnTo>
                  <a:lnTo>
                    <a:pt x="12" y="131"/>
                  </a:lnTo>
                  <a:lnTo>
                    <a:pt x="30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3" y="6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1" name="Freeform 7"/>
            <p:cNvSpPr>
              <a:spLocks noEditPoints="1"/>
            </p:cNvSpPr>
            <p:nvPr/>
          </p:nvSpPr>
          <p:spPr bwMode="auto">
            <a:xfrm>
              <a:off x="1311" y="1113"/>
              <a:ext cx="1" cy="626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Freeform 8"/>
            <p:cNvSpPr>
              <a:spLocks noEditPoints="1"/>
            </p:cNvSpPr>
            <p:nvPr/>
          </p:nvSpPr>
          <p:spPr bwMode="auto">
            <a:xfrm>
              <a:off x="1311" y="1739"/>
              <a:ext cx="131" cy="172"/>
            </a:xfrm>
            <a:custGeom>
              <a:avLst/>
              <a:gdLst>
                <a:gd name="T0" fmla="*/ 0 w 179"/>
                <a:gd name="T1" fmla="*/ 0 h 221"/>
                <a:gd name="T2" fmla="*/ 6 w 179"/>
                <a:gd name="T3" fmla="*/ 41 h 221"/>
                <a:gd name="T4" fmla="*/ 12 w 179"/>
                <a:gd name="T5" fmla="*/ 83 h 221"/>
                <a:gd name="T6" fmla="*/ 30 w 179"/>
                <a:gd name="T7" fmla="*/ 125 h 221"/>
                <a:gd name="T8" fmla="*/ 53 w 179"/>
                <a:gd name="T9" fmla="*/ 155 h 221"/>
                <a:gd name="T10" fmla="*/ 83 w 179"/>
                <a:gd name="T11" fmla="*/ 185 h 221"/>
                <a:gd name="T12" fmla="*/ 113 w 179"/>
                <a:gd name="T13" fmla="*/ 203 h 221"/>
                <a:gd name="T14" fmla="*/ 143 w 179"/>
                <a:gd name="T15" fmla="*/ 215 h 221"/>
                <a:gd name="T16" fmla="*/ 179 w 179"/>
                <a:gd name="T17" fmla="*/ 221 h 221"/>
                <a:gd name="T18" fmla="*/ 179 w 179"/>
                <a:gd name="T19" fmla="*/ 221 h 221"/>
                <a:gd name="T20" fmla="*/ 143 w 179"/>
                <a:gd name="T21" fmla="*/ 215 h 221"/>
                <a:gd name="T22" fmla="*/ 113 w 179"/>
                <a:gd name="T23" fmla="*/ 203 h 221"/>
                <a:gd name="T24" fmla="*/ 83 w 179"/>
                <a:gd name="T25" fmla="*/ 185 h 221"/>
                <a:gd name="T26" fmla="*/ 53 w 179"/>
                <a:gd name="T27" fmla="*/ 155 h 221"/>
                <a:gd name="T28" fmla="*/ 30 w 179"/>
                <a:gd name="T29" fmla="*/ 125 h 221"/>
                <a:gd name="T30" fmla="*/ 12 w 179"/>
                <a:gd name="T31" fmla="*/ 83 h 221"/>
                <a:gd name="T32" fmla="*/ 6 w 179"/>
                <a:gd name="T33" fmla="*/ 41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6" y="41"/>
                  </a:lnTo>
                  <a:lnTo>
                    <a:pt x="12" y="83"/>
                  </a:lnTo>
                  <a:lnTo>
                    <a:pt x="30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3" y="215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43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30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Freeform 9"/>
            <p:cNvSpPr>
              <a:spLocks noEditPoints="1"/>
            </p:cNvSpPr>
            <p:nvPr/>
          </p:nvSpPr>
          <p:spPr bwMode="auto">
            <a:xfrm>
              <a:off x="1442" y="1739"/>
              <a:ext cx="131" cy="172"/>
            </a:xfrm>
            <a:custGeom>
              <a:avLst/>
              <a:gdLst>
                <a:gd name="T0" fmla="*/ 0 w 179"/>
                <a:gd name="T1" fmla="*/ 221 h 221"/>
                <a:gd name="T2" fmla="*/ 36 w 179"/>
                <a:gd name="T3" fmla="*/ 215 h 221"/>
                <a:gd name="T4" fmla="*/ 72 w 179"/>
                <a:gd name="T5" fmla="*/ 203 h 221"/>
                <a:gd name="T6" fmla="*/ 102 w 179"/>
                <a:gd name="T7" fmla="*/ 185 h 221"/>
                <a:gd name="T8" fmla="*/ 126 w 179"/>
                <a:gd name="T9" fmla="*/ 155 h 221"/>
                <a:gd name="T10" fmla="*/ 150 w 179"/>
                <a:gd name="T11" fmla="*/ 125 h 221"/>
                <a:gd name="T12" fmla="*/ 168 w 179"/>
                <a:gd name="T13" fmla="*/ 83 h 221"/>
                <a:gd name="T14" fmla="*/ 174 w 179"/>
                <a:gd name="T15" fmla="*/ 41 h 221"/>
                <a:gd name="T16" fmla="*/ 179 w 179"/>
                <a:gd name="T17" fmla="*/ 0 h 221"/>
                <a:gd name="T18" fmla="*/ 179 w 179"/>
                <a:gd name="T19" fmla="*/ 0 h 221"/>
                <a:gd name="T20" fmla="*/ 174 w 179"/>
                <a:gd name="T21" fmla="*/ 41 h 221"/>
                <a:gd name="T22" fmla="*/ 168 w 179"/>
                <a:gd name="T23" fmla="*/ 83 h 221"/>
                <a:gd name="T24" fmla="*/ 150 w 179"/>
                <a:gd name="T25" fmla="*/ 125 h 221"/>
                <a:gd name="T26" fmla="*/ 126 w 179"/>
                <a:gd name="T27" fmla="*/ 155 h 221"/>
                <a:gd name="T28" fmla="*/ 102 w 179"/>
                <a:gd name="T29" fmla="*/ 185 h 221"/>
                <a:gd name="T30" fmla="*/ 72 w 179"/>
                <a:gd name="T31" fmla="*/ 203 h 221"/>
                <a:gd name="T32" fmla="*/ 36 w 179"/>
                <a:gd name="T33" fmla="*/ 215 h 221"/>
                <a:gd name="T34" fmla="*/ 0 w 179"/>
                <a:gd name="T35" fmla="*/ 221 h 221"/>
                <a:gd name="T36" fmla="*/ 0 w 179"/>
                <a:gd name="T37" fmla="*/ 221 h 221"/>
                <a:gd name="T38" fmla="*/ 0 w 179"/>
                <a:gd name="T39" fmla="*/ 221 h 221"/>
                <a:gd name="T40" fmla="*/ 0 w 179"/>
                <a:gd name="T41" fmla="*/ 221 h 221"/>
                <a:gd name="T42" fmla="*/ 0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221"/>
                  </a:moveTo>
                  <a:lnTo>
                    <a:pt x="36" y="215"/>
                  </a:lnTo>
                  <a:lnTo>
                    <a:pt x="72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8" y="83"/>
                  </a:lnTo>
                  <a:lnTo>
                    <a:pt x="174" y="41"/>
                  </a:lnTo>
                  <a:lnTo>
                    <a:pt x="179" y="0"/>
                  </a:lnTo>
                  <a:lnTo>
                    <a:pt x="179" y="0"/>
                  </a:lnTo>
                  <a:lnTo>
                    <a:pt x="174" y="41"/>
                  </a:lnTo>
                  <a:lnTo>
                    <a:pt x="168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72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Freeform 10"/>
            <p:cNvSpPr>
              <a:spLocks/>
            </p:cNvSpPr>
            <p:nvPr/>
          </p:nvSpPr>
          <p:spPr bwMode="auto">
            <a:xfrm>
              <a:off x="1573" y="1739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Freeform 11"/>
            <p:cNvSpPr>
              <a:spLocks/>
            </p:cNvSpPr>
            <p:nvPr/>
          </p:nvSpPr>
          <p:spPr bwMode="auto">
            <a:xfrm>
              <a:off x="2933" y="2193"/>
              <a:ext cx="56" cy="74"/>
            </a:xfrm>
            <a:custGeom>
              <a:avLst/>
              <a:gdLst>
                <a:gd name="T0" fmla="*/ 0 w 77"/>
                <a:gd name="T1" fmla="*/ 95 h 95"/>
                <a:gd name="T2" fmla="*/ 30 w 77"/>
                <a:gd name="T3" fmla="*/ 89 h 95"/>
                <a:gd name="T4" fmla="*/ 53 w 77"/>
                <a:gd name="T5" fmla="*/ 66 h 95"/>
                <a:gd name="T6" fmla="*/ 71 w 77"/>
                <a:gd name="T7" fmla="*/ 36 h 95"/>
                <a:gd name="T8" fmla="*/ 77 w 77"/>
                <a:gd name="T9" fmla="*/ 0 h 95"/>
                <a:gd name="T10" fmla="*/ 77 w 77"/>
                <a:gd name="T11" fmla="*/ 0 h 95"/>
                <a:gd name="T12" fmla="*/ 71 w 77"/>
                <a:gd name="T13" fmla="*/ 36 h 95"/>
                <a:gd name="T14" fmla="*/ 53 w 77"/>
                <a:gd name="T15" fmla="*/ 66 h 95"/>
                <a:gd name="T16" fmla="*/ 30 w 77"/>
                <a:gd name="T17" fmla="*/ 89 h 95"/>
                <a:gd name="T18" fmla="*/ 0 w 77"/>
                <a:gd name="T19" fmla="*/ 95 h 95"/>
                <a:gd name="T20" fmla="*/ 0 w 77"/>
                <a:gd name="T2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95">
                  <a:moveTo>
                    <a:pt x="0" y="95"/>
                  </a:moveTo>
                  <a:lnTo>
                    <a:pt x="30" y="89"/>
                  </a:lnTo>
                  <a:lnTo>
                    <a:pt x="53" y="66"/>
                  </a:lnTo>
                  <a:lnTo>
                    <a:pt x="71" y="36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1" y="36"/>
                  </a:lnTo>
                  <a:lnTo>
                    <a:pt x="53" y="66"/>
                  </a:lnTo>
                  <a:lnTo>
                    <a:pt x="30" y="89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Freeform 12"/>
            <p:cNvSpPr>
              <a:spLocks noEditPoints="1"/>
            </p:cNvSpPr>
            <p:nvPr/>
          </p:nvSpPr>
          <p:spPr bwMode="auto">
            <a:xfrm>
              <a:off x="2989" y="571"/>
              <a:ext cx="1" cy="1622"/>
            </a:xfrm>
            <a:custGeom>
              <a:avLst/>
              <a:gdLst>
                <a:gd name="T0" fmla="*/ 2090 h 2090"/>
                <a:gd name="T1" fmla="*/ 0 h 2090"/>
                <a:gd name="T2" fmla="*/ 2090 h 2090"/>
                <a:gd name="T3" fmla="*/ 2090 h 2090"/>
                <a:gd name="T4" fmla="*/ 2090 h 2090"/>
                <a:gd name="T5" fmla="*/ 2090 h 2090"/>
                <a:gd name="T6" fmla="*/ 209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2090"/>
                  </a:moveTo>
                  <a:lnTo>
                    <a:pt x="0" y="0"/>
                  </a:lnTo>
                  <a:lnTo>
                    <a:pt x="0" y="2090"/>
                  </a:lnTo>
                  <a:lnTo>
                    <a:pt x="0" y="2090"/>
                  </a:lnTo>
                  <a:close/>
                  <a:moveTo>
                    <a:pt x="0" y="2090"/>
                  </a:moveTo>
                  <a:lnTo>
                    <a:pt x="0" y="2090"/>
                  </a:lnTo>
                  <a:lnTo>
                    <a:pt x="0" y="209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Freeform 13"/>
            <p:cNvSpPr>
              <a:spLocks noEditPoints="1"/>
            </p:cNvSpPr>
            <p:nvPr/>
          </p:nvSpPr>
          <p:spPr bwMode="auto">
            <a:xfrm>
              <a:off x="2933" y="497"/>
              <a:ext cx="56" cy="74"/>
            </a:xfrm>
            <a:custGeom>
              <a:avLst/>
              <a:gdLst>
                <a:gd name="T0" fmla="*/ 77 w 77"/>
                <a:gd name="T1" fmla="*/ 95 h 95"/>
                <a:gd name="T2" fmla="*/ 71 w 77"/>
                <a:gd name="T3" fmla="*/ 59 h 95"/>
                <a:gd name="T4" fmla="*/ 53 w 77"/>
                <a:gd name="T5" fmla="*/ 29 h 95"/>
                <a:gd name="T6" fmla="*/ 30 w 77"/>
                <a:gd name="T7" fmla="*/ 5 h 95"/>
                <a:gd name="T8" fmla="*/ 0 w 77"/>
                <a:gd name="T9" fmla="*/ 0 h 95"/>
                <a:gd name="T10" fmla="*/ 0 w 77"/>
                <a:gd name="T11" fmla="*/ 0 h 95"/>
                <a:gd name="T12" fmla="*/ 30 w 77"/>
                <a:gd name="T13" fmla="*/ 5 h 95"/>
                <a:gd name="T14" fmla="*/ 53 w 77"/>
                <a:gd name="T15" fmla="*/ 29 h 95"/>
                <a:gd name="T16" fmla="*/ 71 w 77"/>
                <a:gd name="T17" fmla="*/ 59 h 95"/>
                <a:gd name="T18" fmla="*/ 77 w 77"/>
                <a:gd name="T19" fmla="*/ 95 h 95"/>
                <a:gd name="T20" fmla="*/ 77 w 77"/>
                <a:gd name="T21" fmla="*/ 95 h 95"/>
                <a:gd name="T22" fmla="*/ 77 w 77"/>
                <a:gd name="T23" fmla="*/ 95 h 95"/>
                <a:gd name="T24" fmla="*/ 77 w 77"/>
                <a:gd name="T25" fmla="*/ 95 h 95"/>
                <a:gd name="T26" fmla="*/ 77 w 77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7" h="95">
                  <a:moveTo>
                    <a:pt x="77" y="95"/>
                  </a:moveTo>
                  <a:lnTo>
                    <a:pt x="71" y="59"/>
                  </a:lnTo>
                  <a:lnTo>
                    <a:pt x="53" y="29"/>
                  </a:lnTo>
                  <a:lnTo>
                    <a:pt x="3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5"/>
                  </a:lnTo>
                  <a:lnTo>
                    <a:pt x="53" y="29"/>
                  </a:lnTo>
                  <a:lnTo>
                    <a:pt x="71" y="59"/>
                  </a:lnTo>
                  <a:lnTo>
                    <a:pt x="77" y="95"/>
                  </a:lnTo>
                  <a:lnTo>
                    <a:pt x="77" y="95"/>
                  </a:lnTo>
                  <a:close/>
                  <a:moveTo>
                    <a:pt x="77" y="95"/>
                  </a:moveTo>
                  <a:lnTo>
                    <a:pt x="77" y="95"/>
                  </a:lnTo>
                  <a:lnTo>
                    <a:pt x="77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Freeform 14"/>
            <p:cNvSpPr>
              <a:spLocks noEditPoints="1"/>
            </p:cNvSpPr>
            <p:nvPr/>
          </p:nvSpPr>
          <p:spPr bwMode="auto">
            <a:xfrm>
              <a:off x="1131" y="497"/>
              <a:ext cx="1802" cy="1"/>
            </a:xfrm>
            <a:custGeom>
              <a:avLst/>
              <a:gdLst>
                <a:gd name="T0" fmla="*/ 2465 w 2465"/>
                <a:gd name="T1" fmla="*/ 0 w 2465"/>
                <a:gd name="T2" fmla="*/ 2465 w 2465"/>
                <a:gd name="T3" fmla="*/ 2465 w 2465"/>
                <a:gd name="T4" fmla="*/ 2465 w 2465"/>
                <a:gd name="T5" fmla="*/ 2465 w 2465"/>
                <a:gd name="T6" fmla="*/ 2465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2465" y="0"/>
                  </a:moveTo>
                  <a:lnTo>
                    <a:pt x="0" y="0"/>
                  </a:lnTo>
                  <a:lnTo>
                    <a:pt x="2465" y="0"/>
                  </a:lnTo>
                  <a:lnTo>
                    <a:pt x="2465" y="0"/>
                  </a:lnTo>
                  <a:close/>
                  <a:moveTo>
                    <a:pt x="2465" y="0"/>
                  </a:moveTo>
                  <a:lnTo>
                    <a:pt x="2465" y="0"/>
                  </a:lnTo>
                  <a:lnTo>
                    <a:pt x="246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Freeform 15"/>
            <p:cNvSpPr>
              <a:spLocks noEditPoints="1"/>
            </p:cNvSpPr>
            <p:nvPr/>
          </p:nvSpPr>
          <p:spPr bwMode="auto">
            <a:xfrm>
              <a:off x="1079" y="497"/>
              <a:ext cx="52" cy="74"/>
            </a:xfrm>
            <a:custGeom>
              <a:avLst/>
              <a:gdLst>
                <a:gd name="T0" fmla="*/ 71 w 71"/>
                <a:gd name="T1" fmla="*/ 0 h 95"/>
                <a:gd name="T2" fmla="*/ 41 w 71"/>
                <a:gd name="T3" fmla="*/ 5 h 95"/>
                <a:gd name="T4" fmla="*/ 18 w 71"/>
                <a:gd name="T5" fmla="*/ 29 h 95"/>
                <a:gd name="T6" fmla="*/ 6 w 71"/>
                <a:gd name="T7" fmla="*/ 59 h 95"/>
                <a:gd name="T8" fmla="*/ 0 w 71"/>
                <a:gd name="T9" fmla="*/ 95 h 95"/>
                <a:gd name="T10" fmla="*/ 0 w 71"/>
                <a:gd name="T11" fmla="*/ 95 h 95"/>
                <a:gd name="T12" fmla="*/ 6 w 71"/>
                <a:gd name="T13" fmla="*/ 59 h 95"/>
                <a:gd name="T14" fmla="*/ 18 w 71"/>
                <a:gd name="T15" fmla="*/ 29 h 95"/>
                <a:gd name="T16" fmla="*/ 41 w 71"/>
                <a:gd name="T17" fmla="*/ 5 h 95"/>
                <a:gd name="T18" fmla="*/ 71 w 71"/>
                <a:gd name="T19" fmla="*/ 0 h 95"/>
                <a:gd name="T20" fmla="*/ 71 w 71"/>
                <a:gd name="T21" fmla="*/ 0 h 95"/>
                <a:gd name="T22" fmla="*/ 71 w 71"/>
                <a:gd name="T23" fmla="*/ 0 h 95"/>
                <a:gd name="T24" fmla="*/ 71 w 71"/>
                <a:gd name="T25" fmla="*/ 0 h 95"/>
                <a:gd name="T26" fmla="*/ 71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71" y="0"/>
                  </a:moveTo>
                  <a:lnTo>
                    <a:pt x="41" y="5"/>
                  </a:lnTo>
                  <a:lnTo>
                    <a:pt x="18" y="29"/>
                  </a:lnTo>
                  <a:lnTo>
                    <a:pt x="6" y="59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59"/>
                  </a:lnTo>
                  <a:lnTo>
                    <a:pt x="18" y="29"/>
                  </a:lnTo>
                  <a:lnTo>
                    <a:pt x="41" y="5"/>
                  </a:ln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Freeform 16"/>
            <p:cNvSpPr>
              <a:spLocks noEditPoints="1"/>
            </p:cNvSpPr>
            <p:nvPr/>
          </p:nvSpPr>
          <p:spPr bwMode="auto">
            <a:xfrm>
              <a:off x="1079" y="571"/>
              <a:ext cx="1" cy="1622"/>
            </a:xfrm>
            <a:custGeom>
              <a:avLst/>
              <a:gdLst>
                <a:gd name="T0" fmla="*/ 0 h 2090"/>
                <a:gd name="T1" fmla="*/ 2090 h 2090"/>
                <a:gd name="T2" fmla="*/ 0 h 2090"/>
                <a:gd name="T3" fmla="*/ 0 h 2090"/>
                <a:gd name="T4" fmla="*/ 0 h 2090"/>
                <a:gd name="T5" fmla="*/ 0 h 2090"/>
                <a:gd name="T6" fmla="*/ 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0"/>
                  </a:moveTo>
                  <a:lnTo>
                    <a:pt x="0" y="209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Freeform 17"/>
            <p:cNvSpPr>
              <a:spLocks noEditPoints="1"/>
            </p:cNvSpPr>
            <p:nvPr/>
          </p:nvSpPr>
          <p:spPr bwMode="auto">
            <a:xfrm>
              <a:off x="1079" y="2193"/>
              <a:ext cx="52" cy="74"/>
            </a:xfrm>
            <a:custGeom>
              <a:avLst/>
              <a:gdLst>
                <a:gd name="T0" fmla="*/ 0 w 71"/>
                <a:gd name="T1" fmla="*/ 0 h 95"/>
                <a:gd name="T2" fmla="*/ 6 w 71"/>
                <a:gd name="T3" fmla="*/ 36 h 95"/>
                <a:gd name="T4" fmla="*/ 18 w 71"/>
                <a:gd name="T5" fmla="*/ 66 h 95"/>
                <a:gd name="T6" fmla="*/ 41 w 71"/>
                <a:gd name="T7" fmla="*/ 89 h 95"/>
                <a:gd name="T8" fmla="*/ 71 w 71"/>
                <a:gd name="T9" fmla="*/ 95 h 95"/>
                <a:gd name="T10" fmla="*/ 71 w 71"/>
                <a:gd name="T11" fmla="*/ 95 h 95"/>
                <a:gd name="T12" fmla="*/ 41 w 71"/>
                <a:gd name="T13" fmla="*/ 89 h 95"/>
                <a:gd name="T14" fmla="*/ 18 w 71"/>
                <a:gd name="T15" fmla="*/ 66 h 95"/>
                <a:gd name="T16" fmla="*/ 6 w 71"/>
                <a:gd name="T17" fmla="*/ 36 h 95"/>
                <a:gd name="T18" fmla="*/ 0 w 71"/>
                <a:gd name="T19" fmla="*/ 0 h 95"/>
                <a:gd name="T20" fmla="*/ 0 w 71"/>
                <a:gd name="T21" fmla="*/ 0 h 95"/>
                <a:gd name="T22" fmla="*/ 0 w 71"/>
                <a:gd name="T23" fmla="*/ 0 h 95"/>
                <a:gd name="T24" fmla="*/ 0 w 71"/>
                <a:gd name="T25" fmla="*/ 0 h 95"/>
                <a:gd name="T26" fmla="*/ 0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0" y="0"/>
                  </a:moveTo>
                  <a:lnTo>
                    <a:pt x="6" y="36"/>
                  </a:lnTo>
                  <a:lnTo>
                    <a:pt x="18" y="66"/>
                  </a:lnTo>
                  <a:lnTo>
                    <a:pt x="41" y="89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41" y="89"/>
                  </a:lnTo>
                  <a:lnTo>
                    <a:pt x="18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Freeform 18"/>
            <p:cNvSpPr>
              <a:spLocks noEditPoints="1"/>
            </p:cNvSpPr>
            <p:nvPr/>
          </p:nvSpPr>
          <p:spPr bwMode="auto">
            <a:xfrm>
              <a:off x="1131" y="2267"/>
              <a:ext cx="1802" cy="1"/>
            </a:xfrm>
            <a:custGeom>
              <a:avLst/>
              <a:gdLst>
                <a:gd name="T0" fmla="*/ 0 w 2465"/>
                <a:gd name="T1" fmla="*/ 2465 w 2465"/>
                <a:gd name="T2" fmla="*/ 0 w 2465"/>
                <a:gd name="T3" fmla="*/ 0 w 2465"/>
                <a:gd name="T4" fmla="*/ 0 w 2465"/>
                <a:gd name="T5" fmla="*/ 0 w 2465"/>
                <a:gd name="T6" fmla="*/ 0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0" y="0"/>
                  </a:moveTo>
                  <a:lnTo>
                    <a:pt x="246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Freeform 19"/>
            <p:cNvSpPr>
              <a:spLocks/>
            </p:cNvSpPr>
            <p:nvPr/>
          </p:nvSpPr>
          <p:spPr bwMode="auto">
            <a:xfrm>
              <a:off x="2933" y="2267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Freeform 20"/>
            <p:cNvSpPr>
              <a:spLocks/>
            </p:cNvSpPr>
            <p:nvPr/>
          </p:nvSpPr>
          <p:spPr bwMode="auto">
            <a:xfrm>
              <a:off x="2793" y="1938"/>
              <a:ext cx="57" cy="74"/>
            </a:xfrm>
            <a:custGeom>
              <a:avLst/>
              <a:gdLst>
                <a:gd name="T0" fmla="*/ 0 w 78"/>
                <a:gd name="T1" fmla="*/ 96 h 96"/>
                <a:gd name="T2" fmla="*/ 30 w 78"/>
                <a:gd name="T3" fmla="*/ 90 h 96"/>
                <a:gd name="T4" fmla="*/ 54 w 78"/>
                <a:gd name="T5" fmla="*/ 66 h 96"/>
                <a:gd name="T6" fmla="*/ 72 w 78"/>
                <a:gd name="T7" fmla="*/ 36 h 96"/>
                <a:gd name="T8" fmla="*/ 78 w 78"/>
                <a:gd name="T9" fmla="*/ 0 h 96"/>
                <a:gd name="T10" fmla="*/ 78 w 78"/>
                <a:gd name="T11" fmla="*/ 0 h 96"/>
                <a:gd name="T12" fmla="*/ 72 w 78"/>
                <a:gd name="T13" fmla="*/ 36 h 96"/>
                <a:gd name="T14" fmla="*/ 54 w 78"/>
                <a:gd name="T15" fmla="*/ 66 h 96"/>
                <a:gd name="T16" fmla="*/ 30 w 78"/>
                <a:gd name="T17" fmla="*/ 90 h 96"/>
                <a:gd name="T18" fmla="*/ 0 w 78"/>
                <a:gd name="T19" fmla="*/ 96 h 96"/>
                <a:gd name="T20" fmla="*/ 0 w 7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96">
                  <a:moveTo>
                    <a:pt x="0" y="96"/>
                  </a:moveTo>
                  <a:lnTo>
                    <a:pt x="30" y="90"/>
                  </a:lnTo>
                  <a:lnTo>
                    <a:pt x="54" y="66"/>
                  </a:lnTo>
                  <a:lnTo>
                    <a:pt x="72" y="36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2" y="36"/>
                  </a:lnTo>
                  <a:lnTo>
                    <a:pt x="54" y="66"/>
                  </a:lnTo>
                  <a:lnTo>
                    <a:pt x="30" y="90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Freeform 21"/>
            <p:cNvSpPr>
              <a:spLocks noEditPoints="1"/>
            </p:cNvSpPr>
            <p:nvPr/>
          </p:nvSpPr>
          <p:spPr bwMode="auto">
            <a:xfrm>
              <a:off x="2850" y="825"/>
              <a:ext cx="0" cy="1113"/>
            </a:xfrm>
            <a:custGeom>
              <a:avLst/>
              <a:gdLst>
                <a:gd name="T0" fmla="*/ 1433 h 1433"/>
                <a:gd name="T1" fmla="*/ 0 h 1433"/>
                <a:gd name="T2" fmla="*/ 1433 h 1433"/>
                <a:gd name="T3" fmla="*/ 1433 h 1433"/>
                <a:gd name="T4" fmla="*/ 1433 h 1433"/>
                <a:gd name="T5" fmla="*/ 1433 h 1433"/>
                <a:gd name="T6" fmla="*/ 1433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1433"/>
                  </a:moveTo>
                  <a:lnTo>
                    <a:pt x="0" y="0"/>
                  </a:lnTo>
                  <a:lnTo>
                    <a:pt x="0" y="1433"/>
                  </a:lnTo>
                  <a:lnTo>
                    <a:pt x="0" y="1433"/>
                  </a:lnTo>
                  <a:close/>
                  <a:moveTo>
                    <a:pt x="0" y="1433"/>
                  </a:moveTo>
                  <a:lnTo>
                    <a:pt x="0" y="1433"/>
                  </a:lnTo>
                  <a:lnTo>
                    <a:pt x="0" y="143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Freeform 22"/>
            <p:cNvSpPr>
              <a:spLocks noEditPoints="1"/>
            </p:cNvSpPr>
            <p:nvPr/>
          </p:nvSpPr>
          <p:spPr bwMode="auto">
            <a:xfrm>
              <a:off x="2793" y="752"/>
              <a:ext cx="57" cy="73"/>
            </a:xfrm>
            <a:custGeom>
              <a:avLst/>
              <a:gdLst>
                <a:gd name="T0" fmla="*/ 78 w 78"/>
                <a:gd name="T1" fmla="*/ 95 h 95"/>
                <a:gd name="T2" fmla="*/ 72 w 78"/>
                <a:gd name="T3" fmla="*/ 60 h 95"/>
                <a:gd name="T4" fmla="*/ 54 w 78"/>
                <a:gd name="T5" fmla="*/ 30 h 95"/>
                <a:gd name="T6" fmla="*/ 30 w 78"/>
                <a:gd name="T7" fmla="*/ 6 h 95"/>
                <a:gd name="T8" fmla="*/ 0 w 78"/>
                <a:gd name="T9" fmla="*/ 0 h 95"/>
                <a:gd name="T10" fmla="*/ 0 w 78"/>
                <a:gd name="T11" fmla="*/ 0 h 95"/>
                <a:gd name="T12" fmla="*/ 30 w 78"/>
                <a:gd name="T13" fmla="*/ 6 h 95"/>
                <a:gd name="T14" fmla="*/ 54 w 78"/>
                <a:gd name="T15" fmla="*/ 30 h 95"/>
                <a:gd name="T16" fmla="*/ 72 w 78"/>
                <a:gd name="T17" fmla="*/ 60 h 95"/>
                <a:gd name="T18" fmla="*/ 78 w 78"/>
                <a:gd name="T19" fmla="*/ 95 h 95"/>
                <a:gd name="T20" fmla="*/ 78 w 78"/>
                <a:gd name="T21" fmla="*/ 95 h 95"/>
                <a:gd name="T22" fmla="*/ 78 w 78"/>
                <a:gd name="T23" fmla="*/ 95 h 95"/>
                <a:gd name="T24" fmla="*/ 78 w 78"/>
                <a:gd name="T25" fmla="*/ 95 h 95"/>
                <a:gd name="T26" fmla="*/ 78 w 78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95"/>
                  </a:moveTo>
                  <a:lnTo>
                    <a:pt x="72" y="60"/>
                  </a:lnTo>
                  <a:lnTo>
                    <a:pt x="54" y="30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6"/>
                  </a:lnTo>
                  <a:lnTo>
                    <a:pt x="54" y="30"/>
                  </a:lnTo>
                  <a:lnTo>
                    <a:pt x="72" y="60"/>
                  </a:lnTo>
                  <a:lnTo>
                    <a:pt x="78" y="95"/>
                  </a:lnTo>
                  <a:lnTo>
                    <a:pt x="78" y="95"/>
                  </a:lnTo>
                  <a:close/>
                  <a:moveTo>
                    <a:pt x="78" y="95"/>
                  </a:moveTo>
                  <a:lnTo>
                    <a:pt x="78" y="95"/>
                  </a:lnTo>
                  <a:lnTo>
                    <a:pt x="78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Freeform 23"/>
            <p:cNvSpPr>
              <a:spLocks noEditPoints="1"/>
            </p:cNvSpPr>
            <p:nvPr/>
          </p:nvSpPr>
          <p:spPr bwMode="auto">
            <a:xfrm>
              <a:off x="1276" y="752"/>
              <a:ext cx="1517" cy="0"/>
            </a:xfrm>
            <a:custGeom>
              <a:avLst/>
              <a:gdLst>
                <a:gd name="T0" fmla="*/ 2075 w 2075"/>
                <a:gd name="T1" fmla="*/ 0 w 2075"/>
                <a:gd name="T2" fmla="*/ 2075 w 2075"/>
                <a:gd name="T3" fmla="*/ 2075 w 2075"/>
                <a:gd name="T4" fmla="*/ 2075 w 2075"/>
                <a:gd name="T5" fmla="*/ 2075 w 2075"/>
                <a:gd name="T6" fmla="*/ 2075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2075" y="0"/>
                  </a:moveTo>
                  <a:lnTo>
                    <a:pt x="0" y="0"/>
                  </a:lnTo>
                  <a:lnTo>
                    <a:pt x="2075" y="0"/>
                  </a:lnTo>
                  <a:lnTo>
                    <a:pt x="2075" y="0"/>
                  </a:lnTo>
                  <a:close/>
                  <a:moveTo>
                    <a:pt x="2075" y="0"/>
                  </a:moveTo>
                  <a:lnTo>
                    <a:pt x="2075" y="0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Freeform 24"/>
            <p:cNvSpPr>
              <a:spLocks noEditPoints="1"/>
            </p:cNvSpPr>
            <p:nvPr/>
          </p:nvSpPr>
          <p:spPr bwMode="auto">
            <a:xfrm>
              <a:off x="1219" y="752"/>
              <a:ext cx="57" cy="73"/>
            </a:xfrm>
            <a:custGeom>
              <a:avLst/>
              <a:gdLst>
                <a:gd name="T0" fmla="*/ 78 w 78"/>
                <a:gd name="T1" fmla="*/ 0 h 95"/>
                <a:gd name="T2" fmla="*/ 48 w 78"/>
                <a:gd name="T3" fmla="*/ 6 h 95"/>
                <a:gd name="T4" fmla="*/ 24 w 78"/>
                <a:gd name="T5" fmla="*/ 30 h 95"/>
                <a:gd name="T6" fmla="*/ 6 w 78"/>
                <a:gd name="T7" fmla="*/ 60 h 95"/>
                <a:gd name="T8" fmla="*/ 0 w 78"/>
                <a:gd name="T9" fmla="*/ 95 h 95"/>
                <a:gd name="T10" fmla="*/ 0 w 78"/>
                <a:gd name="T11" fmla="*/ 95 h 95"/>
                <a:gd name="T12" fmla="*/ 6 w 78"/>
                <a:gd name="T13" fmla="*/ 60 h 95"/>
                <a:gd name="T14" fmla="*/ 24 w 78"/>
                <a:gd name="T15" fmla="*/ 30 h 95"/>
                <a:gd name="T16" fmla="*/ 48 w 78"/>
                <a:gd name="T17" fmla="*/ 6 h 95"/>
                <a:gd name="T18" fmla="*/ 78 w 78"/>
                <a:gd name="T19" fmla="*/ 0 h 95"/>
                <a:gd name="T20" fmla="*/ 78 w 78"/>
                <a:gd name="T21" fmla="*/ 0 h 95"/>
                <a:gd name="T22" fmla="*/ 78 w 78"/>
                <a:gd name="T23" fmla="*/ 0 h 95"/>
                <a:gd name="T24" fmla="*/ 78 w 78"/>
                <a:gd name="T25" fmla="*/ 0 h 95"/>
                <a:gd name="T26" fmla="*/ 78 w 78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0"/>
                  </a:moveTo>
                  <a:lnTo>
                    <a:pt x="48" y="6"/>
                  </a:lnTo>
                  <a:lnTo>
                    <a:pt x="24" y="30"/>
                  </a:lnTo>
                  <a:lnTo>
                    <a:pt x="6" y="60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60"/>
                  </a:lnTo>
                  <a:lnTo>
                    <a:pt x="24" y="30"/>
                  </a:lnTo>
                  <a:lnTo>
                    <a:pt x="48" y="6"/>
                  </a:lnTo>
                  <a:lnTo>
                    <a:pt x="78" y="0"/>
                  </a:lnTo>
                  <a:lnTo>
                    <a:pt x="78" y="0"/>
                  </a:lnTo>
                  <a:close/>
                  <a:moveTo>
                    <a:pt x="78" y="0"/>
                  </a:move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Freeform 25"/>
            <p:cNvSpPr>
              <a:spLocks noEditPoints="1"/>
            </p:cNvSpPr>
            <p:nvPr/>
          </p:nvSpPr>
          <p:spPr bwMode="auto">
            <a:xfrm>
              <a:off x="1219" y="825"/>
              <a:ext cx="1" cy="1113"/>
            </a:xfrm>
            <a:custGeom>
              <a:avLst/>
              <a:gdLst>
                <a:gd name="T0" fmla="*/ 0 h 1433"/>
                <a:gd name="T1" fmla="*/ 1433 h 1433"/>
                <a:gd name="T2" fmla="*/ 0 h 1433"/>
                <a:gd name="T3" fmla="*/ 0 h 1433"/>
                <a:gd name="T4" fmla="*/ 0 h 1433"/>
                <a:gd name="T5" fmla="*/ 0 h 1433"/>
                <a:gd name="T6" fmla="*/ 0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0"/>
                  </a:moveTo>
                  <a:lnTo>
                    <a:pt x="0" y="1433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Freeform 26"/>
            <p:cNvSpPr>
              <a:spLocks noEditPoints="1"/>
            </p:cNvSpPr>
            <p:nvPr/>
          </p:nvSpPr>
          <p:spPr bwMode="auto">
            <a:xfrm>
              <a:off x="1219" y="1938"/>
              <a:ext cx="57" cy="74"/>
            </a:xfrm>
            <a:custGeom>
              <a:avLst/>
              <a:gdLst>
                <a:gd name="T0" fmla="*/ 0 w 78"/>
                <a:gd name="T1" fmla="*/ 0 h 96"/>
                <a:gd name="T2" fmla="*/ 6 w 78"/>
                <a:gd name="T3" fmla="*/ 36 h 96"/>
                <a:gd name="T4" fmla="*/ 24 w 78"/>
                <a:gd name="T5" fmla="*/ 66 h 96"/>
                <a:gd name="T6" fmla="*/ 48 w 78"/>
                <a:gd name="T7" fmla="*/ 90 h 96"/>
                <a:gd name="T8" fmla="*/ 78 w 78"/>
                <a:gd name="T9" fmla="*/ 96 h 96"/>
                <a:gd name="T10" fmla="*/ 78 w 78"/>
                <a:gd name="T11" fmla="*/ 96 h 96"/>
                <a:gd name="T12" fmla="*/ 48 w 78"/>
                <a:gd name="T13" fmla="*/ 90 h 96"/>
                <a:gd name="T14" fmla="*/ 24 w 78"/>
                <a:gd name="T15" fmla="*/ 66 h 96"/>
                <a:gd name="T16" fmla="*/ 6 w 78"/>
                <a:gd name="T17" fmla="*/ 36 h 96"/>
                <a:gd name="T18" fmla="*/ 0 w 78"/>
                <a:gd name="T19" fmla="*/ 0 h 96"/>
                <a:gd name="T20" fmla="*/ 0 w 78"/>
                <a:gd name="T21" fmla="*/ 0 h 96"/>
                <a:gd name="T22" fmla="*/ 0 w 78"/>
                <a:gd name="T23" fmla="*/ 0 h 96"/>
                <a:gd name="T24" fmla="*/ 0 w 78"/>
                <a:gd name="T25" fmla="*/ 0 h 96"/>
                <a:gd name="T26" fmla="*/ 0 w 78"/>
                <a:gd name="T2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6">
                  <a:moveTo>
                    <a:pt x="0" y="0"/>
                  </a:moveTo>
                  <a:lnTo>
                    <a:pt x="6" y="36"/>
                  </a:lnTo>
                  <a:lnTo>
                    <a:pt x="24" y="66"/>
                  </a:lnTo>
                  <a:lnTo>
                    <a:pt x="48" y="90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48" y="90"/>
                  </a:lnTo>
                  <a:lnTo>
                    <a:pt x="24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Freeform 27"/>
            <p:cNvSpPr>
              <a:spLocks noEditPoints="1"/>
            </p:cNvSpPr>
            <p:nvPr/>
          </p:nvSpPr>
          <p:spPr bwMode="auto">
            <a:xfrm>
              <a:off x="1276" y="2012"/>
              <a:ext cx="1517" cy="1"/>
            </a:xfrm>
            <a:custGeom>
              <a:avLst/>
              <a:gdLst>
                <a:gd name="T0" fmla="*/ 0 w 2075"/>
                <a:gd name="T1" fmla="*/ 2075 w 2075"/>
                <a:gd name="T2" fmla="*/ 0 w 2075"/>
                <a:gd name="T3" fmla="*/ 0 w 2075"/>
                <a:gd name="T4" fmla="*/ 0 w 2075"/>
                <a:gd name="T5" fmla="*/ 0 w 2075"/>
                <a:gd name="T6" fmla="*/ 0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0" y="0"/>
                  </a:moveTo>
                  <a:lnTo>
                    <a:pt x="207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Freeform 28"/>
            <p:cNvSpPr>
              <a:spLocks/>
            </p:cNvSpPr>
            <p:nvPr/>
          </p:nvSpPr>
          <p:spPr bwMode="auto">
            <a:xfrm>
              <a:off x="2793" y="2012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Freeform 29"/>
            <p:cNvSpPr>
              <a:spLocks/>
            </p:cNvSpPr>
            <p:nvPr/>
          </p:nvSpPr>
          <p:spPr bwMode="auto">
            <a:xfrm>
              <a:off x="419" y="1081"/>
              <a:ext cx="223" cy="1"/>
            </a:xfrm>
            <a:custGeom>
              <a:avLst/>
              <a:gdLst>
                <a:gd name="T0" fmla="*/ 0 w 305"/>
                <a:gd name="T1" fmla="*/ 305 w 305"/>
                <a:gd name="T2" fmla="*/ 0 w 305"/>
                <a:gd name="T3" fmla="*/ 0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0" y="0"/>
                  </a:moveTo>
                  <a:lnTo>
                    <a:pt x="30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Freeform 30"/>
            <p:cNvSpPr>
              <a:spLocks/>
            </p:cNvSpPr>
            <p:nvPr/>
          </p:nvSpPr>
          <p:spPr bwMode="auto">
            <a:xfrm>
              <a:off x="625" y="1048"/>
              <a:ext cx="87" cy="61"/>
            </a:xfrm>
            <a:custGeom>
              <a:avLst/>
              <a:gdLst>
                <a:gd name="T0" fmla="*/ 0 w 119"/>
                <a:gd name="T1" fmla="*/ 78 h 78"/>
                <a:gd name="T2" fmla="*/ 119 w 119"/>
                <a:gd name="T3" fmla="*/ 42 h 78"/>
                <a:gd name="T4" fmla="*/ 0 w 119"/>
                <a:gd name="T5" fmla="*/ 0 h 78"/>
                <a:gd name="T6" fmla="*/ 0 w 119"/>
                <a:gd name="T7" fmla="*/ 78 h 78"/>
                <a:gd name="T8" fmla="*/ 0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0" y="78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Freeform 31"/>
            <p:cNvSpPr>
              <a:spLocks noEditPoints="1"/>
            </p:cNvSpPr>
            <p:nvPr/>
          </p:nvSpPr>
          <p:spPr bwMode="auto">
            <a:xfrm>
              <a:off x="533" y="904"/>
              <a:ext cx="22" cy="98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24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24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Freeform 32"/>
            <p:cNvSpPr>
              <a:spLocks/>
            </p:cNvSpPr>
            <p:nvPr/>
          </p:nvSpPr>
          <p:spPr bwMode="auto">
            <a:xfrm>
              <a:off x="568" y="960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Freeform 33"/>
            <p:cNvSpPr>
              <a:spLocks/>
            </p:cNvSpPr>
            <p:nvPr/>
          </p:nvSpPr>
          <p:spPr bwMode="auto">
            <a:xfrm>
              <a:off x="2002" y="724"/>
              <a:ext cx="87" cy="60"/>
            </a:xfrm>
            <a:custGeom>
              <a:avLst/>
              <a:gdLst>
                <a:gd name="T0" fmla="*/ 0 w 119"/>
                <a:gd name="T1" fmla="*/ 78 h 78"/>
                <a:gd name="T2" fmla="*/ 119 w 119"/>
                <a:gd name="T3" fmla="*/ 36 h 78"/>
                <a:gd name="T4" fmla="*/ 0 w 119"/>
                <a:gd name="T5" fmla="*/ 0 h 78"/>
                <a:gd name="T6" fmla="*/ 0 w 119"/>
                <a:gd name="T7" fmla="*/ 78 h 78"/>
                <a:gd name="T8" fmla="*/ 0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0" y="78"/>
                  </a:moveTo>
                  <a:lnTo>
                    <a:pt x="119" y="36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Freeform 34"/>
            <p:cNvSpPr>
              <a:spLocks/>
            </p:cNvSpPr>
            <p:nvPr/>
          </p:nvSpPr>
          <p:spPr bwMode="auto">
            <a:xfrm>
              <a:off x="1552" y="1363"/>
              <a:ext cx="47" cy="111"/>
            </a:xfrm>
            <a:custGeom>
              <a:avLst/>
              <a:gdLst>
                <a:gd name="T0" fmla="*/ 0 w 65"/>
                <a:gd name="T1" fmla="*/ 0 h 143"/>
                <a:gd name="T2" fmla="*/ 29 w 65"/>
                <a:gd name="T3" fmla="*/ 143 h 143"/>
                <a:gd name="T4" fmla="*/ 65 w 65"/>
                <a:gd name="T5" fmla="*/ 0 h 143"/>
                <a:gd name="T6" fmla="*/ 0 w 65"/>
                <a:gd name="T7" fmla="*/ 0 h 143"/>
                <a:gd name="T8" fmla="*/ 0 w 65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43">
                  <a:moveTo>
                    <a:pt x="0" y="0"/>
                  </a:moveTo>
                  <a:lnTo>
                    <a:pt x="29" y="143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Freeform 35"/>
            <p:cNvSpPr>
              <a:spLocks/>
            </p:cNvSpPr>
            <p:nvPr/>
          </p:nvSpPr>
          <p:spPr bwMode="auto">
            <a:xfrm>
              <a:off x="2002" y="464"/>
              <a:ext cx="87" cy="60"/>
            </a:xfrm>
            <a:custGeom>
              <a:avLst/>
              <a:gdLst>
                <a:gd name="T0" fmla="*/ 0 w 119"/>
                <a:gd name="T1" fmla="*/ 77 h 77"/>
                <a:gd name="T2" fmla="*/ 119 w 119"/>
                <a:gd name="T3" fmla="*/ 42 h 77"/>
                <a:gd name="T4" fmla="*/ 0 w 119"/>
                <a:gd name="T5" fmla="*/ 0 h 77"/>
                <a:gd name="T6" fmla="*/ 0 w 119"/>
                <a:gd name="T7" fmla="*/ 77 h 77"/>
                <a:gd name="T8" fmla="*/ 0 w 119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7">
                  <a:moveTo>
                    <a:pt x="0" y="77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Freeform 36"/>
            <p:cNvSpPr>
              <a:spLocks/>
            </p:cNvSpPr>
            <p:nvPr/>
          </p:nvSpPr>
          <p:spPr bwMode="auto">
            <a:xfrm>
              <a:off x="1980" y="817"/>
              <a:ext cx="26" cy="106"/>
            </a:xfrm>
            <a:custGeom>
              <a:avLst/>
              <a:gdLst>
                <a:gd name="T0" fmla="*/ 36 w 36"/>
                <a:gd name="T1" fmla="*/ 53 h 137"/>
                <a:gd name="T2" fmla="*/ 36 w 36"/>
                <a:gd name="T3" fmla="*/ 41 h 137"/>
                <a:gd name="T4" fmla="*/ 24 w 36"/>
                <a:gd name="T5" fmla="*/ 41 h 137"/>
                <a:gd name="T6" fmla="*/ 24 w 36"/>
                <a:gd name="T7" fmla="*/ 29 h 137"/>
                <a:gd name="T8" fmla="*/ 24 w 36"/>
                <a:gd name="T9" fmla="*/ 17 h 137"/>
                <a:gd name="T10" fmla="*/ 30 w 36"/>
                <a:gd name="T11" fmla="*/ 17 h 137"/>
                <a:gd name="T12" fmla="*/ 36 w 36"/>
                <a:gd name="T13" fmla="*/ 17 h 137"/>
                <a:gd name="T14" fmla="*/ 36 w 36"/>
                <a:gd name="T15" fmla="*/ 17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5 h 137"/>
                <a:gd name="T24" fmla="*/ 6 w 36"/>
                <a:gd name="T25" fmla="*/ 23 h 137"/>
                <a:gd name="T26" fmla="*/ 6 w 36"/>
                <a:gd name="T27" fmla="*/ 41 h 137"/>
                <a:gd name="T28" fmla="*/ 0 w 36"/>
                <a:gd name="T29" fmla="*/ 41 h 137"/>
                <a:gd name="T30" fmla="*/ 0 w 36"/>
                <a:gd name="T31" fmla="*/ 53 h 137"/>
                <a:gd name="T32" fmla="*/ 6 w 36"/>
                <a:gd name="T33" fmla="*/ 53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3 h 137"/>
                <a:gd name="T40" fmla="*/ 36 w 36"/>
                <a:gd name="T41" fmla="*/ 5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3"/>
                  </a:moveTo>
                  <a:lnTo>
                    <a:pt x="36" y="41"/>
                  </a:lnTo>
                  <a:lnTo>
                    <a:pt x="24" y="41"/>
                  </a:lnTo>
                  <a:lnTo>
                    <a:pt x="24" y="29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36" y="17"/>
                  </a:lnTo>
                  <a:lnTo>
                    <a:pt x="36" y="17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5"/>
                  </a:lnTo>
                  <a:lnTo>
                    <a:pt x="6" y="23"/>
                  </a:lnTo>
                  <a:lnTo>
                    <a:pt x="6" y="41"/>
                  </a:lnTo>
                  <a:lnTo>
                    <a:pt x="0" y="41"/>
                  </a:lnTo>
                  <a:lnTo>
                    <a:pt x="0" y="53"/>
                  </a:lnTo>
                  <a:lnTo>
                    <a:pt x="6" y="53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3"/>
                  </a:lnTo>
                  <a:lnTo>
                    <a:pt x="36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Freeform 37"/>
            <p:cNvSpPr>
              <a:spLocks/>
            </p:cNvSpPr>
            <p:nvPr/>
          </p:nvSpPr>
          <p:spPr bwMode="auto">
            <a:xfrm>
              <a:off x="2011" y="886"/>
              <a:ext cx="34" cy="74"/>
            </a:xfrm>
            <a:custGeom>
              <a:avLst/>
              <a:gdLst>
                <a:gd name="T0" fmla="*/ 47 w 47"/>
                <a:gd name="T1" fmla="*/ 78 h 96"/>
                <a:gd name="T2" fmla="*/ 47 w 47"/>
                <a:gd name="T3" fmla="*/ 78 h 96"/>
                <a:gd name="T4" fmla="*/ 41 w 47"/>
                <a:gd name="T5" fmla="*/ 84 h 96"/>
                <a:gd name="T6" fmla="*/ 36 w 47"/>
                <a:gd name="T7" fmla="*/ 84 h 96"/>
                <a:gd name="T8" fmla="*/ 12 w 47"/>
                <a:gd name="T9" fmla="*/ 84 h 96"/>
                <a:gd name="T10" fmla="*/ 30 w 47"/>
                <a:gd name="T11" fmla="*/ 60 h 96"/>
                <a:gd name="T12" fmla="*/ 36 w 47"/>
                <a:gd name="T13" fmla="*/ 48 h 96"/>
                <a:gd name="T14" fmla="*/ 41 w 47"/>
                <a:gd name="T15" fmla="*/ 24 h 96"/>
                <a:gd name="T16" fmla="*/ 36 w 47"/>
                <a:gd name="T17" fmla="*/ 6 h 96"/>
                <a:gd name="T18" fmla="*/ 24 w 47"/>
                <a:gd name="T19" fmla="*/ 0 h 96"/>
                <a:gd name="T20" fmla="*/ 6 w 47"/>
                <a:gd name="T21" fmla="*/ 6 h 96"/>
                <a:gd name="T22" fmla="*/ 0 w 47"/>
                <a:gd name="T23" fmla="*/ 18 h 96"/>
                <a:gd name="T24" fmla="*/ 0 w 47"/>
                <a:gd name="T25" fmla="*/ 30 h 96"/>
                <a:gd name="T26" fmla="*/ 0 w 47"/>
                <a:gd name="T27" fmla="*/ 30 h 96"/>
                <a:gd name="T28" fmla="*/ 6 w 47"/>
                <a:gd name="T29" fmla="*/ 18 h 96"/>
                <a:gd name="T30" fmla="*/ 18 w 47"/>
                <a:gd name="T31" fmla="*/ 12 h 96"/>
                <a:gd name="T32" fmla="*/ 30 w 47"/>
                <a:gd name="T33" fmla="*/ 18 h 96"/>
                <a:gd name="T34" fmla="*/ 36 w 47"/>
                <a:gd name="T35" fmla="*/ 30 h 96"/>
                <a:gd name="T36" fmla="*/ 30 w 47"/>
                <a:gd name="T37" fmla="*/ 48 h 96"/>
                <a:gd name="T38" fmla="*/ 18 w 47"/>
                <a:gd name="T39" fmla="*/ 66 h 96"/>
                <a:gd name="T40" fmla="*/ 0 w 47"/>
                <a:gd name="T41" fmla="*/ 96 h 96"/>
                <a:gd name="T42" fmla="*/ 0 w 47"/>
                <a:gd name="T43" fmla="*/ 96 h 96"/>
                <a:gd name="T44" fmla="*/ 41 w 47"/>
                <a:gd name="T45" fmla="*/ 96 h 96"/>
                <a:gd name="T46" fmla="*/ 47 w 47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96">
                  <a:moveTo>
                    <a:pt x="47" y="78"/>
                  </a:moveTo>
                  <a:lnTo>
                    <a:pt x="47" y="78"/>
                  </a:lnTo>
                  <a:lnTo>
                    <a:pt x="41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1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7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Freeform 38"/>
            <p:cNvSpPr>
              <a:spLocks/>
            </p:cNvSpPr>
            <p:nvPr/>
          </p:nvSpPr>
          <p:spPr bwMode="auto">
            <a:xfrm>
              <a:off x="2058" y="886"/>
              <a:ext cx="22" cy="74"/>
            </a:xfrm>
            <a:custGeom>
              <a:avLst/>
              <a:gdLst>
                <a:gd name="T0" fmla="*/ 0 w 30"/>
                <a:gd name="T1" fmla="*/ 96 h 96"/>
                <a:gd name="T2" fmla="*/ 30 w 30"/>
                <a:gd name="T3" fmla="*/ 96 h 96"/>
                <a:gd name="T4" fmla="*/ 30 w 30"/>
                <a:gd name="T5" fmla="*/ 96 h 96"/>
                <a:gd name="T6" fmla="*/ 24 w 30"/>
                <a:gd name="T7" fmla="*/ 96 h 96"/>
                <a:gd name="T8" fmla="*/ 24 w 30"/>
                <a:gd name="T9" fmla="*/ 84 h 96"/>
                <a:gd name="T10" fmla="*/ 24 w 30"/>
                <a:gd name="T11" fmla="*/ 0 h 96"/>
                <a:gd name="T12" fmla="*/ 24 w 30"/>
                <a:gd name="T13" fmla="*/ 0 h 96"/>
                <a:gd name="T14" fmla="*/ 0 w 30"/>
                <a:gd name="T15" fmla="*/ 12 h 96"/>
                <a:gd name="T16" fmla="*/ 0 w 30"/>
                <a:gd name="T17" fmla="*/ 18 h 96"/>
                <a:gd name="T18" fmla="*/ 6 w 30"/>
                <a:gd name="T19" fmla="*/ 12 h 96"/>
                <a:gd name="T20" fmla="*/ 6 w 30"/>
                <a:gd name="T21" fmla="*/ 12 h 96"/>
                <a:gd name="T22" fmla="*/ 12 w 30"/>
                <a:gd name="T23" fmla="*/ 18 h 96"/>
                <a:gd name="T24" fmla="*/ 12 w 30"/>
                <a:gd name="T25" fmla="*/ 18 h 96"/>
                <a:gd name="T26" fmla="*/ 12 w 30"/>
                <a:gd name="T27" fmla="*/ 84 h 96"/>
                <a:gd name="T28" fmla="*/ 6 w 30"/>
                <a:gd name="T29" fmla="*/ 96 h 96"/>
                <a:gd name="T30" fmla="*/ 0 w 30"/>
                <a:gd name="T31" fmla="*/ 96 h 96"/>
                <a:gd name="T32" fmla="*/ 0 w 30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6">
                  <a:moveTo>
                    <a:pt x="0" y="96"/>
                  </a:moveTo>
                  <a:lnTo>
                    <a:pt x="30" y="96"/>
                  </a:lnTo>
                  <a:lnTo>
                    <a:pt x="30" y="96"/>
                  </a:lnTo>
                  <a:lnTo>
                    <a:pt x="24" y="96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6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Freeform 39"/>
            <p:cNvSpPr>
              <a:spLocks/>
            </p:cNvSpPr>
            <p:nvPr/>
          </p:nvSpPr>
          <p:spPr bwMode="auto">
            <a:xfrm>
              <a:off x="1643" y="1349"/>
              <a:ext cx="26" cy="111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30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8 w 36"/>
                <a:gd name="T23" fmla="*/ 6 h 143"/>
                <a:gd name="T24" fmla="*/ 12 w 36"/>
                <a:gd name="T25" fmla="*/ 24 h 143"/>
                <a:gd name="T26" fmla="*/ 12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12 w 36"/>
                <a:gd name="T33" fmla="*/ 54 h 143"/>
                <a:gd name="T34" fmla="*/ 12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24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12" y="54"/>
                  </a:lnTo>
                  <a:lnTo>
                    <a:pt x="12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Freeform 40"/>
            <p:cNvSpPr>
              <a:spLocks/>
            </p:cNvSpPr>
            <p:nvPr/>
          </p:nvSpPr>
          <p:spPr bwMode="auto">
            <a:xfrm>
              <a:off x="1682" y="1419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24 w 30"/>
                <a:gd name="T9" fmla="*/ 89 h 95"/>
                <a:gd name="T10" fmla="*/ 24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24" y="89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Freeform 41"/>
            <p:cNvSpPr>
              <a:spLocks/>
            </p:cNvSpPr>
            <p:nvPr/>
          </p:nvSpPr>
          <p:spPr bwMode="auto">
            <a:xfrm>
              <a:off x="1726" y="1419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Freeform 42"/>
            <p:cNvSpPr>
              <a:spLocks/>
            </p:cNvSpPr>
            <p:nvPr/>
          </p:nvSpPr>
          <p:spPr bwMode="auto">
            <a:xfrm>
              <a:off x="2312" y="1349"/>
              <a:ext cx="26" cy="111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24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2 w 36"/>
                <a:gd name="T23" fmla="*/ 6 h 143"/>
                <a:gd name="T24" fmla="*/ 6 w 36"/>
                <a:gd name="T25" fmla="*/ 24 h 143"/>
                <a:gd name="T26" fmla="*/ 6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6 w 36"/>
                <a:gd name="T33" fmla="*/ 54 h 143"/>
                <a:gd name="T34" fmla="*/ 6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24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Freeform 43"/>
            <p:cNvSpPr>
              <a:spLocks/>
            </p:cNvSpPr>
            <p:nvPr/>
          </p:nvSpPr>
          <p:spPr bwMode="auto">
            <a:xfrm>
              <a:off x="2342" y="1419"/>
              <a:ext cx="35" cy="74"/>
            </a:xfrm>
            <a:custGeom>
              <a:avLst/>
              <a:gdLst>
                <a:gd name="T0" fmla="*/ 48 w 48"/>
                <a:gd name="T1" fmla="*/ 77 h 95"/>
                <a:gd name="T2" fmla="*/ 48 w 48"/>
                <a:gd name="T3" fmla="*/ 77 h 95"/>
                <a:gd name="T4" fmla="*/ 42 w 48"/>
                <a:gd name="T5" fmla="*/ 89 h 95"/>
                <a:gd name="T6" fmla="*/ 36 w 48"/>
                <a:gd name="T7" fmla="*/ 89 h 95"/>
                <a:gd name="T8" fmla="*/ 12 w 48"/>
                <a:gd name="T9" fmla="*/ 89 h 95"/>
                <a:gd name="T10" fmla="*/ 30 w 48"/>
                <a:gd name="T11" fmla="*/ 59 h 95"/>
                <a:gd name="T12" fmla="*/ 36 w 48"/>
                <a:gd name="T13" fmla="*/ 47 h 95"/>
                <a:gd name="T14" fmla="*/ 42 w 48"/>
                <a:gd name="T15" fmla="*/ 30 h 95"/>
                <a:gd name="T16" fmla="*/ 36 w 48"/>
                <a:gd name="T17" fmla="*/ 6 h 95"/>
                <a:gd name="T18" fmla="*/ 24 w 48"/>
                <a:gd name="T19" fmla="*/ 0 h 95"/>
                <a:gd name="T20" fmla="*/ 6 w 48"/>
                <a:gd name="T21" fmla="*/ 6 h 95"/>
                <a:gd name="T22" fmla="*/ 0 w 48"/>
                <a:gd name="T23" fmla="*/ 30 h 95"/>
                <a:gd name="T24" fmla="*/ 0 w 48"/>
                <a:gd name="T25" fmla="*/ 30 h 95"/>
                <a:gd name="T26" fmla="*/ 6 w 48"/>
                <a:gd name="T27" fmla="*/ 18 h 95"/>
                <a:gd name="T28" fmla="*/ 18 w 48"/>
                <a:gd name="T29" fmla="*/ 12 h 95"/>
                <a:gd name="T30" fmla="*/ 30 w 48"/>
                <a:gd name="T31" fmla="*/ 18 h 95"/>
                <a:gd name="T32" fmla="*/ 36 w 48"/>
                <a:gd name="T33" fmla="*/ 36 h 95"/>
                <a:gd name="T34" fmla="*/ 30 w 48"/>
                <a:gd name="T35" fmla="*/ 47 h 95"/>
                <a:gd name="T36" fmla="*/ 18 w 48"/>
                <a:gd name="T37" fmla="*/ 71 h 95"/>
                <a:gd name="T38" fmla="*/ 0 w 48"/>
                <a:gd name="T39" fmla="*/ 95 h 95"/>
                <a:gd name="T40" fmla="*/ 0 w 48"/>
                <a:gd name="T41" fmla="*/ 95 h 95"/>
                <a:gd name="T42" fmla="*/ 42 w 48"/>
                <a:gd name="T43" fmla="*/ 95 h 95"/>
                <a:gd name="T44" fmla="*/ 48 w 48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95">
                  <a:moveTo>
                    <a:pt x="48" y="77"/>
                  </a:moveTo>
                  <a:lnTo>
                    <a:pt x="48" y="77"/>
                  </a:lnTo>
                  <a:lnTo>
                    <a:pt x="42" y="89"/>
                  </a:lnTo>
                  <a:lnTo>
                    <a:pt x="36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36" y="47"/>
                  </a:lnTo>
                  <a:lnTo>
                    <a:pt x="42" y="30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0" y="47"/>
                  </a:lnTo>
                  <a:lnTo>
                    <a:pt x="18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2" y="95"/>
                  </a:lnTo>
                  <a:lnTo>
                    <a:pt x="48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Freeform 44"/>
            <p:cNvSpPr>
              <a:spLocks/>
            </p:cNvSpPr>
            <p:nvPr/>
          </p:nvSpPr>
          <p:spPr bwMode="auto">
            <a:xfrm>
              <a:off x="2382" y="1419"/>
              <a:ext cx="39" cy="7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6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30 w 54"/>
                <a:gd name="T19" fmla="*/ 0 h 95"/>
                <a:gd name="T20" fmla="*/ 12 w 54"/>
                <a:gd name="T21" fmla="*/ 6 h 95"/>
                <a:gd name="T22" fmla="*/ 0 w 54"/>
                <a:gd name="T23" fmla="*/ 30 h 95"/>
                <a:gd name="T24" fmla="*/ 6 w 54"/>
                <a:gd name="T25" fmla="*/ 30 h 95"/>
                <a:gd name="T26" fmla="*/ 12 w 54"/>
                <a:gd name="T27" fmla="*/ 18 h 95"/>
                <a:gd name="T28" fmla="*/ 24 w 54"/>
                <a:gd name="T29" fmla="*/ 12 h 95"/>
                <a:gd name="T30" fmla="*/ 36 w 54"/>
                <a:gd name="T31" fmla="*/ 18 h 95"/>
                <a:gd name="T32" fmla="*/ 36 w 54"/>
                <a:gd name="T33" fmla="*/ 36 h 95"/>
                <a:gd name="T34" fmla="*/ 36 w 54"/>
                <a:gd name="T35" fmla="*/ 47 h 95"/>
                <a:gd name="T36" fmla="*/ 24 w 54"/>
                <a:gd name="T37" fmla="*/ 71 h 95"/>
                <a:gd name="T38" fmla="*/ 0 w 54"/>
                <a:gd name="T39" fmla="*/ 95 h 95"/>
                <a:gd name="T40" fmla="*/ 0 w 54"/>
                <a:gd name="T41" fmla="*/ 95 h 95"/>
                <a:gd name="T42" fmla="*/ 48 w 54"/>
                <a:gd name="T43" fmla="*/ 95 h 95"/>
                <a:gd name="T44" fmla="*/ 54 w 54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6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Freeform 45"/>
            <p:cNvSpPr>
              <a:spLocks/>
            </p:cNvSpPr>
            <p:nvPr/>
          </p:nvSpPr>
          <p:spPr bwMode="auto">
            <a:xfrm>
              <a:off x="1980" y="288"/>
              <a:ext cx="26" cy="106"/>
            </a:xfrm>
            <a:custGeom>
              <a:avLst/>
              <a:gdLst>
                <a:gd name="T0" fmla="*/ 36 w 36"/>
                <a:gd name="T1" fmla="*/ 54 h 137"/>
                <a:gd name="T2" fmla="*/ 36 w 36"/>
                <a:gd name="T3" fmla="*/ 36 h 137"/>
                <a:gd name="T4" fmla="*/ 24 w 36"/>
                <a:gd name="T5" fmla="*/ 36 h 137"/>
                <a:gd name="T6" fmla="*/ 24 w 36"/>
                <a:gd name="T7" fmla="*/ 24 h 137"/>
                <a:gd name="T8" fmla="*/ 24 w 36"/>
                <a:gd name="T9" fmla="*/ 18 h 137"/>
                <a:gd name="T10" fmla="*/ 30 w 36"/>
                <a:gd name="T11" fmla="*/ 12 h 137"/>
                <a:gd name="T12" fmla="*/ 36 w 36"/>
                <a:gd name="T13" fmla="*/ 12 h 137"/>
                <a:gd name="T14" fmla="*/ 36 w 36"/>
                <a:gd name="T15" fmla="*/ 18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6 h 137"/>
                <a:gd name="T24" fmla="*/ 6 w 36"/>
                <a:gd name="T25" fmla="*/ 24 h 137"/>
                <a:gd name="T26" fmla="*/ 6 w 36"/>
                <a:gd name="T27" fmla="*/ 36 h 137"/>
                <a:gd name="T28" fmla="*/ 0 w 36"/>
                <a:gd name="T29" fmla="*/ 36 h 137"/>
                <a:gd name="T30" fmla="*/ 0 w 36"/>
                <a:gd name="T31" fmla="*/ 54 h 137"/>
                <a:gd name="T32" fmla="*/ 6 w 36"/>
                <a:gd name="T33" fmla="*/ 54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4 h 137"/>
                <a:gd name="T40" fmla="*/ 36 w 36"/>
                <a:gd name="T41" fmla="*/ 5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4"/>
                  </a:moveTo>
                  <a:lnTo>
                    <a:pt x="36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6" y="12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Freeform 46"/>
            <p:cNvSpPr>
              <a:spLocks/>
            </p:cNvSpPr>
            <p:nvPr/>
          </p:nvSpPr>
          <p:spPr bwMode="auto">
            <a:xfrm>
              <a:off x="2015" y="357"/>
              <a:ext cx="26" cy="75"/>
            </a:xfrm>
            <a:custGeom>
              <a:avLst/>
              <a:gdLst>
                <a:gd name="T0" fmla="*/ 6 w 35"/>
                <a:gd name="T1" fmla="*/ 96 h 96"/>
                <a:gd name="T2" fmla="*/ 35 w 35"/>
                <a:gd name="T3" fmla="*/ 96 h 96"/>
                <a:gd name="T4" fmla="*/ 35 w 35"/>
                <a:gd name="T5" fmla="*/ 96 h 96"/>
                <a:gd name="T6" fmla="*/ 24 w 35"/>
                <a:gd name="T7" fmla="*/ 90 h 96"/>
                <a:gd name="T8" fmla="*/ 24 w 35"/>
                <a:gd name="T9" fmla="*/ 84 h 96"/>
                <a:gd name="T10" fmla="*/ 24 w 35"/>
                <a:gd name="T11" fmla="*/ 0 h 96"/>
                <a:gd name="T12" fmla="*/ 24 w 35"/>
                <a:gd name="T13" fmla="*/ 0 h 96"/>
                <a:gd name="T14" fmla="*/ 0 w 35"/>
                <a:gd name="T15" fmla="*/ 12 h 96"/>
                <a:gd name="T16" fmla="*/ 0 w 35"/>
                <a:gd name="T17" fmla="*/ 12 h 96"/>
                <a:gd name="T18" fmla="*/ 12 w 35"/>
                <a:gd name="T19" fmla="*/ 12 h 96"/>
                <a:gd name="T20" fmla="*/ 12 w 35"/>
                <a:gd name="T21" fmla="*/ 12 h 96"/>
                <a:gd name="T22" fmla="*/ 12 w 35"/>
                <a:gd name="T23" fmla="*/ 12 h 96"/>
                <a:gd name="T24" fmla="*/ 12 w 35"/>
                <a:gd name="T25" fmla="*/ 18 h 96"/>
                <a:gd name="T26" fmla="*/ 12 w 35"/>
                <a:gd name="T27" fmla="*/ 84 h 96"/>
                <a:gd name="T28" fmla="*/ 12 w 35"/>
                <a:gd name="T29" fmla="*/ 96 h 96"/>
                <a:gd name="T30" fmla="*/ 6 w 35"/>
                <a:gd name="T31" fmla="*/ 96 h 96"/>
                <a:gd name="T32" fmla="*/ 6 w 35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96">
                  <a:moveTo>
                    <a:pt x="6" y="96"/>
                  </a:moveTo>
                  <a:lnTo>
                    <a:pt x="35" y="96"/>
                  </a:lnTo>
                  <a:lnTo>
                    <a:pt x="35" y="96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6" y="96"/>
                  </a:lnTo>
                  <a:lnTo>
                    <a:pt x="6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1" name="Freeform 47"/>
            <p:cNvSpPr>
              <a:spLocks/>
            </p:cNvSpPr>
            <p:nvPr/>
          </p:nvSpPr>
          <p:spPr bwMode="auto">
            <a:xfrm>
              <a:off x="2054" y="357"/>
              <a:ext cx="35" cy="75"/>
            </a:xfrm>
            <a:custGeom>
              <a:avLst/>
              <a:gdLst>
                <a:gd name="T0" fmla="*/ 48 w 48"/>
                <a:gd name="T1" fmla="*/ 78 h 96"/>
                <a:gd name="T2" fmla="*/ 48 w 48"/>
                <a:gd name="T3" fmla="*/ 78 h 96"/>
                <a:gd name="T4" fmla="*/ 42 w 48"/>
                <a:gd name="T5" fmla="*/ 84 h 96"/>
                <a:gd name="T6" fmla="*/ 36 w 48"/>
                <a:gd name="T7" fmla="*/ 84 h 96"/>
                <a:gd name="T8" fmla="*/ 6 w 48"/>
                <a:gd name="T9" fmla="*/ 84 h 96"/>
                <a:gd name="T10" fmla="*/ 30 w 48"/>
                <a:gd name="T11" fmla="*/ 60 h 96"/>
                <a:gd name="T12" fmla="*/ 36 w 48"/>
                <a:gd name="T13" fmla="*/ 48 h 96"/>
                <a:gd name="T14" fmla="*/ 42 w 48"/>
                <a:gd name="T15" fmla="*/ 24 h 96"/>
                <a:gd name="T16" fmla="*/ 36 w 48"/>
                <a:gd name="T17" fmla="*/ 6 h 96"/>
                <a:gd name="T18" fmla="*/ 24 w 48"/>
                <a:gd name="T19" fmla="*/ 0 h 96"/>
                <a:gd name="T20" fmla="*/ 6 w 48"/>
                <a:gd name="T21" fmla="*/ 6 h 96"/>
                <a:gd name="T22" fmla="*/ 0 w 48"/>
                <a:gd name="T23" fmla="*/ 18 h 96"/>
                <a:gd name="T24" fmla="*/ 0 w 48"/>
                <a:gd name="T25" fmla="*/ 30 h 96"/>
                <a:gd name="T26" fmla="*/ 0 w 48"/>
                <a:gd name="T27" fmla="*/ 30 h 96"/>
                <a:gd name="T28" fmla="*/ 6 w 48"/>
                <a:gd name="T29" fmla="*/ 18 h 96"/>
                <a:gd name="T30" fmla="*/ 18 w 48"/>
                <a:gd name="T31" fmla="*/ 12 h 96"/>
                <a:gd name="T32" fmla="*/ 30 w 48"/>
                <a:gd name="T33" fmla="*/ 18 h 96"/>
                <a:gd name="T34" fmla="*/ 30 w 48"/>
                <a:gd name="T35" fmla="*/ 30 h 96"/>
                <a:gd name="T36" fmla="*/ 30 w 48"/>
                <a:gd name="T37" fmla="*/ 48 h 96"/>
                <a:gd name="T38" fmla="*/ 18 w 48"/>
                <a:gd name="T39" fmla="*/ 66 h 96"/>
                <a:gd name="T40" fmla="*/ 0 w 48"/>
                <a:gd name="T41" fmla="*/ 96 h 96"/>
                <a:gd name="T42" fmla="*/ 0 w 48"/>
                <a:gd name="T43" fmla="*/ 96 h 96"/>
                <a:gd name="T44" fmla="*/ 42 w 48"/>
                <a:gd name="T45" fmla="*/ 96 h 96"/>
                <a:gd name="T46" fmla="*/ 48 w 48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96">
                  <a:moveTo>
                    <a:pt x="48" y="78"/>
                  </a:moveTo>
                  <a:lnTo>
                    <a:pt x="48" y="78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6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Freeform 48"/>
            <p:cNvSpPr>
              <a:spLocks/>
            </p:cNvSpPr>
            <p:nvPr/>
          </p:nvSpPr>
          <p:spPr bwMode="auto">
            <a:xfrm>
              <a:off x="288" y="1410"/>
              <a:ext cx="44" cy="60"/>
            </a:xfrm>
            <a:custGeom>
              <a:avLst/>
              <a:gdLst>
                <a:gd name="T0" fmla="*/ 0 w 60"/>
                <a:gd name="T1" fmla="*/ 6 h 77"/>
                <a:gd name="T2" fmla="*/ 6 w 60"/>
                <a:gd name="T3" fmla="*/ 6 h 77"/>
                <a:gd name="T4" fmla="*/ 6 w 60"/>
                <a:gd name="T5" fmla="*/ 12 h 77"/>
                <a:gd name="T6" fmla="*/ 12 w 60"/>
                <a:gd name="T7" fmla="*/ 24 h 77"/>
                <a:gd name="T8" fmla="*/ 18 w 60"/>
                <a:gd name="T9" fmla="*/ 48 h 77"/>
                <a:gd name="T10" fmla="*/ 18 w 60"/>
                <a:gd name="T11" fmla="*/ 71 h 77"/>
                <a:gd name="T12" fmla="*/ 18 w 60"/>
                <a:gd name="T13" fmla="*/ 77 h 77"/>
                <a:gd name="T14" fmla="*/ 18 w 60"/>
                <a:gd name="T15" fmla="*/ 77 h 77"/>
                <a:gd name="T16" fmla="*/ 24 w 60"/>
                <a:gd name="T17" fmla="*/ 77 h 77"/>
                <a:gd name="T18" fmla="*/ 30 w 60"/>
                <a:gd name="T19" fmla="*/ 65 h 77"/>
                <a:gd name="T20" fmla="*/ 36 w 60"/>
                <a:gd name="T21" fmla="*/ 54 h 77"/>
                <a:gd name="T22" fmla="*/ 48 w 60"/>
                <a:gd name="T23" fmla="*/ 42 h 77"/>
                <a:gd name="T24" fmla="*/ 54 w 60"/>
                <a:gd name="T25" fmla="*/ 24 h 77"/>
                <a:gd name="T26" fmla="*/ 60 w 60"/>
                <a:gd name="T27" fmla="*/ 12 h 77"/>
                <a:gd name="T28" fmla="*/ 54 w 60"/>
                <a:gd name="T29" fmla="*/ 6 h 77"/>
                <a:gd name="T30" fmla="*/ 48 w 60"/>
                <a:gd name="T31" fmla="*/ 0 h 77"/>
                <a:gd name="T32" fmla="*/ 48 w 60"/>
                <a:gd name="T33" fmla="*/ 0 h 77"/>
                <a:gd name="T34" fmla="*/ 42 w 60"/>
                <a:gd name="T35" fmla="*/ 6 h 77"/>
                <a:gd name="T36" fmla="*/ 48 w 60"/>
                <a:gd name="T37" fmla="*/ 12 h 77"/>
                <a:gd name="T38" fmla="*/ 48 w 60"/>
                <a:gd name="T39" fmla="*/ 18 h 77"/>
                <a:gd name="T40" fmla="*/ 42 w 60"/>
                <a:gd name="T41" fmla="*/ 42 h 77"/>
                <a:gd name="T42" fmla="*/ 30 w 60"/>
                <a:gd name="T43" fmla="*/ 59 h 77"/>
                <a:gd name="T44" fmla="*/ 24 w 60"/>
                <a:gd name="T45" fmla="*/ 65 h 77"/>
                <a:gd name="T46" fmla="*/ 24 w 60"/>
                <a:gd name="T47" fmla="*/ 36 h 77"/>
                <a:gd name="T48" fmla="*/ 18 w 60"/>
                <a:gd name="T49" fmla="*/ 0 h 77"/>
                <a:gd name="T50" fmla="*/ 18 w 60"/>
                <a:gd name="T51" fmla="*/ 0 h 77"/>
                <a:gd name="T52" fmla="*/ 12 w 60"/>
                <a:gd name="T53" fmla="*/ 0 h 77"/>
                <a:gd name="T54" fmla="*/ 0 w 60"/>
                <a:gd name="T55" fmla="*/ 6 h 77"/>
                <a:gd name="T56" fmla="*/ 0 w 60"/>
                <a:gd name="T57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6" y="6"/>
                  </a:lnTo>
                  <a:lnTo>
                    <a:pt x="6" y="12"/>
                  </a:lnTo>
                  <a:lnTo>
                    <a:pt x="12" y="24"/>
                  </a:lnTo>
                  <a:lnTo>
                    <a:pt x="18" y="48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7"/>
                  </a:lnTo>
                  <a:lnTo>
                    <a:pt x="30" y="65"/>
                  </a:lnTo>
                  <a:lnTo>
                    <a:pt x="36" y="54"/>
                  </a:lnTo>
                  <a:lnTo>
                    <a:pt x="48" y="42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48" y="18"/>
                  </a:lnTo>
                  <a:lnTo>
                    <a:pt x="42" y="42"/>
                  </a:lnTo>
                  <a:lnTo>
                    <a:pt x="30" y="59"/>
                  </a:lnTo>
                  <a:lnTo>
                    <a:pt x="24" y="65"/>
                  </a:lnTo>
                  <a:lnTo>
                    <a:pt x="24" y="36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Freeform 49"/>
            <p:cNvSpPr>
              <a:spLocks/>
            </p:cNvSpPr>
            <p:nvPr/>
          </p:nvSpPr>
          <p:spPr bwMode="auto">
            <a:xfrm>
              <a:off x="341" y="1433"/>
              <a:ext cx="26" cy="74"/>
            </a:xfrm>
            <a:custGeom>
              <a:avLst/>
              <a:gdLst>
                <a:gd name="T0" fmla="*/ 0 w 36"/>
                <a:gd name="T1" fmla="*/ 95 h 95"/>
                <a:gd name="T2" fmla="*/ 36 w 36"/>
                <a:gd name="T3" fmla="*/ 95 h 95"/>
                <a:gd name="T4" fmla="*/ 36 w 36"/>
                <a:gd name="T5" fmla="*/ 89 h 95"/>
                <a:gd name="T6" fmla="*/ 24 w 36"/>
                <a:gd name="T7" fmla="*/ 89 h 95"/>
                <a:gd name="T8" fmla="*/ 24 w 36"/>
                <a:gd name="T9" fmla="*/ 83 h 95"/>
                <a:gd name="T10" fmla="*/ 24 w 36"/>
                <a:gd name="T11" fmla="*/ 0 h 95"/>
                <a:gd name="T12" fmla="*/ 24 w 36"/>
                <a:gd name="T13" fmla="*/ 0 h 95"/>
                <a:gd name="T14" fmla="*/ 0 w 36"/>
                <a:gd name="T15" fmla="*/ 12 h 95"/>
                <a:gd name="T16" fmla="*/ 0 w 36"/>
                <a:gd name="T17" fmla="*/ 12 h 95"/>
                <a:gd name="T18" fmla="*/ 6 w 36"/>
                <a:gd name="T19" fmla="*/ 12 h 95"/>
                <a:gd name="T20" fmla="*/ 12 w 36"/>
                <a:gd name="T21" fmla="*/ 12 h 95"/>
                <a:gd name="T22" fmla="*/ 12 w 36"/>
                <a:gd name="T23" fmla="*/ 12 h 95"/>
                <a:gd name="T24" fmla="*/ 12 w 36"/>
                <a:gd name="T25" fmla="*/ 18 h 95"/>
                <a:gd name="T26" fmla="*/ 12 w 36"/>
                <a:gd name="T27" fmla="*/ 83 h 95"/>
                <a:gd name="T28" fmla="*/ 12 w 36"/>
                <a:gd name="T29" fmla="*/ 89 h 95"/>
                <a:gd name="T30" fmla="*/ 0 w 36"/>
                <a:gd name="T31" fmla="*/ 89 h 95"/>
                <a:gd name="T32" fmla="*/ 0 w 36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95">
                  <a:moveTo>
                    <a:pt x="0" y="95"/>
                  </a:moveTo>
                  <a:lnTo>
                    <a:pt x="36" y="95"/>
                  </a:lnTo>
                  <a:lnTo>
                    <a:pt x="36" y="89"/>
                  </a:lnTo>
                  <a:lnTo>
                    <a:pt x="24" y="89"/>
                  </a:lnTo>
                  <a:lnTo>
                    <a:pt x="24" y="8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12" y="89"/>
                  </a:lnTo>
                  <a:lnTo>
                    <a:pt x="0" y="89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Freeform 50"/>
            <p:cNvSpPr>
              <a:spLocks/>
            </p:cNvSpPr>
            <p:nvPr/>
          </p:nvSpPr>
          <p:spPr bwMode="auto">
            <a:xfrm>
              <a:off x="301" y="1252"/>
              <a:ext cx="57" cy="74"/>
            </a:xfrm>
            <a:custGeom>
              <a:avLst/>
              <a:gdLst>
                <a:gd name="T0" fmla="*/ 36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6 w 78"/>
                <a:gd name="T7" fmla="*/ 53 h 95"/>
                <a:gd name="T8" fmla="*/ 36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6 w 78"/>
                <a:gd name="T23" fmla="*/ 0 h 95"/>
                <a:gd name="T24" fmla="*/ 36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6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6" y="53"/>
                  </a:lnTo>
                  <a:lnTo>
                    <a:pt x="36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5" name="Rectangle 51"/>
            <p:cNvSpPr>
              <a:spLocks noChangeArrowheads="1"/>
            </p:cNvSpPr>
            <p:nvPr/>
          </p:nvSpPr>
          <p:spPr bwMode="auto">
            <a:xfrm>
              <a:off x="301" y="1591"/>
              <a:ext cx="57" cy="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Freeform 52"/>
            <p:cNvSpPr>
              <a:spLocks/>
            </p:cNvSpPr>
            <p:nvPr/>
          </p:nvSpPr>
          <p:spPr bwMode="auto">
            <a:xfrm>
              <a:off x="301" y="1651"/>
              <a:ext cx="53" cy="65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18 w 72"/>
                <a:gd name="T19" fmla="*/ 6 h 84"/>
                <a:gd name="T20" fmla="*/ 12 w 72"/>
                <a:gd name="T21" fmla="*/ 12 h 84"/>
                <a:gd name="T22" fmla="*/ 0 w 72"/>
                <a:gd name="T23" fmla="*/ 42 h 84"/>
                <a:gd name="T24" fmla="*/ 12 w 72"/>
                <a:gd name="T25" fmla="*/ 72 h 84"/>
                <a:gd name="T26" fmla="*/ 18 w 72"/>
                <a:gd name="T27" fmla="*/ 84 h 84"/>
                <a:gd name="T28" fmla="*/ 36 w 72"/>
                <a:gd name="T29" fmla="*/ 84 h 84"/>
                <a:gd name="T30" fmla="*/ 36 w 72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2"/>
                  </a:lnTo>
                  <a:lnTo>
                    <a:pt x="1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Freeform 53"/>
            <p:cNvSpPr>
              <a:spLocks/>
            </p:cNvSpPr>
            <p:nvPr/>
          </p:nvSpPr>
          <p:spPr bwMode="auto">
            <a:xfrm>
              <a:off x="327" y="1683"/>
              <a:ext cx="27" cy="33"/>
            </a:xfrm>
            <a:custGeom>
              <a:avLst/>
              <a:gdLst>
                <a:gd name="T0" fmla="*/ 0 w 36"/>
                <a:gd name="T1" fmla="*/ 42 h 42"/>
                <a:gd name="T2" fmla="*/ 12 w 36"/>
                <a:gd name="T3" fmla="*/ 42 h 42"/>
                <a:gd name="T4" fmla="*/ 24 w 36"/>
                <a:gd name="T5" fmla="*/ 30 h 42"/>
                <a:gd name="T6" fmla="*/ 36 w 36"/>
                <a:gd name="T7" fmla="*/ 18 h 42"/>
                <a:gd name="T8" fmla="*/ 36 w 36"/>
                <a:gd name="T9" fmla="*/ 0 h 42"/>
                <a:gd name="T10" fmla="*/ 36 w 36"/>
                <a:gd name="T11" fmla="*/ 0 h 42"/>
                <a:gd name="T12" fmla="*/ 36 w 36"/>
                <a:gd name="T13" fmla="*/ 18 h 42"/>
                <a:gd name="T14" fmla="*/ 24 w 36"/>
                <a:gd name="T15" fmla="*/ 30 h 42"/>
                <a:gd name="T16" fmla="*/ 12 w 36"/>
                <a:gd name="T17" fmla="*/ 42 h 42"/>
                <a:gd name="T18" fmla="*/ 0 w 36"/>
                <a:gd name="T19" fmla="*/ 42 h 42"/>
                <a:gd name="T20" fmla="*/ 0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8" name="Freeform 54"/>
            <p:cNvSpPr>
              <a:spLocks noEditPoints="1"/>
            </p:cNvSpPr>
            <p:nvPr/>
          </p:nvSpPr>
          <p:spPr bwMode="auto">
            <a:xfrm>
              <a:off x="327" y="1651"/>
              <a:ext cx="27" cy="32"/>
            </a:xfrm>
            <a:custGeom>
              <a:avLst/>
              <a:gdLst>
                <a:gd name="T0" fmla="*/ 36 w 36"/>
                <a:gd name="T1" fmla="*/ 42 h 42"/>
                <a:gd name="T2" fmla="*/ 36 w 36"/>
                <a:gd name="T3" fmla="*/ 24 h 42"/>
                <a:gd name="T4" fmla="*/ 24 w 36"/>
                <a:gd name="T5" fmla="*/ 12 h 42"/>
                <a:gd name="T6" fmla="*/ 12 w 36"/>
                <a:gd name="T7" fmla="*/ 6 h 42"/>
                <a:gd name="T8" fmla="*/ 0 w 36"/>
                <a:gd name="T9" fmla="*/ 0 h 42"/>
                <a:gd name="T10" fmla="*/ 0 w 36"/>
                <a:gd name="T11" fmla="*/ 0 h 42"/>
                <a:gd name="T12" fmla="*/ 12 w 36"/>
                <a:gd name="T13" fmla="*/ 6 h 42"/>
                <a:gd name="T14" fmla="*/ 24 w 36"/>
                <a:gd name="T15" fmla="*/ 12 h 42"/>
                <a:gd name="T16" fmla="*/ 36 w 36"/>
                <a:gd name="T17" fmla="*/ 24 h 42"/>
                <a:gd name="T18" fmla="*/ 36 w 36"/>
                <a:gd name="T19" fmla="*/ 42 h 42"/>
                <a:gd name="T20" fmla="*/ 36 w 36"/>
                <a:gd name="T21" fmla="*/ 42 h 42"/>
                <a:gd name="T22" fmla="*/ 36 w 36"/>
                <a:gd name="T23" fmla="*/ 42 h 42"/>
                <a:gd name="T24" fmla="*/ 36 w 36"/>
                <a:gd name="T25" fmla="*/ 42 h 42"/>
                <a:gd name="T26" fmla="*/ 36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close/>
                  <a:moveTo>
                    <a:pt x="36" y="42"/>
                  </a:move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9" name="Freeform 55"/>
            <p:cNvSpPr>
              <a:spLocks noEditPoints="1"/>
            </p:cNvSpPr>
            <p:nvPr/>
          </p:nvSpPr>
          <p:spPr bwMode="auto">
            <a:xfrm>
              <a:off x="301" y="1651"/>
              <a:ext cx="26" cy="32"/>
            </a:xfrm>
            <a:custGeom>
              <a:avLst/>
              <a:gdLst>
                <a:gd name="T0" fmla="*/ 36 w 36"/>
                <a:gd name="T1" fmla="*/ 0 h 42"/>
                <a:gd name="T2" fmla="*/ 18 w 36"/>
                <a:gd name="T3" fmla="*/ 6 h 42"/>
                <a:gd name="T4" fmla="*/ 12 w 36"/>
                <a:gd name="T5" fmla="*/ 12 h 42"/>
                <a:gd name="T6" fmla="*/ 0 w 36"/>
                <a:gd name="T7" fmla="*/ 42 h 42"/>
                <a:gd name="T8" fmla="*/ 0 w 36"/>
                <a:gd name="T9" fmla="*/ 42 h 42"/>
                <a:gd name="T10" fmla="*/ 12 w 36"/>
                <a:gd name="T11" fmla="*/ 12 h 42"/>
                <a:gd name="T12" fmla="*/ 18 w 36"/>
                <a:gd name="T13" fmla="*/ 6 h 42"/>
                <a:gd name="T14" fmla="*/ 36 w 36"/>
                <a:gd name="T15" fmla="*/ 0 h 42"/>
                <a:gd name="T16" fmla="*/ 36 w 36"/>
                <a:gd name="T17" fmla="*/ 0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0" name="Freeform 56"/>
            <p:cNvSpPr>
              <a:spLocks noEditPoints="1"/>
            </p:cNvSpPr>
            <p:nvPr/>
          </p:nvSpPr>
          <p:spPr bwMode="auto">
            <a:xfrm>
              <a:off x="301" y="1683"/>
              <a:ext cx="26" cy="33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30 h 42"/>
                <a:gd name="T4" fmla="*/ 18 w 36"/>
                <a:gd name="T5" fmla="*/ 42 h 42"/>
                <a:gd name="T6" fmla="*/ 36 w 36"/>
                <a:gd name="T7" fmla="*/ 42 h 42"/>
                <a:gd name="T8" fmla="*/ 36 w 36"/>
                <a:gd name="T9" fmla="*/ 42 h 42"/>
                <a:gd name="T10" fmla="*/ 18 w 36"/>
                <a:gd name="T11" fmla="*/ 42 h 42"/>
                <a:gd name="T12" fmla="*/ 12 w 36"/>
                <a:gd name="T13" fmla="*/ 30 h 42"/>
                <a:gd name="T14" fmla="*/ 0 w 36"/>
                <a:gd name="T15" fmla="*/ 0 h 42"/>
                <a:gd name="T16" fmla="*/ 0 w 36"/>
                <a:gd name="T17" fmla="*/ 0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30"/>
                  </a:lnTo>
                  <a:lnTo>
                    <a:pt x="18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18" y="42"/>
                  </a:lnTo>
                  <a:lnTo>
                    <a:pt x="12" y="3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1" name="Freeform 57"/>
            <p:cNvSpPr>
              <a:spLocks/>
            </p:cNvSpPr>
            <p:nvPr/>
          </p:nvSpPr>
          <p:spPr bwMode="auto">
            <a:xfrm>
              <a:off x="327" y="1716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2" name="Freeform 58"/>
            <p:cNvSpPr>
              <a:spLocks/>
            </p:cNvSpPr>
            <p:nvPr/>
          </p:nvSpPr>
          <p:spPr bwMode="auto">
            <a:xfrm>
              <a:off x="852" y="1039"/>
              <a:ext cx="590" cy="769"/>
            </a:xfrm>
            <a:custGeom>
              <a:avLst/>
              <a:gdLst>
                <a:gd name="T0" fmla="*/ 807 w 807"/>
                <a:gd name="T1" fmla="*/ 991 h 991"/>
                <a:gd name="T2" fmla="*/ 807 w 807"/>
                <a:gd name="T3" fmla="*/ 0 h 991"/>
                <a:gd name="T4" fmla="*/ 0 w 807"/>
                <a:gd name="T5" fmla="*/ 0 h 991"/>
                <a:gd name="T6" fmla="*/ 0 w 807"/>
                <a:gd name="T7" fmla="*/ 991 h 991"/>
                <a:gd name="T8" fmla="*/ 807 w 807"/>
                <a:gd name="T9" fmla="*/ 991 h 991"/>
                <a:gd name="T10" fmla="*/ 807 w 807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7" h="991">
                  <a:moveTo>
                    <a:pt x="807" y="991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991"/>
                  </a:lnTo>
                  <a:lnTo>
                    <a:pt x="807" y="991"/>
                  </a:lnTo>
                  <a:lnTo>
                    <a:pt x="807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Freeform 59"/>
            <p:cNvSpPr>
              <a:spLocks/>
            </p:cNvSpPr>
            <p:nvPr/>
          </p:nvSpPr>
          <p:spPr bwMode="auto">
            <a:xfrm>
              <a:off x="1442" y="1039"/>
              <a:ext cx="1" cy="769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Freeform 60"/>
            <p:cNvSpPr>
              <a:spLocks noEditPoints="1"/>
            </p:cNvSpPr>
            <p:nvPr/>
          </p:nvSpPr>
          <p:spPr bwMode="auto">
            <a:xfrm>
              <a:off x="852" y="1039"/>
              <a:ext cx="590" cy="1"/>
            </a:xfrm>
            <a:custGeom>
              <a:avLst/>
              <a:gdLst>
                <a:gd name="T0" fmla="*/ 807 w 807"/>
                <a:gd name="T1" fmla="*/ 0 w 807"/>
                <a:gd name="T2" fmla="*/ 807 w 807"/>
                <a:gd name="T3" fmla="*/ 807 w 807"/>
                <a:gd name="T4" fmla="*/ 807 w 807"/>
                <a:gd name="T5" fmla="*/ 807 w 807"/>
                <a:gd name="T6" fmla="*/ 807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807" y="0"/>
                  </a:moveTo>
                  <a:lnTo>
                    <a:pt x="0" y="0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Freeform 61"/>
            <p:cNvSpPr>
              <a:spLocks noEditPoints="1"/>
            </p:cNvSpPr>
            <p:nvPr/>
          </p:nvSpPr>
          <p:spPr bwMode="auto">
            <a:xfrm>
              <a:off x="852" y="1039"/>
              <a:ext cx="1" cy="769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Freeform 62"/>
            <p:cNvSpPr>
              <a:spLocks noEditPoints="1"/>
            </p:cNvSpPr>
            <p:nvPr/>
          </p:nvSpPr>
          <p:spPr bwMode="auto">
            <a:xfrm>
              <a:off x="852" y="1808"/>
              <a:ext cx="590" cy="1"/>
            </a:xfrm>
            <a:custGeom>
              <a:avLst/>
              <a:gdLst>
                <a:gd name="T0" fmla="*/ 0 w 807"/>
                <a:gd name="T1" fmla="*/ 807 w 807"/>
                <a:gd name="T2" fmla="*/ 0 w 807"/>
                <a:gd name="T3" fmla="*/ 0 w 807"/>
                <a:gd name="T4" fmla="*/ 0 w 807"/>
                <a:gd name="T5" fmla="*/ 0 w 807"/>
                <a:gd name="T6" fmla="*/ 0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0" y="0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Freeform 63"/>
            <p:cNvSpPr>
              <a:spLocks/>
            </p:cNvSpPr>
            <p:nvPr/>
          </p:nvSpPr>
          <p:spPr bwMode="auto">
            <a:xfrm>
              <a:off x="1442" y="1808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9" name="Freeform 65"/>
            <p:cNvSpPr>
              <a:spLocks/>
            </p:cNvSpPr>
            <p:nvPr/>
          </p:nvSpPr>
          <p:spPr bwMode="auto">
            <a:xfrm>
              <a:off x="327" y="1164"/>
              <a:ext cx="1115" cy="1"/>
            </a:xfrm>
            <a:custGeom>
              <a:avLst/>
              <a:gdLst>
                <a:gd name="T0" fmla="*/ 0 w 1525"/>
                <a:gd name="T1" fmla="*/ 1525 w 1525"/>
                <a:gd name="T2" fmla="*/ 0 w 1525"/>
                <a:gd name="T3" fmla="*/ 0 w 15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25">
                  <a:moveTo>
                    <a:pt x="0" y="0"/>
                  </a:moveTo>
                  <a:lnTo>
                    <a:pt x="15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0" name="Freeform 66"/>
            <p:cNvSpPr>
              <a:spLocks noEditPoints="1"/>
            </p:cNvSpPr>
            <p:nvPr/>
          </p:nvSpPr>
          <p:spPr bwMode="auto">
            <a:xfrm>
              <a:off x="1442" y="1164"/>
              <a:ext cx="48" cy="88"/>
            </a:xfrm>
            <a:custGeom>
              <a:avLst/>
              <a:gdLst>
                <a:gd name="T0" fmla="*/ 0 w 66"/>
                <a:gd name="T1" fmla="*/ 0 h 114"/>
                <a:gd name="T2" fmla="*/ 30 w 66"/>
                <a:gd name="T3" fmla="*/ 6 h 114"/>
                <a:gd name="T4" fmla="*/ 48 w 66"/>
                <a:gd name="T5" fmla="*/ 18 h 114"/>
                <a:gd name="T6" fmla="*/ 60 w 66"/>
                <a:gd name="T7" fmla="*/ 36 h 114"/>
                <a:gd name="T8" fmla="*/ 66 w 66"/>
                <a:gd name="T9" fmla="*/ 54 h 114"/>
                <a:gd name="T10" fmla="*/ 66 w 66"/>
                <a:gd name="T11" fmla="*/ 78 h 114"/>
                <a:gd name="T12" fmla="*/ 54 w 66"/>
                <a:gd name="T13" fmla="*/ 96 h 114"/>
                <a:gd name="T14" fmla="*/ 36 w 66"/>
                <a:gd name="T15" fmla="*/ 108 h 114"/>
                <a:gd name="T16" fmla="*/ 6 w 66"/>
                <a:gd name="T17" fmla="*/ 114 h 114"/>
                <a:gd name="T18" fmla="*/ 6 w 66"/>
                <a:gd name="T19" fmla="*/ 114 h 114"/>
                <a:gd name="T20" fmla="*/ 36 w 66"/>
                <a:gd name="T21" fmla="*/ 108 h 114"/>
                <a:gd name="T22" fmla="*/ 54 w 66"/>
                <a:gd name="T23" fmla="*/ 96 h 114"/>
                <a:gd name="T24" fmla="*/ 66 w 66"/>
                <a:gd name="T25" fmla="*/ 78 h 114"/>
                <a:gd name="T26" fmla="*/ 66 w 66"/>
                <a:gd name="T27" fmla="*/ 54 h 114"/>
                <a:gd name="T28" fmla="*/ 60 w 66"/>
                <a:gd name="T29" fmla="*/ 36 h 114"/>
                <a:gd name="T30" fmla="*/ 48 w 66"/>
                <a:gd name="T31" fmla="*/ 18 h 114"/>
                <a:gd name="T32" fmla="*/ 30 w 66"/>
                <a:gd name="T33" fmla="*/ 6 h 114"/>
                <a:gd name="T34" fmla="*/ 0 w 66"/>
                <a:gd name="T35" fmla="*/ 0 h 114"/>
                <a:gd name="T36" fmla="*/ 0 w 66"/>
                <a:gd name="T37" fmla="*/ 0 h 114"/>
                <a:gd name="T38" fmla="*/ 0 w 66"/>
                <a:gd name="T39" fmla="*/ 0 h 114"/>
                <a:gd name="T40" fmla="*/ 0 w 66"/>
                <a:gd name="T41" fmla="*/ 0 h 114"/>
                <a:gd name="T42" fmla="*/ 0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0" y="0"/>
                  </a:moveTo>
                  <a:lnTo>
                    <a:pt x="30" y="6"/>
                  </a:lnTo>
                  <a:lnTo>
                    <a:pt x="48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6" y="78"/>
                  </a:lnTo>
                  <a:lnTo>
                    <a:pt x="54" y="96"/>
                  </a:lnTo>
                  <a:lnTo>
                    <a:pt x="36" y="108"/>
                  </a:lnTo>
                  <a:lnTo>
                    <a:pt x="6" y="114"/>
                  </a:lnTo>
                  <a:lnTo>
                    <a:pt x="6" y="114"/>
                  </a:lnTo>
                  <a:lnTo>
                    <a:pt x="36" y="108"/>
                  </a:lnTo>
                  <a:lnTo>
                    <a:pt x="54" y="96"/>
                  </a:lnTo>
                  <a:lnTo>
                    <a:pt x="66" y="78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8" y="18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1" name="Freeform 67"/>
            <p:cNvSpPr>
              <a:spLocks/>
            </p:cNvSpPr>
            <p:nvPr/>
          </p:nvSpPr>
          <p:spPr bwMode="auto">
            <a:xfrm>
              <a:off x="848" y="1285"/>
              <a:ext cx="4" cy="5"/>
            </a:xfrm>
            <a:custGeom>
              <a:avLst/>
              <a:gdLst>
                <a:gd name="T0" fmla="*/ 6 w 6"/>
                <a:gd name="T1" fmla="*/ 0 h 6"/>
                <a:gd name="T2" fmla="*/ 6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0 h 6"/>
                <a:gd name="T10" fmla="*/ 6 w 6"/>
                <a:gd name="T11" fmla="*/ 0 h 6"/>
                <a:gd name="T12" fmla="*/ 6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2" name="Freeform 68"/>
            <p:cNvSpPr>
              <a:spLocks noEditPoints="1"/>
            </p:cNvSpPr>
            <p:nvPr/>
          </p:nvSpPr>
          <p:spPr bwMode="auto">
            <a:xfrm>
              <a:off x="808" y="1290"/>
              <a:ext cx="44" cy="83"/>
            </a:xfrm>
            <a:custGeom>
              <a:avLst/>
              <a:gdLst>
                <a:gd name="T0" fmla="*/ 54 w 60"/>
                <a:gd name="T1" fmla="*/ 0 h 107"/>
                <a:gd name="T2" fmla="*/ 36 w 60"/>
                <a:gd name="T3" fmla="*/ 5 h 107"/>
                <a:gd name="T4" fmla="*/ 18 w 60"/>
                <a:gd name="T5" fmla="*/ 17 h 107"/>
                <a:gd name="T6" fmla="*/ 6 w 60"/>
                <a:gd name="T7" fmla="*/ 29 h 107"/>
                <a:gd name="T8" fmla="*/ 0 w 60"/>
                <a:gd name="T9" fmla="*/ 47 h 107"/>
                <a:gd name="T10" fmla="*/ 0 w 60"/>
                <a:gd name="T11" fmla="*/ 65 h 107"/>
                <a:gd name="T12" fmla="*/ 6 w 60"/>
                <a:gd name="T13" fmla="*/ 83 h 107"/>
                <a:gd name="T14" fmla="*/ 30 w 60"/>
                <a:gd name="T15" fmla="*/ 101 h 107"/>
                <a:gd name="T16" fmla="*/ 60 w 60"/>
                <a:gd name="T17" fmla="*/ 107 h 107"/>
                <a:gd name="T18" fmla="*/ 60 w 60"/>
                <a:gd name="T19" fmla="*/ 107 h 107"/>
                <a:gd name="T20" fmla="*/ 30 w 60"/>
                <a:gd name="T21" fmla="*/ 101 h 107"/>
                <a:gd name="T22" fmla="*/ 6 w 60"/>
                <a:gd name="T23" fmla="*/ 83 h 107"/>
                <a:gd name="T24" fmla="*/ 0 w 60"/>
                <a:gd name="T25" fmla="*/ 65 h 107"/>
                <a:gd name="T26" fmla="*/ 0 w 60"/>
                <a:gd name="T27" fmla="*/ 47 h 107"/>
                <a:gd name="T28" fmla="*/ 6 w 60"/>
                <a:gd name="T29" fmla="*/ 29 h 107"/>
                <a:gd name="T30" fmla="*/ 18 w 60"/>
                <a:gd name="T31" fmla="*/ 17 h 107"/>
                <a:gd name="T32" fmla="*/ 36 w 60"/>
                <a:gd name="T33" fmla="*/ 5 h 107"/>
                <a:gd name="T34" fmla="*/ 54 w 60"/>
                <a:gd name="T35" fmla="*/ 0 h 107"/>
                <a:gd name="T36" fmla="*/ 54 w 60"/>
                <a:gd name="T37" fmla="*/ 0 h 107"/>
                <a:gd name="T38" fmla="*/ 54 w 60"/>
                <a:gd name="T39" fmla="*/ 0 h 107"/>
                <a:gd name="T40" fmla="*/ 54 w 60"/>
                <a:gd name="T41" fmla="*/ 0 h 107"/>
                <a:gd name="T42" fmla="*/ 54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54" y="0"/>
                  </a:moveTo>
                  <a:lnTo>
                    <a:pt x="36" y="5"/>
                  </a:lnTo>
                  <a:lnTo>
                    <a:pt x="18" y="17"/>
                  </a:lnTo>
                  <a:lnTo>
                    <a:pt x="6" y="29"/>
                  </a:lnTo>
                  <a:lnTo>
                    <a:pt x="0" y="47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30" y="101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0" y="101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7"/>
                  </a:lnTo>
                  <a:lnTo>
                    <a:pt x="6" y="29"/>
                  </a:lnTo>
                  <a:lnTo>
                    <a:pt x="18" y="17"/>
                  </a:lnTo>
                  <a:lnTo>
                    <a:pt x="36" y="5"/>
                  </a:lnTo>
                  <a:lnTo>
                    <a:pt x="54" y="0"/>
                  </a:lnTo>
                  <a:lnTo>
                    <a:pt x="54" y="0"/>
                  </a:lnTo>
                  <a:close/>
                  <a:moveTo>
                    <a:pt x="54" y="0"/>
                  </a:move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3" name="Freeform 69"/>
            <p:cNvSpPr>
              <a:spLocks noEditPoints="1"/>
            </p:cNvSpPr>
            <p:nvPr/>
          </p:nvSpPr>
          <p:spPr bwMode="auto">
            <a:xfrm>
              <a:off x="852" y="1373"/>
              <a:ext cx="586" cy="9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Freeform 70"/>
            <p:cNvSpPr>
              <a:spLocks noEditPoints="1"/>
            </p:cNvSpPr>
            <p:nvPr/>
          </p:nvSpPr>
          <p:spPr bwMode="auto">
            <a:xfrm>
              <a:off x="1438" y="1382"/>
              <a:ext cx="52" cy="88"/>
            </a:xfrm>
            <a:custGeom>
              <a:avLst/>
              <a:gdLst>
                <a:gd name="T0" fmla="*/ 0 w 72"/>
                <a:gd name="T1" fmla="*/ 0 h 113"/>
                <a:gd name="T2" fmla="*/ 36 w 72"/>
                <a:gd name="T3" fmla="*/ 6 h 113"/>
                <a:gd name="T4" fmla="*/ 60 w 72"/>
                <a:gd name="T5" fmla="*/ 24 h 113"/>
                <a:gd name="T6" fmla="*/ 72 w 72"/>
                <a:gd name="T7" fmla="*/ 42 h 113"/>
                <a:gd name="T8" fmla="*/ 72 w 72"/>
                <a:gd name="T9" fmla="*/ 60 h 113"/>
                <a:gd name="T10" fmla="*/ 66 w 72"/>
                <a:gd name="T11" fmla="*/ 78 h 113"/>
                <a:gd name="T12" fmla="*/ 48 w 72"/>
                <a:gd name="T13" fmla="*/ 95 h 113"/>
                <a:gd name="T14" fmla="*/ 30 w 72"/>
                <a:gd name="T15" fmla="*/ 107 h 113"/>
                <a:gd name="T16" fmla="*/ 6 w 72"/>
                <a:gd name="T17" fmla="*/ 113 h 113"/>
                <a:gd name="T18" fmla="*/ 6 w 72"/>
                <a:gd name="T19" fmla="*/ 113 h 113"/>
                <a:gd name="T20" fmla="*/ 30 w 72"/>
                <a:gd name="T21" fmla="*/ 107 h 113"/>
                <a:gd name="T22" fmla="*/ 48 w 72"/>
                <a:gd name="T23" fmla="*/ 95 h 113"/>
                <a:gd name="T24" fmla="*/ 66 w 72"/>
                <a:gd name="T25" fmla="*/ 78 h 113"/>
                <a:gd name="T26" fmla="*/ 72 w 72"/>
                <a:gd name="T27" fmla="*/ 60 h 113"/>
                <a:gd name="T28" fmla="*/ 72 w 72"/>
                <a:gd name="T29" fmla="*/ 42 h 113"/>
                <a:gd name="T30" fmla="*/ 60 w 72"/>
                <a:gd name="T31" fmla="*/ 24 h 113"/>
                <a:gd name="T32" fmla="*/ 36 w 72"/>
                <a:gd name="T33" fmla="*/ 6 h 113"/>
                <a:gd name="T34" fmla="*/ 0 w 72"/>
                <a:gd name="T35" fmla="*/ 0 h 113"/>
                <a:gd name="T36" fmla="*/ 0 w 72"/>
                <a:gd name="T37" fmla="*/ 0 h 113"/>
                <a:gd name="T38" fmla="*/ 0 w 72"/>
                <a:gd name="T39" fmla="*/ 0 h 113"/>
                <a:gd name="T40" fmla="*/ 0 w 72"/>
                <a:gd name="T41" fmla="*/ 0 h 113"/>
                <a:gd name="T42" fmla="*/ 0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0" y="0"/>
                  </a:moveTo>
                  <a:lnTo>
                    <a:pt x="36" y="6"/>
                  </a:lnTo>
                  <a:lnTo>
                    <a:pt x="60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6" y="78"/>
                  </a:lnTo>
                  <a:lnTo>
                    <a:pt x="48" y="95"/>
                  </a:lnTo>
                  <a:lnTo>
                    <a:pt x="30" y="107"/>
                  </a:lnTo>
                  <a:lnTo>
                    <a:pt x="6" y="113"/>
                  </a:lnTo>
                  <a:lnTo>
                    <a:pt x="6" y="113"/>
                  </a:lnTo>
                  <a:lnTo>
                    <a:pt x="30" y="107"/>
                  </a:lnTo>
                  <a:lnTo>
                    <a:pt x="48" y="95"/>
                  </a:lnTo>
                  <a:lnTo>
                    <a:pt x="66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60" y="24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Freeform 71"/>
            <p:cNvSpPr>
              <a:spLocks/>
            </p:cNvSpPr>
            <p:nvPr/>
          </p:nvSpPr>
          <p:spPr bwMode="auto">
            <a:xfrm>
              <a:off x="804" y="1493"/>
              <a:ext cx="48" cy="84"/>
            </a:xfrm>
            <a:custGeom>
              <a:avLst/>
              <a:gdLst>
                <a:gd name="T0" fmla="*/ 66 w 66"/>
                <a:gd name="T1" fmla="*/ 0 h 108"/>
                <a:gd name="T2" fmla="*/ 42 w 66"/>
                <a:gd name="T3" fmla="*/ 6 h 108"/>
                <a:gd name="T4" fmla="*/ 18 w 66"/>
                <a:gd name="T5" fmla="*/ 18 h 108"/>
                <a:gd name="T6" fmla="*/ 6 w 66"/>
                <a:gd name="T7" fmla="*/ 36 h 108"/>
                <a:gd name="T8" fmla="*/ 0 w 66"/>
                <a:gd name="T9" fmla="*/ 54 h 108"/>
                <a:gd name="T10" fmla="*/ 6 w 66"/>
                <a:gd name="T11" fmla="*/ 72 h 108"/>
                <a:gd name="T12" fmla="*/ 12 w 66"/>
                <a:gd name="T13" fmla="*/ 90 h 108"/>
                <a:gd name="T14" fmla="*/ 36 w 66"/>
                <a:gd name="T15" fmla="*/ 102 h 108"/>
                <a:gd name="T16" fmla="*/ 66 w 66"/>
                <a:gd name="T17" fmla="*/ 108 h 108"/>
                <a:gd name="T18" fmla="*/ 66 w 66"/>
                <a:gd name="T19" fmla="*/ 108 h 108"/>
                <a:gd name="T20" fmla="*/ 36 w 66"/>
                <a:gd name="T21" fmla="*/ 102 h 108"/>
                <a:gd name="T22" fmla="*/ 12 w 66"/>
                <a:gd name="T23" fmla="*/ 90 h 108"/>
                <a:gd name="T24" fmla="*/ 6 w 66"/>
                <a:gd name="T25" fmla="*/ 72 h 108"/>
                <a:gd name="T26" fmla="*/ 0 w 66"/>
                <a:gd name="T27" fmla="*/ 54 h 108"/>
                <a:gd name="T28" fmla="*/ 6 w 66"/>
                <a:gd name="T29" fmla="*/ 36 h 108"/>
                <a:gd name="T30" fmla="*/ 18 w 66"/>
                <a:gd name="T31" fmla="*/ 18 h 108"/>
                <a:gd name="T32" fmla="*/ 42 w 66"/>
                <a:gd name="T33" fmla="*/ 6 h 108"/>
                <a:gd name="T34" fmla="*/ 66 w 66"/>
                <a:gd name="T35" fmla="*/ 0 h 108"/>
                <a:gd name="T36" fmla="*/ 66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66" y="0"/>
                  </a:moveTo>
                  <a:lnTo>
                    <a:pt x="42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2"/>
                  </a:lnTo>
                  <a:lnTo>
                    <a:pt x="12" y="90"/>
                  </a:lnTo>
                  <a:lnTo>
                    <a:pt x="36" y="102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36" y="102"/>
                  </a:lnTo>
                  <a:lnTo>
                    <a:pt x="12" y="90"/>
                  </a:lnTo>
                  <a:lnTo>
                    <a:pt x="6" y="72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42" y="6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6" name="Freeform 72"/>
            <p:cNvSpPr>
              <a:spLocks noEditPoints="1"/>
            </p:cNvSpPr>
            <p:nvPr/>
          </p:nvSpPr>
          <p:spPr bwMode="auto">
            <a:xfrm>
              <a:off x="852" y="1577"/>
              <a:ext cx="590" cy="14"/>
            </a:xfrm>
            <a:custGeom>
              <a:avLst/>
              <a:gdLst>
                <a:gd name="T0" fmla="*/ 0 w 807"/>
                <a:gd name="T1" fmla="*/ 0 h 18"/>
                <a:gd name="T2" fmla="*/ 29 w 807"/>
                <a:gd name="T3" fmla="*/ 0 h 18"/>
                <a:gd name="T4" fmla="*/ 71 w 807"/>
                <a:gd name="T5" fmla="*/ 6 h 18"/>
                <a:gd name="T6" fmla="*/ 119 w 807"/>
                <a:gd name="T7" fmla="*/ 6 h 18"/>
                <a:gd name="T8" fmla="*/ 167 w 807"/>
                <a:gd name="T9" fmla="*/ 6 h 18"/>
                <a:gd name="T10" fmla="*/ 287 w 807"/>
                <a:gd name="T11" fmla="*/ 6 h 18"/>
                <a:gd name="T12" fmla="*/ 418 w 807"/>
                <a:gd name="T13" fmla="*/ 12 h 18"/>
                <a:gd name="T14" fmla="*/ 544 w 807"/>
                <a:gd name="T15" fmla="*/ 12 h 18"/>
                <a:gd name="T16" fmla="*/ 658 w 807"/>
                <a:gd name="T17" fmla="*/ 12 h 18"/>
                <a:gd name="T18" fmla="*/ 705 w 807"/>
                <a:gd name="T19" fmla="*/ 12 h 18"/>
                <a:gd name="T20" fmla="*/ 747 w 807"/>
                <a:gd name="T21" fmla="*/ 12 h 18"/>
                <a:gd name="T22" fmla="*/ 783 w 807"/>
                <a:gd name="T23" fmla="*/ 18 h 18"/>
                <a:gd name="T24" fmla="*/ 807 w 807"/>
                <a:gd name="T25" fmla="*/ 18 h 18"/>
                <a:gd name="T26" fmla="*/ 807 w 807"/>
                <a:gd name="T27" fmla="*/ 18 h 18"/>
                <a:gd name="T28" fmla="*/ 783 w 807"/>
                <a:gd name="T29" fmla="*/ 18 h 18"/>
                <a:gd name="T30" fmla="*/ 747 w 807"/>
                <a:gd name="T31" fmla="*/ 12 h 18"/>
                <a:gd name="T32" fmla="*/ 705 w 807"/>
                <a:gd name="T33" fmla="*/ 12 h 18"/>
                <a:gd name="T34" fmla="*/ 658 w 807"/>
                <a:gd name="T35" fmla="*/ 12 h 18"/>
                <a:gd name="T36" fmla="*/ 544 w 807"/>
                <a:gd name="T37" fmla="*/ 12 h 18"/>
                <a:gd name="T38" fmla="*/ 418 w 807"/>
                <a:gd name="T39" fmla="*/ 12 h 18"/>
                <a:gd name="T40" fmla="*/ 287 w 807"/>
                <a:gd name="T41" fmla="*/ 6 h 18"/>
                <a:gd name="T42" fmla="*/ 167 w 807"/>
                <a:gd name="T43" fmla="*/ 6 h 18"/>
                <a:gd name="T44" fmla="*/ 119 w 807"/>
                <a:gd name="T45" fmla="*/ 6 h 18"/>
                <a:gd name="T46" fmla="*/ 71 w 807"/>
                <a:gd name="T47" fmla="*/ 6 h 18"/>
                <a:gd name="T48" fmla="*/ 29 w 807"/>
                <a:gd name="T49" fmla="*/ 0 h 18"/>
                <a:gd name="T50" fmla="*/ 0 w 807"/>
                <a:gd name="T51" fmla="*/ 0 h 18"/>
                <a:gd name="T52" fmla="*/ 0 w 807"/>
                <a:gd name="T53" fmla="*/ 0 h 18"/>
                <a:gd name="T54" fmla="*/ 0 w 807"/>
                <a:gd name="T55" fmla="*/ 0 h 18"/>
                <a:gd name="T56" fmla="*/ 0 w 807"/>
                <a:gd name="T57" fmla="*/ 0 h 18"/>
                <a:gd name="T58" fmla="*/ 0 w 807"/>
                <a:gd name="T5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7" h="18">
                  <a:moveTo>
                    <a:pt x="0" y="0"/>
                  </a:moveTo>
                  <a:lnTo>
                    <a:pt x="29" y="0"/>
                  </a:lnTo>
                  <a:lnTo>
                    <a:pt x="71" y="6"/>
                  </a:lnTo>
                  <a:lnTo>
                    <a:pt x="119" y="6"/>
                  </a:lnTo>
                  <a:lnTo>
                    <a:pt x="167" y="6"/>
                  </a:lnTo>
                  <a:lnTo>
                    <a:pt x="287" y="6"/>
                  </a:lnTo>
                  <a:lnTo>
                    <a:pt x="418" y="12"/>
                  </a:lnTo>
                  <a:lnTo>
                    <a:pt x="544" y="12"/>
                  </a:lnTo>
                  <a:lnTo>
                    <a:pt x="658" y="12"/>
                  </a:lnTo>
                  <a:lnTo>
                    <a:pt x="705" y="12"/>
                  </a:lnTo>
                  <a:lnTo>
                    <a:pt x="747" y="12"/>
                  </a:lnTo>
                  <a:lnTo>
                    <a:pt x="783" y="18"/>
                  </a:lnTo>
                  <a:lnTo>
                    <a:pt x="807" y="18"/>
                  </a:lnTo>
                  <a:lnTo>
                    <a:pt x="807" y="18"/>
                  </a:lnTo>
                  <a:lnTo>
                    <a:pt x="783" y="18"/>
                  </a:lnTo>
                  <a:lnTo>
                    <a:pt x="747" y="12"/>
                  </a:lnTo>
                  <a:lnTo>
                    <a:pt x="705" y="12"/>
                  </a:lnTo>
                  <a:lnTo>
                    <a:pt x="658" y="12"/>
                  </a:lnTo>
                  <a:lnTo>
                    <a:pt x="544" y="12"/>
                  </a:lnTo>
                  <a:lnTo>
                    <a:pt x="418" y="12"/>
                  </a:lnTo>
                  <a:lnTo>
                    <a:pt x="287" y="6"/>
                  </a:lnTo>
                  <a:lnTo>
                    <a:pt x="167" y="6"/>
                  </a:lnTo>
                  <a:lnTo>
                    <a:pt x="119" y="6"/>
                  </a:lnTo>
                  <a:lnTo>
                    <a:pt x="71" y="6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7" name="Freeform 73"/>
            <p:cNvSpPr>
              <a:spLocks noEditPoints="1"/>
            </p:cNvSpPr>
            <p:nvPr/>
          </p:nvSpPr>
          <p:spPr bwMode="auto">
            <a:xfrm>
              <a:off x="1442" y="1591"/>
              <a:ext cx="48" cy="83"/>
            </a:xfrm>
            <a:custGeom>
              <a:avLst/>
              <a:gdLst>
                <a:gd name="T0" fmla="*/ 0 w 66"/>
                <a:gd name="T1" fmla="*/ 0 h 107"/>
                <a:gd name="T2" fmla="*/ 30 w 66"/>
                <a:gd name="T3" fmla="*/ 6 h 107"/>
                <a:gd name="T4" fmla="*/ 48 w 66"/>
                <a:gd name="T5" fmla="*/ 24 h 107"/>
                <a:gd name="T6" fmla="*/ 60 w 66"/>
                <a:gd name="T7" fmla="*/ 41 h 107"/>
                <a:gd name="T8" fmla="*/ 66 w 66"/>
                <a:gd name="T9" fmla="*/ 65 h 107"/>
                <a:gd name="T10" fmla="*/ 60 w 66"/>
                <a:gd name="T11" fmla="*/ 83 h 107"/>
                <a:gd name="T12" fmla="*/ 42 w 66"/>
                <a:gd name="T13" fmla="*/ 95 h 107"/>
                <a:gd name="T14" fmla="*/ 24 w 66"/>
                <a:gd name="T15" fmla="*/ 107 h 107"/>
                <a:gd name="T16" fmla="*/ 0 w 66"/>
                <a:gd name="T17" fmla="*/ 107 h 107"/>
                <a:gd name="T18" fmla="*/ 0 w 66"/>
                <a:gd name="T19" fmla="*/ 107 h 107"/>
                <a:gd name="T20" fmla="*/ 24 w 66"/>
                <a:gd name="T21" fmla="*/ 107 h 107"/>
                <a:gd name="T22" fmla="*/ 42 w 66"/>
                <a:gd name="T23" fmla="*/ 95 h 107"/>
                <a:gd name="T24" fmla="*/ 60 w 66"/>
                <a:gd name="T25" fmla="*/ 83 h 107"/>
                <a:gd name="T26" fmla="*/ 66 w 66"/>
                <a:gd name="T27" fmla="*/ 65 h 107"/>
                <a:gd name="T28" fmla="*/ 60 w 66"/>
                <a:gd name="T29" fmla="*/ 41 h 107"/>
                <a:gd name="T30" fmla="*/ 48 w 66"/>
                <a:gd name="T31" fmla="*/ 24 h 107"/>
                <a:gd name="T32" fmla="*/ 30 w 66"/>
                <a:gd name="T33" fmla="*/ 6 h 107"/>
                <a:gd name="T34" fmla="*/ 0 w 66"/>
                <a:gd name="T35" fmla="*/ 0 h 107"/>
                <a:gd name="T36" fmla="*/ 0 w 66"/>
                <a:gd name="T37" fmla="*/ 0 h 107"/>
                <a:gd name="T38" fmla="*/ 0 w 66"/>
                <a:gd name="T39" fmla="*/ 0 h 107"/>
                <a:gd name="T40" fmla="*/ 0 w 66"/>
                <a:gd name="T41" fmla="*/ 0 h 107"/>
                <a:gd name="T42" fmla="*/ 0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0" y="0"/>
                  </a:moveTo>
                  <a:lnTo>
                    <a:pt x="30" y="6"/>
                  </a:lnTo>
                  <a:lnTo>
                    <a:pt x="48" y="24"/>
                  </a:lnTo>
                  <a:lnTo>
                    <a:pt x="60" y="41"/>
                  </a:lnTo>
                  <a:lnTo>
                    <a:pt x="66" y="65"/>
                  </a:lnTo>
                  <a:lnTo>
                    <a:pt x="60" y="83"/>
                  </a:lnTo>
                  <a:lnTo>
                    <a:pt x="42" y="95"/>
                  </a:lnTo>
                  <a:lnTo>
                    <a:pt x="24" y="10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4" y="107"/>
                  </a:lnTo>
                  <a:lnTo>
                    <a:pt x="42" y="95"/>
                  </a:lnTo>
                  <a:lnTo>
                    <a:pt x="60" y="83"/>
                  </a:lnTo>
                  <a:lnTo>
                    <a:pt x="66" y="65"/>
                  </a:lnTo>
                  <a:lnTo>
                    <a:pt x="60" y="41"/>
                  </a:lnTo>
                  <a:lnTo>
                    <a:pt x="48" y="24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8" name="Freeform 74"/>
            <p:cNvSpPr>
              <a:spLocks/>
            </p:cNvSpPr>
            <p:nvPr/>
          </p:nvSpPr>
          <p:spPr bwMode="auto">
            <a:xfrm>
              <a:off x="301" y="1132"/>
              <a:ext cx="53" cy="6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7 h 89"/>
                <a:gd name="T6" fmla="*/ 72 w 72"/>
                <a:gd name="T7" fmla="*/ 59 h 89"/>
                <a:gd name="T8" fmla="*/ 72 w 72"/>
                <a:gd name="T9" fmla="*/ 41 h 89"/>
                <a:gd name="T10" fmla="*/ 72 w 72"/>
                <a:gd name="T11" fmla="*/ 23 h 89"/>
                <a:gd name="T12" fmla="*/ 60 w 72"/>
                <a:gd name="T13" fmla="*/ 11 h 89"/>
                <a:gd name="T14" fmla="*/ 48 w 72"/>
                <a:gd name="T15" fmla="*/ 5 h 89"/>
                <a:gd name="T16" fmla="*/ 36 w 72"/>
                <a:gd name="T17" fmla="*/ 0 h 89"/>
                <a:gd name="T18" fmla="*/ 18 w 72"/>
                <a:gd name="T19" fmla="*/ 5 h 89"/>
                <a:gd name="T20" fmla="*/ 12 w 72"/>
                <a:gd name="T21" fmla="*/ 11 h 89"/>
                <a:gd name="T22" fmla="*/ 0 w 72"/>
                <a:gd name="T23" fmla="*/ 41 h 89"/>
                <a:gd name="T24" fmla="*/ 12 w 72"/>
                <a:gd name="T25" fmla="*/ 77 h 89"/>
                <a:gd name="T26" fmla="*/ 18 w 72"/>
                <a:gd name="T27" fmla="*/ 83 h 89"/>
                <a:gd name="T28" fmla="*/ 36 w 72"/>
                <a:gd name="T29" fmla="*/ 89 h 89"/>
                <a:gd name="T30" fmla="*/ 36 w 72"/>
                <a:gd name="T31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7"/>
                  </a:lnTo>
                  <a:lnTo>
                    <a:pt x="72" y="59"/>
                  </a:lnTo>
                  <a:lnTo>
                    <a:pt x="72" y="41"/>
                  </a:lnTo>
                  <a:lnTo>
                    <a:pt x="72" y="23"/>
                  </a:lnTo>
                  <a:lnTo>
                    <a:pt x="60" y="11"/>
                  </a:lnTo>
                  <a:lnTo>
                    <a:pt x="48" y="5"/>
                  </a:lnTo>
                  <a:lnTo>
                    <a:pt x="36" y="0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12" y="77"/>
                  </a:lnTo>
                  <a:lnTo>
                    <a:pt x="1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9" name="Freeform 75"/>
            <p:cNvSpPr>
              <a:spLocks/>
            </p:cNvSpPr>
            <p:nvPr/>
          </p:nvSpPr>
          <p:spPr bwMode="auto">
            <a:xfrm>
              <a:off x="327" y="1164"/>
              <a:ext cx="27" cy="37"/>
            </a:xfrm>
            <a:custGeom>
              <a:avLst/>
              <a:gdLst>
                <a:gd name="T0" fmla="*/ 0 w 36"/>
                <a:gd name="T1" fmla="*/ 48 h 48"/>
                <a:gd name="T2" fmla="*/ 12 w 36"/>
                <a:gd name="T3" fmla="*/ 42 h 48"/>
                <a:gd name="T4" fmla="*/ 24 w 36"/>
                <a:gd name="T5" fmla="*/ 36 h 48"/>
                <a:gd name="T6" fmla="*/ 36 w 36"/>
                <a:gd name="T7" fmla="*/ 18 h 48"/>
                <a:gd name="T8" fmla="*/ 36 w 36"/>
                <a:gd name="T9" fmla="*/ 0 h 48"/>
                <a:gd name="T10" fmla="*/ 36 w 36"/>
                <a:gd name="T11" fmla="*/ 0 h 48"/>
                <a:gd name="T12" fmla="*/ 36 w 36"/>
                <a:gd name="T13" fmla="*/ 18 h 48"/>
                <a:gd name="T14" fmla="*/ 24 w 36"/>
                <a:gd name="T15" fmla="*/ 36 h 48"/>
                <a:gd name="T16" fmla="*/ 12 w 36"/>
                <a:gd name="T17" fmla="*/ 42 h 48"/>
                <a:gd name="T18" fmla="*/ 0 w 36"/>
                <a:gd name="T19" fmla="*/ 48 h 48"/>
                <a:gd name="T20" fmla="*/ 0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0" y="48"/>
                  </a:move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0" name="Freeform 76"/>
            <p:cNvSpPr>
              <a:spLocks noEditPoints="1"/>
            </p:cNvSpPr>
            <p:nvPr/>
          </p:nvSpPr>
          <p:spPr bwMode="auto">
            <a:xfrm>
              <a:off x="327" y="1132"/>
              <a:ext cx="27" cy="32"/>
            </a:xfrm>
            <a:custGeom>
              <a:avLst/>
              <a:gdLst>
                <a:gd name="T0" fmla="*/ 36 w 36"/>
                <a:gd name="T1" fmla="*/ 41 h 41"/>
                <a:gd name="T2" fmla="*/ 36 w 36"/>
                <a:gd name="T3" fmla="*/ 23 h 41"/>
                <a:gd name="T4" fmla="*/ 24 w 36"/>
                <a:gd name="T5" fmla="*/ 11 h 41"/>
                <a:gd name="T6" fmla="*/ 12 w 36"/>
                <a:gd name="T7" fmla="*/ 5 h 41"/>
                <a:gd name="T8" fmla="*/ 0 w 36"/>
                <a:gd name="T9" fmla="*/ 0 h 41"/>
                <a:gd name="T10" fmla="*/ 0 w 36"/>
                <a:gd name="T11" fmla="*/ 0 h 41"/>
                <a:gd name="T12" fmla="*/ 12 w 36"/>
                <a:gd name="T13" fmla="*/ 5 h 41"/>
                <a:gd name="T14" fmla="*/ 24 w 36"/>
                <a:gd name="T15" fmla="*/ 11 h 41"/>
                <a:gd name="T16" fmla="*/ 36 w 36"/>
                <a:gd name="T17" fmla="*/ 23 h 41"/>
                <a:gd name="T18" fmla="*/ 36 w 36"/>
                <a:gd name="T19" fmla="*/ 41 h 41"/>
                <a:gd name="T20" fmla="*/ 36 w 36"/>
                <a:gd name="T21" fmla="*/ 41 h 41"/>
                <a:gd name="T22" fmla="*/ 36 w 36"/>
                <a:gd name="T23" fmla="*/ 41 h 41"/>
                <a:gd name="T24" fmla="*/ 36 w 36"/>
                <a:gd name="T25" fmla="*/ 41 h 41"/>
                <a:gd name="T26" fmla="*/ 36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36" y="41"/>
                  </a:move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close/>
                  <a:moveTo>
                    <a:pt x="36" y="41"/>
                  </a:moveTo>
                  <a:lnTo>
                    <a:pt x="36" y="4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1" name="Freeform 77"/>
            <p:cNvSpPr>
              <a:spLocks noEditPoints="1"/>
            </p:cNvSpPr>
            <p:nvPr/>
          </p:nvSpPr>
          <p:spPr bwMode="auto">
            <a:xfrm>
              <a:off x="301" y="1132"/>
              <a:ext cx="26" cy="32"/>
            </a:xfrm>
            <a:custGeom>
              <a:avLst/>
              <a:gdLst>
                <a:gd name="T0" fmla="*/ 36 w 36"/>
                <a:gd name="T1" fmla="*/ 0 h 41"/>
                <a:gd name="T2" fmla="*/ 18 w 36"/>
                <a:gd name="T3" fmla="*/ 5 h 41"/>
                <a:gd name="T4" fmla="*/ 12 w 36"/>
                <a:gd name="T5" fmla="*/ 11 h 41"/>
                <a:gd name="T6" fmla="*/ 0 w 36"/>
                <a:gd name="T7" fmla="*/ 41 h 41"/>
                <a:gd name="T8" fmla="*/ 0 w 36"/>
                <a:gd name="T9" fmla="*/ 41 h 41"/>
                <a:gd name="T10" fmla="*/ 12 w 36"/>
                <a:gd name="T11" fmla="*/ 11 h 41"/>
                <a:gd name="T12" fmla="*/ 18 w 36"/>
                <a:gd name="T13" fmla="*/ 5 h 41"/>
                <a:gd name="T14" fmla="*/ 36 w 36"/>
                <a:gd name="T15" fmla="*/ 0 h 41"/>
                <a:gd name="T16" fmla="*/ 36 w 36"/>
                <a:gd name="T17" fmla="*/ 0 h 41"/>
                <a:gd name="T18" fmla="*/ 36 w 36"/>
                <a:gd name="T19" fmla="*/ 0 h 41"/>
                <a:gd name="T20" fmla="*/ 36 w 36"/>
                <a:gd name="T21" fmla="*/ 0 h 41"/>
                <a:gd name="T22" fmla="*/ 36 w 36"/>
                <a:gd name="T2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1">
                  <a:moveTo>
                    <a:pt x="36" y="0"/>
                  </a:move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2" y="11"/>
                  </a:lnTo>
                  <a:lnTo>
                    <a:pt x="18" y="5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2" name="Freeform 78"/>
            <p:cNvSpPr>
              <a:spLocks noEditPoints="1"/>
            </p:cNvSpPr>
            <p:nvPr/>
          </p:nvSpPr>
          <p:spPr bwMode="auto">
            <a:xfrm>
              <a:off x="301" y="1164"/>
              <a:ext cx="26" cy="37"/>
            </a:xfrm>
            <a:custGeom>
              <a:avLst/>
              <a:gdLst>
                <a:gd name="T0" fmla="*/ 0 w 36"/>
                <a:gd name="T1" fmla="*/ 0 h 48"/>
                <a:gd name="T2" fmla="*/ 12 w 36"/>
                <a:gd name="T3" fmla="*/ 36 h 48"/>
                <a:gd name="T4" fmla="*/ 18 w 36"/>
                <a:gd name="T5" fmla="*/ 42 h 48"/>
                <a:gd name="T6" fmla="*/ 36 w 36"/>
                <a:gd name="T7" fmla="*/ 48 h 48"/>
                <a:gd name="T8" fmla="*/ 36 w 36"/>
                <a:gd name="T9" fmla="*/ 48 h 48"/>
                <a:gd name="T10" fmla="*/ 18 w 36"/>
                <a:gd name="T11" fmla="*/ 42 h 48"/>
                <a:gd name="T12" fmla="*/ 12 w 36"/>
                <a:gd name="T13" fmla="*/ 36 h 48"/>
                <a:gd name="T14" fmla="*/ 0 w 36"/>
                <a:gd name="T15" fmla="*/ 0 h 48"/>
                <a:gd name="T16" fmla="*/ 0 w 36"/>
                <a:gd name="T17" fmla="*/ 0 h 48"/>
                <a:gd name="T18" fmla="*/ 0 w 36"/>
                <a:gd name="T19" fmla="*/ 0 h 48"/>
                <a:gd name="T20" fmla="*/ 0 w 36"/>
                <a:gd name="T21" fmla="*/ 0 h 48"/>
                <a:gd name="T22" fmla="*/ 0 w 36"/>
                <a:gd name="T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8">
                  <a:moveTo>
                    <a:pt x="0" y="0"/>
                  </a:moveTo>
                  <a:lnTo>
                    <a:pt x="12" y="36"/>
                  </a:lnTo>
                  <a:lnTo>
                    <a:pt x="18" y="42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18" y="42"/>
                  </a:lnTo>
                  <a:lnTo>
                    <a:pt x="12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3" name="Freeform 79"/>
            <p:cNvSpPr>
              <a:spLocks/>
            </p:cNvSpPr>
            <p:nvPr/>
          </p:nvSpPr>
          <p:spPr bwMode="auto">
            <a:xfrm>
              <a:off x="327" y="1201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4" name="Freeform 80"/>
            <p:cNvSpPr>
              <a:spLocks/>
            </p:cNvSpPr>
            <p:nvPr/>
          </p:nvSpPr>
          <p:spPr bwMode="auto">
            <a:xfrm>
              <a:off x="2989" y="1683"/>
              <a:ext cx="752" cy="1"/>
            </a:xfrm>
            <a:custGeom>
              <a:avLst/>
              <a:gdLst>
                <a:gd name="T0" fmla="*/ 1029 w 1029"/>
                <a:gd name="T1" fmla="*/ 0 w 1029"/>
                <a:gd name="T2" fmla="*/ 1029 w 1029"/>
                <a:gd name="T3" fmla="*/ 1029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1029" y="0"/>
                  </a:moveTo>
                  <a:lnTo>
                    <a:pt x="0" y="0"/>
                  </a:lnTo>
                  <a:lnTo>
                    <a:pt x="1029" y="0"/>
                  </a:lnTo>
                  <a:lnTo>
                    <a:pt x="10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5" name="Freeform 81"/>
            <p:cNvSpPr>
              <a:spLocks/>
            </p:cNvSpPr>
            <p:nvPr/>
          </p:nvSpPr>
          <p:spPr bwMode="auto">
            <a:xfrm>
              <a:off x="2491" y="1113"/>
              <a:ext cx="1" cy="626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6" name="Freeform 82"/>
            <p:cNvSpPr>
              <a:spLocks noEditPoints="1"/>
            </p:cNvSpPr>
            <p:nvPr/>
          </p:nvSpPr>
          <p:spPr bwMode="auto">
            <a:xfrm>
              <a:off x="2491" y="942"/>
              <a:ext cx="136" cy="171"/>
            </a:xfrm>
            <a:custGeom>
              <a:avLst/>
              <a:gdLst>
                <a:gd name="T0" fmla="*/ 0 w 185"/>
                <a:gd name="T1" fmla="*/ 221 h 221"/>
                <a:gd name="T2" fmla="*/ 6 w 185"/>
                <a:gd name="T3" fmla="*/ 173 h 221"/>
                <a:gd name="T4" fmla="*/ 12 w 185"/>
                <a:gd name="T5" fmla="*/ 131 h 221"/>
                <a:gd name="T6" fmla="*/ 29 w 185"/>
                <a:gd name="T7" fmla="*/ 95 h 221"/>
                <a:gd name="T8" fmla="*/ 53 w 185"/>
                <a:gd name="T9" fmla="*/ 65 h 221"/>
                <a:gd name="T10" fmla="*/ 83 w 185"/>
                <a:gd name="T11" fmla="*/ 36 h 221"/>
                <a:gd name="T12" fmla="*/ 113 w 185"/>
                <a:gd name="T13" fmla="*/ 18 h 221"/>
                <a:gd name="T14" fmla="*/ 149 w 185"/>
                <a:gd name="T15" fmla="*/ 6 h 221"/>
                <a:gd name="T16" fmla="*/ 185 w 185"/>
                <a:gd name="T17" fmla="*/ 0 h 221"/>
                <a:gd name="T18" fmla="*/ 185 w 185"/>
                <a:gd name="T19" fmla="*/ 0 h 221"/>
                <a:gd name="T20" fmla="*/ 149 w 185"/>
                <a:gd name="T21" fmla="*/ 6 h 221"/>
                <a:gd name="T22" fmla="*/ 113 w 185"/>
                <a:gd name="T23" fmla="*/ 18 h 221"/>
                <a:gd name="T24" fmla="*/ 83 w 185"/>
                <a:gd name="T25" fmla="*/ 36 h 221"/>
                <a:gd name="T26" fmla="*/ 53 w 185"/>
                <a:gd name="T27" fmla="*/ 65 h 221"/>
                <a:gd name="T28" fmla="*/ 29 w 185"/>
                <a:gd name="T29" fmla="*/ 95 h 221"/>
                <a:gd name="T30" fmla="*/ 12 w 185"/>
                <a:gd name="T31" fmla="*/ 131 h 221"/>
                <a:gd name="T32" fmla="*/ 6 w 185"/>
                <a:gd name="T33" fmla="*/ 173 h 221"/>
                <a:gd name="T34" fmla="*/ 0 w 185"/>
                <a:gd name="T35" fmla="*/ 221 h 221"/>
                <a:gd name="T36" fmla="*/ 0 w 185"/>
                <a:gd name="T37" fmla="*/ 221 h 221"/>
                <a:gd name="T38" fmla="*/ 0 w 185"/>
                <a:gd name="T39" fmla="*/ 221 h 221"/>
                <a:gd name="T40" fmla="*/ 0 w 185"/>
                <a:gd name="T41" fmla="*/ 221 h 221"/>
                <a:gd name="T42" fmla="*/ 0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0" y="221"/>
                  </a:moveTo>
                  <a:lnTo>
                    <a:pt x="6" y="173"/>
                  </a:lnTo>
                  <a:lnTo>
                    <a:pt x="12" y="131"/>
                  </a:lnTo>
                  <a:lnTo>
                    <a:pt x="29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9" y="6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149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29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7" name="Freeform 83"/>
            <p:cNvSpPr>
              <a:spLocks noEditPoints="1"/>
            </p:cNvSpPr>
            <p:nvPr/>
          </p:nvSpPr>
          <p:spPr bwMode="auto">
            <a:xfrm>
              <a:off x="2627" y="942"/>
              <a:ext cx="130" cy="171"/>
            </a:xfrm>
            <a:custGeom>
              <a:avLst/>
              <a:gdLst>
                <a:gd name="T0" fmla="*/ 0 w 179"/>
                <a:gd name="T1" fmla="*/ 0 h 221"/>
                <a:gd name="T2" fmla="*/ 36 w 179"/>
                <a:gd name="T3" fmla="*/ 6 h 221"/>
                <a:gd name="T4" fmla="*/ 66 w 179"/>
                <a:gd name="T5" fmla="*/ 18 h 221"/>
                <a:gd name="T6" fmla="*/ 102 w 179"/>
                <a:gd name="T7" fmla="*/ 36 h 221"/>
                <a:gd name="T8" fmla="*/ 126 w 179"/>
                <a:gd name="T9" fmla="*/ 65 h 221"/>
                <a:gd name="T10" fmla="*/ 150 w 179"/>
                <a:gd name="T11" fmla="*/ 95 h 221"/>
                <a:gd name="T12" fmla="*/ 167 w 179"/>
                <a:gd name="T13" fmla="*/ 131 h 221"/>
                <a:gd name="T14" fmla="*/ 173 w 179"/>
                <a:gd name="T15" fmla="*/ 173 h 221"/>
                <a:gd name="T16" fmla="*/ 179 w 179"/>
                <a:gd name="T17" fmla="*/ 221 h 221"/>
                <a:gd name="T18" fmla="*/ 179 w 179"/>
                <a:gd name="T19" fmla="*/ 221 h 221"/>
                <a:gd name="T20" fmla="*/ 173 w 179"/>
                <a:gd name="T21" fmla="*/ 173 h 221"/>
                <a:gd name="T22" fmla="*/ 167 w 179"/>
                <a:gd name="T23" fmla="*/ 131 h 221"/>
                <a:gd name="T24" fmla="*/ 150 w 179"/>
                <a:gd name="T25" fmla="*/ 95 h 221"/>
                <a:gd name="T26" fmla="*/ 126 w 179"/>
                <a:gd name="T27" fmla="*/ 65 h 221"/>
                <a:gd name="T28" fmla="*/ 102 w 179"/>
                <a:gd name="T29" fmla="*/ 36 h 221"/>
                <a:gd name="T30" fmla="*/ 66 w 179"/>
                <a:gd name="T31" fmla="*/ 18 h 221"/>
                <a:gd name="T32" fmla="*/ 36 w 179"/>
                <a:gd name="T33" fmla="*/ 6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36" y="6"/>
                  </a:lnTo>
                  <a:lnTo>
                    <a:pt x="66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7" y="131"/>
                  </a:lnTo>
                  <a:lnTo>
                    <a:pt x="173" y="173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73" y="173"/>
                  </a:lnTo>
                  <a:lnTo>
                    <a:pt x="167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66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8" name="Freeform 84"/>
            <p:cNvSpPr>
              <a:spLocks noEditPoints="1"/>
            </p:cNvSpPr>
            <p:nvPr/>
          </p:nvSpPr>
          <p:spPr bwMode="auto">
            <a:xfrm>
              <a:off x="2757" y="1113"/>
              <a:ext cx="1" cy="626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9" name="Freeform 85"/>
            <p:cNvSpPr>
              <a:spLocks noEditPoints="1"/>
            </p:cNvSpPr>
            <p:nvPr/>
          </p:nvSpPr>
          <p:spPr bwMode="auto">
            <a:xfrm>
              <a:off x="2627" y="1739"/>
              <a:ext cx="130" cy="172"/>
            </a:xfrm>
            <a:custGeom>
              <a:avLst/>
              <a:gdLst>
                <a:gd name="T0" fmla="*/ 179 w 179"/>
                <a:gd name="T1" fmla="*/ 0 h 221"/>
                <a:gd name="T2" fmla="*/ 173 w 179"/>
                <a:gd name="T3" fmla="*/ 41 h 221"/>
                <a:gd name="T4" fmla="*/ 167 w 179"/>
                <a:gd name="T5" fmla="*/ 83 h 221"/>
                <a:gd name="T6" fmla="*/ 150 w 179"/>
                <a:gd name="T7" fmla="*/ 125 h 221"/>
                <a:gd name="T8" fmla="*/ 126 w 179"/>
                <a:gd name="T9" fmla="*/ 155 h 221"/>
                <a:gd name="T10" fmla="*/ 102 w 179"/>
                <a:gd name="T11" fmla="*/ 185 h 221"/>
                <a:gd name="T12" fmla="*/ 66 w 179"/>
                <a:gd name="T13" fmla="*/ 203 h 221"/>
                <a:gd name="T14" fmla="*/ 36 w 179"/>
                <a:gd name="T15" fmla="*/ 215 h 221"/>
                <a:gd name="T16" fmla="*/ 0 w 179"/>
                <a:gd name="T17" fmla="*/ 221 h 221"/>
                <a:gd name="T18" fmla="*/ 0 w 179"/>
                <a:gd name="T19" fmla="*/ 221 h 221"/>
                <a:gd name="T20" fmla="*/ 36 w 179"/>
                <a:gd name="T21" fmla="*/ 215 h 221"/>
                <a:gd name="T22" fmla="*/ 66 w 179"/>
                <a:gd name="T23" fmla="*/ 203 h 221"/>
                <a:gd name="T24" fmla="*/ 102 w 179"/>
                <a:gd name="T25" fmla="*/ 185 h 221"/>
                <a:gd name="T26" fmla="*/ 126 w 179"/>
                <a:gd name="T27" fmla="*/ 155 h 221"/>
                <a:gd name="T28" fmla="*/ 150 w 179"/>
                <a:gd name="T29" fmla="*/ 125 h 221"/>
                <a:gd name="T30" fmla="*/ 167 w 179"/>
                <a:gd name="T31" fmla="*/ 83 h 221"/>
                <a:gd name="T32" fmla="*/ 173 w 179"/>
                <a:gd name="T33" fmla="*/ 41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73" y="41"/>
                  </a:lnTo>
                  <a:lnTo>
                    <a:pt x="167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66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36" y="215"/>
                  </a:lnTo>
                  <a:lnTo>
                    <a:pt x="66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7" y="83"/>
                  </a:lnTo>
                  <a:lnTo>
                    <a:pt x="173" y="41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0" name="Freeform 86"/>
            <p:cNvSpPr>
              <a:spLocks noEditPoints="1"/>
            </p:cNvSpPr>
            <p:nvPr/>
          </p:nvSpPr>
          <p:spPr bwMode="auto">
            <a:xfrm>
              <a:off x="2491" y="1739"/>
              <a:ext cx="136" cy="172"/>
            </a:xfrm>
            <a:custGeom>
              <a:avLst/>
              <a:gdLst>
                <a:gd name="T0" fmla="*/ 185 w 185"/>
                <a:gd name="T1" fmla="*/ 221 h 221"/>
                <a:gd name="T2" fmla="*/ 149 w 185"/>
                <a:gd name="T3" fmla="*/ 215 h 221"/>
                <a:gd name="T4" fmla="*/ 113 w 185"/>
                <a:gd name="T5" fmla="*/ 203 h 221"/>
                <a:gd name="T6" fmla="*/ 83 w 185"/>
                <a:gd name="T7" fmla="*/ 185 h 221"/>
                <a:gd name="T8" fmla="*/ 53 w 185"/>
                <a:gd name="T9" fmla="*/ 155 h 221"/>
                <a:gd name="T10" fmla="*/ 29 w 185"/>
                <a:gd name="T11" fmla="*/ 125 h 221"/>
                <a:gd name="T12" fmla="*/ 12 w 185"/>
                <a:gd name="T13" fmla="*/ 83 h 221"/>
                <a:gd name="T14" fmla="*/ 6 w 185"/>
                <a:gd name="T15" fmla="*/ 41 h 221"/>
                <a:gd name="T16" fmla="*/ 0 w 185"/>
                <a:gd name="T17" fmla="*/ 0 h 221"/>
                <a:gd name="T18" fmla="*/ 0 w 185"/>
                <a:gd name="T19" fmla="*/ 0 h 221"/>
                <a:gd name="T20" fmla="*/ 6 w 185"/>
                <a:gd name="T21" fmla="*/ 41 h 221"/>
                <a:gd name="T22" fmla="*/ 12 w 185"/>
                <a:gd name="T23" fmla="*/ 83 h 221"/>
                <a:gd name="T24" fmla="*/ 29 w 185"/>
                <a:gd name="T25" fmla="*/ 125 h 221"/>
                <a:gd name="T26" fmla="*/ 53 w 185"/>
                <a:gd name="T27" fmla="*/ 155 h 221"/>
                <a:gd name="T28" fmla="*/ 83 w 185"/>
                <a:gd name="T29" fmla="*/ 185 h 221"/>
                <a:gd name="T30" fmla="*/ 113 w 185"/>
                <a:gd name="T31" fmla="*/ 203 h 221"/>
                <a:gd name="T32" fmla="*/ 149 w 185"/>
                <a:gd name="T33" fmla="*/ 215 h 221"/>
                <a:gd name="T34" fmla="*/ 185 w 185"/>
                <a:gd name="T35" fmla="*/ 221 h 221"/>
                <a:gd name="T36" fmla="*/ 185 w 185"/>
                <a:gd name="T37" fmla="*/ 221 h 221"/>
                <a:gd name="T38" fmla="*/ 185 w 185"/>
                <a:gd name="T39" fmla="*/ 221 h 221"/>
                <a:gd name="T40" fmla="*/ 185 w 185"/>
                <a:gd name="T41" fmla="*/ 221 h 221"/>
                <a:gd name="T42" fmla="*/ 185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185" y="221"/>
                  </a:moveTo>
                  <a:lnTo>
                    <a:pt x="149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29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1"/>
                  </a:lnTo>
                  <a:lnTo>
                    <a:pt x="12" y="83"/>
                  </a:lnTo>
                  <a:lnTo>
                    <a:pt x="29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9" y="215"/>
                  </a:lnTo>
                  <a:lnTo>
                    <a:pt x="185" y="221"/>
                  </a:lnTo>
                  <a:lnTo>
                    <a:pt x="185" y="221"/>
                  </a:lnTo>
                  <a:close/>
                  <a:moveTo>
                    <a:pt x="185" y="221"/>
                  </a:moveTo>
                  <a:lnTo>
                    <a:pt x="185" y="221"/>
                  </a:lnTo>
                  <a:lnTo>
                    <a:pt x="185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1" name="Freeform 87"/>
            <p:cNvSpPr>
              <a:spLocks/>
            </p:cNvSpPr>
            <p:nvPr/>
          </p:nvSpPr>
          <p:spPr bwMode="auto">
            <a:xfrm>
              <a:off x="2491" y="1739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2" name="Freeform 88"/>
            <p:cNvSpPr>
              <a:spLocks/>
            </p:cNvSpPr>
            <p:nvPr/>
          </p:nvSpPr>
          <p:spPr bwMode="auto">
            <a:xfrm>
              <a:off x="3427" y="1081"/>
              <a:ext cx="223" cy="1"/>
            </a:xfrm>
            <a:custGeom>
              <a:avLst/>
              <a:gdLst>
                <a:gd name="T0" fmla="*/ 305 w 305"/>
                <a:gd name="T1" fmla="*/ 0 w 305"/>
                <a:gd name="T2" fmla="*/ 305 w 305"/>
                <a:gd name="T3" fmla="*/ 305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305" y="0"/>
                  </a:moveTo>
                  <a:lnTo>
                    <a:pt x="0" y="0"/>
                  </a:lnTo>
                  <a:lnTo>
                    <a:pt x="305" y="0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3" name="Freeform 89"/>
            <p:cNvSpPr>
              <a:spLocks/>
            </p:cNvSpPr>
            <p:nvPr/>
          </p:nvSpPr>
          <p:spPr bwMode="auto">
            <a:xfrm>
              <a:off x="3357" y="1048"/>
              <a:ext cx="87" cy="61"/>
            </a:xfrm>
            <a:custGeom>
              <a:avLst/>
              <a:gdLst>
                <a:gd name="T0" fmla="*/ 119 w 119"/>
                <a:gd name="T1" fmla="*/ 78 h 78"/>
                <a:gd name="T2" fmla="*/ 0 w 119"/>
                <a:gd name="T3" fmla="*/ 42 h 78"/>
                <a:gd name="T4" fmla="*/ 119 w 119"/>
                <a:gd name="T5" fmla="*/ 0 h 78"/>
                <a:gd name="T6" fmla="*/ 119 w 119"/>
                <a:gd name="T7" fmla="*/ 78 h 78"/>
                <a:gd name="T8" fmla="*/ 119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119" y="78"/>
                  </a:moveTo>
                  <a:lnTo>
                    <a:pt x="0" y="42"/>
                  </a:lnTo>
                  <a:lnTo>
                    <a:pt x="119" y="0"/>
                  </a:lnTo>
                  <a:lnTo>
                    <a:pt x="119" y="78"/>
                  </a:lnTo>
                  <a:lnTo>
                    <a:pt x="119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4" name="Freeform 90"/>
            <p:cNvSpPr>
              <a:spLocks noEditPoints="1"/>
            </p:cNvSpPr>
            <p:nvPr/>
          </p:nvSpPr>
          <p:spPr bwMode="auto">
            <a:xfrm>
              <a:off x="3474" y="904"/>
              <a:ext cx="22" cy="98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30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30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5" name="Freeform 91"/>
            <p:cNvSpPr>
              <a:spLocks/>
            </p:cNvSpPr>
            <p:nvPr/>
          </p:nvSpPr>
          <p:spPr bwMode="auto">
            <a:xfrm>
              <a:off x="3501" y="960"/>
              <a:ext cx="39" cy="7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29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0 w 54"/>
                <a:gd name="T23" fmla="*/ 29 h 95"/>
                <a:gd name="T24" fmla="*/ 6 w 54"/>
                <a:gd name="T25" fmla="*/ 29 h 95"/>
                <a:gd name="T26" fmla="*/ 12 w 54"/>
                <a:gd name="T27" fmla="*/ 18 h 95"/>
                <a:gd name="T28" fmla="*/ 18 w 54"/>
                <a:gd name="T29" fmla="*/ 12 h 95"/>
                <a:gd name="T30" fmla="*/ 30 w 54"/>
                <a:gd name="T31" fmla="*/ 12 h 95"/>
                <a:gd name="T32" fmla="*/ 36 w 54"/>
                <a:gd name="T33" fmla="*/ 18 h 95"/>
                <a:gd name="T34" fmla="*/ 36 w 54"/>
                <a:gd name="T35" fmla="*/ 35 h 95"/>
                <a:gd name="T36" fmla="*/ 30 w 54"/>
                <a:gd name="T37" fmla="*/ 47 h 95"/>
                <a:gd name="T38" fmla="*/ 24 w 54"/>
                <a:gd name="T39" fmla="*/ 71 h 95"/>
                <a:gd name="T40" fmla="*/ 0 w 54"/>
                <a:gd name="T41" fmla="*/ 95 h 95"/>
                <a:gd name="T42" fmla="*/ 0 w 54"/>
                <a:gd name="T43" fmla="*/ 95 h 95"/>
                <a:gd name="T44" fmla="*/ 48 w 54"/>
                <a:gd name="T45" fmla="*/ 95 h 95"/>
                <a:gd name="T46" fmla="*/ 54 w 54"/>
                <a:gd name="T47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29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9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6" name="Freeform 92"/>
            <p:cNvSpPr>
              <a:spLocks/>
            </p:cNvSpPr>
            <p:nvPr/>
          </p:nvSpPr>
          <p:spPr bwMode="auto">
            <a:xfrm>
              <a:off x="2470" y="1335"/>
              <a:ext cx="47" cy="112"/>
            </a:xfrm>
            <a:custGeom>
              <a:avLst/>
              <a:gdLst>
                <a:gd name="T0" fmla="*/ 65 w 65"/>
                <a:gd name="T1" fmla="*/ 144 h 144"/>
                <a:gd name="T2" fmla="*/ 30 w 65"/>
                <a:gd name="T3" fmla="*/ 0 h 144"/>
                <a:gd name="T4" fmla="*/ 0 w 65"/>
                <a:gd name="T5" fmla="*/ 144 h 144"/>
                <a:gd name="T6" fmla="*/ 65 w 65"/>
                <a:gd name="T7" fmla="*/ 144 h 144"/>
                <a:gd name="T8" fmla="*/ 65 w 65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44">
                  <a:moveTo>
                    <a:pt x="65" y="144"/>
                  </a:moveTo>
                  <a:lnTo>
                    <a:pt x="30" y="0"/>
                  </a:lnTo>
                  <a:lnTo>
                    <a:pt x="0" y="144"/>
                  </a:lnTo>
                  <a:lnTo>
                    <a:pt x="65" y="144"/>
                  </a:lnTo>
                  <a:lnTo>
                    <a:pt x="65" y="144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7" name="Freeform 93"/>
            <p:cNvSpPr>
              <a:spLocks/>
            </p:cNvSpPr>
            <p:nvPr/>
          </p:nvSpPr>
          <p:spPr bwMode="auto">
            <a:xfrm>
              <a:off x="3715" y="1651"/>
              <a:ext cx="52" cy="65"/>
            </a:xfrm>
            <a:custGeom>
              <a:avLst/>
              <a:gdLst>
                <a:gd name="T0" fmla="*/ 36 w 72"/>
                <a:gd name="T1" fmla="*/ 84 h 84"/>
                <a:gd name="T2" fmla="*/ 24 w 72"/>
                <a:gd name="T3" fmla="*/ 84 h 84"/>
                <a:gd name="T4" fmla="*/ 12 w 72"/>
                <a:gd name="T5" fmla="*/ 72 h 84"/>
                <a:gd name="T6" fmla="*/ 6 w 72"/>
                <a:gd name="T7" fmla="*/ 60 h 84"/>
                <a:gd name="T8" fmla="*/ 0 w 72"/>
                <a:gd name="T9" fmla="*/ 42 h 84"/>
                <a:gd name="T10" fmla="*/ 6 w 72"/>
                <a:gd name="T11" fmla="*/ 24 h 84"/>
                <a:gd name="T12" fmla="*/ 12 w 72"/>
                <a:gd name="T13" fmla="*/ 12 h 84"/>
                <a:gd name="T14" fmla="*/ 24 w 72"/>
                <a:gd name="T15" fmla="*/ 6 h 84"/>
                <a:gd name="T16" fmla="*/ 36 w 72"/>
                <a:gd name="T17" fmla="*/ 0 h 84"/>
                <a:gd name="T18" fmla="*/ 48 w 72"/>
                <a:gd name="T19" fmla="*/ 6 h 84"/>
                <a:gd name="T20" fmla="*/ 60 w 72"/>
                <a:gd name="T21" fmla="*/ 12 h 84"/>
                <a:gd name="T22" fmla="*/ 72 w 72"/>
                <a:gd name="T23" fmla="*/ 24 h 84"/>
                <a:gd name="T24" fmla="*/ 72 w 72"/>
                <a:gd name="T25" fmla="*/ 42 h 84"/>
                <a:gd name="T26" fmla="*/ 72 w 72"/>
                <a:gd name="T27" fmla="*/ 60 h 84"/>
                <a:gd name="T28" fmla="*/ 60 w 72"/>
                <a:gd name="T29" fmla="*/ 72 h 84"/>
                <a:gd name="T30" fmla="*/ 48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24" y="84"/>
                  </a:lnTo>
                  <a:lnTo>
                    <a:pt x="12" y="72"/>
                  </a:lnTo>
                  <a:lnTo>
                    <a:pt x="6" y="60"/>
                  </a:lnTo>
                  <a:lnTo>
                    <a:pt x="0" y="42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0" y="72"/>
                  </a:lnTo>
                  <a:lnTo>
                    <a:pt x="4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8" name="Freeform 94"/>
            <p:cNvSpPr>
              <a:spLocks/>
            </p:cNvSpPr>
            <p:nvPr/>
          </p:nvSpPr>
          <p:spPr bwMode="auto">
            <a:xfrm>
              <a:off x="3715" y="1683"/>
              <a:ext cx="26" cy="33"/>
            </a:xfrm>
            <a:custGeom>
              <a:avLst/>
              <a:gdLst>
                <a:gd name="T0" fmla="*/ 36 w 36"/>
                <a:gd name="T1" fmla="*/ 42 h 42"/>
                <a:gd name="T2" fmla="*/ 24 w 36"/>
                <a:gd name="T3" fmla="*/ 42 h 42"/>
                <a:gd name="T4" fmla="*/ 12 w 36"/>
                <a:gd name="T5" fmla="*/ 30 h 42"/>
                <a:gd name="T6" fmla="*/ 6 w 36"/>
                <a:gd name="T7" fmla="*/ 18 h 42"/>
                <a:gd name="T8" fmla="*/ 0 w 36"/>
                <a:gd name="T9" fmla="*/ 0 h 42"/>
                <a:gd name="T10" fmla="*/ 0 w 36"/>
                <a:gd name="T11" fmla="*/ 0 h 42"/>
                <a:gd name="T12" fmla="*/ 6 w 36"/>
                <a:gd name="T13" fmla="*/ 18 h 42"/>
                <a:gd name="T14" fmla="*/ 12 w 36"/>
                <a:gd name="T15" fmla="*/ 30 h 42"/>
                <a:gd name="T16" fmla="*/ 24 w 36"/>
                <a:gd name="T17" fmla="*/ 42 h 42"/>
                <a:gd name="T18" fmla="*/ 36 w 36"/>
                <a:gd name="T19" fmla="*/ 42 h 42"/>
                <a:gd name="T20" fmla="*/ 36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24" y="42"/>
                  </a:lnTo>
                  <a:lnTo>
                    <a:pt x="12" y="30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0"/>
                  </a:lnTo>
                  <a:lnTo>
                    <a:pt x="24" y="42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9" name="Freeform 95"/>
            <p:cNvSpPr>
              <a:spLocks noEditPoints="1"/>
            </p:cNvSpPr>
            <p:nvPr/>
          </p:nvSpPr>
          <p:spPr bwMode="auto">
            <a:xfrm>
              <a:off x="3715" y="1651"/>
              <a:ext cx="26" cy="32"/>
            </a:xfrm>
            <a:custGeom>
              <a:avLst/>
              <a:gdLst>
                <a:gd name="T0" fmla="*/ 0 w 36"/>
                <a:gd name="T1" fmla="*/ 42 h 42"/>
                <a:gd name="T2" fmla="*/ 6 w 36"/>
                <a:gd name="T3" fmla="*/ 24 h 42"/>
                <a:gd name="T4" fmla="*/ 12 w 36"/>
                <a:gd name="T5" fmla="*/ 12 h 42"/>
                <a:gd name="T6" fmla="*/ 24 w 36"/>
                <a:gd name="T7" fmla="*/ 6 h 42"/>
                <a:gd name="T8" fmla="*/ 36 w 36"/>
                <a:gd name="T9" fmla="*/ 0 h 42"/>
                <a:gd name="T10" fmla="*/ 36 w 36"/>
                <a:gd name="T11" fmla="*/ 0 h 42"/>
                <a:gd name="T12" fmla="*/ 24 w 36"/>
                <a:gd name="T13" fmla="*/ 6 h 42"/>
                <a:gd name="T14" fmla="*/ 12 w 36"/>
                <a:gd name="T15" fmla="*/ 12 h 42"/>
                <a:gd name="T16" fmla="*/ 6 w 36"/>
                <a:gd name="T17" fmla="*/ 24 h 42"/>
                <a:gd name="T18" fmla="*/ 0 w 36"/>
                <a:gd name="T19" fmla="*/ 42 h 42"/>
                <a:gd name="T20" fmla="*/ 0 w 36"/>
                <a:gd name="T21" fmla="*/ 42 h 42"/>
                <a:gd name="T22" fmla="*/ 0 w 36"/>
                <a:gd name="T23" fmla="*/ 42 h 42"/>
                <a:gd name="T24" fmla="*/ 0 w 36"/>
                <a:gd name="T25" fmla="*/ 42 h 42"/>
                <a:gd name="T26" fmla="*/ 0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42"/>
                  </a:lnTo>
                  <a:close/>
                  <a:moveTo>
                    <a:pt x="0" y="42"/>
                  </a:move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0" name="Freeform 96"/>
            <p:cNvSpPr>
              <a:spLocks noEditPoints="1"/>
            </p:cNvSpPr>
            <p:nvPr/>
          </p:nvSpPr>
          <p:spPr bwMode="auto">
            <a:xfrm>
              <a:off x="3741" y="1651"/>
              <a:ext cx="26" cy="32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6 h 42"/>
                <a:gd name="T4" fmla="*/ 24 w 36"/>
                <a:gd name="T5" fmla="*/ 12 h 42"/>
                <a:gd name="T6" fmla="*/ 36 w 36"/>
                <a:gd name="T7" fmla="*/ 24 h 42"/>
                <a:gd name="T8" fmla="*/ 36 w 36"/>
                <a:gd name="T9" fmla="*/ 42 h 42"/>
                <a:gd name="T10" fmla="*/ 36 w 36"/>
                <a:gd name="T11" fmla="*/ 42 h 42"/>
                <a:gd name="T12" fmla="*/ 36 w 36"/>
                <a:gd name="T13" fmla="*/ 24 h 42"/>
                <a:gd name="T14" fmla="*/ 24 w 36"/>
                <a:gd name="T15" fmla="*/ 12 h 42"/>
                <a:gd name="T16" fmla="*/ 12 w 36"/>
                <a:gd name="T17" fmla="*/ 6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  <a:gd name="T24" fmla="*/ 0 w 36"/>
                <a:gd name="T25" fmla="*/ 0 h 42"/>
                <a:gd name="T26" fmla="*/ 0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1" name="Freeform 97"/>
            <p:cNvSpPr>
              <a:spLocks noEditPoints="1"/>
            </p:cNvSpPr>
            <p:nvPr/>
          </p:nvSpPr>
          <p:spPr bwMode="auto">
            <a:xfrm>
              <a:off x="3741" y="1683"/>
              <a:ext cx="26" cy="33"/>
            </a:xfrm>
            <a:custGeom>
              <a:avLst/>
              <a:gdLst>
                <a:gd name="T0" fmla="*/ 36 w 36"/>
                <a:gd name="T1" fmla="*/ 0 h 42"/>
                <a:gd name="T2" fmla="*/ 36 w 36"/>
                <a:gd name="T3" fmla="*/ 18 h 42"/>
                <a:gd name="T4" fmla="*/ 24 w 36"/>
                <a:gd name="T5" fmla="*/ 30 h 42"/>
                <a:gd name="T6" fmla="*/ 12 w 36"/>
                <a:gd name="T7" fmla="*/ 42 h 42"/>
                <a:gd name="T8" fmla="*/ 0 w 36"/>
                <a:gd name="T9" fmla="*/ 42 h 42"/>
                <a:gd name="T10" fmla="*/ 0 w 36"/>
                <a:gd name="T11" fmla="*/ 42 h 42"/>
                <a:gd name="T12" fmla="*/ 12 w 36"/>
                <a:gd name="T13" fmla="*/ 42 h 42"/>
                <a:gd name="T14" fmla="*/ 24 w 36"/>
                <a:gd name="T15" fmla="*/ 30 h 42"/>
                <a:gd name="T16" fmla="*/ 36 w 36"/>
                <a:gd name="T17" fmla="*/ 18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  <a:gd name="T24" fmla="*/ 36 w 36"/>
                <a:gd name="T25" fmla="*/ 0 h 42"/>
                <a:gd name="T26" fmla="*/ 36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2" name="Freeform 98"/>
            <p:cNvSpPr>
              <a:spLocks/>
            </p:cNvSpPr>
            <p:nvPr/>
          </p:nvSpPr>
          <p:spPr bwMode="auto">
            <a:xfrm>
              <a:off x="3741" y="1716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3" name="Freeform 99"/>
            <p:cNvSpPr>
              <a:spLocks/>
            </p:cNvSpPr>
            <p:nvPr/>
          </p:nvSpPr>
          <p:spPr bwMode="auto">
            <a:xfrm>
              <a:off x="2627" y="1039"/>
              <a:ext cx="585" cy="769"/>
            </a:xfrm>
            <a:custGeom>
              <a:avLst/>
              <a:gdLst>
                <a:gd name="T0" fmla="*/ 0 w 801"/>
                <a:gd name="T1" fmla="*/ 991 h 991"/>
                <a:gd name="T2" fmla="*/ 0 w 801"/>
                <a:gd name="T3" fmla="*/ 0 h 991"/>
                <a:gd name="T4" fmla="*/ 801 w 801"/>
                <a:gd name="T5" fmla="*/ 0 h 991"/>
                <a:gd name="T6" fmla="*/ 801 w 801"/>
                <a:gd name="T7" fmla="*/ 991 h 991"/>
                <a:gd name="T8" fmla="*/ 0 w 801"/>
                <a:gd name="T9" fmla="*/ 991 h 991"/>
                <a:gd name="T10" fmla="*/ 0 w 801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1" h="991">
                  <a:moveTo>
                    <a:pt x="0" y="991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991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4" name="Freeform 100"/>
            <p:cNvSpPr>
              <a:spLocks/>
            </p:cNvSpPr>
            <p:nvPr/>
          </p:nvSpPr>
          <p:spPr bwMode="auto">
            <a:xfrm>
              <a:off x="2627" y="1039"/>
              <a:ext cx="0" cy="769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5" name="Freeform 101"/>
            <p:cNvSpPr>
              <a:spLocks noEditPoints="1"/>
            </p:cNvSpPr>
            <p:nvPr/>
          </p:nvSpPr>
          <p:spPr bwMode="auto">
            <a:xfrm>
              <a:off x="2627" y="1039"/>
              <a:ext cx="585" cy="1"/>
            </a:xfrm>
            <a:custGeom>
              <a:avLst/>
              <a:gdLst>
                <a:gd name="T0" fmla="*/ 0 w 801"/>
                <a:gd name="T1" fmla="*/ 801 w 801"/>
                <a:gd name="T2" fmla="*/ 0 w 801"/>
                <a:gd name="T3" fmla="*/ 0 w 801"/>
                <a:gd name="T4" fmla="*/ 0 w 801"/>
                <a:gd name="T5" fmla="*/ 0 w 801"/>
                <a:gd name="T6" fmla="*/ 0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0" y="0"/>
                  </a:moveTo>
                  <a:lnTo>
                    <a:pt x="801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6" name="Freeform 102"/>
            <p:cNvSpPr>
              <a:spLocks noEditPoints="1"/>
            </p:cNvSpPr>
            <p:nvPr/>
          </p:nvSpPr>
          <p:spPr bwMode="auto">
            <a:xfrm>
              <a:off x="3212" y="1039"/>
              <a:ext cx="1" cy="769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" name="Freeform 103"/>
            <p:cNvSpPr>
              <a:spLocks noEditPoints="1"/>
            </p:cNvSpPr>
            <p:nvPr/>
          </p:nvSpPr>
          <p:spPr bwMode="auto">
            <a:xfrm>
              <a:off x="2627" y="1808"/>
              <a:ext cx="585" cy="1"/>
            </a:xfrm>
            <a:custGeom>
              <a:avLst/>
              <a:gdLst>
                <a:gd name="T0" fmla="*/ 801 w 801"/>
                <a:gd name="T1" fmla="*/ 0 w 801"/>
                <a:gd name="T2" fmla="*/ 801 w 801"/>
                <a:gd name="T3" fmla="*/ 801 w 801"/>
                <a:gd name="T4" fmla="*/ 801 w 801"/>
                <a:gd name="T5" fmla="*/ 801 w 801"/>
                <a:gd name="T6" fmla="*/ 801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801" y="0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0"/>
                  </a:lnTo>
                  <a:close/>
                  <a:moveTo>
                    <a:pt x="801" y="0"/>
                  </a:moveTo>
                  <a:lnTo>
                    <a:pt x="801" y="0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8" name="Freeform 104"/>
            <p:cNvSpPr>
              <a:spLocks/>
            </p:cNvSpPr>
            <p:nvPr/>
          </p:nvSpPr>
          <p:spPr bwMode="auto">
            <a:xfrm>
              <a:off x="2627" y="1808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0" name="Freeform 106"/>
            <p:cNvSpPr>
              <a:spLocks/>
            </p:cNvSpPr>
            <p:nvPr/>
          </p:nvSpPr>
          <p:spPr bwMode="auto">
            <a:xfrm>
              <a:off x="2622" y="1164"/>
              <a:ext cx="1119" cy="1"/>
            </a:xfrm>
            <a:custGeom>
              <a:avLst/>
              <a:gdLst>
                <a:gd name="T0" fmla="*/ 1531 w 1531"/>
                <a:gd name="T1" fmla="*/ 0 w 1531"/>
                <a:gd name="T2" fmla="*/ 1531 w 1531"/>
                <a:gd name="T3" fmla="*/ 1531 w 15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31">
                  <a:moveTo>
                    <a:pt x="1531" y="0"/>
                  </a:moveTo>
                  <a:lnTo>
                    <a:pt x="0" y="0"/>
                  </a:lnTo>
                  <a:lnTo>
                    <a:pt x="1531" y="0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1" name="Freeform 107"/>
            <p:cNvSpPr>
              <a:spLocks noEditPoints="1"/>
            </p:cNvSpPr>
            <p:nvPr/>
          </p:nvSpPr>
          <p:spPr bwMode="auto">
            <a:xfrm>
              <a:off x="2574" y="1164"/>
              <a:ext cx="48" cy="88"/>
            </a:xfrm>
            <a:custGeom>
              <a:avLst/>
              <a:gdLst>
                <a:gd name="T0" fmla="*/ 66 w 66"/>
                <a:gd name="T1" fmla="*/ 0 h 114"/>
                <a:gd name="T2" fmla="*/ 36 w 66"/>
                <a:gd name="T3" fmla="*/ 6 h 114"/>
                <a:gd name="T4" fmla="*/ 18 w 66"/>
                <a:gd name="T5" fmla="*/ 18 h 114"/>
                <a:gd name="T6" fmla="*/ 6 w 66"/>
                <a:gd name="T7" fmla="*/ 36 h 114"/>
                <a:gd name="T8" fmla="*/ 0 w 66"/>
                <a:gd name="T9" fmla="*/ 54 h 114"/>
                <a:gd name="T10" fmla="*/ 6 w 66"/>
                <a:gd name="T11" fmla="*/ 78 h 114"/>
                <a:gd name="T12" fmla="*/ 18 w 66"/>
                <a:gd name="T13" fmla="*/ 96 h 114"/>
                <a:gd name="T14" fmla="*/ 36 w 66"/>
                <a:gd name="T15" fmla="*/ 108 h 114"/>
                <a:gd name="T16" fmla="*/ 66 w 66"/>
                <a:gd name="T17" fmla="*/ 114 h 114"/>
                <a:gd name="T18" fmla="*/ 66 w 66"/>
                <a:gd name="T19" fmla="*/ 114 h 114"/>
                <a:gd name="T20" fmla="*/ 36 w 66"/>
                <a:gd name="T21" fmla="*/ 108 h 114"/>
                <a:gd name="T22" fmla="*/ 18 w 66"/>
                <a:gd name="T23" fmla="*/ 96 h 114"/>
                <a:gd name="T24" fmla="*/ 6 w 66"/>
                <a:gd name="T25" fmla="*/ 78 h 114"/>
                <a:gd name="T26" fmla="*/ 0 w 66"/>
                <a:gd name="T27" fmla="*/ 54 h 114"/>
                <a:gd name="T28" fmla="*/ 6 w 66"/>
                <a:gd name="T29" fmla="*/ 36 h 114"/>
                <a:gd name="T30" fmla="*/ 18 w 66"/>
                <a:gd name="T31" fmla="*/ 18 h 114"/>
                <a:gd name="T32" fmla="*/ 36 w 66"/>
                <a:gd name="T33" fmla="*/ 6 h 114"/>
                <a:gd name="T34" fmla="*/ 66 w 66"/>
                <a:gd name="T35" fmla="*/ 0 h 114"/>
                <a:gd name="T36" fmla="*/ 66 w 66"/>
                <a:gd name="T37" fmla="*/ 0 h 114"/>
                <a:gd name="T38" fmla="*/ 66 w 66"/>
                <a:gd name="T39" fmla="*/ 0 h 114"/>
                <a:gd name="T40" fmla="*/ 66 w 66"/>
                <a:gd name="T41" fmla="*/ 0 h 114"/>
                <a:gd name="T42" fmla="*/ 66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66" y="0"/>
                  </a:move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8"/>
                  </a:lnTo>
                  <a:lnTo>
                    <a:pt x="18" y="96"/>
                  </a:lnTo>
                  <a:lnTo>
                    <a:pt x="36" y="108"/>
                  </a:lnTo>
                  <a:lnTo>
                    <a:pt x="66" y="114"/>
                  </a:lnTo>
                  <a:lnTo>
                    <a:pt x="66" y="114"/>
                  </a:lnTo>
                  <a:lnTo>
                    <a:pt x="36" y="108"/>
                  </a:lnTo>
                  <a:lnTo>
                    <a:pt x="18" y="96"/>
                  </a:lnTo>
                  <a:lnTo>
                    <a:pt x="6" y="78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2" name="Freeform 108"/>
            <p:cNvSpPr>
              <a:spLocks/>
            </p:cNvSpPr>
            <p:nvPr/>
          </p:nvSpPr>
          <p:spPr bwMode="auto">
            <a:xfrm>
              <a:off x="3212" y="1285"/>
              <a:ext cx="9" cy="5"/>
            </a:xfrm>
            <a:custGeom>
              <a:avLst/>
              <a:gdLst>
                <a:gd name="T0" fmla="*/ 0 w 12"/>
                <a:gd name="T1" fmla="*/ 0 h 6"/>
                <a:gd name="T2" fmla="*/ 6 w 12"/>
                <a:gd name="T3" fmla="*/ 0 h 6"/>
                <a:gd name="T4" fmla="*/ 12 w 12"/>
                <a:gd name="T5" fmla="*/ 6 h 6"/>
                <a:gd name="T6" fmla="*/ 12 w 12"/>
                <a:gd name="T7" fmla="*/ 6 h 6"/>
                <a:gd name="T8" fmla="*/ 6 w 12"/>
                <a:gd name="T9" fmla="*/ 0 h 6"/>
                <a:gd name="T10" fmla="*/ 0 w 12"/>
                <a:gd name="T11" fmla="*/ 0 h 6"/>
                <a:gd name="T12" fmla="*/ 0 w 1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3" name="Freeform 109"/>
            <p:cNvSpPr>
              <a:spLocks noEditPoints="1"/>
            </p:cNvSpPr>
            <p:nvPr/>
          </p:nvSpPr>
          <p:spPr bwMode="auto">
            <a:xfrm>
              <a:off x="3216" y="1290"/>
              <a:ext cx="44" cy="83"/>
            </a:xfrm>
            <a:custGeom>
              <a:avLst/>
              <a:gdLst>
                <a:gd name="T0" fmla="*/ 6 w 60"/>
                <a:gd name="T1" fmla="*/ 0 h 107"/>
                <a:gd name="T2" fmla="*/ 24 w 60"/>
                <a:gd name="T3" fmla="*/ 5 h 107"/>
                <a:gd name="T4" fmla="*/ 42 w 60"/>
                <a:gd name="T5" fmla="*/ 17 h 107"/>
                <a:gd name="T6" fmla="*/ 54 w 60"/>
                <a:gd name="T7" fmla="*/ 29 h 107"/>
                <a:gd name="T8" fmla="*/ 60 w 60"/>
                <a:gd name="T9" fmla="*/ 47 h 107"/>
                <a:gd name="T10" fmla="*/ 60 w 60"/>
                <a:gd name="T11" fmla="*/ 65 h 107"/>
                <a:gd name="T12" fmla="*/ 54 w 60"/>
                <a:gd name="T13" fmla="*/ 83 h 107"/>
                <a:gd name="T14" fmla="*/ 30 w 60"/>
                <a:gd name="T15" fmla="*/ 101 h 107"/>
                <a:gd name="T16" fmla="*/ 0 w 60"/>
                <a:gd name="T17" fmla="*/ 107 h 107"/>
                <a:gd name="T18" fmla="*/ 0 w 60"/>
                <a:gd name="T19" fmla="*/ 107 h 107"/>
                <a:gd name="T20" fmla="*/ 30 w 60"/>
                <a:gd name="T21" fmla="*/ 101 h 107"/>
                <a:gd name="T22" fmla="*/ 54 w 60"/>
                <a:gd name="T23" fmla="*/ 83 h 107"/>
                <a:gd name="T24" fmla="*/ 60 w 60"/>
                <a:gd name="T25" fmla="*/ 65 h 107"/>
                <a:gd name="T26" fmla="*/ 60 w 60"/>
                <a:gd name="T27" fmla="*/ 47 h 107"/>
                <a:gd name="T28" fmla="*/ 54 w 60"/>
                <a:gd name="T29" fmla="*/ 29 h 107"/>
                <a:gd name="T30" fmla="*/ 42 w 60"/>
                <a:gd name="T31" fmla="*/ 17 h 107"/>
                <a:gd name="T32" fmla="*/ 24 w 60"/>
                <a:gd name="T33" fmla="*/ 5 h 107"/>
                <a:gd name="T34" fmla="*/ 6 w 60"/>
                <a:gd name="T35" fmla="*/ 0 h 107"/>
                <a:gd name="T36" fmla="*/ 6 w 60"/>
                <a:gd name="T37" fmla="*/ 0 h 107"/>
                <a:gd name="T38" fmla="*/ 6 w 60"/>
                <a:gd name="T39" fmla="*/ 0 h 107"/>
                <a:gd name="T40" fmla="*/ 6 w 60"/>
                <a:gd name="T41" fmla="*/ 0 h 107"/>
                <a:gd name="T42" fmla="*/ 6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6" y="0"/>
                  </a:moveTo>
                  <a:lnTo>
                    <a:pt x="24" y="5"/>
                  </a:lnTo>
                  <a:lnTo>
                    <a:pt x="42" y="17"/>
                  </a:lnTo>
                  <a:lnTo>
                    <a:pt x="54" y="29"/>
                  </a:lnTo>
                  <a:lnTo>
                    <a:pt x="60" y="47"/>
                  </a:lnTo>
                  <a:lnTo>
                    <a:pt x="60" y="65"/>
                  </a:lnTo>
                  <a:lnTo>
                    <a:pt x="54" y="83"/>
                  </a:lnTo>
                  <a:lnTo>
                    <a:pt x="30" y="101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30" y="101"/>
                  </a:lnTo>
                  <a:lnTo>
                    <a:pt x="54" y="83"/>
                  </a:lnTo>
                  <a:lnTo>
                    <a:pt x="60" y="65"/>
                  </a:lnTo>
                  <a:lnTo>
                    <a:pt x="60" y="47"/>
                  </a:lnTo>
                  <a:lnTo>
                    <a:pt x="54" y="29"/>
                  </a:lnTo>
                  <a:lnTo>
                    <a:pt x="42" y="17"/>
                  </a:lnTo>
                  <a:lnTo>
                    <a:pt x="24" y="5"/>
                  </a:lnTo>
                  <a:lnTo>
                    <a:pt x="6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" name="Freeform 110"/>
            <p:cNvSpPr>
              <a:spLocks noEditPoints="1"/>
            </p:cNvSpPr>
            <p:nvPr/>
          </p:nvSpPr>
          <p:spPr bwMode="auto">
            <a:xfrm>
              <a:off x="2627" y="1373"/>
              <a:ext cx="589" cy="9"/>
            </a:xfrm>
            <a:custGeom>
              <a:avLst/>
              <a:gdLst>
                <a:gd name="T0" fmla="*/ 807 w 807"/>
                <a:gd name="T1" fmla="*/ 0 h 12"/>
                <a:gd name="T2" fmla="*/ 778 w 807"/>
                <a:gd name="T3" fmla="*/ 6 h 12"/>
                <a:gd name="T4" fmla="*/ 736 w 807"/>
                <a:gd name="T5" fmla="*/ 6 h 12"/>
                <a:gd name="T6" fmla="*/ 640 w 807"/>
                <a:gd name="T7" fmla="*/ 6 h 12"/>
                <a:gd name="T8" fmla="*/ 532 w 807"/>
                <a:gd name="T9" fmla="*/ 6 h 12"/>
                <a:gd name="T10" fmla="*/ 419 w 807"/>
                <a:gd name="T11" fmla="*/ 6 h 12"/>
                <a:gd name="T12" fmla="*/ 299 w 807"/>
                <a:gd name="T13" fmla="*/ 6 h 12"/>
                <a:gd name="T14" fmla="*/ 185 w 807"/>
                <a:gd name="T15" fmla="*/ 6 h 12"/>
                <a:gd name="T16" fmla="*/ 90 w 807"/>
                <a:gd name="T17" fmla="*/ 6 h 12"/>
                <a:gd name="T18" fmla="*/ 42 w 807"/>
                <a:gd name="T19" fmla="*/ 12 h 12"/>
                <a:gd name="T20" fmla="*/ 6 w 807"/>
                <a:gd name="T21" fmla="*/ 12 h 12"/>
                <a:gd name="T22" fmla="*/ 0 w 807"/>
                <a:gd name="T23" fmla="*/ 12 h 12"/>
                <a:gd name="T24" fmla="*/ 42 w 807"/>
                <a:gd name="T25" fmla="*/ 12 h 12"/>
                <a:gd name="T26" fmla="*/ 84 w 807"/>
                <a:gd name="T27" fmla="*/ 6 h 12"/>
                <a:gd name="T28" fmla="*/ 185 w 807"/>
                <a:gd name="T29" fmla="*/ 6 h 12"/>
                <a:gd name="T30" fmla="*/ 299 w 807"/>
                <a:gd name="T31" fmla="*/ 6 h 12"/>
                <a:gd name="T32" fmla="*/ 419 w 807"/>
                <a:gd name="T33" fmla="*/ 6 h 12"/>
                <a:gd name="T34" fmla="*/ 532 w 807"/>
                <a:gd name="T35" fmla="*/ 6 h 12"/>
                <a:gd name="T36" fmla="*/ 640 w 807"/>
                <a:gd name="T37" fmla="*/ 6 h 12"/>
                <a:gd name="T38" fmla="*/ 736 w 807"/>
                <a:gd name="T39" fmla="*/ 6 h 12"/>
                <a:gd name="T40" fmla="*/ 778 w 807"/>
                <a:gd name="T41" fmla="*/ 6 h 12"/>
                <a:gd name="T42" fmla="*/ 807 w 807"/>
                <a:gd name="T43" fmla="*/ 0 h 12"/>
                <a:gd name="T44" fmla="*/ 807 w 807"/>
                <a:gd name="T45" fmla="*/ 0 h 12"/>
                <a:gd name="T46" fmla="*/ 807 w 807"/>
                <a:gd name="T47" fmla="*/ 0 h 12"/>
                <a:gd name="T48" fmla="*/ 807 w 807"/>
                <a:gd name="T49" fmla="*/ 0 h 12"/>
                <a:gd name="T50" fmla="*/ 807 w 807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7" h="12">
                  <a:moveTo>
                    <a:pt x="807" y="0"/>
                  </a:moveTo>
                  <a:lnTo>
                    <a:pt x="778" y="6"/>
                  </a:lnTo>
                  <a:lnTo>
                    <a:pt x="736" y="6"/>
                  </a:lnTo>
                  <a:lnTo>
                    <a:pt x="640" y="6"/>
                  </a:lnTo>
                  <a:lnTo>
                    <a:pt x="532" y="6"/>
                  </a:lnTo>
                  <a:lnTo>
                    <a:pt x="419" y="6"/>
                  </a:lnTo>
                  <a:lnTo>
                    <a:pt x="299" y="6"/>
                  </a:lnTo>
                  <a:lnTo>
                    <a:pt x="185" y="6"/>
                  </a:lnTo>
                  <a:lnTo>
                    <a:pt x="90" y="6"/>
                  </a:lnTo>
                  <a:lnTo>
                    <a:pt x="42" y="12"/>
                  </a:lnTo>
                  <a:lnTo>
                    <a:pt x="6" y="12"/>
                  </a:lnTo>
                  <a:lnTo>
                    <a:pt x="0" y="12"/>
                  </a:lnTo>
                  <a:lnTo>
                    <a:pt x="42" y="12"/>
                  </a:lnTo>
                  <a:lnTo>
                    <a:pt x="84" y="6"/>
                  </a:lnTo>
                  <a:lnTo>
                    <a:pt x="185" y="6"/>
                  </a:lnTo>
                  <a:lnTo>
                    <a:pt x="299" y="6"/>
                  </a:lnTo>
                  <a:lnTo>
                    <a:pt x="419" y="6"/>
                  </a:lnTo>
                  <a:lnTo>
                    <a:pt x="532" y="6"/>
                  </a:lnTo>
                  <a:lnTo>
                    <a:pt x="640" y="6"/>
                  </a:lnTo>
                  <a:lnTo>
                    <a:pt x="736" y="6"/>
                  </a:lnTo>
                  <a:lnTo>
                    <a:pt x="778" y="6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" name="Freeform 111"/>
            <p:cNvSpPr>
              <a:spLocks noEditPoints="1"/>
            </p:cNvSpPr>
            <p:nvPr/>
          </p:nvSpPr>
          <p:spPr bwMode="auto">
            <a:xfrm>
              <a:off x="2578" y="1382"/>
              <a:ext cx="53" cy="88"/>
            </a:xfrm>
            <a:custGeom>
              <a:avLst/>
              <a:gdLst>
                <a:gd name="T0" fmla="*/ 66 w 72"/>
                <a:gd name="T1" fmla="*/ 0 h 113"/>
                <a:gd name="T2" fmla="*/ 30 w 72"/>
                <a:gd name="T3" fmla="*/ 6 h 113"/>
                <a:gd name="T4" fmla="*/ 6 w 72"/>
                <a:gd name="T5" fmla="*/ 24 h 113"/>
                <a:gd name="T6" fmla="*/ 0 w 72"/>
                <a:gd name="T7" fmla="*/ 42 h 113"/>
                <a:gd name="T8" fmla="*/ 0 w 72"/>
                <a:gd name="T9" fmla="*/ 60 h 113"/>
                <a:gd name="T10" fmla="*/ 6 w 72"/>
                <a:gd name="T11" fmla="*/ 78 h 113"/>
                <a:gd name="T12" fmla="*/ 18 w 72"/>
                <a:gd name="T13" fmla="*/ 95 h 113"/>
                <a:gd name="T14" fmla="*/ 36 w 72"/>
                <a:gd name="T15" fmla="*/ 107 h 113"/>
                <a:gd name="T16" fmla="*/ 60 w 72"/>
                <a:gd name="T17" fmla="*/ 113 h 113"/>
                <a:gd name="T18" fmla="*/ 60 w 72"/>
                <a:gd name="T19" fmla="*/ 113 h 113"/>
                <a:gd name="T20" fmla="*/ 36 w 72"/>
                <a:gd name="T21" fmla="*/ 107 h 113"/>
                <a:gd name="T22" fmla="*/ 18 w 72"/>
                <a:gd name="T23" fmla="*/ 95 h 113"/>
                <a:gd name="T24" fmla="*/ 6 w 72"/>
                <a:gd name="T25" fmla="*/ 78 h 113"/>
                <a:gd name="T26" fmla="*/ 0 w 72"/>
                <a:gd name="T27" fmla="*/ 60 h 113"/>
                <a:gd name="T28" fmla="*/ 0 w 72"/>
                <a:gd name="T29" fmla="*/ 42 h 113"/>
                <a:gd name="T30" fmla="*/ 12 w 72"/>
                <a:gd name="T31" fmla="*/ 24 h 113"/>
                <a:gd name="T32" fmla="*/ 36 w 72"/>
                <a:gd name="T33" fmla="*/ 6 h 113"/>
                <a:gd name="T34" fmla="*/ 72 w 72"/>
                <a:gd name="T35" fmla="*/ 0 h 113"/>
                <a:gd name="T36" fmla="*/ 66 w 72"/>
                <a:gd name="T37" fmla="*/ 0 h 113"/>
                <a:gd name="T38" fmla="*/ 66 w 72"/>
                <a:gd name="T39" fmla="*/ 0 h 113"/>
                <a:gd name="T40" fmla="*/ 66 w 72"/>
                <a:gd name="T41" fmla="*/ 0 h 113"/>
                <a:gd name="T42" fmla="*/ 66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66" y="0"/>
                  </a:moveTo>
                  <a:lnTo>
                    <a:pt x="30" y="6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60"/>
                  </a:lnTo>
                  <a:lnTo>
                    <a:pt x="6" y="78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78"/>
                  </a:lnTo>
                  <a:lnTo>
                    <a:pt x="0" y="60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72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" name="Freeform 112"/>
            <p:cNvSpPr>
              <a:spLocks/>
            </p:cNvSpPr>
            <p:nvPr/>
          </p:nvSpPr>
          <p:spPr bwMode="auto">
            <a:xfrm>
              <a:off x="3216" y="1493"/>
              <a:ext cx="49" cy="84"/>
            </a:xfrm>
            <a:custGeom>
              <a:avLst/>
              <a:gdLst>
                <a:gd name="T0" fmla="*/ 0 w 66"/>
                <a:gd name="T1" fmla="*/ 0 h 108"/>
                <a:gd name="T2" fmla="*/ 24 w 66"/>
                <a:gd name="T3" fmla="*/ 6 h 108"/>
                <a:gd name="T4" fmla="*/ 42 w 66"/>
                <a:gd name="T5" fmla="*/ 18 h 108"/>
                <a:gd name="T6" fmla="*/ 60 w 66"/>
                <a:gd name="T7" fmla="*/ 36 h 108"/>
                <a:gd name="T8" fmla="*/ 66 w 66"/>
                <a:gd name="T9" fmla="*/ 54 h 108"/>
                <a:gd name="T10" fmla="*/ 60 w 66"/>
                <a:gd name="T11" fmla="*/ 72 h 108"/>
                <a:gd name="T12" fmla="*/ 48 w 66"/>
                <a:gd name="T13" fmla="*/ 90 h 108"/>
                <a:gd name="T14" fmla="*/ 30 w 66"/>
                <a:gd name="T15" fmla="*/ 102 h 108"/>
                <a:gd name="T16" fmla="*/ 0 w 66"/>
                <a:gd name="T17" fmla="*/ 108 h 108"/>
                <a:gd name="T18" fmla="*/ 0 w 66"/>
                <a:gd name="T19" fmla="*/ 108 h 108"/>
                <a:gd name="T20" fmla="*/ 30 w 66"/>
                <a:gd name="T21" fmla="*/ 102 h 108"/>
                <a:gd name="T22" fmla="*/ 48 w 66"/>
                <a:gd name="T23" fmla="*/ 90 h 108"/>
                <a:gd name="T24" fmla="*/ 60 w 66"/>
                <a:gd name="T25" fmla="*/ 72 h 108"/>
                <a:gd name="T26" fmla="*/ 66 w 66"/>
                <a:gd name="T27" fmla="*/ 54 h 108"/>
                <a:gd name="T28" fmla="*/ 60 w 66"/>
                <a:gd name="T29" fmla="*/ 36 h 108"/>
                <a:gd name="T30" fmla="*/ 42 w 66"/>
                <a:gd name="T31" fmla="*/ 18 h 108"/>
                <a:gd name="T32" fmla="*/ 24 w 66"/>
                <a:gd name="T33" fmla="*/ 6 h 108"/>
                <a:gd name="T34" fmla="*/ 0 w 66"/>
                <a:gd name="T35" fmla="*/ 0 h 108"/>
                <a:gd name="T36" fmla="*/ 0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lnTo>
                    <a:pt x="24" y="6"/>
                  </a:lnTo>
                  <a:lnTo>
                    <a:pt x="42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0" y="72"/>
                  </a:lnTo>
                  <a:lnTo>
                    <a:pt x="48" y="90"/>
                  </a:lnTo>
                  <a:lnTo>
                    <a:pt x="30" y="10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30" y="102"/>
                  </a:lnTo>
                  <a:lnTo>
                    <a:pt x="48" y="90"/>
                  </a:lnTo>
                  <a:lnTo>
                    <a:pt x="60" y="72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2" y="18"/>
                  </a:lnTo>
                  <a:lnTo>
                    <a:pt x="24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" name="Freeform 113"/>
            <p:cNvSpPr>
              <a:spLocks noEditPoints="1"/>
            </p:cNvSpPr>
            <p:nvPr/>
          </p:nvSpPr>
          <p:spPr bwMode="auto">
            <a:xfrm>
              <a:off x="2627" y="1577"/>
              <a:ext cx="589" cy="14"/>
            </a:xfrm>
            <a:custGeom>
              <a:avLst/>
              <a:gdLst>
                <a:gd name="T0" fmla="*/ 807 w 807"/>
                <a:gd name="T1" fmla="*/ 0 h 18"/>
                <a:gd name="T2" fmla="*/ 778 w 807"/>
                <a:gd name="T3" fmla="*/ 0 h 18"/>
                <a:gd name="T4" fmla="*/ 736 w 807"/>
                <a:gd name="T5" fmla="*/ 6 h 18"/>
                <a:gd name="T6" fmla="*/ 688 w 807"/>
                <a:gd name="T7" fmla="*/ 6 h 18"/>
                <a:gd name="T8" fmla="*/ 634 w 807"/>
                <a:gd name="T9" fmla="*/ 6 h 18"/>
                <a:gd name="T10" fmla="*/ 514 w 807"/>
                <a:gd name="T11" fmla="*/ 6 h 18"/>
                <a:gd name="T12" fmla="*/ 389 w 807"/>
                <a:gd name="T13" fmla="*/ 12 h 18"/>
                <a:gd name="T14" fmla="*/ 263 w 807"/>
                <a:gd name="T15" fmla="*/ 12 h 18"/>
                <a:gd name="T16" fmla="*/ 150 w 807"/>
                <a:gd name="T17" fmla="*/ 12 h 18"/>
                <a:gd name="T18" fmla="*/ 96 w 807"/>
                <a:gd name="T19" fmla="*/ 12 h 18"/>
                <a:gd name="T20" fmla="*/ 54 w 807"/>
                <a:gd name="T21" fmla="*/ 12 h 18"/>
                <a:gd name="T22" fmla="*/ 24 w 807"/>
                <a:gd name="T23" fmla="*/ 18 h 18"/>
                <a:gd name="T24" fmla="*/ 0 w 807"/>
                <a:gd name="T25" fmla="*/ 18 h 18"/>
                <a:gd name="T26" fmla="*/ 0 w 807"/>
                <a:gd name="T27" fmla="*/ 18 h 18"/>
                <a:gd name="T28" fmla="*/ 24 w 807"/>
                <a:gd name="T29" fmla="*/ 18 h 18"/>
                <a:gd name="T30" fmla="*/ 54 w 807"/>
                <a:gd name="T31" fmla="*/ 12 h 18"/>
                <a:gd name="T32" fmla="*/ 96 w 807"/>
                <a:gd name="T33" fmla="*/ 12 h 18"/>
                <a:gd name="T34" fmla="*/ 150 w 807"/>
                <a:gd name="T35" fmla="*/ 12 h 18"/>
                <a:gd name="T36" fmla="*/ 263 w 807"/>
                <a:gd name="T37" fmla="*/ 12 h 18"/>
                <a:gd name="T38" fmla="*/ 389 w 807"/>
                <a:gd name="T39" fmla="*/ 12 h 18"/>
                <a:gd name="T40" fmla="*/ 514 w 807"/>
                <a:gd name="T41" fmla="*/ 6 h 18"/>
                <a:gd name="T42" fmla="*/ 634 w 807"/>
                <a:gd name="T43" fmla="*/ 6 h 18"/>
                <a:gd name="T44" fmla="*/ 688 w 807"/>
                <a:gd name="T45" fmla="*/ 6 h 18"/>
                <a:gd name="T46" fmla="*/ 736 w 807"/>
                <a:gd name="T47" fmla="*/ 6 h 18"/>
                <a:gd name="T48" fmla="*/ 778 w 807"/>
                <a:gd name="T49" fmla="*/ 0 h 18"/>
                <a:gd name="T50" fmla="*/ 807 w 807"/>
                <a:gd name="T51" fmla="*/ 0 h 18"/>
                <a:gd name="T52" fmla="*/ 807 w 807"/>
                <a:gd name="T53" fmla="*/ 0 h 18"/>
                <a:gd name="T54" fmla="*/ 807 w 807"/>
                <a:gd name="T55" fmla="*/ 0 h 18"/>
                <a:gd name="T56" fmla="*/ 807 w 807"/>
                <a:gd name="T57" fmla="*/ 0 h 18"/>
                <a:gd name="T58" fmla="*/ 807 w 807"/>
                <a:gd name="T5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7" h="18">
                  <a:moveTo>
                    <a:pt x="807" y="0"/>
                  </a:moveTo>
                  <a:lnTo>
                    <a:pt x="778" y="0"/>
                  </a:lnTo>
                  <a:lnTo>
                    <a:pt x="736" y="6"/>
                  </a:lnTo>
                  <a:lnTo>
                    <a:pt x="688" y="6"/>
                  </a:lnTo>
                  <a:lnTo>
                    <a:pt x="634" y="6"/>
                  </a:lnTo>
                  <a:lnTo>
                    <a:pt x="514" y="6"/>
                  </a:lnTo>
                  <a:lnTo>
                    <a:pt x="389" y="12"/>
                  </a:lnTo>
                  <a:lnTo>
                    <a:pt x="263" y="12"/>
                  </a:lnTo>
                  <a:lnTo>
                    <a:pt x="150" y="12"/>
                  </a:lnTo>
                  <a:lnTo>
                    <a:pt x="96" y="12"/>
                  </a:lnTo>
                  <a:lnTo>
                    <a:pt x="54" y="12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24" y="18"/>
                  </a:lnTo>
                  <a:lnTo>
                    <a:pt x="54" y="12"/>
                  </a:lnTo>
                  <a:lnTo>
                    <a:pt x="96" y="12"/>
                  </a:lnTo>
                  <a:lnTo>
                    <a:pt x="150" y="12"/>
                  </a:lnTo>
                  <a:lnTo>
                    <a:pt x="263" y="12"/>
                  </a:lnTo>
                  <a:lnTo>
                    <a:pt x="389" y="12"/>
                  </a:lnTo>
                  <a:lnTo>
                    <a:pt x="514" y="6"/>
                  </a:lnTo>
                  <a:lnTo>
                    <a:pt x="634" y="6"/>
                  </a:lnTo>
                  <a:lnTo>
                    <a:pt x="688" y="6"/>
                  </a:lnTo>
                  <a:lnTo>
                    <a:pt x="736" y="6"/>
                  </a:lnTo>
                  <a:lnTo>
                    <a:pt x="778" y="0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8" name="Freeform 114"/>
            <p:cNvSpPr>
              <a:spLocks noEditPoints="1"/>
            </p:cNvSpPr>
            <p:nvPr/>
          </p:nvSpPr>
          <p:spPr bwMode="auto">
            <a:xfrm>
              <a:off x="2578" y="1591"/>
              <a:ext cx="49" cy="83"/>
            </a:xfrm>
            <a:custGeom>
              <a:avLst/>
              <a:gdLst>
                <a:gd name="T0" fmla="*/ 66 w 66"/>
                <a:gd name="T1" fmla="*/ 0 h 107"/>
                <a:gd name="T2" fmla="*/ 36 w 66"/>
                <a:gd name="T3" fmla="*/ 6 h 107"/>
                <a:gd name="T4" fmla="*/ 12 w 66"/>
                <a:gd name="T5" fmla="*/ 24 h 107"/>
                <a:gd name="T6" fmla="*/ 0 w 66"/>
                <a:gd name="T7" fmla="*/ 41 h 107"/>
                <a:gd name="T8" fmla="*/ 0 w 66"/>
                <a:gd name="T9" fmla="*/ 65 h 107"/>
                <a:gd name="T10" fmla="*/ 6 w 66"/>
                <a:gd name="T11" fmla="*/ 83 h 107"/>
                <a:gd name="T12" fmla="*/ 18 w 66"/>
                <a:gd name="T13" fmla="*/ 95 h 107"/>
                <a:gd name="T14" fmla="*/ 36 w 66"/>
                <a:gd name="T15" fmla="*/ 107 h 107"/>
                <a:gd name="T16" fmla="*/ 60 w 66"/>
                <a:gd name="T17" fmla="*/ 107 h 107"/>
                <a:gd name="T18" fmla="*/ 60 w 66"/>
                <a:gd name="T19" fmla="*/ 107 h 107"/>
                <a:gd name="T20" fmla="*/ 36 w 66"/>
                <a:gd name="T21" fmla="*/ 107 h 107"/>
                <a:gd name="T22" fmla="*/ 18 w 66"/>
                <a:gd name="T23" fmla="*/ 95 h 107"/>
                <a:gd name="T24" fmla="*/ 6 w 66"/>
                <a:gd name="T25" fmla="*/ 83 h 107"/>
                <a:gd name="T26" fmla="*/ 0 w 66"/>
                <a:gd name="T27" fmla="*/ 65 h 107"/>
                <a:gd name="T28" fmla="*/ 0 w 66"/>
                <a:gd name="T29" fmla="*/ 41 h 107"/>
                <a:gd name="T30" fmla="*/ 12 w 66"/>
                <a:gd name="T31" fmla="*/ 24 h 107"/>
                <a:gd name="T32" fmla="*/ 36 w 66"/>
                <a:gd name="T33" fmla="*/ 6 h 107"/>
                <a:gd name="T34" fmla="*/ 66 w 66"/>
                <a:gd name="T35" fmla="*/ 0 h 107"/>
                <a:gd name="T36" fmla="*/ 66 w 66"/>
                <a:gd name="T37" fmla="*/ 0 h 107"/>
                <a:gd name="T38" fmla="*/ 66 w 66"/>
                <a:gd name="T39" fmla="*/ 0 h 107"/>
                <a:gd name="T40" fmla="*/ 66 w 66"/>
                <a:gd name="T41" fmla="*/ 0 h 107"/>
                <a:gd name="T42" fmla="*/ 66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66" y="0"/>
                  </a:moveTo>
                  <a:lnTo>
                    <a:pt x="36" y="6"/>
                  </a:lnTo>
                  <a:lnTo>
                    <a:pt x="12" y="24"/>
                  </a:lnTo>
                  <a:lnTo>
                    <a:pt x="0" y="41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1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9" name="Freeform 115"/>
            <p:cNvSpPr>
              <a:spLocks/>
            </p:cNvSpPr>
            <p:nvPr/>
          </p:nvSpPr>
          <p:spPr bwMode="auto">
            <a:xfrm>
              <a:off x="3715" y="1132"/>
              <a:ext cx="52" cy="69"/>
            </a:xfrm>
            <a:custGeom>
              <a:avLst/>
              <a:gdLst>
                <a:gd name="T0" fmla="*/ 36 w 72"/>
                <a:gd name="T1" fmla="*/ 89 h 89"/>
                <a:gd name="T2" fmla="*/ 24 w 72"/>
                <a:gd name="T3" fmla="*/ 83 h 89"/>
                <a:gd name="T4" fmla="*/ 12 w 72"/>
                <a:gd name="T5" fmla="*/ 77 h 89"/>
                <a:gd name="T6" fmla="*/ 6 w 72"/>
                <a:gd name="T7" fmla="*/ 59 h 89"/>
                <a:gd name="T8" fmla="*/ 0 w 72"/>
                <a:gd name="T9" fmla="*/ 41 h 89"/>
                <a:gd name="T10" fmla="*/ 6 w 72"/>
                <a:gd name="T11" fmla="*/ 23 h 89"/>
                <a:gd name="T12" fmla="*/ 12 w 72"/>
                <a:gd name="T13" fmla="*/ 11 h 89"/>
                <a:gd name="T14" fmla="*/ 24 w 72"/>
                <a:gd name="T15" fmla="*/ 5 h 89"/>
                <a:gd name="T16" fmla="*/ 36 w 72"/>
                <a:gd name="T17" fmla="*/ 0 h 89"/>
                <a:gd name="T18" fmla="*/ 48 w 72"/>
                <a:gd name="T19" fmla="*/ 5 h 89"/>
                <a:gd name="T20" fmla="*/ 60 w 72"/>
                <a:gd name="T21" fmla="*/ 11 h 89"/>
                <a:gd name="T22" fmla="*/ 72 w 72"/>
                <a:gd name="T23" fmla="*/ 23 h 89"/>
                <a:gd name="T24" fmla="*/ 72 w 72"/>
                <a:gd name="T25" fmla="*/ 41 h 89"/>
                <a:gd name="T26" fmla="*/ 72 w 72"/>
                <a:gd name="T27" fmla="*/ 59 h 89"/>
                <a:gd name="T28" fmla="*/ 60 w 72"/>
                <a:gd name="T29" fmla="*/ 77 h 89"/>
                <a:gd name="T30" fmla="*/ 48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24" y="83"/>
                  </a:lnTo>
                  <a:lnTo>
                    <a:pt x="12" y="77"/>
                  </a:lnTo>
                  <a:lnTo>
                    <a:pt x="6" y="59"/>
                  </a:lnTo>
                  <a:lnTo>
                    <a:pt x="0" y="41"/>
                  </a:ln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48" y="5"/>
                  </a:lnTo>
                  <a:lnTo>
                    <a:pt x="60" y="11"/>
                  </a:lnTo>
                  <a:lnTo>
                    <a:pt x="72" y="23"/>
                  </a:lnTo>
                  <a:lnTo>
                    <a:pt x="72" y="41"/>
                  </a:lnTo>
                  <a:lnTo>
                    <a:pt x="72" y="59"/>
                  </a:lnTo>
                  <a:lnTo>
                    <a:pt x="60" y="77"/>
                  </a:lnTo>
                  <a:lnTo>
                    <a:pt x="4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0" name="Freeform 116"/>
            <p:cNvSpPr>
              <a:spLocks/>
            </p:cNvSpPr>
            <p:nvPr/>
          </p:nvSpPr>
          <p:spPr bwMode="auto">
            <a:xfrm>
              <a:off x="3715" y="1164"/>
              <a:ext cx="26" cy="37"/>
            </a:xfrm>
            <a:custGeom>
              <a:avLst/>
              <a:gdLst>
                <a:gd name="T0" fmla="*/ 36 w 36"/>
                <a:gd name="T1" fmla="*/ 48 h 48"/>
                <a:gd name="T2" fmla="*/ 24 w 36"/>
                <a:gd name="T3" fmla="*/ 42 h 48"/>
                <a:gd name="T4" fmla="*/ 12 w 36"/>
                <a:gd name="T5" fmla="*/ 36 h 48"/>
                <a:gd name="T6" fmla="*/ 6 w 36"/>
                <a:gd name="T7" fmla="*/ 18 h 48"/>
                <a:gd name="T8" fmla="*/ 0 w 36"/>
                <a:gd name="T9" fmla="*/ 0 h 48"/>
                <a:gd name="T10" fmla="*/ 0 w 36"/>
                <a:gd name="T11" fmla="*/ 0 h 48"/>
                <a:gd name="T12" fmla="*/ 6 w 36"/>
                <a:gd name="T13" fmla="*/ 18 h 48"/>
                <a:gd name="T14" fmla="*/ 12 w 36"/>
                <a:gd name="T15" fmla="*/ 36 h 48"/>
                <a:gd name="T16" fmla="*/ 24 w 36"/>
                <a:gd name="T17" fmla="*/ 42 h 48"/>
                <a:gd name="T18" fmla="*/ 36 w 36"/>
                <a:gd name="T19" fmla="*/ 48 h 48"/>
                <a:gd name="T20" fmla="*/ 36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36" y="48"/>
                  </a:moveTo>
                  <a:lnTo>
                    <a:pt x="24" y="42"/>
                  </a:lnTo>
                  <a:lnTo>
                    <a:pt x="12" y="36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6"/>
                  </a:lnTo>
                  <a:lnTo>
                    <a:pt x="24" y="42"/>
                  </a:lnTo>
                  <a:lnTo>
                    <a:pt x="36" y="48"/>
                  </a:lnTo>
                  <a:lnTo>
                    <a:pt x="36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1" name="Freeform 117"/>
            <p:cNvSpPr>
              <a:spLocks noEditPoints="1"/>
            </p:cNvSpPr>
            <p:nvPr/>
          </p:nvSpPr>
          <p:spPr bwMode="auto">
            <a:xfrm>
              <a:off x="3715" y="1132"/>
              <a:ext cx="26" cy="32"/>
            </a:xfrm>
            <a:custGeom>
              <a:avLst/>
              <a:gdLst>
                <a:gd name="T0" fmla="*/ 0 w 36"/>
                <a:gd name="T1" fmla="*/ 41 h 41"/>
                <a:gd name="T2" fmla="*/ 6 w 36"/>
                <a:gd name="T3" fmla="*/ 23 h 41"/>
                <a:gd name="T4" fmla="*/ 12 w 36"/>
                <a:gd name="T5" fmla="*/ 11 h 41"/>
                <a:gd name="T6" fmla="*/ 24 w 36"/>
                <a:gd name="T7" fmla="*/ 5 h 41"/>
                <a:gd name="T8" fmla="*/ 36 w 36"/>
                <a:gd name="T9" fmla="*/ 0 h 41"/>
                <a:gd name="T10" fmla="*/ 36 w 36"/>
                <a:gd name="T11" fmla="*/ 0 h 41"/>
                <a:gd name="T12" fmla="*/ 24 w 36"/>
                <a:gd name="T13" fmla="*/ 5 h 41"/>
                <a:gd name="T14" fmla="*/ 12 w 36"/>
                <a:gd name="T15" fmla="*/ 11 h 41"/>
                <a:gd name="T16" fmla="*/ 6 w 36"/>
                <a:gd name="T17" fmla="*/ 23 h 41"/>
                <a:gd name="T18" fmla="*/ 0 w 36"/>
                <a:gd name="T19" fmla="*/ 41 h 41"/>
                <a:gd name="T20" fmla="*/ 0 w 36"/>
                <a:gd name="T21" fmla="*/ 41 h 41"/>
                <a:gd name="T22" fmla="*/ 0 w 36"/>
                <a:gd name="T23" fmla="*/ 41 h 41"/>
                <a:gd name="T24" fmla="*/ 0 w 36"/>
                <a:gd name="T25" fmla="*/ 41 h 41"/>
                <a:gd name="T26" fmla="*/ 0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41"/>
                  </a:move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2" y="11"/>
                  </a:lnTo>
                  <a:lnTo>
                    <a:pt x="6" y="23"/>
                  </a:lnTo>
                  <a:lnTo>
                    <a:pt x="0" y="41"/>
                  </a:ln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2" name="Freeform 118"/>
            <p:cNvSpPr>
              <a:spLocks noEditPoints="1"/>
            </p:cNvSpPr>
            <p:nvPr/>
          </p:nvSpPr>
          <p:spPr bwMode="auto">
            <a:xfrm>
              <a:off x="3741" y="1132"/>
              <a:ext cx="26" cy="32"/>
            </a:xfrm>
            <a:custGeom>
              <a:avLst/>
              <a:gdLst>
                <a:gd name="T0" fmla="*/ 0 w 36"/>
                <a:gd name="T1" fmla="*/ 0 h 41"/>
                <a:gd name="T2" fmla="*/ 12 w 36"/>
                <a:gd name="T3" fmla="*/ 5 h 41"/>
                <a:gd name="T4" fmla="*/ 24 w 36"/>
                <a:gd name="T5" fmla="*/ 11 h 41"/>
                <a:gd name="T6" fmla="*/ 36 w 36"/>
                <a:gd name="T7" fmla="*/ 23 h 41"/>
                <a:gd name="T8" fmla="*/ 36 w 36"/>
                <a:gd name="T9" fmla="*/ 41 h 41"/>
                <a:gd name="T10" fmla="*/ 36 w 36"/>
                <a:gd name="T11" fmla="*/ 41 h 41"/>
                <a:gd name="T12" fmla="*/ 36 w 36"/>
                <a:gd name="T13" fmla="*/ 23 h 41"/>
                <a:gd name="T14" fmla="*/ 24 w 36"/>
                <a:gd name="T15" fmla="*/ 11 h 41"/>
                <a:gd name="T16" fmla="*/ 12 w 36"/>
                <a:gd name="T17" fmla="*/ 5 h 41"/>
                <a:gd name="T18" fmla="*/ 0 w 36"/>
                <a:gd name="T19" fmla="*/ 0 h 41"/>
                <a:gd name="T20" fmla="*/ 0 w 36"/>
                <a:gd name="T21" fmla="*/ 0 h 41"/>
                <a:gd name="T22" fmla="*/ 0 w 36"/>
                <a:gd name="T23" fmla="*/ 0 h 41"/>
                <a:gd name="T24" fmla="*/ 0 w 36"/>
                <a:gd name="T25" fmla="*/ 0 h 41"/>
                <a:gd name="T26" fmla="*/ 0 w 36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0"/>
                  </a:move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3" name="Freeform 119"/>
            <p:cNvSpPr>
              <a:spLocks noEditPoints="1"/>
            </p:cNvSpPr>
            <p:nvPr/>
          </p:nvSpPr>
          <p:spPr bwMode="auto">
            <a:xfrm>
              <a:off x="3741" y="1164"/>
              <a:ext cx="26" cy="37"/>
            </a:xfrm>
            <a:custGeom>
              <a:avLst/>
              <a:gdLst>
                <a:gd name="T0" fmla="*/ 36 w 36"/>
                <a:gd name="T1" fmla="*/ 0 h 48"/>
                <a:gd name="T2" fmla="*/ 36 w 36"/>
                <a:gd name="T3" fmla="*/ 18 h 48"/>
                <a:gd name="T4" fmla="*/ 24 w 36"/>
                <a:gd name="T5" fmla="*/ 36 h 48"/>
                <a:gd name="T6" fmla="*/ 12 w 36"/>
                <a:gd name="T7" fmla="*/ 42 h 48"/>
                <a:gd name="T8" fmla="*/ 0 w 36"/>
                <a:gd name="T9" fmla="*/ 48 h 48"/>
                <a:gd name="T10" fmla="*/ 0 w 36"/>
                <a:gd name="T11" fmla="*/ 48 h 48"/>
                <a:gd name="T12" fmla="*/ 12 w 36"/>
                <a:gd name="T13" fmla="*/ 42 h 48"/>
                <a:gd name="T14" fmla="*/ 24 w 36"/>
                <a:gd name="T15" fmla="*/ 36 h 48"/>
                <a:gd name="T16" fmla="*/ 36 w 36"/>
                <a:gd name="T17" fmla="*/ 18 h 48"/>
                <a:gd name="T18" fmla="*/ 36 w 36"/>
                <a:gd name="T19" fmla="*/ 0 h 48"/>
                <a:gd name="T20" fmla="*/ 36 w 36"/>
                <a:gd name="T21" fmla="*/ 0 h 48"/>
                <a:gd name="T22" fmla="*/ 36 w 36"/>
                <a:gd name="T23" fmla="*/ 0 h 48"/>
                <a:gd name="T24" fmla="*/ 36 w 36"/>
                <a:gd name="T25" fmla="*/ 0 h 48"/>
                <a:gd name="T26" fmla="*/ 36 w 36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8">
                  <a:moveTo>
                    <a:pt x="36" y="0"/>
                  </a:move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4" name="Freeform 120"/>
            <p:cNvSpPr>
              <a:spLocks/>
            </p:cNvSpPr>
            <p:nvPr/>
          </p:nvSpPr>
          <p:spPr bwMode="auto">
            <a:xfrm>
              <a:off x="3741" y="1201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5" name="Freeform 121"/>
            <p:cNvSpPr>
              <a:spLocks/>
            </p:cNvSpPr>
            <p:nvPr/>
          </p:nvSpPr>
          <p:spPr bwMode="auto">
            <a:xfrm>
              <a:off x="944" y="2346"/>
              <a:ext cx="65" cy="102"/>
            </a:xfrm>
            <a:custGeom>
              <a:avLst/>
              <a:gdLst>
                <a:gd name="T0" fmla="*/ 90 w 90"/>
                <a:gd name="T1" fmla="*/ 42 h 131"/>
                <a:gd name="T2" fmla="*/ 84 w 90"/>
                <a:gd name="T3" fmla="*/ 0 h 131"/>
                <a:gd name="T4" fmla="*/ 84 w 90"/>
                <a:gd name="T5" fmla="*/ 0 h 131"/>
                <a:gd name="T6" fmla="*/ 84 w 90"/>
                <a:gd name="T7" fmla="*/ 6 h 131"/>
                <a:gd name="T8" fmla="*/ 78 w 90"/>
                <a:gd name="T9" fmla="*/ 6 h 131"/>
                <a:gd name="T10" fmla="*/ 66 w 90"/>
                <a:gd name="T11" fmla="*/ 6 h 131"/>
                <a:gd name="T12" fmla="*/ 48 w 90"/>
                <a:gd name="T13" fmla="*/ 0 h 131"/>
                <a:gd name="T14" fmla="*/ 30 w 90"/>
                <a:gd name="T15" fmla="*/ 6 h 131"/>
                <a:gd name="T16" fmla="*/ 18 w 90"/>
                <a:gd name="T17" fmla="*/ 18 h 131"/>
                <a:gd name="T18" fmla="*/ 6 w 90"/>
                <a:gd name="T19" fmla="*/ 36 h 131"/>
                <a:gd name="T20" fmla="*/ 0 w 90"/>
                <a:gd name="T21" fmla="*/ 66 h 131"/>
                <a:gd name="T22" fmla="*/ 6 w 90"/>
                <a:gd name="T23" fmla="*/ 95 h 131"/>
                <a:gd name="T24" fmla="*/ 18 w 90"/>
                <a:gd name="T25" fmla="*/ 119 h 131"/>
                <a:gd name="T26" fmla="*/ 30 w 90"/>
                <a:gd name="T27" fmla="*/ 125 h 131"/>
                <a:gd name="T28" fmla="*/ 48 w 90"/>
                <a:gd name="T29" fmla="*/ 131 h 131"/>
                <a:gd name="T30" fmla="*/ 66 w 90"/>
                <a:gd name="T31" fmla="*/ 125 h 131"/>
                <a:gd name="T32" fmla="*/ 78 w 90"/>
                <a:gd name="T33" fmla="*/ 119 h 131"/>
                <a:gd name="T34" fmla="*/ 90 w 90"/>
                <a:gd name="T35" fmla="*/ 113 h 131"/>
                <a:gd name="T36" fmla="*/ 90 w 90"/>
                <a:gd name="T37" fmla="*/ 107 h 131"/>
                <a:gd name="T38" fmla="*/ 90 w 90"/>
                <a:gd name="T39" fmla="*/ 101 h 131"/>
                <a:gd name="T40" fmla="*/ 78 w 90"/>
                <a:gd name="T41" fmla="*/ 113 h 131"/>
                <a:gd name="T42" fmla="*/ 66 w 90"/>
                <a:gd name="T43" fmla="*/ 125 h 131"/>
                <a:gd name="T44" fmla="*/ 54 w 90"/>
                <a:gd name="T45" fmla="*/ 125 h 131"/>
                <a:gd name="T46" fmla="*/ 42 w 90"/>
                <a:gd name="T47" fmla="*/ 119 h 131"/>
                <a:gd name="T48" fmla="*/ 30 w 90"/>
                <a:gd name="T49" fmla="*/ 113 h 131"/>
                <a:gd name="T50" fmla="*/ 24 w 90"/>
                <a:gd name="T51" fmla="*/ 95 h 131"/>
                <a:gd name="T52" fmla="*/ 18 w 90"/>
                <a:gd name="T53" fmla="*/ 66 h 131"/>
                <a:gd name="T54" fmla="*/ 24 w 90"/>
                <a:gd name="T55" fmla="*/ 36 h 131"/>
                <a:gd name="T56" fmla="*/ 30 w 90"/>
                <a:gd name="T57" fmla="*/ 18 h 131"/>
                <a:gd name="T58" fmla="*/ 42 w 90"/>
                <a:gd name="T59" fmla="*/ 12 h 131"/>
                <a:gd name="T60" fmla="*/ 48 w 90"/>
                <a:gd name="T61" fmla="*/ 6 h 131"/>
                <a:gd name="T62" fmla="*/ 66 w 90"/>
                <a:gd name="T63" fmla="*/ 12 h 131"/>
                <a:gd name="T64" fmla="*/ 72 w 90"/>
                <a:gd name="T65" fmla="*/ 18 h 131"/>
                <a:gd name="T66" fmla="*/ 84 w 90"/>
                <a:gd name="T67" fmla="*/ 42 h 131"/>
                <a:gd name="T68" fmla="*/ 90 w 90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131">
                  <a:moveTo>
                    <a:pt x="90" y="42"/>
                  </a:moveTo>
                  <a:lnTo>
                    <a:pt x="84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78" y="6"/>
                  </a:lnTo>
                  <a:lnTo>
                    <a:pt x="66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0" y="125"/>
                  </a:lnTo>
                  <a:lnTo>
                    <a:pt x="48" y="131"/>
                  </a:lnTo>
                  <a:lnTo>
                    <a:pt x="66" y="125"/>
                  </a:lnTo>
                  <a:lnTo>
                    <a:pt x="78" y="119"/>
                  </a:lnTo>
                  <a:lnTo>
                    <a:pt x="90" y="113"/>
                  </a:lnTo>
                  <a:lnTo>
                    <a:pt x="90" y="107"/>
                  </a:lnTo>
                  <a:lnTo>
                    <a:pt x="90" y="101"/>
                  </a:lnTo>
                  <a:lnTo>
                    <a:pt x="78" y="113"/>
                  </a:lnTo>
                  <a:lnTo>
                    <a:pt x="66" y="125"/>
                  </a:lnTo>
                  <a:lnTo>
                    <a:pt x="54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48" y="6"/>
                  </a:lnTo>
                  <a:lnTo>
                    <a:pt x="66" y="12"/>
                  </a:lnTo>
                  <a:lnTo>
                    <a:pt x="72" y="18"/>
                  </a:lnTo>
                  <a:lnTo>
                    <a:pt x="84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6" name="Freeform 122"/>
            <p:cNvSpPr>
              <a:spLocks noEditPoints="1"/>
            </p:cNvSpPr>
            <p:nvPr/>
          </p:nvSpPr>
          <p:spPr bwMode="auto">
            <a:xfrm>
              <a:off x="1018" y="2379"/>
              <a:ext cx="48" cy="69"/>
            </a:xfrm>
            <a:custGeom>
              <a:avLst/>
              <a:gdLst>
                <a:gd name="T0" fmla="*/ 30 w 66"/>
                <a:gd name="T1" fmla="*/ 0 h 89"/>
                <a:gd name="T2" fmla="*/ 18 w 66"/>
                <a:gd name="T3" fmla="*/ 6 h 89"/>
                <a:gd name="T4" fmla="*/ 6 w 66"/>
                <a:gd name="T5" fmla="*/ 12 h 89"/>
                <a:gd name="T6" fmla="*/ 0 w 66"/>
                <a:gd name="T7" fmla="*/ 41 h 89"/>
                <a:gd name="T8" fmla="*/ 6 w 66"/>
                <a:gd name="T9" fmla="*/ 77 h 89"/>
                <a:gd name="T10" fmla="*/ 18 w 66"/>
                <a:gd name="T11" fmla="*/ 83 h 89"/>
                <a:gd name="T12" fmla="*/ 30 w 66"/>
                <a:gd name="T13" fmla="*/ 89 h 89"/>
                <a:gd name="T14" fmla="*/ 48 w 66"/>
                <a:gd name="T15" fmla="*/ 83 h 89"/>
                <a:gd name="T16" fmla="*/ 60 w 66"/>
                <a:gd name="T17" fmla="*/ 77 h 89"/>
                <a:gd name="T18" fmla="*/ 66 w 66"/>
                <a:gd name="T19" fmla="*/ 41 h 89"/>
                <a:gd name="T20" fmla="*/ 60 w 66"/>
                <a:gd name="T21" fmla="*/ 12 h 89"/>
                <a:gd name="T22" fmla="*/ 48 w 66"/>
                <a:gd name="T23" fmla="*/ 6 h 89"/>
                <a:gd name="T24" fmla="*/ 30 w 66"/>
                <a:gd name="T25" fmla="*/ 0 h 89"/>
                <a:gd name="T26" fmla="*/ 30 w 66"/>
                <a:gd name="T27" fmla="*/ 0 h 89"/>
                <a:gd name="T28" fmla="*/ 36 w 66"/>
                <a:gd name="T29" fmla="*/ 83 h 89"/>
                <a:gd name="T30" fmla="*/ 24 w 66"/>
                <a:gd name="T31" fmla="*/ 77 h 89"/>
                <a:gd name="T32" fmla="*/ 18 w 66"/>
                <a:gd name="T33" fmla="*/ 65 h 89"/>
                <a:gd name="T34" fmla="*/ 12 w 66"/>
                <a:gd name="T35" fmla="*/ 47 h 89"/>
                <a:gd name="T36" fmla="*/ 12 w 66"/>
                <a:gd name="T37" fmla="*/ 35 h 89"/>
                <a:gd name="T38" fmla="*/ 18 w 66"/>
                <a:gd name="T39" fmla="*/ 12 h 89"/>
                <a:gd name="T40" fmla="*/ 30 w 66"/>
                <a:gd name="T41" fmla="*/ 6 h 89"/>
                <a:gd name="T42" fmla="*/ 42 w 66"/>
                <a:gd name="T43" fmla="*/ 12 h 89"/>
                <a:gd name="T44" fmla="*/ 48 w 66"/>
                <a:gd name="T45" fmla="*/ 18 h 89"/>
                <a:gd name="T46" fmla="*/ 54 w 66"/>
                <a:gd name="T47" fmla="*/ 47 h 89"/>
                <a:gd name="T48" fmla="*/ 54 w 66"/>
                <a:gd name="T49" fmla="*/ 65 h 89"/>
                <a:gd name="T50" fmla="*/ 48 w 66"/>
                <a:gd name="T51" fmla="*/ 77 h 89"/>
                <a:gd name="T52" fmla="*/ 36 w 66"/>
                <a:gd name="T53" fmla="*/ 83 h 89"/>
                <a:gd name="T54" fmla="*/ 36 w 66"/>
                <a:gd name="T55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6" h="89">
                  <a:moveTo>
                    <a:pt x="30" y="0"/>
                  </a:moveTo>
                  <a:lnTo>
                    <a:pt x="18" y="6"/>
                  </a:lnTo>
                  <a:lnTo>
                    <a:pt x="6" y="12"/>
                  </a:lnTo>
                  <a:lnTo>
                    <a:pt x="0" y="41"/>
                  </a:lnTo>
                  <a:lnTo>
                    <a:pt x="6" y="77"/>
                  </a:lnTo>
                  <a:lnTo>
                    <a:pt x="18" y="83"/>
                  </a:lnTo>
                  <a:lnTo>
                    <a:pt x="30" y="89"/>
                  </a:lnTo>
                  <a:lnTo>
                    <a:pt x="48" y="83"/>
                  </a:lnTo>
                  <a:lnTo>
                    <a:pt x="60" y="77"/>
                  </a:lnTo>
                  <a:lnTo>
                    <a:pt x="66" y="41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4" y="47"/>
                  </a:lnTo>
                  <a:lnTo>
                    <a:pt x="54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7" name="Freeform 123"/>
            <p:cNvSpPr>
              <a:spLocks noEditPoints="1"/>
            </p:cNvSpPr>
            <p:nvPr/>
          </p:nvSpPr>
          <p:spPr bwMode="auto">
            <a:xfrm>
              <a:off x="1071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12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12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12 w 36"/>
                <a:gd name="T55" fmla="*/ 12 h 131"/>
                <a:gd name="T56" fmla="*/ 12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12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8" name="Freeform 124"/>
            <p:cNvSpPr>
              <a:spLocks/>
            </p:cNvSpPr>
            <p:nvPr/>
          </p:nvSpPr>
          <p:spPr bwMode="auto">
            <a:xfrm>
              <a:off x="1101" y="2346"/>
              <a:ext cx="26" cy="102"/>
            </a:xfrm>
            <a:custGeom>
              <a:avLst/>
              <a:gdLst>
                <a:gd name="T0" fmla="*/ 0 w 35"/>
                <a:gd name="T1" fmla="*/ 131 h 131"/>
                <a:gd name="T2" fmla="*/ 35 w 35"/>
                <a:gd name="T3" fmla="*/ 131 h 131"/>
                <a:gd name="T4" fmla="*/ 35 w 35"/>
                <a:gd name="T5" fmla="*/ 125 h 131"/>
                <a:gd name="T6" fmla="*/ 29 w 35"/>
                <a:gd name="T7" fmla="*/ 125 h 131"/>
                <a:gd name="T8" fmla="*/ 29 w 35"/>
                <a:gd name="T9" fmla="*/ 113 h 131"/>
                <a:gd name="T10" fmla="*/ 29 w 35"/>
                <a:gd name="T11" fmla="*/ 0 h 131"/>
                <a:gd name="T12" fmla="*/ 23 w 35"/>
                <a:gd name="T13" fmla="*/ 0 h 131"/>
                <a:gd name="T14" fmla="*/ 11 w 35"/>
                <a:gd name="T15" fmla="*/ 6 h 131"/>
                <a:gd name="T16" fmla="*/ 0 w 35"/>
                <a:gd name="T17" fmla="*/ 6 h 131"/>
                <a:gd name="T18" fmla="*/ 0 w 35"/>
                <a:gd name="T19" fmla="*/ 12 h 131"/>
                <a:gd name="T20" fmla="*/ 5 w 35"/>
                <a:gd name="T21" fmla="*/ 12 h 131"/>
                <a:gd name="T22" fmla="*/ 5 w 35"/>
                <a:gd name="T23" fmla="*/ 12 h 131"/>
                <a:gd name="T24" fmla="*/ 11 w 35"/>
                <a:gd name="T25" fmla="*/ 12 h 131"/>
                <a:gd name="T26" fmla="*/ 11 w 35"/>
                <a:gd name="T27" fmla="*/ 24 h 131"/>
                <a:gd name="T28" fmla="*/ 11 w 35"/>
                <a:gd name="T29" fmla="*/ 113 h 131"/>
                <a:gd name="T30" fmla="*/ 11 w 35"/>
                <a:gd name="T31" fmla="*/ 125 h 131"/>
                <a:gd name="T32" fmla="*/ 0 w 35"/>
                <a:gd name="T33" fmla="*/ 125 h 131"/>
                <a:gd name="T34" fmla="*/ 0 w 35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131">
                  <a:moveTo>
                    <a:pt x="0" y="131"/>
                  </a:moveTo>
                  <a:lnTo>
                    <a:pt x="35" y="131"/>
                  </a:lnTo>
                  <a:lnTo>
                    <a:pt x="35" y="125"/>
                  </a:lnTo>
                  <a:lnTo>
                    <a:pt x="29" y="125"/>
                  </a:lnTo>
                  <a:lnTo>
                    <a:pt x="29" y="113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1" y="12"/>
                  </a:lnTo>
                  <a:lnTo>
                    <a:pt x="11" y="24"/>
                  </a:lnTo>
                  <a:lnTo>
                    <a:pt x="11" y="113"/>
                  </a:lnTo>
                  <a:lnTo>
                    <a:pt x="11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9" name="Freeform 125"/>
            <p:cNvSpPr>
              <a:spLocks/>
            </p:cNvSpPr>
            <p:nvPr/>
          </p:nvSpPr>
          <p:spPr bwMode="auto">
            <a:xfrm>
              <a:off x="1171" y="2346"/>
              <a:ext cx="31" cy="102"/>
            </a:xfrm>
            <a:custGeom>
              <a:avLst/>
              <a:gdLst>
                <a:gd name="T0" fmla="*/ 0 w 42"/>
                <a:gd name="T1" fmla="*/ 131 h 131"/>
                <a:gd name="T2" fmla="*/ 42 w 42"/>
                <a:gd name="T3" fmla="*/ 131 h 131"/>
                <a:gd name="T4" fmla="*/ 42 w 42"/>
                <a:gd name="T5" fmla="*/ 125 h 131"/>
                <a:gd name="T6" fmla="*/ 36 w 42"/>
                <a:gd name="T7" fmla="*/ 125 h 131"/>
                <a:gd name="T8" fmla="*/ 30 w 42"/>
                <a:gd name="T9" fmla="*/ 113 h 131"/>
                <a:gd name="T10" fmla="*/ 30 w 42"/>
                <a:gd name="T11" fmla="*/ 0 h 131"/>
                <a:gd name="T12" fmla="*/ 30 w 42"/>
                <a:gd name="T13" fmla="*/ 0 h 131"/>
                <a:gd name="T14" fmla="*/ 0 w 42"/>
                <a:gd name="T15" fmla="*/ 18 h 131"/>
                <a:gd name="T16" fmla="*/ 0 w 42"/>
                <a:gd name="T17" fmla="*/ 18 h 131"/>
                <a:gd name="T18" fmla="*/ 12 w 42"/>
                <a:gd name="T19" fmla="*/ 18 h 131"/>
                <a:gd name="T20" fmla="*/ 12 w 42"/>
                <a:gd name="T21" fmla="*/ 18 h 131"/>
                <a:gd name="T22" fmla="*/ 18 w 42"/>
                <a:gd name="T23" fmla="*/ 24 h 131"/>
                <a:gd name="T24" fmla="*/ 18 w 42"/>
                <a:gd name="T25" fmla="*/ 24 h 131"/>
                <a:gd name="T26" fmla="*/ 18 w 42"/>
                <a:gd name="T27" fmla="*/ 113 h 131"/>
                <a:gd name="T28" fmla="*/ 12 w 42"/>
                <a:gd name="T29" fmla="*/ 125 h 131"/>
                <a:gd name="T30" fmla="*/ 0 w 42"/>
                <a:gd name="T31" fmla="*/ 125 h 131"/>
                <a:gd name="T32" fmla="*/ 0 w 42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131">
                  <a:moveTo>
                    <a:pt x="0" y="131"/>
                  </a:moveTo>
                  <a:lnTo>
                    <a:pt x="42" y="131"/>
                  </a:lnTo>
                  <a:lnTo>
                    <a:pt x="42" y="125"/>
                  </a:lnTo>
                  <a:lnTo>
                    <a:pt x="36" y="125"/>
                  </a:lnTo>
                  <a:lnTo>
                    <a:pt x="30" y="113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0" name="Freeform 126"/>
            <p:cNvSpPr>
              <a:spLocks/>
            </p:cNvSpPr>
            <p:nvPr/>
          </p:nvSpPr>
          <p:spPr bwMode="auto">
            <a:xfrm>
              <a:off x="2858" y="2346"/>
              <a:ext cx="70" cy="102"/>
            </a:xfrm>
            <a:custGeom>
              <a:avLst/>
              <a:gdLst>
                <a:gd name="T0" fmla="*/ 90 w 96"/>
                <a:gd name="T1" fmla="*/ 42 h 131"/>
                <a:gd name="T2" fmla="*/ 90 w 96"/>
                <a:gd name="T3" fmla="*/ 0 h 131"/>
                <a:gd name="T4" fmla="*/ 90 w 96"/>
                <a:gd name="T5" fmla="*/ 0 h 131"/>
                <a:gd name="T6" fmla="*/ 84 w 96"/>
                <a:gd name="T7" fmla="*/ 6 h 131"/>
                <a:gd name="T8" fmla="*/ 84 w 96"/>
                <a:gd name="T9" fmla="*/ 6 h 131"/>
                <a:gd name="T10" fmla="*/ 72 w 96"/>
                <a:gd name="T11" fmla="*/ 6 h 131"/>
                <a:gd name="T12" fmla="*/ 54 w 96"/>
                <a:gd name="T13" fmla="*/ 0 h 131"/>
                <a:gd name="T14" fmla="*/ 36 w 96"/>
                <a:gd name="T15" fmla="*/ 6 h 131"/>
                <a:gd name="T16" fmla="*/ 18 w 96"/>
                <a:gd name="T17" fmla="*/ 18 h 131"/>
                <a:gd name="T18" fmla="*/ 6 w 96"/>
                <a:gd name="T19" fmla="*/ 36 h 131"/>
                <a:gd name="T20" fmla="*/ 0 w 96"/>
                <a:gd name="T21" fmla="*/ 66 h 131"/>
                <a:gd name="T22" fmla="*/ 6 w 96"/>
                <a:gd name="T23" fmla="*/ 95 h 131"/>
                <a:gd name="T24" fmla="*/ 18 w 96"/>
                <a:gd name="T25" fmla="*/ 119 h 131"/>
                <a:gd name="T26" fmla="*/ 36 w 96"/>
                <a:gd name="T27" fmla="*/ 125 h 131"/>
                <a:gd name="T28" fmla="*/ 54 w 96"/>
                <a:gd name="T29" fmla="*/ 131 h 131"/>
                <a:gd name="T30" fmla="*/ 72 w 96"/>
                <a:gd name="T31" fmla="*/ 125 h 131"/>
                <a:gd name="T32" fmla="*/ 84 w 96"/>
                <a:gd name="T33" fmla="*/ 119 h 131"/>
                <a:gd name="T34" fmla="*/ 96 w 96"/>
                <a:gd name="T35" fmla="*/ 113 h 131"/>
                <a:gd name="T36" fmla="*/ 96 w 96"/>
                <a:gd name="T37" fmla="*/ 107 h 131"/>
                <a:gd name="T38" fmla="*/ 90 w 96"/>
                <a:gd name="T39" fmla="*/ 101 h 131"/>
                <a:gd name="T40" fmla="*/ 84 w 96"/>
                <a:gd name="T41" fmla="*/ 113 h 131"/>
                <a:gd name="T42" fmla="*/ 72 w 96"/>
                <a:gd name="T43" fmla="*/ 125 h 131"/>
                <a:gd name="T44" fmla="*/ 60 w 96"/>
                <a:gd name="T45" fmla="*/ 125 h 131"/>
                <a:gd name="T46" fmla="*/ 42 w 96"/>
                <a:gd name="T47" fmla="*/ 119 h 131"/>
                <a:gd name="T48" fmla="*/ 30 w 96"/>
                <a:gd name="T49" fmla="*/ 113 h 131"/>
                <a:gd name="T50" fmla="*/ 24 w 96"/>
                <a:gd name="T51" fmla="*/ 95 h 131"/>
                <a:gd name="T52" fmla="*/ 18 w 96"/>
                <a:gd name="T53" fmla="*/ 66 h 131"/>
                <a:gd name="T54" fmla="*/ 24 w 96"/>
                <a:gd name="T55" fmla="*/ 36 h 131"/>
                <a:gd name="T56" fmla="*/ 30 w 96"/>
                <a:gd name="T57" fmla="*/ 18 h 131"/>
                <a:gd name="T58" fmla="*/ 42 w 96"/>
                <a:gd name="T59" fmla="*/ 12 h 131"/>
                <a:gd name="T60" fmla="*/ 54 w 96"/>
                <a:gd name="T61" fmla="*/ 6 h 131"/>
                <a:gd name="T62" fmla="*/ 66 w 96"/>
                <a:gd name="T63" fmla="*/ 12 h 131"/>
                <a:gd name="T64" fmla="*/ 78 w 96"/>
                <a:gd name="T65" fmla="*/ 18 h 131"/>
                <a:gd name="T66" fmla="*/ 90 w 96"/>
                <a:gd name="T67" fmla="*/ 42 h 131"/>
                <a:gd name="T68" fmla="*/ 90 w 96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6" h="131">
                  <a:moveTo>
                    <a:pt x="90" y="42"/>
                  </a:moveTo>
                  <a:lnTo>
                    <a:pt x="90" y="0"/>
                  </a:lnTo>
                  <a:lnTo>
                    <a:pt x="90" y="0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72" y="6"/>
                  </a:lnTo>
                  <a:lnTo>
                    <a:pt x="54" y="0"/>
                  </a:ln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6" y="125"/>
                  </a:lnTo>
                  <a:lnTo>
                    <a:pt x="54" y="131"/>
                  </a:lnTo>
                  <a:lnTo>
                    <a:pt x="72" y="125"/>
                  </a:lnTo>
                  <a:lnTo>
                    <a:pt x="84" y="119"/>
                  </a:lnTo>
                  <a:lnTo>
                    <a:pt x="96" y="113"/>
                  </a:lnTo>
                  <a:lnTo>
                    <a:pt x="96" y="107"/>
                  </a:lnTo>
                  <a:lnTo>
                    <a:pt x="90" y="101"/>
                  </a:lnTo>
                  <a:lnTo>
                    <a:pt x="84" y="113"/>
                  </a:lnTo>
                  <a:lnTo>
                    <a:pt x="72" y="125"/>
                  </a:lnTo>
                  <a:lnTo>
                    <a:pt x="60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54" y="6"/>
                  </a:lnTo>
                  <a:lnTo>
                    <a:pt x="66" y="12"/>
                  </a:lnTo>
                  <a:lnTo>
                    <a:pt x="78" y="18"/>
                  </a:lnTo>
                  <a:lnTo>
                    <a:pt x="90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1" name="Freeform 127"/>
            <p:cNvSpPr>
              <a:spLocks noEditPoints="1"/>
            </p:cNvSpPr>
            <p:nvPr/>
          </p:nvSpPr>
          <p:spPr bwMode="auto">
            <a:xfrm>
              <a:off x="2933" y="2379"/>
              <a:ext cx="52" cy="69"/>
            </a:xfrm>
            <a:custGeom>
              <a:avLst/>
              <a:gdLst>
                <a:gd name="T0" fmla="*/ 36 w 71"/>
                <a:gd name="T1" fmla="*/ 0 h 89"/>
                <a:gd name="T2" fmla="*/ 24 w 71"/>
                <a:gd name="T3" fmla="*/ 6 h 89"/>
                <a:gd name="T4" fmla="*/ 12 w 71"/>
                <a:gd name="T5" fmla="*/ 12 h 89"/>
                <a:gd name="T6" fmla="*/ 6 w 71"/>
                <a:gd name="T7" fmla="*/ 24 h 89"/>
                <a:gd name="T8" fmla="*/ 0 w 71"/>
                <a:gd name="T9" fmla="*/ 41 h 89"/>
                <a:gd name="T10" fmla="*/ 6 w 71"/>
                <a:gd name="T11" fmla="*/ 59 h 89"/>
                <a:gd name="T12" fmla="*/ 12 w 71"/>
                <a:gd name="T13" fmla="*/ 77 h 89"/>
                <a:gd name="T14" fmla="*/ 24 w 71"/>
                <a:gd name="T15" fmla="*/ 83 h 89"/>
                <a:gd name="T16" fmla="*/ 36 w 71"/>
                <a:gd name="T17" fmla="*/ 89 h 89"/>
                <a:gd name="T18" fmla="*/ 53 w 71"/>
                <a:gd name="T19" fmla="*/ 83 h 89"/>
                <a:gd name="T20" fmla="*/ 65 w 71"/>
                <a:gd name="T21" fmla="*/ 77 h 89"/>
                <a:gd name="T22" fmla="*/ 71 w 71"/>
                <a:gd name="T23" fmla="*/ 41 h 89"/>
                <a:gd name="T24" fmla="*/ 71 w 71"/>
                <a:gd name="T25" fmla="*/ 24 h 89"/>
                <a:gd name="T26" fmla="*/ 59 w 71"/>
                <a:gd name="T27" fmla="*/ 12 h 89"/>
                <a:gd name="T28" fmla="*/ 48 w 71"/>
                <a:gd name="T29" fmla="*/ 6 h 89"/>
                <a:gd name="T30" fmla="*/ 36 w 71"/>
                <a:gd name="T31" fmla="*/ 0 h 89"/>
                <a:gd name="T32" fmla="*/ 36 w 71"/>
                <a:gd name="T33" fmla="*/ 0 h 89"/>
                <a:gd name="T34" fmla="*/ 36 w 71"/>
                <a:gd name="T35" fmla="*/ 83 h 89"/>
                <a:gd name="T36" fmla="*/ 24 w 71"/>
                <a:gd name="T37" fmla="*/ 77 h 89"/>
                <a:gd name="T38" fmla="*/ 18 w 71"/>
                <a:gd name="T39" fmla="*/ 65 h 89"/>
                <a:gd name="T40" fmla="*/ 18 w 71"/>
                <a:gd name="T41" fmla="*/ 47 h 89"/>
                <a:gd name="T42" fmla="*/ 18 w 71"/>
                <a:gd name="T43" fmla="*/ 35 h 89"/>
                <a:gd name="T44" fmla="*/ 24 w 71"/>
                <a:gd name="T45" fmla="*/ 12 h 89"/>
                <a:gd name="T46" fmla="*/ 36 w 71"/>
                <a:gd name="T47" fmla="*/ 6 h 89"/>
                <a:gd name="T48" fmla="*/ 42 w 71"/>
                <a:gd name="T49" fmla="*/ 12 h 89"/>
                <a:gd name="T50" fmla="*/ 48 w 71"/>
                <a:gd name="T51" fmla="*/ 18 h 89"/>
                <a:gd name="T52" fmla="*/ 53 w 71"/>
                <a:gd name="T53" fmla="*/ 47 h 89"/>
                <a:gd name="T54" fmla="*/ 53 w 71"/>
                <a:gd name="T55" fmla="*/ 65 h 89"/>
                <a:gd name="T56" fmla="*/ 48 w 71"/>
                <a:gd name="T57" fmla="*/ 77 h 89"/>
                <a:gd name="T58" fmla="*/ 36 w 71"/>
                <a:gd name="T59" fmla="*/ 83 h 89"/>
                <a:gd name="T60" fmla="*/ 36 w 71"/>
                <a:gd name="T61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1" h="89">
                  <a:moveTo>
                    <a:pt x="36" y="0"/>
                  </a:move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1"/>
                  </a:lnTo>
                  <a:lnTo>
                    <a:pt x="6" y="59"/>
                  </a:lnTo>
                  <a:lnTo>
                    <a:pt x="12" y="77"/>
                  </a:lnTo>
                  <a:lnTo>
                    <a:pt x="24" y="83"/>
                  </a:lnTo>
                  <a:lnTo>
                    <a:pt x="36" y="89"/>
                  </a:lnTo>
                  <a:lnTo>
                    <a:pt x="53" y="83"/>
                  </a:lnTo>
                  <a:lnTo>
                    <a:pt x="65" y="77"/>
                  </a:lnTo>
                  <a:lnTo>
                    <a:pt x="71" y="41"/>
                  </a:lnTo>
                  <a:lnTo>
                    <a:pt x="71" y="24"/>
                  </a:lnTo>
                  <a:lnTo>
                    <a:pt x="59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8" y="47"/>
                  </a:lnTo>
                  <a:lnTo>
                    <a:pt x="18" y="35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3" y="47"/>
                  </a:lnTo>
                  <a:lnTo>
                    <a:pt x="53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2" name="Freeform 128"/>
            <p:cNvSpPr>
              <a:spLocks noEditPoints="1"/>
            </p:cNvSpPr>
            <p:nvPr/>
          </p:nvSpPr>
          <p:spPr bwMode="auto">
            <a:xfrm>
              <a:off x="2989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6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6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6 w 36"/>
                <a:gd name="T55" fmla="*/ 12 h 131"/>
                <a:gd name="T56" fmla="*/ 6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6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6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3" name="Freeform 129"/>
            <p:cNvSpPr>
              <a:spLocks/>
            </p:cNvSpPr>
            <p:nvPr/>
          </p:nvSpPr>
          <p:spPr bwMode="auto">
            <a:xfrm>
              <a:off x="3020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30 w 36"/>
                <a:gd name="T7" fmla="*/ 125 h 131"/>
                <a:gd name="T8" fmla="*/ 24 w 36"/>
                <a:gd name="T9" fmla="*/ 113 h 131"/>
                <a:gd name="T10" fmla="*/ 24 w 36"/>
                <a:gd name="T11" fmla="*/ 0 h 131"/>
                <a:gd name="T12" fmla="*/ 24 w 36"/>
                <a:gd name="T13" fmla="*/ 0 h 131"/>
                <a:gd name="T14" fmla="*/ 12 w 36"/>
                <a:gd name="T15" fmla="*/ 6 h 131"/>
                <a:gd name="T16" fmla="*/ 0 w 36"/>
                <a:gd name="T17" fmla="*/ 6 h 131"/>
                <a:gd name="T18" fmla="*/ 0 w 36"/>
                <a:gd name="T19" fmla="*/ 12 h 131"/>
                <a:gd name="T20" fmla="*/ 6 w 36"/>
                <a:gd name="T21" fmla="*/ 12 h 131"/>
                <a:gd name="T22" fmla="*/ 6 w 36"/>
                <a:gd name="T23" fmla="*/ 12 h 131"/>
                <a:gd name="T24" fmla="*/ 12 w 36"/>
                <a:gd name="T25" fmla="*/ 12 h 131"/>
                <a:gd name="T26" fmla="*/ 12 w 36"/>
                <a:gd name="T27" fmla="*/ 24 h 131"/>
                <a:gd name="T28" fmla="*/ 12 w 36"/>
                <a:gd name="T29" fmla="*/ 113 h 131"/>
                <a:gd name="T30" fmla="*/ 12 w 36"/>
                <a:gd name="T31" fmla="*/ 125 h 131"/>
                <a:gd name="T32" fmla="*/ 0 w 36"/>
                <a:gd name="T33" fmla="*/ 125 h 131"/>
                <a:gd name="T34" fmla="*/ 0 w 36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30" y="125"/>
                  </a:lnTo>
                  <a:lnTo>
                    <a:pt x="24" y="11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24"/>
                  </a:lnTo>
                  <a:lnTo>
                    <a:pt x="12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4" name="Freeform 130"/>
            <p:cNvSpPr>
              <a:spLocks/>
            </p:cNvSpPr>
            <p:nvPr/>
          </p:nvSpPr>
          <p:spPr bwMode="auto">
            <a:xfrm>
              <a:off x="3081" y="2346"/>
              <a:ext cx="48" cy="102"/>
            </a:xfrm>
            <a:custGeom>
              <a:avLst/>
              <a:gdLst>
                <a:gd name="T0" fmla="*/ 66 w 66"/>
                <a:gd name="T1" fmla="*/ 101 h 131"/>
                <a:gd name="T2" fmla="*/ 66 w 66"/>
                <a:gd name="T3" fmla="*/ 101 h 131"/>
                <a:gd name="T4" fmla="*/ 60 w 66"/>
                <a:gd name="T5" fmla="*/ 113 h 131"/>
                <a:gd name="T6" fmla="*/ 54 w 66"/>
                <a:gd name="T7" fmla="*/ 113 h 131"/>
                <a:gd name="T8" fmla="*/ 12 w 66"/>
                <a:gd name="T9" fmla="*/ 113 h 131"/>
                <a:gd name="T10" fmla="*/ 42 w 66"/>
                <a:gd name="T11" fmla="*/ 83 h 131"/>
                <a:gd name="T12" fmla="*/ 54 w 66"/>
                <a:gd name="T13" fmla="*/ 60 h 131"/>
                <a:gd name="T14" fmla="*/ 60 w 66"/>
                <a:gd name="T15" fmla="*/ 36 h 131"/>
                <a:gd name="T16" fmla="*/ 54 w 66"/>
                <a:gd name="T17" fmla="*/ 12 h 131"/>
                <a:gd name="T18" fmla="*/ 30 w 66"/>
                <a:gd name="T19" fmla="*/ 0 h 131"/>
                <a:gd name="T20" fmla="*/ 12 w 66"/>
                <a:gd name="T21" fmla="*/ 12 h 131"/>
                <a:gd name="T22" fmla="*/ 0 w 66"/>
                <a:gd name="T23" fmla="*/ 36 h 131"/>
                <a:gd name="T24" fmla="*/ 0 w 66"/>
                <a:gd name="T25" fmla="*/ 42 h 131"/>
                <a:gd name="T26" fmla="*/ 12 w 66"/>
                <a:gd name="T27" fmla="*/ 24 h 131"/>
                <a:gd name="T28" fmla="*/ 24 w 66"/>
                <a:gd name="T29" fmla="*/ 18 h 131"/>
                <a:gd name="T30" fmla="*/ 42 w 66"/>
                <a:gd name="T31" fmla="*/ 24 h 131"/>
                <a:gd name="T32" fmla="*/ 48 w 66"/>
                <a:gd name="T33" fmla="*/ 42 h 131"/>
                <a:gd name="T34" fmla="*/ 42 w 66"/>
                <a:gd name="T35" fmla="*/ 66 h 131"/>
                <a:gd name="T36" fmla="*/ 24 w 66"/>
                <a:gd name="T37" fmla="*/ 89 h 131"/>
                <a:gd name="T38" fmla="*/ 0 w 66"/>
                <a:gd name="T39" fmla="*/ 125 h 131"/>
                <a:gd name="T40" fmla="*/ 0 w 66"/>
                <a:gd name="T41" fmla="*/ 131 h 131"/>
                <a:gd name="T42" fmla="*/ 60 w 66"/>
                <a:gd name="T43" fmla="*/ 131 h 131"/>
                <a:gd name="T44" fmla="*/ 66 w 66"/>
                <a:gd name="T45" fmla="*/ 10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" h="131">
                  <a:moveTo>
                    <a:pt x="66" y="101"/>
                  </a:moveTo>
                  <a:lnTo>
                    <a:pt x="66" y="101"/>
                  </a:lnTo>
                  <a:lnTo>
                    <a:pt x="60" y="113"/>
                  </a:lnTo>
                  <a:lnTo>
                    <a:pt x="54" y="113"/>
                  </a:lnTo>
                  <a:lnTo>
                    <a:pt x="12" y="113"/>
                  </a:lnTo>
                  <a:lnTo>
                    <a:pt x="42" y="83"/>
                  </a:lnTo>
                  <a:lnTo>
                    <a:pt x="54" y="60"/>
                  </a:lnTo>
                  <a:lnTo>
                    <a:pt x="60" y="36"/>
                  </a:lnTo>
                  <a:lnTo>
                    <a:pt x="54" y="12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24" y="18"/>
                  </a:lnTo>
                  <a:lnTo>
                    <a:pt x="42" y="24"/>
                  </a:lnTo>
                  <a:lnTo>
                    <a:pt x="48" y="42"/>
                  </a:lnTo>
                  <a:lnTo>
                    <a:pt x="42" y="66"/>
                  </a:lnTo>
                  <a:lnTo>
                    <a:pt x="24" y="89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60" y="131"/>
                  </a:lnTo>
                  <a:lnTo>
                    <a:pt x="66" y="10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5" name="Freeform 131"/>
            <p:cNvSpPr>
              <a:spLocks/>
            </p:cNvSpPr>
            <p:nvPr/>
          </p:nvSpPr>
          <p:spPr bwMode="auto">
            <a:xfrm>
              <a:off x="3697" y="1410"/>
              <a:ext cx="44" cy="60"/>
            </a:xfrm>
            <a:custGeom>
              <a:avLst/>
              <a:gdLst>
                <a:gd name="T0" fmla="*/ 0 w 60"/>
                <a:gd name="T1" fmla="*/ 6 h 77"/>
                <a:gd name="T2" fmla="*/ 12 w 60"/>
                <a:gd name="T3" fmla="*/ 6 h 77"/>
                <a:gd name="T4" fmla="*/ 12 w 60"/>
                <a:gd name="T5" fmla="*/ 24 h 77"/>
                <a:gd name="T6" fmla="*/ 18 w 60"/>
                <a:gd name="T7" fmla="*/ 30 h 77"/>
                <a:gd name="T8" fmla="*/ 18 w 60"/>
                <a:gd name="T9" fmla="*/ 48 h 77"/>
                <a:gd name="T10" fmla="*/ 18 w 60"/>
                <a:gd name="T11" fmla="*/ 59 h 77"/>
                <a:gd name="T12" fmla="*/ 18 w 60"/>
                <a:gd name="T13" fmla="*/ 71 h 77"/>
                <a:gd name="T14" fmla="*/ 18 w 60"/>
                <a:gd name="T15" fmla="*/ 77 h 77"/>
                <a:gd name="T16" fmla="*/ 18 w 60"/>
                <a:gd name="T17" fmla="*/ 77 h 77"/>
                <a:gd name="T18" fmla="*/ 24 w 60"/>
                <a:gd name="T19" fmla="*/ 71 h 77"/>
                <a:gd name="T20" fmla="*/ 36 w 60"/>
                <a:gd name="T21" fmla="*/ 59 h 77"/>
                <a:gd name="T22" fmla="*/ 42 w 60"/>
                <a:gd name="T23" fmla="*/ 54 h 77"/>
                <a:gd name="T24" fmla="*/ 48 w 60"/>
                <a:gd name="T25" fmla="*/ 36 h 77"/>
                <a:gd name="T26" fmla="*/ 60 w 60"/>
                <a:gd name="T27" fmla="*/ 24 h 77"/>
                <a:gd name="T28" fmla="*/ 60 w 60"/>
                <a:gd name="T29" fmla="*/ 6 h 77"/>
                <a:gd name="T30" fmla="*/ 60 w 60"/>
                <a:gd name="T31" fmla="*/ 0 h 77"/>
                <a:gd name="T32" fmla="*/ 54 w 60"/>
                <a:gd name="T33" fmla="*/ 0 h 77"/>
                <a:gd name="T34" fmla="*/ 48 w 60"/>
                <a:gd name="T35" fmla="*/ 0 h 77"/>
                <a:gd name="T36" fmla="*/ 48 w 60"/>
                <a:gd name="T37" fmla="*/ 0 h 77"/>
                <a:gd name="T38" fmla="*/ 54 w 60"/>
                <a:gd name="T39" fmla="*/ 12 h 77"/>
                <a:gd name="T40" fmla="*/ 54 w 60"/>
                <a:gd name="T41" fmla="*/ 18 h 77"/>
                <a:gd name="T42" fmla="*/ 54 w 60"/>
                <a:gd name="T43" fmla="*/ 24 h 77"/>
                <a:gd name="T44" fmla="*/ 48 w 60"/>
                <a:gd name="T45" fmla="*/ 36 h 77"/>
                <a:gd name="T46" fmla="*/ 36 w 60"/>
                <a:gd name="T47" fmla="*/ 59 h 77"/>
                <a:gd name="T48" fmla="*/ 30 w 60"/>
                <a:gd name="T49" fmla="*/ 59 h 77"/>
                <a:gd name="T50" fmla="*/ 30 w 60"/>
                <a:gd name="T51" fmla="*/ 30 h 77"/>
                <a:gd name="T52" fmla="*/ 24 w 60"/>
                <a:gd name="T53" fmla="*/ 0 h 77"/>
                <a:gd name="T54" fmla="*/ 24 w 60"/>
                <a:gd name="T55" fmla="*/ 0 h 77"/>
                <a:gd name="T56" fmla="*/ 18 w 60"/>
                <a:gd name="T57" fmla="*/ 0 h 77"/>
                <a:gd name="T58" fmla="*/ 12 w 60"/>
                <a:gd name="T59" fmla="*/ 0 h 77"/>
                <a:gd name="T60" fmla="*/ 0 w 60"/>
                <a:gd name="T61" fmla="*/ 0 h 77"/>
                <a:gd name="T62" fmla="*/ 0 w 60"/>
                <a:gd name="T63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12" y="6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8" y="48"/>
                  </a:lnTo>
                  <a:lnTo>
                    <a:pt x="18" y="59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1"/>
                  </a:lnTo>
                  <a:lnTo>
                    <a:pt x="36" y="59"/>
                  </a:lnTo>
                  <a:lnTo>
                    <a:pt x="42" y="54"/>
                  </a:lnTo>
                  <a:lnTo>
                    <a:pt x="48" y="36"/>
                  </a:lnTo>
                  <a:lnTo>
                    <a:pt x="60" y="24"/>
                  </a:lnTo>
                  <a:lnTo>
                    <a:pt x="60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12"/>
                  </a:lnTo>
                  <a:lnTo>
                    <a:pt x="54" y="18"/>
                  </a:lnTo>
                  <a:lnTo>
                    <a:pt x="54" y="24"/>
                  </a:lnTo>
                  <a:lnTo>
                    <a:pt x="48" y="36"/>
                  </a:lnTo>
                  <a:lnTo>
                    <a:pt x="36" y="59"/>
                  </a:lnTo>
                  <a:lnTo>
                    <a:pt x="30" y="59"/>
                  </a:lnTo>
                  <a:lnTo>
                    <a:pt x="30" y="3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6" name="Freeform 132"/>
            <p:cNvSpPr>
              <a:spLocks/>
            </p:cNvSpPr>
            <p:nvPr/>
          </p:nvSpPr>
          <p:spPr bwMode="auto">
            <a:xfrm>
              <a:off x="3746" y="1429"/>
              <a:ext cx="39" cy="73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6 w 54"/>
                <a:gd name="T23" fmla="*/ 18 h 95"/>
                <a:gd name="T24" fmla="*/ 0 w 54"/>
                <a:gd name="T25" fmla="*/ 30 h 95"/>
                <a:gd name="T26" fmla="*/ 6 w 54"/>
                <a:gd name="T27" fmla="*/ 30 h 95"/>
                <a:gd name="T28" fmla="*/ 12 w 54"/>
                <a:gd name="T29" fmla="*/ 18 h 95"/>
                <a:gd name="T30" fmla="*/ 18 w 54"/>
                <a:gd name="T31" fmla="*/ 12 h 95"/>
                <a:gd name="T32" fmla="*/ 30 w 54"/>
                <a:gd name="T33" fmla="*/ 12 h 95"/>
                <a:gd name="T34" fmla="*/ 36 w 54"/>
                <a:gd name="T35" fmla="*/ 18 h 95"/>
                <a:gd name="T36" fmla="*/ 36 w 54"/>
                <a:gd name="T37" fmla="*/ 35 h 95"/>
                <a:gd name="T38" fmla="*/ 30 w 54"/>
                <a:gd name="T39" fmla="*/ 47 h 95"/>
                <a:gd name="T40" fmla="*/ 24 w 54"/>
                <a:gd name="T41" fmla="*/ 71 h 95"/>
                <a:gd name="T42" fmla="*/ 0 w 54"/>
                <a:gd name="T43" fmla="*/ 95 h 95"/>
                <a:gd name="T44" fmla="*/ 0 w 54"/>
                <a:gd name="T45" fmla="*/ 95 h 95"/>
                <a:gd name="T46" fmla="*/ 48 w 54"/>
                <a:gd name="T47" fmla="*/ 95 h 95"/>
                <a:gd name="T48" fmla="*/ 54 w 54"/>
                <a:gd name="T49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7" name="Freeform 133"/>
            <p:cNvSpPr>
              <a:spLocks/>
            </p:cNvSpPr>
            <p:nvPr/>
          </p:nvSpPr>
          <p:spPr bwMode="auto">
            <a:xfrm>
              <a:off x="3715" y="1252"/>
              <a:ext cx="57" cy="74"/>
            </a:xfrm>
            <a:custGeom>
              <a:avLst/>
              <a:gdLst>
                <a:gd name="T0" fmla="*/ 30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0 w 78"/>
                <a:gd name="T7" fmla="*/ 53 h 95"/>
                <a:gd name="T8" fmla="*/ 30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0 w 78"/>
                <a:gd name="T23" fmla="*/ 0 h 95"/>
                <a:gd name="T24" fmla="*/ 30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0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0" y="53"/>
                  </a:lnTo>
                  <a:lnTo>
                    <a:pt x="30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3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8" name="Rectangle 134"/>
            <p:cNvSpPr>
              <a:spLocks noChangeArrowheads="1"/>
            </p:cNvSpPr>
            <p:nvPr/>
          </p:nvSpPr>
          <p:spPr bwMode="auto">
            <a:xfrm>
              <a:off x="3710" y="1591"/>
              <a:ext cx="62" cy="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519" name="Object 135"/>
          <p:cNvGraphicFramePr>
            <a:graphicFrameLocks noChangeAspect="1"/>
          </p:cNvGraphicFramePr>
          <p:nvPr/>
        </p:nvGraphicFramePr>
        <p:xfrm>
          <a:off x="5334000" y="3886200"/>
          <a:ext cx="3354388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760" imgH="812520" progId="Equation.3">
                  <p:embed/>
                </p:oleObj>
              </mc:Choice>
              <mc:Fallback>
                <p:oleObj name="Equation" r:id="rId3" imgW="1193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886200"/>
                        <a:ext cx="3354388" cy="2282825"/>
                      </a:xfrm>
                      <a:prstGeom prst="rect">
                        <a:avLst/>
                      </a:prstGeom>
                      <a:noFill/>
                      <a:ln w="63500" cmpd="thickThin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20" name="Object 136"/>
          <p:cNvGraphicFramePr>
            <a:graphicFrameLocks noChangeAspect="1"/>
          </p:cNvGraphicFramePr>
          <p:nvPr/>
        </p:nvGraphicFramePr>
        <p:xfrm>
          <a:off x="533400" y="41910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812520" progId="Equation.3">
                  <p:embed/>
                </p:oleObj>
              </mc:Choice>
              <mc:Fallback>
                <p:oleObj name="Equation" r:id="rId5" imgW="22096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094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74" name="Group 142"/>
          <p:cNvGrpSpPr>
            <a:grpSpLocks/>
          </p:cNvGrpSpPr>
          <p:nvPr/>
        </p:nvGrpSpPr>
        <p:grpSpPr bwMode="auto">
          <a:xfrm>
            <a:off x="457200" y="457200"/>
            <a:ext cx="5551488" cy="3429000"/>
            <a:chOff x="288" y="288"/>
            <a:chExt cx="3497" cy="2160"/>
          </a:xfrm>
        </p:grpSpPr>
        <p:sp>
          <p:nvSpPr>
            <p:cNvPr id="18435" name="Freeform 3"/>
            <p:cNvSpPr>
              <a:spLocks/>
            </p:cNvSpPr>
            <p:nvPr/>
          </p:nvSpPr>
          <p:spPr bwMode="auto">
            <a:xfrm>
              <a:off x="327" y="1683"/>
              <a:ext cx="752" cy="1"/>
            </a:xfrm>
            <a:custGeom>
              <a:avLst/>
              <a:gdLst>
                <a:gd name="T0" fmla="*/ 0 w 1029"/>
                <a:gd name="T1" fmla="*/ 1029 w 1029"/>
                <a:gd name="T2" fmla="*/ 0 w 1029"/>
                <a:gd name="T3" fmla="*/ 0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0" y="0"/>
                  </a:moveTo>
                  <a:lnTo>
                    <a:pt x="102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6" name="Freeform 4"/>
            <p:cNvSpPr>
              <a:spLocks/>
            </p:cNvSpPr>
            <p:nvPr/>
          </p:nvSpPr>
          <p:spPr bwMode="auto">
            <a:xfrm>
              <a:off x="1573" y="1113"/>
              <a:ext cx="1" cy="626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5"/>
            <p:cNvSpPr>
              <a:spLocks noEditPoints="1"/>
            </p:cNvSpPr>
            <p:nvPr/>
          </p:nvSpPr>
          <p:spPr bwMode="auto">
            <a:xfrm>
              <a:off x="1442" y="942"/>
              <a:ext cx="131" cy="171"/>
            </a:xfrm>
            <a:custGeom>
              <a:avLst/>
              <a:gdLst>
                <a:gd name="T0" fmla="*/ 179 w 179"/>
                <a:gd name="T1" fmla="*/ 221 h 221"/>
                <a:gd name="T2" fmla="*/ 174 w 179"/>
                <a:gd name="T3" fmla="*/ 173 h 221"/>
                <a:gd name="T4" fmla="*/ 168 w 179"/>
                <a:gd name="T5" fmla="*/ 131 h 221"/>
                <a:gd name="T6" fmla="*/ 150 w 179"/>
                <a:gd name="T7" fmla="*/ 95 h 221"/>
                <a:gd name="T8" fmla="*/ 126 w 179"/>
                <a:gd name="T9" fmla="*/ 65 h 221"/>
                <a:gd name="T10" fmla="*/ 102 w 179"/>
                <a:gd name="T11" fmla="*/ 36 h 221"/>
                <a:gd name="T12" fmla="*/ 72 w 179"/>
                <a:gd name="T13" fmla="*/ 18 h 221"/>
                <a:gd name="T14" fmla="*/ 36 w 179"/>
                <a:gd name="T15" fmla="*/ 6 h 221"/>
                <a:gd name="T16" fmla="*/ 0 w 179"/>
                <a:gd name="T17" fmla="*/ 0 h 221"/>
                <a:gd name="T18" fmla="*/ 0 w 179"/>
                <a:gd name="T19" fmla="*/ 0 h 221"/>
                <a:gd name="T20" fmla="*/ 36 w 179"/>
                <a:gd name="T21" fmla="*/ 6 h 221"/>
                <a:gd name="T22" fmla="*/ 72 w 179"/>
                <a:gd name="T23" fmla="*/ 18 h 221"/>
                <a:gd name="T24" fmla="*/ 102 w 179"/>
                <a:gd name="T25" fmla="*/ 36 h 221"/>
                <a:gd name="T26" fmla="*/ 126 w 179"/>
                <a:gd name="T27" fmla="*/ 65 h 221"/>
                <a:gd name="T28" fmla="*/ 150 w 179"/>
                <a:gd name="T29" fmla="*/ 95 h 221"/>
                <a:gd name="T30" fmla="*/ 168 w 179"/>
                <a:gd name="T31" fmla="*/ 131 h 221"/>
                <a:gd name="T32" fmla="*/ 174 w 179"/>
                <a:gd name="T33" fmla="*/ 173 h 221"/>
                <a:gd name="T34" fmla="*/ 179 w 179"/>
                <a:gd name="T35" fmla="*/ 221 h 221"/>
                <a:gd name="T36" fmla="*/ 179 w 179"/>
                <a:gd name="T37" fmla="*/ 221 h 221"/>
                <a:gd name="T38" fmla="*/ 179 w 179"/>
                <a:gd name="T39" fmla="*/ 221 h 221"/>
                <a:gd name="T40" fmla="*/ 179 w 179"/>
                <a:gd name="T41" fmla="*/ 221 h 221"/>
                <a:gd name="T42" fmla="*/ 179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221"/>
                  </a:moveTo>
                  <a:lnTo>
                    <a:pt x="174" y="173"/>
                  </a:lnTo>
                  <a:lnTo>
                    <a:pt x="168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72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6" y="6"/>
                  </a:lnTo>
                  <a:lnTo>
                    <a:pt x="72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8" y="131"/>
                  </a:lnTo>
                  <a:lnTo>
                    <a:pt x="174" y="173"/>
                  </a:lnTo>
                  <a:lnTo>
                    <a:pt x="179" y="221"/>
                  </a:lnTo>
                  <a:lnTo>
                    <a:pt x="179" y="221"/>
                  </a:lnTo>
                  <a:close/>
                  <a:moveTo>
                    <a:pt x="179" y="221"/>
                  </a:moveTo>
                  <a:lnTo>
                    <a:pt x="179" y="221"/>
                  </a:lnTo>
                  <a:lnTo>
                    <a:pt x="179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6"/>
            <p:cNvSpPr>
              <a:spLocks noEditPoints="1"/>
            </p:cNvSpPr>
            <p:nvPr/>
          </p:nvSpPr>
          <p:spPr bwMode="auto">
            <a:xfrm>
              <a:off x="1311" y="942"/>
              <a:ext cx="131" cy="171"/>
            </a:xfrm>
            <a:custGeom>
              <a:avLst/>
              <a:gdLst>
                <a:gd name="T0" fmla="*/ 179 w 179"/>
                <a:gd name="T1" fmla="*/ 0 h 221"/>
                <a:gd name="T2" fmla="*/ 143 w 179"/>
                <a:gd name="T3" fmla="*/ 6 h 221"/>
                <a:gd name="T4" fmla="*/ 113 w 179"/>
                <a:gd name="T5" fmla="*/ 18 h 221"/>
                <a:gd name="T6" fmla="*/ 83 w 179"/>
                <a:gd name="T7" fmla="*/ 36 h 221"/>
                <a:gd name="T8" fmla="*/ 53 w 179"/>
                <a:gd name="T9" fmla="*/ 65 h 221"/>
                <a:gd name="T10" fmla="*/ 30 w 179"/>
                <a:gd name="T11" fmla="*/ 95 h 221"/>
                <a:gd name="T12" fmla="*/ 12 w 179"/>
                <a:gd name="T13" fmla="*/ 131 h 221"/>
                <a:gd name="T14" fmla="*/ 6 w 179"/>
                <a:gd name="T15" fmla="*/ 173 h 221"/>
                <a:gd name="T16" fmla="*/ 0 w 179"/>
                <a:gd name="T17" fmla="*/ 221 h 221"/>
                <a:gd name="T18" fmla="*/ 0 w 179"/>
                <a:gd name="T19" fmla="*/ 221 h 221"/>
                <a:gd name="T20" fmla="*/ 6 w 179"/>
                <a:gd name="T21" fmla="*/ 173 h 221"/>
                <a:gd name="T22" fmla="*/ 12 w 179"/>
                <a:gd name="T23" fmla="*/ 131 h 221"/>
                <a:gd name="T24" fmla="*/ 30 w 179"/>
                <a:gd name="T25" fmla="*/ 95 h 221"/>
                <a:gd name="T26" fmla="*/ 53 w 179"/>
                <a:gd name="T27" fmla="*/ 65 h 221"/>
                <a:gd name="T28" fmla="*/ 83 w 179"/>
                <a:gd name="T29" fmla="*/ 36 h 221"/>
                <a:gd name="T30" fmla="*/ 113 w 179"/>
                <a:gd name="T31" fmla="*/ 18 h 221"/>
                <a:gd name="T32" fmla="*/ 143 w 179"/>
                <a:gd name="T33" fmla="*/ 6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43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30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6" y="173"/>
                  </a:lnTo>
                  <a:lnTo>
                    <a:pt x="12" y="131"/>
                  </a:lnTo>
                  <a:lnTo>
                    <a:pt x="30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3" y="6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7"/>
            <p:cNvSpPr>
              <a:spLocks noEditPoints="1"/>
            </p:cNvSpPr>
            <p:nvPr/>
          </p:nvSpPr>
          <p:spPr bwMode="auto">
            <a:xfrm>
              <a:off x="1311" y="1113"/>
              <a:ext cx="1" cy="626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Freeform 8"/>
            <p:cNvSpPr>
              <a:spLocks noEditPoints="1"/>
            </p:cNvSpPr>
            <p:nvPr/>
          </p:nvSpPr>
          <p:spPr bwMode="auto">
            <a:xfrm>
              <a:off x="1311" y="1739"/>
              <a:ext cx="131" cy="172"/>
            </a:xfrm>
            <a:custGeom>
              <a:avLst/>
              <a:gdLst>
                <a:gd name="T0" fmla="*/ 0 w 179"/>
                <a:gd name="T1" fmla="*/ 0 h 221"/>
                <a:gd name="T2" fmla="*/ 6 w 179"/>
                <a:gd name="T3" fmla="*/ 41 h 221"/>
                <a:gd name="T4" fmla="*/ 12 w 179"/>
                <a:gd name="T5" fmla="*/ 83 h 221"/>
                <a:gd name="T6" fmla="*/ 30 w 179"/>
                <a:gd name="T7" fmla="*/ 125 h 221"/>
                <a:gd name="T8" fmla="*/ 53 w 179"/>
                <a:gd name="T9" fmla="*/ 155 h 221"/>
                <a:gd name="T10" fmla="*/ 83 w 179"/>
                <a:gd name="T11" fmla="*/ 185 h 221"/>
                <a:gd name="T12" fmla="*/ 113 w 179"/>
                <a:gd name="T13" fmla="*/ 203 h 221"/>
                <a:gd name="T14" fmla="*/ 143 w 179"/>
                <a:gd name="T15" fmla="*/ 215 h 221"/>
                <a:gd name="T16" fmla="*/ 179 w 179"/>
                <a:gd name="T17" fmla="*/ 221 h 221"/>
                <a:gd name="T18" fmla="*/ 179 w 179"/>
                <a:gd name="T19" fmla="*/ 221 h 221"/>
                <a:gd name="T20" fmla="*/ 143 w 179"/>
                <a:gd name="T21" fmla="*/ 215 h 221"/>
                <a:gd name="T22" fmla="*/ 113 w 179"/>
                <a:gd name="T23" fmla="*/ 203 h 221"/>
                <a:gd name="T24" fmla="*/ 83 w 179"/>
                <a:gd name="T25" fmla="*/ 185 h 221"/>
                <a:gd name="T26" fmla="*/ 53 w 179"/>
                <a:gd name="T27" fmla="*/ 155 h 221"/>
                <a:gd name="T28" fmla="*/ 30 w 179"/>
                <a:gd name="T29" fmla="*/ 125 h 221"/>
                <a:gd name="T30" fmla="*/ 12 w 179"/>
                <a:gd name="T31" fmla="*/ 83 h 221"/>
                <a:gd name="T32" fmla="*/ 6 w 179"/>
                <a:gd name="T33" fmla="*/ 41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6" y="41"/>
                  </a:lnTo>
                  <a:lnTo>
                    <a:pt x="12" y="83"/>
                  </a:lnTo>
                  <a:lnTo>
                    <a:pt x="30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3" y="215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43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30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Freeform 9"/>
            <p:cNvSpPr>
              <a:spLocks noEditPoints="1"/>
            </p:cNvSpPr>
            <p:nvPr/>
          </p:nvSpPr>
          <p:spPr bwMode="auto">
            <a:xfrm>
              <a:off x="1442" y="1739"/>
              <a:ext cx="131" cy="172"/>
            </a:xfrm>
            <a:custGeom>
              <a:avLst/>
              <a:gdLst>
                <a:gd name="T0" fmla="*/ 0 w 179"/>
                <a:gd name="T1" fmla="*/ 221 h 221"/>
                <a:gd name="T2" fmla="*/ 36 w 179"/>
                <a:gd name="T3" fmla="*/ 215 h 221"/>
                <a:gd name="T4" fmla="*/ 72 w 179"/>
                <a:gd name="T5" fmla="*/ 203 h 221"/>
                <a:gd name="T6" fmla="*/ 102 w 179"/>
                <a:gd name="T7" fmla="*/ 185 h 221"/>
                <a:gd name="T8" fmla="*/ 126 w 179"/>
                <a:gd name="T9" fmla="*/ 155 h 221"/>
                <a:gd name="T10" fmla="*/ 150 w 179"/>
                <a:gd name="T11" fmla="*/ 125 h 221"/>
                <a:gd name="T12" fmla="*/ 168 w 179"/>
                <a:gd name="T13" fmla="*/ 83 h 221"/>
                <a:gd name="T14" fmla="*/ 174 w 179"/>
                <a:gd name="T15" fmla="*/ 41 h 221"/>
                <a:gd name="T16" fmla="*/ 179 w 179"/>
                <a:gd name="T17" fmla="*/ 0 h 221"/>
                <a:gd name="T18" fmla="*/ 179 w 179"/>
                <a:gd name="T19" fmla="*/ 0 h 221"/>
                <a:gd name="T20" fmla="*/ 174 w 179"/>
                <a:gd name="T21" fmla="*/ 41 h 221"/>
                <a:gd name="T22" fmla="*/ 168 w 179"/>
                <a:gd name="T23" fmla="*/ 83 h 221"/>
                <a:gd name="T24" fmla="*/ 150 w 179"/>
                <a:gd name="T25" fmla="*/ 125 h 221"/>
                <a:gd name="T26" fmla="*/ 126 w 179"/>
                <a:gd name="T27" fmla="*/ 155 h 221"/>
                <a:gd name="T28" fmla="*/ 102 w 179"/>
                <a:gd name="T29" fmla="*/ 185 h 221"/>
                <a:gd name="T30" fmla="*/ 72 w 179"/>
                <a:gd name="T31" fmla="*/ 203 h 221"/>
                <a:gd name="T32" fmla="*/ 36 w 179"/>
                <a:gd name="T33" fmla="*/ 215 h 221"/>
                <a:gd name="T34" fmla="*/ 0 w 179"/>
                <a:gd name="T35" fmla="*/ 221 h 221"/>
                <a:gd name="T36" fmla="*/ 0 w 179"/>
                <a:gd name="T37" fmla="*/ 221 h 221"/>
                <a:gd name="T38" fmla="*/ 0 w 179"/>
                <a:gd name="T39" fmla="*/ 221 h 221"/>
                <a:gd name="T40" fmla="*/ 0 w 179"/>
                <a:gd name="T41" fmla="*/ 221 h 221"/>
                <a:gd name="T42" fmla="*/ 0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221"/>
                  </a:moveTo>
                  <a:lnTo>
                    <a:pt x="36" y="215"/>
                  </a:lnTo>
                  <a:lnTo>
                    <a:pt x="72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8" y="83"/>
                  </a:lnTo>
                  <a:lnTo>
                    <a:pt x="174" y="41"/>
                  </a:lnTo>
                  <a:lnTo>
                    <a:pt x="179" y="0"/>
                  </a:lnTo>
                  <a:lnTo>
                    <a:pt x="179" y="0"/>
                  </a:lnTo>
                  <a:lnTo>
                    <a:pt x="174" y="41"/>
                  </a:lnTo>
                  <a:lnTo>
                    <a:pt x="168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72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Freeform 10"/>
            <p:cNvSpPr>
              <a:spLocks/>
            </p:cNvSpPr>
            <p:nvPr/>
          </p:nvSpPr>
          <p:spPr bwMode="auto">
            <a:xfrm>
              <a:off x="1573" y="1739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Freeform 11"/>
            <p:cNvSpPr>
              <a:spLocks/>
            </p:cNvSpPr>
            <p:nvPr/>
          </p:nvSpPr>
          <p:spPr bwMode="auto">
            <a:xfrm>
              <a:off x="2933" y="2193"/>
              <a:ext cx="56" cy="74"/>
            </a:xfrm>
            <a:custGeom>
              <a:avLst/>
              <a:gdLst>
                <a:gd name="T0" fmla="*/ 0 w 77"/>
                <a:gd name="T1" fmla="*/ 95 h 95"/>
                <a:gd name="T2" fmla="*/ 30 w 77"/>
                <a:gd name="T3" fmla="*/ 89 h 95"/>
                <a:gd name="T4" fmla="*/ 53 w 77"/>
                <a:gd name="T5" fmla="*/ 66 h 95"/>
                <a:gd name="T6" fmla="*/ 71 w 77"/>
                <a:gd name="T7" fmla="*/ 36 h 95"/>
                <a:gd name="T8" fmla="*/ 77 w 77"/>
                <a:gd name="T9" fmla="*/ 0 h 95"/>
                <a:gd name="T10" fmla="*/ 77 w 77"/>
                <a:gd name="T11" fmla="*/ 0 h 95"/>
                <a:gd name="T12" fmla="*/ 71 w 77"/>
                <a:gd name="T13" fmla="*/ 36 h 95"/>
                <a:gd name="T14" fmla="*/ 53 w 77"/>
                <a:gd name="T15" fmla="*/ 66 h 95"/>
                <a:gd name="T16" fmla="*/ 30 w 77"/>
                <a:gd name="T17" fmla="*/ 89 h 95"/>
                <a:gd name="T18" fmla="*/ 0 w 77"/>
                <a:gd name="T19" fmla="*/ 95 h 95"/>
                <a:gd name="T20" fmla="*/ 0 w 77"/>
                <a:gd name="T2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95">
                  <a:moveTo>
                    <a:pt x="0" y="95"/>
                  </a:moveTo>
                  <a:lnTo>
                    <a:pt x="30" y="89"/>
                  </a:lnTo>
                  <a:lnTo>
                    <a:pt x="53" y="66"/>
                  </a:lnTo>
                  <a:lnTo>
                    <a:pt x="71" y="36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1" y="36"/>
                  </a:lnTo>
                  <a:lnTo>
                    <a:pt x="53" y="66"/>
                  </a:lnTo>
                  <a:lnTo>
                    <a:pt x="30" y="89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Freeform 12"/>
            <p:cNvSpPr>
              <a:spLocks noEditPoints="1"/>
            </p:cNvSpPr>
            <p:nvPr/>
          </p:nvSpPr>
          <p:spPr bwMode="auto">
            <a:xfrm>
              <a:off x="2989" y="571"/>
              <a:ext cx="1" cy="1622"/>
            </a:xfrm>
            <a:custGeom>
              <a:avLst/>
              <a:gdLst>
                <a:gd name="T0" fmla="*/ 2090 h 2090"/>
                <a:gd name="T1" fmla="*/ 0 h 2090"/>
                <a:gd name="T2" fmla="*/ 2090 h 2090"/>
                <a:gd name="T3" fmla="*/ 2090 h 2090"/>
                <a:gd name="T4" fmla="*/ 2090 h 2090"/>
                <a:gd name="T5" fmla="*/ 2090 h 2090"/>
                <a:gd name="T6" fmla="*/ 209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2090"/>
                  </a:moveTo>
                  <a:lnTo>
                    <a:pt x="0" y="0"/>
                  </a:lnTo>
                  <a:lnTo>
                    <a:pt x="0" y="2090"/>
                  </a:lnTo>
                  <a:lnTo>
                    <a:pt x="0" y="2090"/>
                  </a:lnTo>
                  <a:close/>
                  <a:moveTo>
                    <a:pt x="0" y="2090"/>
                  </a:moveTo>
                  <a:lnTo>
                    <a:pt x="0" y="2090"/>
                  </a:lnTo>
                  <a:lnTo>
                    <a:pt x="0" y="209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Freeform 13"/>
            <p:cNvSpPr>
              <a:spLocks noEditPoints="1"/>
            </p:cNvSpPr>
            <p:nvPr/>
          </p:nvSpPr>
          <p:spPr bwMode="auto">
            <a:xfrm>
              <a:off x="2933" y="497"/>
              <a:ext cx="56" cy="74"/>
            </a:xfrm>
            <a:custGeom>
              <a:avLst/>
              <a:gdLst>
                <a:gd name="T0" fmla="*/ 77 w 77"/>
                <a:gd name="T1" fmla="*/ 95 h 95"/>
                <a:gd name="T2" fmla="*/ 71 w 77"/>
                <a:gd name="T3" fmla="*/ 59 h 95"/>
                <a:gd name="T4" fmla="*/ 53 w 77"/>
                <a:gd name="T5" fmla="*/ 29 h 95"/>
                <a:gd name="T6" fmla="*/ 30 w 77"/>
                <a:gd name="T7" fmla="*/ 5 h 95"/>
                <a:gd name="T8" fmla="*/ 0 w 77"/>
                <a:gd name="T9" fmla="*/ 0 h 95"/>
                <a:gd name="T10" fmla="*/ 0 w 77"/>
                <a:gd name="T11" fmla="*/ 0 h 95"/>
                <a:gd name="T12" fmla="*/ 30 w 77"/>
                <a:gd name="T13" fmla="*/ 5 h 95"/>
                <a:gd name="T14" fmla="*/ 53 w 77"/>
                <a:gd name="T15" fmla="*/ 29 h 95"/>
                <a:gd name="T16" fmla="*/ 71 w 77"/>
                <a:gd name="T17" fmla="*/ 59 h 95"/>
                <a:gd name="T18" fmla="*/ 77 w 77"/>
                <a:gd name="T19" fmla="*/ 95 h 95"/>
                <a:gd name="T20" fmla="*/ 77 w 77"/>
                <a:gd name="T21" fmla="*/ 95 h 95"/>
                <a:gd name="T22" fmla="*/ 77 w 77"/>
                <a:gd name="T23" fmla="*/ 95 h 95"/>
                <a:gd name="T24" fmla="*/ 77 w 77"/>
                <a:gd name="T25" fmla="*/ 95 h 95"/>
                <a:gd name="T26" fmla="*/ 77 w 77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7" h="95">
                  <a:moveTo>
                    <a:pt x="77" y="95"/>
                  </a:moveTo>
                  <a:lnTo>
                    <a:pt x="71" y="59"/>
                  </a:lnTo>
                  <a:lnTo>
                    <a:pt x="53" y="29"/>
                  </a:lnTo>
                  <a:lnTo>
                    <a:pt x="3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5"/>
                  </a:lnTo>
                  <a:lnTo>
                    <a:pt x="53" y="29"/>
                  </a:lnTo>
                  <a:lnTo>
                    <a:pt x="71" y="59"/>
                  </a:lnTo>
                  <a:lnTo>
                    <a:pt x="77" y="95"/>
                  </a:lnTo>
                  <a:lnTo>
                    <a:pt x="77" y="95"/>
                  </a:lnTo>
                  <a:close/>
                  <a:moveTo>
                    <a:pt x="77" y="95"/>
                  </a:moveTo>
                  <a:lnTo>
                    <a:pt x="77" y="95"/>
                  </a:lnTo>
                  <a:lnTo>
                    <a:pt x="77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Freeform 14"/>
            <p:cNvSpPr>
              <a:spLocks noEditPoints="1"/>
            </p:cNvSpPr>
            <p:nvPr/>
          </p:nvSpPr>
          <p:spPr bwMode="auto">
            <a:xfrm>
              <a:off x="1131" y="497"/>
              <a:ext cx="1802" cy="1"/>
            </a:xfrm>
            <a:custGeom>
              <a:avLst/>
              <a:gdLst>
                <a:gd name="T0" fmla="*/ 2465 w 2465"/>
                <a:gd name="T1" fmla="*/ 0 w 2465"/>
                <a:gd name="T2" fmla="*/ 2465 w 2465"/>
                <a:gd name="T3" fmla="*/ 2465 w 2465"/>
                <a:gd name="T4" fmla="*/ 2465 w 2465"/>
                <a:gd name="T5" fmla="*/ 2465 w 2465"/>
                <a:gd name="T6" fmla="*/ 2465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2465" y="0"/>
                  </a:moveTo>
                  <a:lnTo>
                    <a:pt x="0" y="0"/>
                  </a:lnTo>
                  <a:lnTo>
                    <a:pt x="2465" y="0"/>
                  </a:lnTo>
                  <a:lnTo>
                    <a:pt x="2465" y="0"/>
                  </a:lnTo>
                  <a:close/>
                  <a:moveTo>
                    <a:pt x="2465" y="0"/>
                  </a:moveTo>
                  <a:lnTo>
                    <a:pt x="2465" y="0"/>
                  </a:lnTo>
                  <a:lnTo>
                    <a:pt x="246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Freeform 15"/>
            <p:cNvSpPr>
              <a:spLocks noEditPoints="1"/>
            </p:cNvSpPr>
            <p:nvPr/>
          </p:nvSpPr>
          <p:spPr bwMode="auto">
            <a:xfrm>
              <a:off x="1079" y="497"/>
              <a:ext cx="52" cy="74"/>
            </a:xfrm>
            <a:custGeom>
              <a:avLst/>
              <a:gdLst>
                <a:gd name="T0" fmla="*/ 71 w 71"/>
                <a:gd name="T1" fmla="*/ 0 h 95"/>
                <a:gd name="T2" fmla="*/ 41 w 71"/>
                <a:gd name="T3" fmla="*/ 5 h 95"/>
                <a:gd name="T4" fmla="*/ 18 w 71"/>
                <a:gd name="T5" fmla="*/ 29 h 95"/>
                <a:gd name="T6" fmla="*/ 6 w 71"/>
                <a:gd name="T7" fmla="*/ 59 h 95"/>
                <a:gd name="T8" fmla="*/ 0 w 71"/>
                <a:gd name="T9" fmla="*/ 95 h 95"/>
                <a:gd name="T10" fmla="*/ 0 w 71"/>
                <a:gd name="T11" fmla="*/ 95 h 95"/>
                <a:gd name="T12" fmla="*/ 6 w 71"/>
                <a:gd name="T13" fmla="*/ 59 h 95"/>
                <a:gd name="T14" fmla="*/ 18 w 71"/>
                <a:gd name="T15" fmla="*/ 29 h 95"/>
                <a:gd name="T16" fmla="*/ 41 w 71"/>
                <a:gd name="T17" fmla="*/ 5 h 95"/>
                <a:gd name="T18" fmla="*/ 71 w 71"/>
                <a:gd name="T19" fmla="*/ 0 h 95"/>
                <a:gd name="T20" fmla="*/ 71 w 71"/>
                <a:gd name="T21" fmla="*/ 0 h 95"/>
                <a:gd name="T22" fmla="*/ 71 w 71"/>
                <a:gd name="T23" fmla="*/ 0 h 95"/>
                <a:gd name="T24" fmla="*/ 71 w 71"/>
                <a:gd name="T25" fmla="*/ 0 h 95"/>
                <a:gd name="T26" fmla="*/ 71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71" y="0"/>
                  </a:moveTo>
                  <a:lnTo>
                    <a:pt x="41" y="5"/>
                  </a:lnTo>
                  <a:lnTo>
                    <a:pt x="18" y="29"/>
                  </a:lnTo>
                  <a:lnTo>
                    <a:pt x="6" y="59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59"/>
                  </a:lnTo>
                  <a:lnTo>
                    <a:pt x="18" y="29"/>
                  </a:lnTo>
                  <a:lnTo>
                    <a:pt x="41" y="5"/>
                  </a:ln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Freeform 16"/>
            <p:cNvSpPr>
              <a:spLocks noEditPoints="1"/>
            </p:cNvSpPr>
            <p:nvPr/>
          </p:nvSpPr>
          <p:spPr bwMode="auto">
            <a:xfrm>
              <a:off x="1079" y="571"/>
              <a:ext cx="1" cy="1622"/>
            </a:xfrm>
            <a:custGeom>
              <a:avLst/>
              <a:gdLst>
                <a:gd name="T0" fmla="*/ 0 h 2090"/>
                <a:gd name="T1" fmla="*/ 2090 h 2090"/>
                <a:gd name="T2" fmla="*/ 0 h 2090"/>
                <a:gd name="T3" fmla="*/ 0 h 2090"/>
                <a:gd name="T4" fmla="*/ 0 h 2090"/>
                <a:gd name="T5" fmla="*/ 0 h 2090"/>
                <a:gd name="T6" fmla="*/ 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0"/>
                  </a:moveTo>
                  <a:lnTo>
                    <a:pt x="0" y="209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Freeform 17"/>
            <p:cNvSpPr>
              <a:spLocks noEditPoints="1"/>
            </p:cNvSpPr>
            <p:nvPr/>
          </p:nvSpPr>
          <p:spPr bwMode="auto">
            <a:xfrm>
              <a:off x="1079" y="2193"/>
              <a:ext cx="52" cy="74"/>
            </a:xfrm>
            <a:custGeom>
              <a:avLst/>
              <a:gdLst>
                <a:gd name="T0" fmla="*/ 0 w 71"/>
                <a:gd name="T1" fmla="*/ 0 h 95"/>
                <a:gd name="T2" fmla="*/ 6 w 71"/>
                <a:gd name="T3" fmla="*/ 36 h 95"/>
                <a:gd name="T4" fmla="*/ 18 w 71"/>
                <a:gd name="T5" fmla="*/ 66 h 95"/>
                <a:gd name="T6" fmla="*/ 41 w 71"/>
                <a:gd name="T7" fmla="*/ 89 h 95"/>
                <a:gd name="T8" fmla="*/ 71 w 71"/>
                <a:gd name="T9" fmla="*/ 95 h 95"/>
                <a:gd name="T10" fmla="*/ 71 w 71"/>
                <a:gd name="T11" fmla="*/ 95 h 95"/>
                <a:gd name="T12" fmla="*/ 41 w 71"/>
                <a:gd name="T13" fmla="*/ 89 h 95"/>
                <a:gd name="T14" fmla="*/ 18 w 71"/>
                <a:gd name="T15" fmla="*/ 66 h 95"/>
                <a:gd name="T16" fmla="*/ 6 w 71"/>
                <a:gd name="T17" fmla="*/ 36 h 95"/>
                <a:gd name="T18" fmla="*/ 0 w 71"/>
                <a:gd name="T19" fmla="*/ 0 h 95"/>
                <a:gd name="T20" fmla="*/ 0 w 71"/>
                <a:gd name="T21" fmla="*/ 0 h 95"/>
                <a:gd name="T22" fmla="*/ 0 w 71"/>
                <a:gd name="T23" fmla="*/ 0 h 95"/>
                <a:gd name="T24" fmla="*/ 0 w 71"/>
                <a:gd name="T25" fmla="*/ 0 h 95"/>
                <a:gd name="T26" fmla="*/ 0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0" y="0"/>
                  </a:moveTo>
                  <a:lnTo>
                    <a:pt x="6" y="36"/>
                  </a:lnTo>
                  <a:lnTo>
                    <a:pt x="18" y="66"/>
                  </a:lnTo>
                  <a:lnTo>
                    <a:pt x="41" y="89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41" y="89"/>
                  </a:lnTo>
                  <a:lnTo>
                    <a:pt x="18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Freeform 18"/>
            <p:cNvSpPr>
              <a:spLocks noEditPoints="1"/>
            </p:cNvSpPr>
            <p:nvPr/>
          </p:nvSpPr>
          <p:spPr bwMode="auto">
            <a:xfrm>
              <a:off x="1131" y="2267"/>
              <a:ext cx="1802" cy="1"/>
            </a:xfrm>
            <a:custGeom>
              <a:avLst/>
              <a:gdLst>
                <a:gd name="T0" fmla="*/ 0 w 2465"/>
                <a:gd name="T1" fmla="*/ 2465 w 2465"/>
                <a:gd name="T2" fmla="*/ 0 w 2465"/>
                <a:gd name="T3" fmla="*/ 0 w 2465"/>
                <a:gd name="T4" fmla="*/ 0 w 2465"/>
                <a:gd name="T5" fmla="*/ 0 w 2465"/>
                <a:gd name="T6" fmla="*/ 0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0" y="0"/>
                  </a:moveTo>
                  <a:lnTo>
                    <a:pt x="246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Freeform 19"/>
            <p:cNvSpPr>
              <a:spLocks/>
            </p:cNvSpPr>
            <p:nvPr/>
          </p:nvSpPr>
          <p:spPr bwMode="auto">
            <a:xfrm>
              <a:off x="2933" y="2267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Freeform 20"/>
            <p:cNvSpPr>
              <a:spLocks/>
            </p:cNvSpPr>
            <p:nvPr/>
          </p:nvSpPr>
          <p:spPr bwMode="auto">
            <a:xfrm>
              <a:off x="2793" y="1938"/>
              <a:ext cx="57" cy="74"/>
            </a:xfrm>
            <a:custGeom>
              <a:avLst/>
              <a:gdLst>
                <a:gd name="T0" fmla="*/ 0 w 78"/>
                <a:gd name="T1" fmla="*/ 96 h 96"/>
                <a:gd name="T2" fmla="*/ 30 w 78"/>
                <a:gd name="T3" fmla="*/ 90 h 96"/>
                <a:gd name="T4" fmla="*/ 54 w 78"/>
                <a:gd name="T5" fmla="*/ 66 h 96"/>
                <a:gd name="T6" fmla="*/ 72 w 78"/>
                <a:gd name="T7" fmla="*/ 36 h 96"/>
                <a:gd name="T8" fmla="*/ 78 w 78"/>
                <a:gd name="T9" fmla="*/ 0 h 96"/>
                <a:gd name="T10" fmla="*/ 78 w 78"/>
                <a:gd name="T11" fmla="*/ 0 h 96"/>
                <a:gd name="T12" fmla="*/ 72 w 78"/>
                <a:gd name="T13" fmla="*/ 36 h 96"/>
                <a:gd name="T14" fmla="*/ 54 w 78"/>
                <a:gd name="T15" fmla="*/ 66 h 96"/>
                <a:gd name="T16" fmla="*/ 30 w 78"/>
                <a:gd name="T17" fmla="*/ 90 h 96"/>
                <a:gd name="T18" fmla="*/ 0 w 78"/>
                <a:gd name="T19" fmla="*/ 96 h 96"/>
                <a:gd name="T20" fmla="*/ 0 w 7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96">
                  <a:moveTo>
                    <a:pt x="0" y="96"/>
                  </a:moveTo>
                  <a:lnTo>
                    <a:pt x="30" y="90"/>
                  </a:lnTo>
                  <a:lnTo>
                    <a:pt x="54" y="66"/>
                  </a:lnTo>
                  <a:lnTo>
                    <a:pt x="72" y="36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2" y="36"/>
                  </a:lnTo>
                  <a:lnTo>
                    <a:pt x="54" y="66"/>
                  </a:lnTo>
                  <a:lnTo>
                    <a:pt x="30" y="90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Freeform 21"/>
            <p:cNvSpPr>
              <a:spLocks noEditPoints="1"/>
            </p:cNvSpPr>
            <p:nvPr/>
          </p:nvSpPr>
          <p:spPr bwMode="auto">
            <a:xfrm>
              <a:off x="2850" y="825"/>
              <a:ext cx="0" cy="1113"/>
            </a:xfrm>
            <a:custGeom>
              <a:avLst/>
              <a:gdLst>
                <a:gd name="T0" fmla="*/ 1433 h 1433"/>
                <a:gd name="T1" fmla="*/ 0 h 1433"/>
                <a:gd name="T2" fmla="*/ 1433 h 1433"/>
                <a:gd name="T3" fmla="*/ 1433 h 1433"/>
                <a:gd name="T4" fmla="*/ 1433 h 1433"/>
                <a:gd name="T5" fmla="*/ 1433 h 1433"/>
                <a:gd name="T6" fmla="*/ 1433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1433"/>
                  </a:moveTo>
                  <a:lnTo>
                    <a:pt x="0" y="0"/>
                  </a:lnTo>
                  <a:lnTo>
                    <a:pt x="0" y="1433"/>
                  </a:lnTo>
                  <a:lnTo>
                    <a:pt x="0" y="1433"/>
                  </a:lnTo>
                  <a:close/>
                  <a:moveTo>
                    <a:pt x="0" y="1433"/>
                  </a:moveTo>
                  <a:lnTo>
                    <a:pt x="0" y="1433"/>
                  </a:lnTo>
                  <a:lnTo>
                    <a:pt x="0" y="143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Freeform 22"/>
            <p:cNvSpPr>
              <a:spLocks noEditPoints="1"/>
            </p:cNvSpPr>
            <p:nvPr/>
          </p:nvSpPr>
          <p:spPr bwMode="auto">
            <a:xfrm>
              <a:off x="2793" y="752"/>
              <a:ext cx="57" cy="73"/>
            </a:xfrm>
            <a:custGeom>
              <a:avLst/>
              <a:gdLst>
                <a:gd name="T0" fmla="*/ 78 w 78"/>
                <a:gd name="T1" fmla="*/ 95 h 95"/>
                <a:gd name="T2" fmla="*/ 72 w 78"/>
                <a:gd name="T3" fmla="*/ 60 h 95"/>
                <a:gd name="T4" fmla="*/ 54 w 78"/>
                <a:gd name="T5" fmla="*/ 30 h 95"/>
                <a:gd name="T6" fmla="*/ 30 w 78"/>
                <a:gd name="T7" fmla="*/ 6 h 95"/>
                <a:gd name="T8" fmla="*/ 0 w 78"/>
                <a:gd name="T9" fmla="*/ 0 h 95"/>
                <a:gd name="T10" fmla="*/ 0 w 78"/>
                <a:gd name="T11" fmla="*/ 0 h 95"/>
                <a:gd name="T12" fmla="*/ 30 w 78"/>
                <a:gd name="T13" fmla="*/ 6 h 95"/>
                <a:gd name="T14" fmla="*/ 54 w 78"/>
                <a:gd name="T15" fmla="*/ 30 h 95"/>
                <a:gd name="T16" fmla="*/ 72 w 78"/>
                <a:gd name="T17" fmla="*/ 60 h 95"/>
                <a:gd name="T18" fmla="*/ 78 w 78"/>
                <a:gd name="T19" fmla="*/ 95 h 95"/>
                <a:gd name="T20" fmla="*/ 78 w 78"/>
                <a:gd name="T21" fmla="*/ 95 h 95"/>
                <a:gd name="T22" fmla="*/ 78 w 78"/>
                <a:gd name="T23" fmla="*/ 95 h 95"/>
                <a:gd name="T24" fmla="*/ 78 w 78"/>
                <a:gd name="T25" fmla="*/ 95 h 95"/>
                <a:gd name="T26" fmla="*/ 78 w 78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95"/>
                  </a:moveTo>
                  <a:lnTo>
                    <a:pt x="72" y="60"/>
                  </a:lnTo>
                  <a:lnTo>
                    <a:pt x="54" y="30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6"/>
                  </a:lnTo>
                  <a:lnTo>
                    <a:pt x="54" y="30"/>
                  </a:lnTo>
                  <a:lnTo>
                    <a:pt x="72" y="60"/>
                  </a:lnTo>
                  <a:lnTo>
                    <a:pt x="78" y="95"/>
                  </a:lnTo>
                  <a:lnTo>
                    <a:pt x="78" y="95"/>
                  </a:lnTo>
                  <a:close/>
                  <a:moveTo>
                    <a:pt x="78" y="95"/>
                  </a:moveTo>
                  <a:lnTo>
                    <a:pt x="78" y="95"/>
                  </a:lnTo>
                  <a:lnTo>
                    <a:pt x="78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Freeform 23"/>
            <p:cNvSpPr>
              <a:spLocks noEditPoints="1"/>
            </p:cNvSpPr>
            <p:nvPr/>
          </p:nvSpPr>
          <p:spPr bwMode="auto">
            <a:xfrm>
              <a:off x="1276" y="752"/>
              <a:ext cx="1517" cy="0"/>
            </a:xfrm>
            <a:custGeom>
              <a:avLst/>
              <a:gdLst>
                <a:gd name="T0" fmla="*/ 2075 w 2075"/>
                <a:gd name="T1" fmla="*/ 0 w 2075"/>
                <a:gd name="T2" fmla="*/ 2075 w 2075"/>
                <a:gd name="T3" fmla="*/ 2075 w 2075"/>
                <a:gd name="T4" fmla="*/ 2075 w 2075"/>
                <a:gd name="T5" fmla="*/ 2075 w 2075"/>
                <a:gd name="T6" fmla="*/ 2075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2075" y="0"/>
                  </a:moveTo>
                  <a:lnTo>
                    <a:pt x="0" y="0"/>
                  </a:lnTo>
                  <a:lnTo>
                    <a:pt x="2075" y="0"/>
                  </a:lnTo>
                  <a:lnTo>
                    <a:pt x="2075" y="0"/>
                  </a:lnTo>
                  <a:close/>
                  <a:moveTo>
                    <a:pt x="2075" y="0"/>
                  </a:moveTo>
                  <a:lnTo>
                    <a:pt x="2075" y="0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Freeform 24"/>
            <p:cNvSpPr>
              <a:spLocks noEditPoints="1"/>
            </p:cNvSpPr>
            <p:nvPr/>
          </p:nvSpPr>
          <p:spPr bwMode="auto">
            <a:xfrm>
              <a:off x="1219" y="752"/>
              <a:ext cx="57" cy="73"/>
            </a:xfrm>
            <a:custGeom>
              <a:avLst/>
              <a:gdLst>
                <a:gd name="T0" fmla="*/ 78 w 78"/>
                <a:gd name="T1" fmla="*/ 0 h 95"/>
                <a:gd name="T2" fmla="*/ 48 w 78"/>
                <a:gd name="T3" fmla="*/ 6 h 95"/>
                <a:gd name="T4" fmla="*/ 24 w 78"/>
                <a:gd name="T5" fmla="*/ 30 h 95"/>
                <a:gd name="T6" fmla="*/ 6 w 78"/>
                <a:gd name="T7" fmla="*/ 60 h 95"/>
                <a:gd name="T8" fmla="*/ 0 w 78"/>
                <a:gd name="T9" fmla="*/ 95 h 95"/>
                <a:gd name="T10" fmla="*/ 0 w 78"/>
                <a:gd name="T11" fmla="*/ 95 h 95"/>
                <a:gd name="T12" fmla="*/ 6 w 78"/>
                <a:gd name="T13" fmla="*/ 60 h 95"/>
                <a:gd name="T14" fmla="*/ 24 w 78"/>
                <a:gd name="T15" fmla="*/ 30 h 95"/>
                <a:gd name="T16" fmla="*/ 48 w 78"/>
                <a:gd name="T17" fmla="*/ 6 h 95"/>
                <a:gd name="T18" fmla="*/ 78 w 78"/>
                <a:gd name="T19" fmla="*/ 0 h 95"/>
                <a:gd name="T20" fmla="*/ 78 w 78"/>
                <a:gd name="T21" fmla="*/ 0 h 95"/>
                <a:gd name="T22" fmla="*/ 78 w 78"/>
                <a:gd name="T23" fmla="*/ 0 h 95"/>
                <a:gd name="T24" fmla="*/ 78 w 78"/>
                <a:gd name="T25" fmla="*/ 0 h 95"/>
                <a:gd name="T26" fmla="*/ 78 w 78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0"/>
                  </a:moveTo>
                  <a:lnTo>
                    <a:pt x="48" y="6"/>
                  </a:lnTo>
                  <a:lnTo>
                    <a:pt x="24" y="30"/>
                  </a:lnTo>
                  <a:lnTo>
                    <a:pt x="6" y="60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60"/>
                  </a:lnTo>
                  <a:lnTo>
                    <a:pt x="24" y="30"/>
                  </a:lnTo>
                  <a:lnTo>
                    <a:pt x="48" y="6"/>
                  </a:lnTo>
                  <a:lnTo>
                    <a:pt x="78" y="0"/>
                  </a:lnTo>
                  <a:lnTo>
                    <a:pt x="78" y="0"/>
                  </a:lnTo>
                  <a:close/>
                  <a:moveTo>
                    <a:pt x="78" y="0"/>
                  </a:move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Freeform 25"/>
            <p:cNvSpPr>
              <a:spLocks noEditPoints="1"/>
            </p:cNvSpPr>
            <p:nvPr/>
          </p:nvSpPr>
          <p:spPr bwMode="auto">
            <a:xfrm>
              <a:off x="1219" y="825"/>
              <a:ext cx="1" cy="1113"/>
            </a:xfrm>
            <a:custGeom>
              <a:avLst/>
              <a:gdLst>
                <a:gd name="T0" fmla="*/ 0 h 1433"/>
                <a:gd name="T1" fmla="*/ 1433 h 1433"/>
                <a:gd name="T2" fmla="*/ 0 h 1433"/>
                <a:gd name="T3" fmla="*/ 0 h 1433"/>
                <a:gd name="T4" fmla="*/ 0 h 1433"/>
                <a:gd name="T5" fmla="*/ 0 h 1433"/>
                <a:gd name="T6" fmla="*/ 0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0"/>
                  </a:moveTo>
                  <a:lnTo>
                    <a:pt x="0" y="1433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Freeform 26"/>
            <p:cNvSpPr>
              <a:spLocks noEditPoints="1"/>
            </p:cNvSpPr>
            <p:nvPr/>
          </p:nvSpPr>
          <p:spPr bwMode="auto">
            <a:xfrm>
              <a:off x="1219" y="1938"/>
              <a:ext cx="57" cy="74"/>
            </a:xfrm>
            <a:custGeom>
              <a:avLst/>
              <a:gdLst>
                <a:gd name="T0" fmla="*/ 0 w 78"/>
                <a:gd name="T1" fmla="*/ 0 h 96"/>
                <a:gd name="T2" fmla="*/ 6 w 78"/>
                <a:gd name="T3" fmla="*/ 36 h 96"/>
                <a:gd name="T4" fmla="*/ 24 w 78"/>
                <a:gd name="T5" fmla="*/ 66 h 96"/>
                <a:gd name="T6" fmla="*/ 48 w 78"/>
                <a:gd name="T7" fmla="*/ 90 h 96"/>
                <a:gd name="T8" fmla="*/ 78 w 78"/>
                <a:gd name="T9" fmla="*/ 96 h 96"/>
                <a:gd name="T10" fmla="*/ 78 w 78"/>
                <a:gd name="T11" fmla="*/ 96 h 96"/>
                <a:gd name="T12" fmla="*/ 48 w 78"/>
                <a:gd name="T13" fmla="*/ 90 h 96"/>
                <a:gd name="T14" fmla="*/ 24 w 78"/>
                <a:gd name="T15" fmla="*/ 66 h 96"/>
                <a:gd name="T16" fmla="*/ 6 w 78"/>
                <a:gd name="T17" fmla="*/ 36 h 96"/>
                <a:gd name="T18" fmla="*/ 0 w 78"/>
                <a:gd name="T19" fmla="*/ 0 h 96"/>
                <a:gd name="T20" fmla="*/ 0 w 78"/>
                <a:gd name="T21" fmla="*/ 0 h 96"/>
                <a:gd name="T22" fmla="*/ 0 w 78"/>
                <a:gd name="T23" fmla="*/ 0 h 96"/>
                <a:gd name="T24" fmla="*/ 0 w 78"/>
                <a:gd name="T25" fmla="*/ 0 h 96"/>
                <a:gd name="T26" fmla="*/ 0 w 78"/>
                <a:gd name="T2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6">
                  <a:moveTo>
                    <a:pt x="0" y="0"/>
                  </a:moveTo>
                  <a:lnTo>
                    <a:pt x="6" y="36"/>
                  </a:lnTo>
                  <a:lnTo>
                    <a:pt x="24" y="66"/>
                  </a:lnTo>
                  <a:lnTo>
                    <a:pt x="48" y="90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48" y="90"/>
                  </a:lnTo>
                  <a:lnTo>
                    <a:pt x="24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Freeform 27"/>
            <p:cNvSpPr>
              <a:spLocks noEditPoints="1"/>
            </p:cNvSpPr>
            <p:nvPr/>
          </p:nvSpPr>
          <p:spPr bwMode="auto">
            <a:xfrm>
              <a:off x="1276" y="2012"/>
              <a:ext cx="1517" cy="1"/>
            </a:xfrm>
            <a:custGeom>
              <a:avLst/>
              <a:gdLst>
                <a:gd name="T0" fmla="*/ 0 w 2075"/>
                <a:gd name="T1" fmla="*/ 2075 w 2075"/>
                <a:gd name="T2" fmla="*/ 0 w 2075"/>
                <a:gd name="T3" fmla="*/ 0 w 2075"/>
                <a:gd name="T4" fmla="*/ 0 w 2075"/>
                <a:gd name="T5" fmla="*/ 0 w 2075"/>
                <a:gd name="T6" fmla="*/ 0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0" y="0"/>
                  </a:moveTo>
                  <a:lnTo>
                    <a:pt x="207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Freeform 28"/>
            <p:cNvSpPr>
              <a:spLocks/>
            </p:cNvSpPr>
            <p:nvPr/>
          </p:nvSpPr>
          <p:spPr bwMode="auto">
            <a:xfrm>
              <a:off x="2793" y="2012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Freeform 29"/>
            <p:cNvSpPr>
              <a:spLocks/>
            </p:cNvSpPr>
            <p:nvPr/>
          </p:nvSpPr>
          <p:spPr bwMode="auto">
            <a:xfrm>
              <a:off x="419" y="1081"/>
              <a:ext cx="223" cy="1"/>
            </a:xfrm>
            <a:custGeom>
              <a:avLst/>
              <a:gdLst>
                <a:gd name="T0" fmla="*/ 0 w 305"/>
                <a:gd name="T1" fmla="*/ 305 w 305"/>
                <a:gd name="T2" fmla="*/ 0 w 305"/>
                <a:gd name="T3" fmla="*/ 0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0" y="0"/>
                  </a:moveTo>
                  <a:lnTo>
                    <a:pt x="30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Freeform 30"/>
            <p:cNvSpPr>
              <a:spLocks/>
            </p:cNvSpPr>
            <p:nvPr/>
          </p:nvSpPr>
          <p:spPr bwMode="auto">
            <a:xfrm>
              <a:off x="625" y="1048"/>
              <a:ext cx="87" cy="61"/>
            </a:xfrm>
            <a:custGeom>
              <a:avLst/>
              <a:gdLst>
                <a:gd name="T0" fmla="*/ 0 w 119"/>
                <a:gd name="T1" fmla="*/ 78 h 78"/>
                <a:gd name="T2" fmla="*/ 119 w 119"/>
                <a:gd name="T3" fmla="*/ 42 h 78"/>
                <a:gd name="T4" fmla="*/ 0 w 119"/>
                <a:gd name="T5" fmla="*/ 0 h 78"/>
                <a:gd name="T6" fmla="*/ 0 w 119"/>
                <a:gd name="T7" fmla="*/ 78 h 78"/>
                <a:gd name="T8" fmla="*/ 0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0" y="78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Freeform 31"/>
            <p:cNvSpPr>
              <a:spLocks noEditPoints="1"/>
            </p:cNvSpPr>
            <p:nvPr/>
          </p:nvSpPr>
          <p:spPr bwMode="auto">
            <a:xfrm>
              <a:off x="533" y="904"/>
              <a:ext cx="22" cy="98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24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24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Freeform 32"/>
            <p:cNvSpPr>
              <a:spLocks/>
            </p:cNvSpPr>
            <p:nvPr/>
          </p:nvSpPr>
          <p:spPr bwMode="auto">
            <a:xfrm>
              <a:off x="568" y="960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Freeform 34"/>
            <p:cNvSpPr>
              <a:spLocks/>
            </p:cNvSpPr>
            <p:nvPr/>
          </p:nvSpPr>
          <p:spPr bwMode="auto">
            <a:xfrm>
              <a:off x="1552" y="1363"/>
              <a:ext cx="47" cy="111"/>
            </a:xfrm>
            <a:custGeom>
              <a:avLst/>
              <a:gdLst>
                <a:gd name="T0" fmla="*/ 0 w 65"/>
                <a:gd name="T1" fmla="*/ 0 h 143"/>
                <a:gd name="T2" fmla="*/ 29 w 65"/>
                <a:gd name="T3" fmla="*/ 143 h 143"/>
                <a:gd name="T4" fmla="*/ 65 w 65"/>
                <a:gd name="T5" fmla="*/ 0 h 143"/>
                <a:gd name="T6" fmla="*/ 0 w 65"/>
                <a:gd name="T7" fmla="*/ 0 h 143"/>
                <a:gd name="T8" fmla="*/ 0 w 65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43">
                  <a:moveTo>
                    <a:pt x="0" y="0"/>
                  </a:moveTo>
                  <a:lnTo>
                    <a:pt x="29" y="143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Freeform 35"/>
            <p:cNvSpPr>
              <a:spLocks/>
            </p:cNvSpPr>
            <p:nvPr/>
          </p:nvSpPr>
          <p:spPr bwMode="auto">
            <a:xfrm>
              <a:off x="2002" y="464"/>
              <a:ext cx="87" cy="60"/>
            </a:xfrm>
            <a:custGeom>
              <a:avLst/>
              <a:gdLst>
                <a:gd name="T0" fmla="*/ 0 w 119"/>
                <a:gd name="T1" fmla="*/ 77 h 77"/>
                <a:gd name="T2" fmla="*/ 119 w 119"/>
                <a:gd name="T3" fmla="*/ 42 h 77"/>
                <a:gd name="T4" fmla="*/ 0 w 119"/>
                <a:gd name="T5" fmla="*/ 0 h 77"/>
                <a:gd name="T6" fmla="*/ 0 w 119"/>
                <a:gd name="T7" fmla="*/ 77 h 77"/>
                <a:gd name="T8" fmla="*/ 0 w 119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7">
                  <a:moveTo>
                    <a:pt x="0" y="77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36"/>
            <p:cNvSpPr>
              <a:spLocks/>
            </p:cNvSpPr>
            <p:nvPr/>
          </p:nvSpPr>
          <p:spPr bwMode="auto">
            <a:xfrm>
              <a:off x="1980" y="817"/>
              <a:ext cx="26" cy="106"/>
            </a:xfrm>
            <a:custGeom>
              <a:avLst/>
              <a:gdLst>
                <a:gd name="T0" fmla="*/ 36 w 36"/>
                <a:gd name="T1" fmla="*/ 53 h 137"/>
                <a:gd name="T2" fmla="*/ 36 w 36"/>
                <a:gd name="T3" fmla="*/ 41 h 137"/>
                <a:gd name="T4" fmla="*/ 24 w 36"/>
                <a:gd name="T5" fmla="*/ 41 h 137"/>
                <a:gd name="T6" fmla="*/ 24 w 36"/>
                <a:gd name="T7" fmla="*/ 29 h 137"/>
                <a:gd name="T8" fmla="*/ 24 w 36"/>
                <a:gd name="T9" fmla="*/ 17 h 137"/>
                <a:gd name="T10" fmla="*/ 30 w 36"/>
                <a:gd name="T11" fmla="*/ 17 h 137"/>
                <a:gd name="T12" fmla="*/ 36 w 36"/>
                <a:gd name="T13" fmla="*/ 17 h 137"/>
                <a:gd name="T14" fmla="*/ 36 w 36"/>
                <a:gd name="T15" fmla="*/ 17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5 h 137"/>
                <a:gd name="T24" fmla="*/ 6 w 36"/>
                <a:gd name="T25" fmla="*/ 23 h 137"/>
                <a:gd name="T26" fmla="*/ 6 w 36"/>
                <a:gd name="T27" fmla="*/ 41 h 137"/>
                <a:gd name="T28" fmla="*/ 0 w 36"/>
                <a:gd name="T29" fmla="*/ 41 h 137"/>
                <a:gd name="T30" fmla="*/ 0 w 36"/>
                <a:gd name="T31" fmla="*/ 53 h 137"/>
                <a:gd name="T32" fmla="*/ 6 w 36"/>
                <a:gd name="T33" fmla="*/ 53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3 h 137"/>
                <a:gd name="T40" fmla="*/ 36 w 36"/>
                <a:gd name="T41" fmla="*/ 5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3"/>
                  </a:moveTo>
                  <a:lnTo>
                    <a:pt x="36" y="41"/>
                  </a:lnTo>
                  <a:lnTo>
                    <a:pt x="24" y="41"/>
                  </a:lnTo>
                  <a:lnTo>
                    <a:pt x="24" y="29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36" y="17"/>
                  </a:lnTo>
                  <a:lnTo>
                    <a:pt x="36" y="17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5"/>
                  </a:lnTo>
                  <a:lnTo>
                    <a:pt x="6" y="23"/>
                  </a:lnTo>
                  <a:lnTo>
                    <a:pt x="6" y="41"/>
                  </a:lnTo>
                  <a:lnTo>
                    <a:pt x="0" y="41"/>
                  </a:lnTo>
                  <a:lnTo>
                    <a:pt x="0" y="53"/>
                  </a:lnTo>
                  <a:lnTo>
                    <a:pt x="6" y="53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3"/>
                  </a:lnTo>
                  <a:lnTo>
                    <a:pt x="36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Freeform 37"/>
            <p:cNvSpPr>
              <a:spLocks/>
            </p:cNvSpPr>
            <p:nvPr/>
          </p:nvSpPr>
          <p:spPr bwMode="auto">
            <a:xfrm>
              <a:off x="2011" y="886"/>
              <a:ext cx="34" cy="74"/>
            </a:xfrm>
            <a:custGeom>
              <a:avLst/>
              <a:gdLst>
                <a:gd name="T0" fmla="*/ 47 w 47"/>
                <a:gd name="T1" fmla="*/ 78 h 96"/>
                <a:gd name="T2" fmla="*/ 47 w 47"/>
                <a:gd name="T3" fmla="*/ 78 h 96"/>
                <a:gd name="T4" fmla="*/ 41 w 47"/>
                <a:gd name="T5" fmla="*/ 84 h 96"/>
                <a:gd name="T6" fmla="*/ 36 w 47"/>
                <a:gd name="T7" fmla="*/ 84 h 96"/>
                <a:gd name="T8" fmla="*/ 12 w 47"/>
                <a:gd name="T9" fmla="*/ 84 h 96"/>
                <a:gd name="T10" fmla="*/ 30 w 47"/>
                <a:gd name="T11" fmla="*/ 60 h 96"/>
                <a:gd name="T12" fmla="*/ 36 w 47"/>
                <a:gd name="T13" fmla="*/ 48 h 96"/>
                <a:gd name="T14" fmla="*/ 41 w 47"/>
                <a:gd name="T15" fmla="*/ 24 h 96"/>
                <a:gd name="T16" fmla="*/ 36 w 47"/>
                <a:gd name="T17" fmla="*/ 6 h 96"/>
                <a:gd name="T18" fmla="*/ 24 w 47"/>
                <a:gd name="T19" fmla="*/ 0 h 96"/>
                <a:gd name="T20" fmla="*/ 6 w 47"/>
                <a:gd name="T21" fmla="*/ 6 h 96"/>
                <a:gd name="T22" fmla="*/ 0 w 47"/>
                <a:gd name="T23" fmla="*/ 18 h 96"/>
                <a:gd name="T24" fmla="*/ 0 w 47"/>
                <a:gd name="T25" fmla="*/ 30 h 96"/>
                <a:gd name="T26" fmla="*/ 0 w 47"/>
                <a:gd name="T27" fmla="*/ 30 h 96"/>
                <a:gd name="T28" fmla="*/ 6 w 47"/>
                <a:gd name="T29" fmla="*/ 18 h 96"/>
                <a:gd name="T30" fmla="*/ 18 w 47"/>
                <a:gd name="T31" fmla="*/ 12 h 96"/>
                <a:gd name="T32" fmla="*/ 30 w 47"/>
                <a:gd name="T33" fmla="*/ 18 h 96"/>
                <a:gd name="T34" fmla="*/ 36 w 47"/>
                <a:gd name="T35" fmla="*/ 30 h 96"/>
                <a:gd name="T36" fmla="*/ 30 w 47"/>
                <a:gd name="T37" fmla="*/ 48 h 96"/>
                <a:gd name="T38" fmla="*/ 18 w 47"/>
                <a:gd name="T39" fmla="*/ 66 h 96"/>
                <a:gd name="T40" fmla="*/ 0 w 47"/>
                <a:gd name="T41" fmla="*/ 96 h 96"/>
                <a:gd name="T42" fmla="*/ 0 w 47"/>
                <a:gd name="T43" fmla="*/ 96 h 96"/>
                <a:gd name="T44" fmla="*/ 41 w 47"/>
                <a:gd name="T45" fmla="*/ 96 h 96"/>
                <a:gd name="T46" fmla="*/ 47 w 47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96">
                  <a:moveTo>
                    <a:pt x="47" y="78"/>
                  </a:moveTo>
                  <a:lnTo>
                    <a:pt x="47" y="78"/>
                  </a:lnTo>
                  <a:lnTo>
                    <a:pt x="41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1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7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Freeform 38"/>
            <p:cNvSpPr>
              <a:spLocks/>
            </p:cNvSpPr>
            <p:nvPr/>
          </p:nvSpPr>
          <p:spPr bwMode="auto">
            <a:xfrm>
              <a:off x="2058" y="886"/>
              <a:ext cx="22" cy="74"/>
            </a:xfrm>
            <a:custGeom>
              <a:avLst/>
              <a:gdLst>
                <a:gd name="T0" fmla="*/ 0 w 30"/>
                <a:gd name="T1" fmla="*/ 96 h 96"/>
                <a:gd name="T2" fmla="*/ 30 w 30"/>
                <a:gd name="T3" fmla="*/ 96 h 96"/>
                <a:gd name="T4" fmla="*/ 30 w 30"/>
                <a:gd name="T5" fmla="*/ 96 h 96"/>
                <a:gd name="T6" fmla="*/ 24 w 30"/>
                <a:gd name="T7" fmla="*/ 96 h 96"/>
                <a:gd name="T8" fmla="*/ 24 w 30"/>
                <a:gd name="T9" fmla="*/ 84 h 96"/>
                <a:gd name="T10" fmla="*/ 24 w 30"/>
                <a:gd name="T11" fmla="*/ 0 h 96"/>
                <a:gd name="T12" fmla="*/ 24 w 30"/>
                <a:gd name="T13" fmla="*/ 0 h 96"/>
                <a:gd name="T14" fmla="*/ 0 w 30"/>
                <a:gd name="T15" fmla="*/ 12 h 96"/>
                <a:gd name="T16" fmla="*/ 0 w 30"/>
                <a:gd name="T17" fmla="*/ 18 h 96"/>
                <a:gd name="T18" fmla="*/ 6 w 30"/>
                <a:gd name="T19" fmla="*/ 12 h 96"/>
                <a:gd name="T20" fmla="*/ 6 w 30"/>
                <a:gd name="T21" fmla="*/ 12 h 96"/>
                <a:gd name="T22" fmla="*/ 12 w 30"/>
                <a:gd name="T23" fmla="*/ 18 h 96"/>
                <a:gd name="T24" fmla="*/ 12 w 30"/>
                <a:gd name="T25" fmla="*/ 18 h 96"/>
                <a:gd name="T26" fmla="*/ 12 w 30"/>
                <a:gd name="T27" fmla="*/ 84 h 96"/>
                <a:gd name="T28" fmla="*/ 6 w 30"/>
                <a:gd name="T29" fmla="*/ 96 h 96"/>
                <a:gd name="T30" fmla="*/ 0 w 30"/>
                <a:gd name="T31" fmla="*/ 96 h 96"/>
                <a:gd name="T32" fmla="*/ 0 w 30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6">
                  <a:moveTo>
                    <a:pt x="0" y="96"/>
                  </a:moveTo>
                  <a:lnTo>
                    <a:pt x="30" y="96"/>
                  </a:lnTo>
                  <a:lnTo>
                    <a:pt x="30" y="96"/>
                  </a:lnTo>
                  <a:lnTo>
                    <a:pt x="24" y="96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6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Freeform 39"/>
            <p:cNvSpPr>
              <a:spLocks/>
            </p:cNvSpPr>
            <p:nvPr/>
          </p:nvSpPr>
          <p:spPr bwMode="auto">
            <a:xfrm>
              <a:off x="1643" y="1349"/>
              <a:ext cx="26" cy="111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30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8 w 36"/>
                <a:gd name="T23" fmla="*/ 6 h 143"/>
                <a:gd name="T24" fmla="*/ 12 w 36"/>
                <a:gd name="T25" fmla="*/ 24 h 143"/>
                <a:gd name="T26" fmla="*/ 12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12 w 36"/>
                <a:gd name="T33" fmla="*/ 54 h 143"/>
                <a:gd name="T34" fmla="*/ 12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24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12" y="54"/>
                  </a:lnTo>
                  <a:lnTo>
                    <a:pt x="12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Freeform 40"/>
            <p:cNvSpPr>
              <a:spLocks/>
            </p:cNvSpPr>
            <p:nvPr/>
          </p:nvSpPr>
          <p:spPr bwMode="auto">
            <a:xfrm>
              <a:off x="1682" y="1419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24 w 30"/>
                <a:gd name="T9" fmla="*/ 89 h 95"/>
                <a:gd name="T10" fmla="*/ 24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24" y="89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Freeform 41"/>
            <p:cNvSpPr>
              <a:spLocks/>
            </p:cNvSpPr>
            <p:nvPr/>
          </p:nvSpPr>
          <p:spPr bwMode="auto">
            <a:xfrm>
              <a:off x="1726" y="1419"/>
              <a:ext cx="22" cy="7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Freeform 42"/>
            <p:cNvSpPr>
              <a:spLocks/>
            </p:cNvSpPr>
            <p:nvPr/>
          </p:nvSpPr>
          <p:spPr bwMode="auto">
            <a:xfrm>
              <a:off x="2312" y="1349"/>
              <a:ext cx="26" cy="111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24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2 w 36"/>
                <a:gd name="T23" fmla="*/ 6 h 143"/>
                <a:gd name="T24" fmla="*/ 6 w 36"/>
                <a:gd name="T25" fmla="*/ 24 h 143"/>
                <a:gd name="T26" fmla="*/ 6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6 w 36"/>
                <a:gd name="T33" fmla="*/ 54 h 143"/>
                <a:gd name="T34" fmla="*/ 6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24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Freeform 43"/>
            <p:cNvSpPr>
              <a:spLocks/>
            </p:cNvSpPr>
            <p:nvPr/>
          </p:nvSpPr>
          <p:spPr bwMode="auto">
            <a:xfrm>
              <a:off x="2342" y="1419"/>
              <a:ext cx="35" cy="74"/>
            </a:xfrm>
            <a:custGeom>
              <a:avLst/>
              <a:gdLst>
                <a:gd name="T0" fmla="*/ 48 w 48"/>
                <a:gd name="T1" fmla="*/ 77 h 95"/>
                <a:gd name="T2" fmla="*/ 48 w 48"/>
                <a:gd name="T3" fmla="*/ 77 h 95"/>
                <a:gd name="T4" fmla="*/ 42 w 48"/>
                <a:gd name="T5" fmla="*/ 89 h 95"/>
                <a:gd name="T6" fmla="*/ 36 w 48"/>
                <a:gd name="T7" fmla="*/ 89 h 95"/>
                <a:gd name="T8" fmla="*/ 12 w 48"/>
                <a:gd name="T9" fmla="*/ 89 h 95"/>
                <a:gd name="T10" fmla="*/ 30 w 48"/>
                <a:gd name="T11" fmla="*/ 59 h 95"/>
                <a:gd name="T12" fmla="*/ 36 w 48"/>
                <a:gd name="T13" fmla="*/ 47 h 95"/>
                <a:gd name="T14" fmla="*/ 42 w 48"/>
                <a:gd name="T15" fmla="*/ 30 h 95"/>
                <a:gd name="T16" fmla="*/ 36 w 48"/>
                <a:gd name="T17" fmla="*/ 6 h 95"/>
                <a:gd name="T18" fmla="*/ 24 w 48"/>
                <a:gd name="T19" fmla="*/ 0 h 95"/>
                <a:gd name="T20" fmla="*/ 6 w 48"/>
                <a:gd name="T21" fmla="*/ 6 h 95"/>
                <a:gd name="T22" fmla="*/ 0 w 48"/>
                <a:gd name="T23" fmla="*/ 30 h 95"/>
                <a:gd name="T24" fmla="*/ 0 w 48"/>
                <a:gd name="T25" fmla="*/ 30 h 95"/>
                <a:gd name="T26" fmla="*/ 6 w 48"/>
                <a:gd name="T27" fmla="*/ 18 h 95"/>
                <a:gd name="T28" fmla="*/ 18 w 48"/>
                <a:gd name="T29" fmla="*/ 12 h 95"/>
                <a:gd name="T30" fmla="*/ 30 w 48"/>
                <a:gd name="T31" fmla="*/ 18 h 95"/>
                <a:gd name="T32" fmla="*/ 36 w 48"/>
                <a:gd name="T33" fmla="*/ 36 h 95"/>
                <a:gd name="T34" fmla="*/ 30 w 48"/>
                <a:gd name="T35" fmla="*/ 47 h 95"/>
                <a:gd name="T36" fmla="*/ 18 w 48"/>
                <a:gd name="T37" fmla="*/ 71 h 95"/>
                <a:gd name="T38" fmla="*/ 0 w 48"/>
                <a:gd name="T39" fmla="*/ 95 h 95"/>
                <a:gd name="T40" fmla="*/ 0 w 48"/>
                <a:gd name="T41" fmla="*/ 95 h 95"/>
                <a:gd name="T42" fmla="*/ 42 w 48"/>
                <a:gd name="T43" fmla="*/ 95 h 95"/>
                <a:gd name="T44" fmla="*/ 48 w 48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95">
                  <a:moveTo>
                    <a:pt x="48" y="77"/>
                  </a:moveTo>
                  <a:lnTo>
                    <a:pt x="48" y="77"/>
                  </a:lnTo>
                  <a:lnTo>
                    <a:pt x="42" y="89"/>
                  </a:lnTo>
                  <a:lnTo>
                    <a:pt x="36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36" y="47"/>
                  </a:lnTo>
                  <a:lnTo>
                    <a:pt x="42" y="30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0" y="47"/>
                  </a:lnTo>
                  <a:lnTo>
                    <a:pt x="18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2" y="95"/>
                  </a:lnTo>
                  <a:lnTo>
                    <a:pt x="48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44"/>
            <p:cNvSpPr>
              <a:spLocks/>
            </p:cNvSpPr>
            <p:nvPr/>
          </p:nvSpPr>
          <p:spPr bwMode="auto">
            <a:xfrm>
              <a:off x="2382" y="1419"/>
              <a:ext cx="39" cy="7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6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30 w 54"/>
                <a:gd name="T19" fmla="*/ 0 h 95"/>
                <a:gd name="T20" fmla="*/ 12 w 54"/>
                <a:gd name="T21" fmla="*/ 6 h 95"/>
                <a:gd name="T22" fmla="*/ 0 w 54"/>
                <a:gd name="T23" fmla="*/ 30 h 95"/>
                <a:gd name="T24" fmla="*/ 6 w 54"/>
                <a:gd name="T25" fmla="*/ 30 h 95"/>
                <a:gd name="T26" fmla="*/ 12 w 54"/>
                <a:gd name="T27" fmla="*/ 18 h 95"/>
                <a:gd name="T28" fmla="*/ 24 w 54"/>
                <a:gd name="T29" fmla="*/ 12 h 95"/>
                <a:gd name="T30" fmla="*/ 36 w 54"/>
                <a:gd name="T31" fmla="*/ 18 h 95"/>
                <a:gd name="T32" fmla="*/ 36 w 54"/>
                <a:gd name="T33" fmla="*/ 36 h 95"/>
                <a:gd name="T34" fmla="*/ 36 w 54"/>
                <a:gd name="T35" fmla="*/ 47 h 95"/>
                <a:gd name="T36" fmla="*/ 24 w 54"/>
                <a:gd name="T37" fmla="*/ 71 h 95"/>
                <a:gd name="T38" fmla="*/ 0 w 54"/>
                <a:gd name="T39" fmla="*/ 95 h 95"/>
                <a:gd name="T40" fmla="*/ 0 w 54"/>
                <a:gd name="T41" fmla="*/ 95 h 95"/>
                <a:gd name="T42" fmla="*/ 48 w 54"/>
                <a:gd name="T43" fmla="*/ 95 h 95"/>
                <a:gd name="T44" fmla="*/ 54 w 54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6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Freeform 45"/>
            <p:cNvSpPr>
              <a:spLocks/>
            </p:cNvSpPr>
            <p:nvPr/>
          </p:nvSpPr>
          <p:spPr bwMode="auto">
            <a:xfrm>
              <a:off x="1980" y="288"/>
              <a:ext cx="26" cy="106"/>
            </a:xfrm>
            <a:custGeom>
              <a:avLst/>
              <a:gdLst>
                <a:gd name="T0" fmla="*/ 36 w 36"/>
                <a:gd name="T1" fmla="*/ 54 h 137"/>
                <a:gd name="T2" fmla="*/ 36 w 36"/>
                <a:gd name="T3" fmla="*/ 36 h 137"/>
                <a:gd name="T4" fmla="*/ 24 w 36"/>
                <a:gd name="T5" fmla="*/ 36 h 137"/>
                <a:gd name="T6" fmla="*/ 24 w 36"/>
                <a:gd name="T7" fmla="*/ 24 h 137"/>
                <a:gd name="T8" fmla="*/ 24 w 36"/>
                <a:gd name="T9" fmla="*/ 18 h 137"/>
                <a:gd name="T10" fmla="*/ 30 w 36"/>
                <a:gd name="T11" fmla="*/ 12 h 137"/>
                <a:gd name="T12" fmla="*/ 36 w 36"/>
                <a:gd name="T13" fmla="*/ 12 h 137"/>
                <a:gd name="T14" fmla="*/ 36 w 36"/>
                <a:gd name="T15" fmla="*/ 18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6 h 137"/>
                <a:gd name="T24" fmla="*/ 6 w 36"/>
                <a:gd name="T25" fmla="*/ 24 h 137"/>
                <a:gd name="T26" fmla="*/ 6 w 36"/>
                <a:gd name="T27" fmla="*/ 36 h 137"/>
                <a:gd name="T28" fmla="*/ 0 w 36"/>
                <a:gd name="T29" fmla="*/ 36 h 137"/>
                <a:gd name="T30" fmla="*/ 0 w 36"/>
                <a:gd name="T31" fmla="*/ 54 h 137"/>
                <a:gd name="T32" fmla="*/ 6 w 36"/>
                <a:gd name="T33" fmla="*/ 54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4 h 137"/>
                <a:gd name="T40" fmla="*/ 36 w 36"/>
                <a:gd name="T41" fmla="*/ 5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4"/>
                  </a:moveTo>
                  <a:lnTo>
                    <a:pt x="36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6" y="12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Freeform 46"/>
            <p:cNvSpPr>
              <a:spLocks/>
            </p:cNvSpPr>
            <p:nvPr/>
          </p:nvSpPr>
          <p:spPr bwMode="auto">
            <a:xfrm>
              <a:off x="2015" y="357"/>
              <a:ext cx="26" cy="75"/>
            </a:xfrm>
            <a:custGeom>
              <a:avLst/>
              <a:gdLst>
                <a:gd name="T0" fmla="*/ 6 w 35"/>
                <a:gd name="T1" fmla="*/ 96 h 96"/>
                <a:gd name="T2" fmla="*/ 35 w 35"/>
                <a:gd name="T3" fmla="*/ 96 h 96"/>
                <a:gd name="T4" fmla="*/ 35 w 35"/>
                <a:gd name="T5" fmla="*/ 96 h 96"/>
                <a:gd name="T6" fmla="*/ 24 w 35"/>
                <a:gd name="T7" fmla="*/ 90 h 96"/>
                <a:gd name="T8" fmla="*/ 24 w 35"/>
                <a:gd name="T9" fmla="*/ 84 h 96"/>
                <a:gd name="T10" fmla="*/ 24 w 35"/>
                <a:gd name="T11" fmla="*/ 0 h 96"/>
                <a:gd name="T12" fmla="*/ 24 w 35"/>
                <a:gd name="T13" fmla="*/ 0 h 96"/>
                <a:gd name="T14" fmla="*/ 0 w 35"/>
                <a:gd name="T15" fmla="*/ 12 h 96"/>
                <a:gd name="T16" fmla="*/ 0 w 35"/>
                <a:gd name="T17" fmla="*/ 12 h 96"/>
                <a:gd name="T18" fmla="*/ 12 w 35"/>
                <a:gd name="T19" fmla="*/ 12 h 96"/>
                <a:gd name="T20" fmla="*/ 12 w 35"/>
                <a:gd name="T21" fmla="*/ 12 h 96"/>
                <a:gd name="T22" fmla="*/ 12 w 35"/>
                <a:gd name="T23" fmla="*/ 12 h 96"/>
                <a:gd name="T24" fmla="*/ 12 w 35"/>
                <a:gd name="T25" fmla="*/ 18 h 96"/>
                <a:gd name="T26" fmla="*/ 12 w 35"/>
                <a:gd name="T27" fmla="*/ 84 h 96"/>
                <a:gd name="T28" fmla="*/ 12 w 35"/>
                <a:gd name="T29" fmla="*/ 96 h 96"/>
                <a:gd name="T30" fmla="*/ 6 w 35"/>
                <a:gd name="T31" fmla="*/ 96 h 96"/>
                <a:gd name="T32" fmla="*/ 6 w 35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96">
                  <a:moveTo>
                    <a:pt x="6" y="96"/>
                  </a:moveTo>
                  <a:lnTo>
                    <a:pt x="35" y="96"/>
                  </a:lnTo>
                  <a:lnTo>
                    <a:pt x="35" y="96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6" y="96"/>
                  </a:lnTo>
                  <a:lnTo>
                    <a:pt x="6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Freeform 47"/>
            <p:cNvSpPr>
              <a:spLocks/>
            </p:cNvSpPr>
            <p:nvPr/>
          </p:nvSpPr>
          <p:spPr bwMode="auto">
            <a:xfrm>
              <a:off x="2054" y="357"/>
              <a:ext cx="35" cy="75"/>
            </a:xfrm>
            <a:custGeom>
              <a:avLst/>
              <a:gdLst>
                <a:gd name="T0" fmla="*/ 48 w 48"/>
                <a:gd name="T1" fmla="*/ 78 h 96"/>
                <a:gd name="T2" fmla="*/ 48 w 48"/>
                <a:gd name="T3" fmla="*/ 78 h 96"/>
                <a:gd name="T4" fmla="*/ 42 w 48"/>
                <a:gd name="T5" fmla="*/ 84 h 96"/>
                <a:gd name="T6" fmla="*/ 36 w 48"/>
                <a:gd name="T7" fmla="*/ 84 h 96"/>
                <a:gd name="T8" fmla="*/ 6 w 48"/>
                <a:gd name="T9" fmla="*/ 84 h 96"/>
                <a:gd name="T10" fmla="*/ 30 w 48"/>
                <a:gd name="T11" fmla="*/ 60 h 96"/>
                <a:gd name="T12" fmla="*/ 36 w 48"/>
                <a:gd name="T13" fmla="*/ 48 h 96"/>
                <a:gd name="T14" fmla="*/ 42 w 48"/>
                <a:gd name="T15" fmla="*/ 24 h 96"/>
                <a:gd name="T16" fmla="*/ 36 w 48"/>
                <a:gd name="T17" fmla="*/ 6 h 96"/>
                <a:gd name="T18" fmla="*/ 24 w 48"/>
                <a:gd name="T19" fmla="*/ 0 h 96"/>
                <a:gd name="T20" fmla="*/ 6 w 48"/>
                <a:gd name="T21" fmla="*/ 6 h 96"/>
                <a:gd name="T22" fmla="*/ 0 w 48"/>
                <a:gd name="T23" fmla="*/ 18 h 96"/>
                <a:gd name="T24" fmla="*/ 0 w 48"/>
                <a:gd name="T25" fmla="*/ 30 h 96"/>
                <a:gd name="T26" fmla="*/ 0 w 48"/>
                <a:gd name="T27" fmla="*/ 30 h 96"/>
                <a:gd name="T28" fmla="*/ 6 w 48"/>
                <a:gd name="T29" fmla="*/ 18 h 96"/>
                <a:gd name="T30" fmla="*/ 18 w 48"/>
                <a:gd name="T31" fmla="*/ 12 h 96"/>
                <a:gd name="T32" fmla="*/ 30 w 48"/>
                <a:gd name="T33" fmla="*/ 18 h 96"/>
                <a:gd name="T34" fmla="*/ 30 w 48"/>
                <a:gd name="T35" fmla="*/ 30 h 96"/>
                <a:gd name="T36" fmla="*/ 30 w 48"/>
                <a:gd name="T37" fmla="*/ 48 h 96"/>
                <a:gd name="T38" fmla="*/ 18 w 48"/>
                <a:gd name="T39" fmla="*/ 66 h 96"/>
                <a:gd name="T40" fmla="*/ 0 w 48"/>
                <a:gd name="T41" fmla="*/ 96 h 96"/>
                <a:gd name="T42" fmla="*/ 0 w 48"/>
                <a:gd name="T43" fmla="*/ 96 h 96"/>
                <a:gd name="T44" fmla="*/ 42 w 48"/>
                <a:gd name="T45" fmla="*/ 96 h 96"/>
                <a:gd name="T46" fmla="*/ 48 w 48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96">
                  <a:moveTo>
                    <a:pt x="48" y="78"/>
                  </a:moveTo>
                  <a:lnTo>
                    <a:pt x="48" y="78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6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Freeform 48"/>
            <p:cNvSpPr>
              <a:spLocks/>
            </p:cNvSpPr>
            <p:nvPr/>
          </p:nvSpPr>
          <p:spPr bwMode="auto">
            <a:xfrm>
              <a:off x="288" y="1410"/>
              <a:ext cx="44" cy="60"/>
            </a:xfrm>
            <a:custGeom>
              <a:avLst/>
              <a:gdLst>
                <a:gd name="T0" fmla="*/ 0 w 60"/>
                <a:gd name="T1" fmla="*/ 6 h 77"/>
                <a:gd name="T2" fmla="*/ 6 w 60"/>
                <a:gd name="T3" fmla="*/ 6 h 77"/>
                <a:gd name="T4" fmla="*/ 6 w 60"/>
                <a:gd name="T5" fmla="*/ 12 h 77"/>
                <a:gd name="T6" fmla="*/ 12 w 60"/>
                <a:gd name="T7" fmla="*/ 24 h 77"/>
                <a:gd name="T8" fmla="*/ 18 w 60"/>
                <a:gd name="T9" fmla="*/ 48 h 77"/>
                <a:gd name="T10" fmla="*/ 18 w 60"/>
                <a:gd name="T11" fmla="*/ 71 h 77"/>
                <a:gd name="T12" fmla="*/ 18 w 60"/>
                <a:gd name="T13" fmla="*/ 77 h 77"/>
                <a:gd name="T14" fmla="*/ 18 w 60"/>
                <a:gd name="T15" fmla="*/ 77 h 77"/>
                <a:gd name="T16" fmla="*/ 24 w 60"/>
                <a:gd name="T17" fmla="*/ 77 h 77"/>
                <a:gd name="T18" fmla="*/ 30 w 60"/>
                <a:gd name="T19" fmla="*/ 65 h 77"/>
                <a:gd name="T20" fmla="*/ 36 w 60"/>
                <a:gd name="T21" fmla="*/ 54 h 77"/>
                <a:gd name="T22" fmla="*/ 48 w 60"/>
                <a:gd name="T23" fmla="*/ 42 h 77"/>
                <a:gd name="T24" fmla="*/ 54 w 60"/>
                <a:gd name="T25" fmla="*/ 24 h 77"/>
                <a:gd name="T26" fmla="*/ 60 w 60"/>
                <a:gd name="T27" fmla="*/ 12 h 77"/>
                <a:gd name="T28" fmla="*/ 54 w 60"/>
                <a:gd name="T29" fmla="*/ 6 h 77"/>
                <a:gd name="T30" fmla="*/ 48 w 60"/>
                <a:gd name="T31" fmla="*/ 0 h 77"/>
                <a:gd name="T32" fmla="*/ 48 w 60"/>
                <a:gd name="T33" fmla="*/ 0 h 77"/>
                <a:gd name="T34" fmla="*/ 42 w 60"/>
                <a:gd name="T35" fmla="*/ 6 h 77"/>
                <a:gd name="T36" fmla="*/ 48 w 60"/>
                <a:gd name="T37" fmla="*/ 12 h 77"/>
                <a:gd name="T38" fmla="*/ 48 w 60"/>
                <a:gd name="T39" fmla="*/ 18 h 77"/>
                <a:gd name="T40" fmla="*/ 42 w 60"/>
                <a:gd name="T41" fmla="*/ 42 h 77"/>
                <a:gd name="T42" fmla="*/ 30 w 60"/>
                <a:gd name="T43" fmla="*/ 59 h 77"/>
                <a:gd name="T44" fmla="*/ 24 w 60"/>
                <a:gd name="T45" fmla="*/ 65 h 77"/>
                <a:gd name="T46" fmla="*/ 24 w 60"/>
                <a:gd name="T47" fmla="*/ 36 h 77"/>
                <a:gd name="T48" fmla="*/ 18 w 60"/>
                <a:gd name="T49" fmla="*/ 0 h 77"/>
                <a:gd name="T50" fmla="*/ 18 w 60"/>
                <a:gd name="T51" fmla="*/ 0 h 77"/>
                <a:gd name="T52" fmla="*/ 12 w 60"/>
                <a:gd name="T53" fmla="*/ 0 h 77"/>
                <a:gd name="T54" fmla="*/ 0 w 60"/>
                <a:gd name="T55" fmla="*/ 6 h 77"/>
                <a:gd name="T56" fmla="*/ 0 w 60"/>
                <a:gd name="T57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6" y="6"/>
                  </a:lnTo>
                  <a:lnTo>
                    <a:pt x="6" y="12"/>
                  </a:lnTo>
                  <a:lnTo>
                    <a:pt x="12" y="24"/>
                  </a:lnTo>
                  <a:lnTo>
                    <a:pt x="18" y="48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7"/>
                  </a:lnTo>
                  <a:lnTo>
                    <a:pt x="30" y="65"/>
                  </a:lnTo>
                  <a:lnTo>
                    <a:pt x="36" y="54"/>
                  </a:lnTo>
                  <a:lnTo>
                    <a:pt x="48" y="42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48" y="18"/>
                  </a:lnTo>
                  <a:lnTo>
                    <a:pt x="42" y="42"/>
                  </a:lnTo>
                  <a:lnTo>
                    <a:pt x="30" y="59"/>
                  </a:lnTo>
                  <a:lnTo>
                    <a:pt x="24" y="65"/>
                  </a:lnTo>
                  <a:lnTo>
                    <a:pt x="24" y="36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Freeform 49"/>
            <p:cNvSpPr>
              <a:spLocks/>
            </p:cNvSpPr>
            <p:nvPr/>
          </p:nvSpPr>
          <p:spPr bwMode="auto">
            <a:xfrm>
              <a:off x="341" y="1433"/>
              <a:ext cx="26" cy="74"/>
            </a:xfrm>
            <a:custGeom>
              <a:avLst/>
              <a:gdLst>
                <a:gd name="T0" fmla="*/ 0 w 36"/>
                <a:gd name="T1" fmla="*/ 95 h 95"/>
                <a:gd name="T2" fmla="*/ 36 w 36"/>
                <a:gd name="T3" fmla="*/ 95 h 95"/>
                <a:gd name="T4" fmla="*/ 36 w 36"/>
                <a:gd name="T5" fmla="*/ 89 h 95"/>
                <a:gd name="T6" fmla="*/ 24 w 36"/>
                <a:gd name="T7" fmla="*/ 89 h 95"/>
                <a:gd name="T8" fmla="*/ 24 w 36"/>
                <a:gd name="T9" fmla="*/ 83 h 95"/>
                <a:gd name="T10" fmla="*/ 24 w 36"/>
                <a:gd name="T11" fmla="*/ 0 h 95"/>
                <a:gd name="T12" fmla="*/ 24 w 36"/>
                <a:gd name="T13" fmla="*/ 0 h 95"/>
                <a:gd name="T14" fmla="*/ 0 w 36"/>
                <a:gd name="T15" fmla="*/ 12 h 95"/>
                <a:gd name="T16" fmla="*/ 0 w 36"/>
                <a:gd name="T17" fmla="*/ 12 h 95"/>
                <a:gd name="T18" fmla="*/ 6 w 36"/>
                <a:gd name="T19" fmla="*/ 12 h 95"/>
                <a:gd name="T20" fmla="*/ 12 w 36"/>
                <a:gd name="T21" fmla="*/ 12 h 95"/>
                <a:gd name="T22" fmla="*/ 12 w 36"/>
                <a:gd name="T23" fmla="*/ 12 h 95"/>
                <a:gd name="T24" fmla="*/ 12 w 36"/>
                <a:gd name="T25" fmla="*/ 18 h 95"/>
                <a:gd name="T26" fmla="*/ 12 w 36"/>
                <a:gd name="T27" fmla="*/ 83 h 95"/>
                <a:gd name="T28" fmla="*/ 12 w 36"/>
                <a:gd name="T29" fmla="*/ 89 h 95"/>
                <a:gd name="T30" fmla="*/ 0 w 36"/>
                <a:gd name="T31" fmla="*/ 89 h 95"/>
                <a:gd name="T32" fmla="*/ 0 w 36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95">
                  <a:moveTo>
                    <a:pt x="0" y="95"/>
                  </a:moveTo>
                  <a:lnTo>
                    <a:pt x="36" y="95"/>
                  </a:lnTo>
                  <a:lnTo>
                    <a:pt x="36" y="89"/>
                  </a:lnTo>
                  <a:lnTo>
                    <a:pt x="24" y="89"/>
                  </a:lnTo>
                  <a:lnTo>
                    <a:pt x="24" y="8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12" y="89"/>
                  </a:lnTo>
                  <a:lnTo>
                    <a:pt x="0" y="89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Freeform 50"/>
            <p:cNvSpPr>
              <a:spLocks/>
            </p:cNvSpPr>
            <p:nvPr/>
          </p:nvSpPr>
          <p:spPr bwMode="auto">
            <a:xfrm>
              <a:off x="301" y="1252"/>
              <a:ext cx="57" cy="74"/>
            </a:xfrm>
            <a:custGeom>
              <a:avLst/>
              <a:gdLst>
                <a:gd name="T0" fmla="*/ 36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6 w 78"/>
                <a:gd name="T7" fmla="*/ 53 h 95"/>
                <a:gd name="T8" fmla="*/ 36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6 w 78"/>
                <a:gd name="T23" fmla="*/ 0 h 95"/>
                <a:gd name="T24" fmla="*/ 36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6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6" y="53"/>
                  </a:lnTo>
                  <a:lnTo>
                    <a:pt x="36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301" y="1591"/>
              <a:ext cx="57" cy="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Freeform 52"/>
            <p:cNvSpPr>
              <a:spLocks/>
            </p:cNvSpPr>
            <p:nvPr/>
          </p:nvSpPr>
          <p:spPr bwMode="auto">
            <a:xfrm>
              <a:off x="301" y="1651"/>
              <a:ext cx="53" cy="65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18 w 72"/>
                <a:gd name="T19" fmla="*/ 6 h 84"/>
                <a:gd name="T20" fmla="*/ 12 w 72"/>
                <a:gd name="T21" fmla="*/ 12 h 84"/>
                <a:gd name="T22" fmla="*/ 0 w 72"/>
                <a:gd name="T23" fmla="*/ 42 h 84"/>
                <a:gd name="T24" fmla="*/ 12 w 72"/>
                <a:gd name="T25" fmla="*/ 72 h 84"/>
                <a:gd name="T26" fmla="*/ 18 w 72"/>
                <a:gd name="T27" fmla="*/ 84 h 84"/>
                <a:gd name="T28" fmla="*/ 36 w 72"/>
                <a:gd name="T29" fmla="*/ 84 h 84"/>
                <a:gd name="T30" fmla="*/ 36 w 72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2"/>
                  </a:lnTo>
                  <a:lnTo>
                    <a:pt x="1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Freeform 53"/>
            <p:cNvSpPr>
              <a:spLocks/>
            </p:cNvSpPr>
            <p:nvPr/>
          </p:nvSpPr>
          <p:spPr bwMode="auto">
            <a:xfrm>
              <a:off x="327" y="1683"/>
              <a:ext cx="27" cy="33"/>
            </a:xfrm>
            <a:custGeom>
              <a:avLst/>
              <a:gdLst>
                <a:gd name="T0" fmla="*/ 0 w 36"/>
                <a:gd name="T1" fmla="*/ 42 h 42"/>
                <a:gd name="T2" fmla="*/ 12 w 36"/>
                <a:gd name="T3" fmla="*/ 42 h 42"/>
                <a:gd name="T4" fmla="*/ 24 w 36"/>
                <a:gd name="T5" fmla="*/ 30 h 42"/>
                <a:gd name="T6" fmla="*/ 36 w 36"/>
                <a:gd name="T7" fmla="*/ 18 h 42"/>
                <a:gd name="T8" fmla="*/ 36 w 36"/>
                <a:gd name="T9" fmla="*/ 0 h 42"/>
                <a:gd name="T10" fmla="*/ 36 w 36"/>
                <a:gd name="T11" fmla="*/ 0 h 42"/>
                <a:gd name="T12" fmla="*/ 36 w 36"/>
                <a:gd name="T13" fmla="*/ 18 h 42"/>
                <a:gd name="T14" fmla="*/ 24 w 36"/>
                <a:gd name="T15" fmla="*/ 30 h 42"/>
                <a:gd name="T16" fmla="*/ 12 w 36"/>
                <a:gd name="T17" fmla="*/ 42 h 42"/>
                <a:gd name="T18" fmla="*/ 0 w 36"/>
                <a:gd name="T19" fmla="*/ 42 h 42"/>
                <a:gd name="T20" fmla="*/ 0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Freeform 54"/>
            <p:cNvSpPr>
              <a:spLocks noEditPoints="1"/>
            </p:cNvSpPr>
            <p:nvPr/>
          </p:nvSpPr>
          <p:spPr bwMode="auto">
            <a:xfrm>
              <a:off x="327" y="1651"/>
              <a:ext cx="27" cy="32"/>
            </a:xfrm>
            <a:custGeom>
              <a:avLst/>
              <a:gdLst>
                <a:gd name="T0" fmla="*/ 36 w 36"/>
                <a:gd name="T1" fmla="*/ 42 h 42"/>
                <a:gd name="T2" fmla="*/ 36 w 36"/>
                <a:gd name="T3" fmla="*/ 24 h 42"/>
                <a:gd name="T4" fmla="*/ 24 w 36"/>
                <a:gd name="T5" fmla="*/ 12 h 42"/>
                <a:gd name="T6" fmla="*/ 12 w 36"/>
                <a:gd name="T7" fmla="*/ 6 h 42"/>
                <a:gd name="T8" fmla="*/ 0 w 36"/>
                <a:gd name="T9" fmla="*/ 0 h 42"/>
                <a:gd name="T10" fmla="*/ 0 w 36"/>
                <a:gd name="T11" fmla="*/ 0 h 42"/>
                <a:gd name="T12" fmla="*/ 12 w 36"/>
                <a:gd name="T13" fmla="*/ 6 h 42"/>
                <a:gd name="T14" fmla="*/ 24 w 36"/>
                <a:gd name="T15" fmla="*/ 12 h 42"/>
                <a:gd name="T16" fmla="*/ 36 w 36"/>
                <a:gd name="T17" fmla="*/ 24 h 42"/>
                <a:gd name="T18" fmla="*/ 36 w 36"/>
                <a:gd name="T19" fmla="*/ 42 h 42"/>
                <a:gd name="T20" fmla="*/ 36 w 36"/>
                <a:gd name="T21" fmla="*/ 42 h 42"/>
                <a:gd name="T22" fmla="*/ 36 w 36"/>
                <a:gd name="T23" fmla="*/ 42 h 42"/>
                <a:gd name="T24" fmla="*/ 36 w 36"/>
                <a:gd name="T25" fmla="*/ 42 h 42"/>
                <a:gd name="T26" fmla="*/ 36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close/>
                  <a:moveTo>
                    <a:pt x="36" y="42"/>
                  </a:move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Freeform 55"/>
            <p:cNvSpPr>
              <a:spLocks noEditPoints="1"/>
            </p:cNvSpPr>
            <p:nvPr/>
          </p:nvSpPr>
          <p:spPr bwMode="auto">
            <a:xfrm>
              <a:off x="301" y="1651"/>
              <a:ext cx="26" cy="32"/>
            </a:xfrm>
            <a:custGeom>
              <a:avLst/>
              <a:gdLst>
                <a:gd name="T0" fmla="*/ 36 w 36"/>
                <a:gd name="T1" fmla="*/ 0 h 42"/>
                <a:gd name="T2" fmla="*/ 18 w 36"/>
                <a:gd name="T3" fmla="*/ 6 h 42"/>
                <a:gd name="T4" fmla="*/ 12 w 36"/>
                <a:gd name="T5" fmla="*/ 12 h 42"/>
                <a:gd name="T6" fmla="*/ 0 w 36"/>
                <a:gd name="T7" fmla="*/ 42 h 42"/>
                <a:gd name="T8" fmla="*/ 0 w 36"/>
                <a:gd name="T9" fmla="*/ 42 h 42"/>
                <a:gd name="T10" fmla="*/ 12 w 36"/>
                <a:gd name="T11" fmla="*/ 12 h 42"/>
                <a:gd name="T12" fmla="*/ 18 w 36"/>
                <a:gd name="T13" fmla="*/ 6 h 42"/>
                <a:gd name="T14" fmla="*/ 36 w 36"/>
                <a:gd name="T15" fmla="*/ 0 h 42"/>
                <a:gd name="T16" fmla="*/ 36 w 36"/>
                <a:gd name="T17" fmla="*/ 0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Freeform 56"/>
            <p:cNvSpPr>
              <a:spLocks noEditPoints="1"/>
            </p:cNvSpPr>
            <p:nvPr/>
          </p:nvSpPr>
          <p:spPr bwMode="auto">
            <a:xfrm>
              <a:off x="301" y="1683"/>
              <a:ext cx="26" cy="33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30 h 42"/>
                <a:gd name="T4" fmla="*/ 18 w 36"/>
                <a:gd name="T5" fmla="*/ 42 h 42"/>
                <a:gd name="T6" fmla="*/ 36 w 36"/>
                <a:gd name="T7" fmla="*/ 42 h 42"/>
                <a:gd name="T8" fmla="*/ 36 w 36"/>
                <a:gd name="T9" fmla="*/ 42 h 42"/>
                <a:gd name="T10" fmla="*/ 18 w 36"/>
                <a:gd name="T11" fmla="*/ 42 h 42"/>
                <a:gd name="T12" fmla="*/ 12 w 36"/>
                <a:gd name="T13" fmla="*/ 30 h 42"/>
                <a:gd name="T14" fmla="*/ 0 w 36"/>
                <a:gd name="T15" fmla="*/ 0 h 42"/>
                <a:gd name="T16" fmla="*/ 0 w 36"/>
                <a:gd name="T17" fmla="*/ 0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30"/>
                  </a:lnTo>
                  <a:lnTo>
                    <a:pt x="18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18" y="42"/>
                  </a:lnTo>
                  <a:lnTo>
                    <a:pt x="12" y="3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Freeform 57"/>
            <p:cNvSpPr>
              <a:spLocks/>
            </p:cNvSpPr>
            <p:nvPr/>
          </p:nvSpPr>
          <p:spPr bwMode="auto">
            <a:xfrm>
              <a:off x="327" y="1716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Freeform 58"/>
            <p:cNvSpPr>
              <a:spLocks/>
            </p:cNvSpPr>
            <p:nvPr/>
          </p:nvSpPr>
          <p:spPr bwMode="auto">
            <a:xfrm>
              <a:off x="852" y="1039"/>
              <a:ext cx="590" cy="769"/>
            </a:xfrm>
            <a:custGeom>
              <a:avLst/>
              <a:gdLst>
                <a:gd name="T0" fmla="*/ 807 w 807"/>
                <a:gd name="T1" fmla="*/ 991 h 991"/>
                <a:gd name="T2" fmla="*/ 807 w 807"/>
                <a:gd name="T3" fmla="*/ 0 h 991"/>
                <a:gd name="T4" fmla="*/ 0 w 807"/>
                <a:gd name="T5" fmla="*/ 0 h 991"/>
                <a:gd name="T6" fmla="*/ 0 w 807"/>
                <a:gd name="T7" fmla="*/ 991 h 991"/>
                <a:gd name="T8" fmla="*/ 807 w 807"/>
                <a:gd name="T9" fmla="*/ 991 h 991"/>
                <a:gd name="T10" fmla="*/ 807 w 807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7" h="991">
                  <a:moveTo>
                    <a:pt x="807" y="991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991"/>
                  </a:lnTo>
                  <a:lnTo>
                    <a:pt x="807" y="991"/>
                  </a:lnTo>
                  <a:lnTo>
                    <a:pt x="807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Freeform 59"/>
            <p:cNvSpPr>
              <a:spLocks/>
            </p:cNvSpPr>
            <p:nvPr/>
          </p:nvSpPr>
          <p:spPr bwMode="auto">
            <a:xfrm>
              <a:off x="1442" y="1039"/>
              <a:ext cx="1" cy="769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Freeform 60"/>
            <p:cNvSpPr>
              <a:spLocks noEditPoints="1"/>
            </p:cNvSpPr>
            <p:nvPr/>
          </p:nvSpPr>
          <p:spPr bwMode="auto">
            <a:xfrm>
              <a:off x="852" y="1039"/>
              <a:ext cx="590" cy="1"/>
            </a:xfrm>
            <a:custGeom>
              <a:avLst/>
              <a:gdLst>
                <a:gd name="T0" fmla="*/ 807 w 807"/>
                <a:gd name="T1" fmla="*/ 0 w 807"/>
                <a:gd name="T2" fmla="*/ 807 w 807"/>
                <a:gd name="T3" fmla="*/ 807 w 807"/>
                <a:gd name="T4" fmla="*/ 807 w 807"/>
                <a:gd name="T5" fmla="*/ 807 w 807"/>
                <a:gd name="T6" fmla="*/ 807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807" y="0"/>
                  </a:moveTo>
                  <a:lnTo>
                    <a:pt x="0" y="0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Freeform 61"/>
            <p:cNvSpPr>
              <a:spLocks noEditPoints="1"/>
            </p:cNvSpPr>
            <p:nvPr/>
          </p:nvSpPr>
          <p:spPr bwMode="auto">
            <a:xfrm>
              <a:off x="852" y="1039"/>
              <a:ext cx="1" cy="769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Freeform 62"/>
            <p:cNvSpPr>
              <a:spLocks noEditPoints="1"/>
            </p:cNvSpPr>
            <p:nvPr/>
          </p:nvSpPr>
          <p:spPr bwMode="auto">
            <a:xfrm>
              <a:off x="852" y="1808"/>
              <a:ext cx="590" cy="1"/>
            </a:xfrm>
            <a:custGeom>
              <a:avLst/>
              <a:gdLst>
                <a:gd name="T0" fmla="*/ 0 w 807"/>
                <a:gd name="T1" fmla="*/ 807 w 807"/>
                <a:gd name="T2" fmla="*/ 0 w 807"/>
                <a:gd name="T3" fmla="*/ 0 w 807"/>
                <a:gd name="T4" fmla="*/ 0 w 807"/>
                <a:gd name="T5" fmla="*/ 0 w 807"/>
                <a:gd name="T6" fmla="*/ 0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0" y="0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Freeform 63"/>
            <p:cNvSpPr>
              <a:spLocks/>
            </p:cNvSpPr>
            <p:nvPr/>
          </p:nvSpPr>
          <p:spPr bwMode="auto">
            <a:xfrm>
              <a:off x="1442" y="1808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Freeform 65"/>
            <p:cNvSpPr>
              <a:spLocks/>
            </p:cNvSpPr>
            <p:nvPr/>
          </p:nvSpPr>
          <p:spPr bwMode="auto">
            <a:xfrm>
              <a:off x="327" y="1164"/>
              <a:ext cx="1115" cy="1"/>
            </a:xfrm>
            <a:custGeom>
              <a:avLst/>
              <a:gdLst>
                <a:gd name="T0" fmla="*/ 0 w 1525"/>
                <a:gd name="T1" fmla="*/ 1525 w 1525"/>
                <a:gd name="T2" fmla="*/ 0 w 1525"/>
                <a:gd name="T3" fmla="*/ 0 w 15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25">
                  <a:moveTo>
                    <a:pt x="0" y="0"/>
                  </a:moveTo>
                  <a:lnTo>
                    <a:pt x="15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Freeform 66"/>
            <p:cNvSpPr>
              <a:spLocks noEditPoints="1"/>
            </p:cNvSpPr>
            <p:nvPr/>
          </p:nvSpPr>
          <p:spPr bwMode="auto">
            <a:xfrm>
              <a:off x="1442" y="1164"/>
              <a:ext cx="48" cy="88"/>
            </a:xfrm>
            <a:custGeom>
              <a:avLst/>
              <a:gdLst>
                <a:gd name="T0" fmla="*/ 0 w 66"/>
                <a:gd name="T1" fmla="*/ 0 h 114"/>
                <a:gd name="T2" fmla="*/ 30 w 66"/>
                <a:gd name="T3" fmla="*/ 6 h 114"/>
                <a:gd name="T4" fmla="*/ 48 w 66"/>
                <a:gd name="T5" fmla="*/ 18 h 114"/>
                <a:gd name="T6" fmla="*/ 60 w 66"/>
                <a:gd name="T7" fmla="*/ 36 h 114"/>
                <a:gd name="T8" fmla="*/ 66 w 66"/>
                <a:gd name="T9" fmla="*/ 54 h 114"/>
                <a:gd name="T10" fmla="*/ 66 w 66"/>
                <a:gd name="T11" fmla="*/ 78 h 114"/>
                <a:gd name="T12" fmla="*/ 54 w 66"/>
                <a:gd name="T13" fmla="*/ 96 h 114"/>
                <a:gd name="T14" fmla="*/ 36 w 66"/>
                <a:gd name="T15" fmla="*/ 108 h 114"/>
                <a:gd name="T16" fmla="*/ 6 w 66"/>
                <a:gd name="T17" fmla="*/ 114 h 114"/>
                <a:gd name="T18" fmla="*/ 6 w 66"/>
                <a:gd name="T19" fmla="*/ 114 h 114"/>
                <a:gd name="T20" fmla="*/ 36 w 66"/>
                <a:gd name="T21" fmla="*/ 108 h 114"/>
                <a:gd name="T22" fmla="*/ 54 w 66"/>
                <a:gd name="T23" fmla="*/ 96 h 114"/>
                <a:gd name="T24" fmla="*/ 66 w 66"/>
                <a:gd name="T25" fmla="*/ 78 h 114"/>
                <a:gd name="T26" fmla="*/ 66 w 66"/>
                <a:gd name="T27" fmla="*/ 54 h 114"/>
                <a:gd name="T28" fmla="*/ 60 w 66"/>
                <a:gd name="T29" fmla="*/ 36 h 114"/>
                <a:gd name="T30" fmla="*/ 48 w 66"/>
                <a:gd name="T31" fmla="*/ 18 h 114"/>
                <a:gd name="T32" fmla="*/ 30 w 66"/>
                <a:gd name="T33" fmla="*/ 6 h 114"/>
                <a:gd name="T34" fmla="*/ 0 w 66"/>
                <a:gd name="T35" fmla="*/ 0 h 114"/>
                <a:gd name="T36" fmla="*/ 0 w 66"/>
                <a:gd name="T37" fmla="*/ 0 h 114"/>
                <a:gd name="T38" fmla="*/ 0 w 66"/>
                <a:gd name="T39" fmla="*/ 0 h 114"/>
                <a:gd name="T40" fmla="*/ 0 w 66"/>
                <a:gd name="T41" fmla="*/ 0 h 114"/>
                <a:gd name="T42" fmla="*/ 0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0" y="0"/>
                  </a:moveTo>
                  <a:lnTo>
                    <a:pt x="30" y="6"/>
                  </a:lnTo>
                  <a:lnTo>
                    <a:pt x="48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6" y="78"/>
                  </a:lnTo>
                  <a:lnTo>
                    <a:pt x="54" y="96"/>
                  </a:lnTo>
                  <a:lnTo>
                    <a:pt x="36" y="108"/>
                  </a:lnTo>
                  <a:lnTo>
                    <a:pt x="6" y="114"/>
                  </a:lnTo>
                  <a:lnTo>
                    <a:pt x="6" y="114"/>
                  </a:lnTo>
                  <a:lnTo>
                    <a:pt x="36" y="108"/>
                  </a:lnTo>
                  <a:lnTo>
                    <a:pt x="54" y="96"/>
                  </a:lnTo>
                  <a:lnTo>
                    <a:pt x="66" y="78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8" y="18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Freeform 67"/>
            <p:cNvSpPr>
              <a:spLocks/>
            </p:cNvSpPr>
            <p:nvPr/>
          </p:nvSpPr>
          <p:spPr bwMode="auto">
            <a:xfrm>
              <a:off x="848" y="1285"/>
              <a:ext cx="4" cy="5"/>
            </a:xfrm>
            <a:custGeom>
              <a:avLst/>
              <a:gdLst>
                <a:gd name="T0" fmla="*/ 6 w 6"/>
                <a:gd name="T1" fmla="*/ 0 h 6"/>
                <a:gd name="T2" fmla="*/ 6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0 h 6"/>
                <a:gd name="T10" fmla="*/ 6 w 6"/>
                <a:gd name="T11" fmla="*/ 0 h 6"/>
                <a:gd name="T12" fmla="*/ 6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Freeform 68"/>
            <p:cNvSpPr>
              <a:spLocks noEditPoints="1"/>
            </p:cNvSpPr>
            <p:nvPr/>
          </p:nvSpPr>
          <p:spPr bwMode="auto">
            <a:xfrm>
              <a:off x="808" y="1290"/>
              <a:ext cx="44" cy="83"/>
            </a:xfrm>
            <a:custGeom>
              <a:avLst/>
              <a:gdLst>
                <a:gd name="T0" fmla="*/ 54 w 60"/>
                <a:gd name="T1" fmla="*/ 0 h 107"/>
                <a:gd name="T2" fmla="*/ 36 w 60"/>
                <a:gd name="T3" fmla="*/ 5 h 107"/>
                <a:gd name="T4" fmla="*/ 18 w 60"/>
                <a:gd name="T5" fmla="*/ 17 h 107"/>
                <a:gd name="T6" fmla="*/ 6 w 60"/>
                <a:gd name="T7" fmla="*/ 29 h 107"/>
                <a:gd name="T8" fmla="*/ 0 w 60"/>
                <a:gd name="T9" fmla="*/ 47 h 107"/>
                <a:gd name="T10" fmla="*/ 0 w 60"/>
                <a:gd name="T11" fmla="*/ 65 h 107"/>
                <a:gd name="T12" fmla="*/ 6 w 60"/>
                <a:gd name="T13" fmla="*/ 83 h 107"/>
                <a:gd name="T14" fmla="*/ 30 w 60"/>
                <a:gd name="T15" fmla="*/ 101 h 107"/>
                <a:gd name="T16" fmla="*/ 60 w 60"/>
                <a:gd name="T17" fmla="*/ 107 h 107"/>
                <a:gd name="T18" fmla="*/ 60 w 60"/>
                <a:gd name="T19" fmla="*/ 107 h 107"/>
                <a:gd name="T20" fmla="*/ 30 w 60"/>
                <a:gd name="T21" fmla="*/ 101 h 107"/>
                <a:gd name="T22" fmla="*/ 6 w 60"/>
                <a:gd name="T23" fmla="*/ 83 h 107"/>
                <a:gd name="T24" fmla="*/ 0 w 60"/>
                <a:gd name="T25" fmla="*/ 65 h 107"/>
                <a:gd name="T26" fmla="*/ 0 w 60"/>
                <a:gd name="T27" fmla="*/ 47 h 107"/>
                <a:gd name="T28" fmla="*/ 6 w 60"/>
                <a:gd name="T29" fmla="*/ 29 h 107"/>
                <a:gd name="T30" fmla="*/ 18 w 60"/>
                <a:gd name="T31" fmla="*/ 17 h 107"/>
                <a:gd name="T32" fmla="*/ 36 w 60"/>
                <a:gd name="T33" fmla="*/ 5 h 107"/>
                <a:gd name="T34" fmla="*/ 54 w 60"/>
                <a:gd name="T35" fmla="*/ 0 h 107"/>
                <a:gd name="T36" fmla="*/ 54 w 60"/>
                <a:gd name="T37" fmla="*/ 0 h 107"/>
                <a:gd name="T38" fmla="*/ 54 w 60"/>
                <a:gd name="T39" fmla="*/ 0 h 107"/>
                <a:gd name="T40" fmla="*/ 54 w 60"/>
                <a:gd name="T41" fmla="*/ 0 h 107"/>
                <a:gd name="T42" fmla="*/ 54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54" y="0"/>
                  </a:moveTo>
                  <a:lnTo>
                    <a:pt x="36" y="5"/>
                  </a:lnTo>
                  <a:lnTo>
                    <a:pt x="18" y="17"/>
                  </a:lnTo>
                  <a:lnTo>
                    <a:pt x="6" y="29"/>
                  </a:lnTo>
                  <a:lnTo>
                    <a:pt x="0" y="47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30" y="101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0" y="101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7"/>
                  </a:lnTo>
                  <a:lnTo>
                    <a:pt x="6" y="29"/>
                  </a:lnTo>
                  <a:lnTo>
                    <a:pt x="18" y="17"/>
                  </a:lnTo>
                  <a:lnTo>
                    <a:pt x="36" y="5"/>
                  </a:lnTo>
                  <a:lnTo>
                    <a:pt x="54" y="0"/>
                  </a:lnTo>
                  <a:lnTo>
                    <a:pt x="54" y="0"/>
                  </a:lnTo>
                  <a:close/>
                  <a:moveTo>
                    <a:pt x="54" y="0"/>
                  </a:move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Freeform 69"/>
            <p:cNvSpPr>
              <a:spLocks noEditPoints="1"/>
            </p:cNvSpPr>
            <p:nvPr/>
          </p:nvSpPr>
          <p:spPr bwMode="auto">
            <a:xfrm>
              <a:off x="852" y="1373"/>
              <a:ext cx="586" cy="9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Freeform 70"/>
            <p:cNvSpPr>
              <a:spLocks noEditPoints="1"/>
            </p:cNvSpPr>
            <p:nvPr/>
          </p:nvSpPr>
          <p:spPr bwMode="auto">
            <a:xfrm>
              <a:off x="1438" y="1382"/>
              <a:ext cx="52" cy="88"/>
            </a:xfrm>
            <a:custGeom>
              <a:avLst/>
              <a:gdLst>
                <a:gd name="T0" fmla="*/ 0 w 72"/>
                <a:gd name="T1" fmla="*/ 0 h 113"/>
                <a:gd name="T2" fmla="*/ 36 w 72"/>
                <a:gd name="T3" fmla="*/ 6 h 113"/>
                <a:gd name="T4" fmla="*/ 60 w 72"/>
                <a:gd name="T5" fmla="*/ 24 h 113"/>
                <a:gd name="T6" fmla="*/ 72 w 72"/>
                <a:gd name="T7" fmla="*/ 42 h 113"/>
                <a:gd name="T8" fmla="*/ 72 w 72"/>
                <a:gd name="T9" fmla="*/ 60 h 113"/>
                <a:gd name="T10" fmla="*/ 66 w 72"/>
                <a:gd name="T11" fmla="*/ 78 h 113"/>
                <a:gd name="T12" fmla="*/ 48 w 72"/>
                <a:gd name="T13" fmla="*/ 95 h 113"/>
                <a:gd name="T14" fmla="*/ 30 w 72"/>
                <a:gd name="T15" fmla="*/ 107 h 113"/>
                <a:gd name="T16" fmla="*/ 6 w 72"/>
                <a:gd name="T17" fmla="*/ 113 h 113"/>
                <a:gd name="T18" fmla="*/ 6 w 72"/>
                <a:gd name="T19" fmla="*/ 113 h 113"/>
                <a:gd name="T20" fmla="*/ 30 w 72"/>
                <a:gd name="T21" fmla="*/ 107 h 113"/>
                <a:gd name="T22" fmla="*/ 48 w 72"/>
                <a:gd name="T23" fmla="*/ 95 h 113"/>
                <a:gd name="T24" fmla="*/ 66 w 72"/>
                <a:gd name="T25" fmla="*/ 78 h 113"/>
                <a:gd name="T26" fmla="*/ 72 w 72"/>
                <a:gd name="T27" fmla="*/ 60 h 113"/>
                <a:gd name="T28" fmla="*/ 72 w 72"/>
                <a:gd name="T29" fmla="*/ 42 h 113"/>
                <a:gd name="T30" fmla="*/ 60 w 72"/>
                <a:gd name="T31" fmla="*/ 24 h 113"/>
                <a:gd name="T32" fmla="*/ 36 w 72"/>
                <a:gd name="T33" fmla="*/ 6 h 113"/>
                <a:gd name="T34" fmla="*/ 0 w 72"/>
                <a:gd name="T35" fmla="*/ 0 h 113"/>
                <a:gd name="T36" fmla="*/ 0 w 72"/>
                <a:gd name="T37" fmla="*/ 0 h 113"/>
                <a:gd name="T38" fmla="*/ 0 w 72"/>
                <a:gd name="T39" fmla="*/ 0 h 113"/>
                <a:gd name="T40" fmla="*/ 0 w 72"/>
                <a:gd name="T41" fmla="*/ 0 h 113"/>
                <a:gd name="T42" fmla="*/ 0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0" y="0"/>
                  </a:moveTo>
                  <a:lnTo>
                    <a:pt x="36" y="6"/>
                  </a:lnTo>
                  <a:lnTo>
                    <a:pt x="60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6" y="78"/>
                  </a:lnTo>
                  <a:lnTo>
                    <a:pt x="48" y="95"/>
                  </a:lnTo>
                  <a:lnTo>
                    <a:pt x="30" y="107"/>
                  </a:lnTo>
                  <a:lnTo>
                    <a:pt x="6" y="113"/>
                  </a:lnTo>
                  <a:lnTo>
                    <a:pt x="6" y="113"/>
                  </a:lnTo>
                  <a:lnTo>
                    <a:pt x="30" y="107"/>
                  </a:lnTo>
                  <a:lnTo>
                    <a:pt x="48" y="95"/>
                  </a:lnTo>
                  <a:lnTo>
                    <a:pt x="66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60" y="24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Freeform 71"/>
            <p:cNvSpPr>
              <a:spLocks/>
            </p:cNvSpPr>
            <p:nvPr/>
          </p:nvSpPr>
          <p:spPr bwMode="auto">
            <a:xfrm>
              <a:off x="804" y="1493"/>
              <a:ext cx="48" cy="84"/>
            </a:xfrm>
            <a:custGeom>
              <a:avLst/>
              <a:gdLst>
                <a:gd name="T0" fmla="*/ 66 w 66"/>
                <a:gd name="T1" fmla="*/ 0 h 108"/>
                <a:gd name="T2" fmla="*/ 42 w 66"/>
                <a:gd name="T3" fmla="*/ 6 h 108"/>
                <a:gd name="T4" fmla="*/ 18 w 66"/>
                <a:gd name="T5" fmla="*/ 18 h 108"/>
                <a:gd name="T6" fmla="*/ 6 w 66"/>
                <a:gd name="T7" fmla="*/ 36 h 108"/>
                <a:gd name="T8" fmla="*/ 0 w 66"/>
                <a:gd name="T9" fmla="*/ 54 h 108"/>
                <a:gd name="T10" fmla="*/ 6 w 66"/>
                <a:gd name="T11" fmla="*/ 72 h 108"/>
                <a:gd name="T12" fmla="*/ 12 w 66"/>
                <a:gd name="T13" fmla="*/ 90 h 108"/>
                <a:gd name="T14" fmla="*/ 36 w 66"/>
                <a:gd name="T15" fmla="*/ 102 h 108"/>
                <a:gd name="T16" fmla="*/ 66 w 66"/>
                <a:gd name="T17" fmla="*/ 108 h 108"/>
                <a:gd name="T18" fmla="*/ 66 w 66"/>
                <a:gd name="T19" fmla="*/ 108 h 108"/>
                <a:gd name="T20" fmla="*/ 36 w 66"/>
                <a:gd name="T21" fmla="*/ 102 h 108"/>
                <a:gd name="T22" fmla="*/ 12 w 66"/>
                <a:gd name="T23" fmla="*/ 90 h 108"/>
                <a:gd name="T24" fmla="*/ 6 w 66"/>
                <a:gd name="T25" fmla="*/ 72 h 108"/>
                <a:gd name="T26" fmla="*/ 0 w 66"/>
                <a:gd name="T27" fmla="*/ 54 h 108"/>
                <a:gd name="T28" fmla="*/ 6 w 66"/>
                <a:gd name="T29" fmla="*/ 36 h 108"/>
                <a:gd name="T30" fmla="*/ 18 w 66"/>
                <a:gd name="T31" fmla="*/ 18 h 108"/>
                <a:gd name="T32" fmla="*/ 42 w 66"/>
                <a:gd name="T33" fmla="*/ 6 h 108"/>
                <a:gd name="T34" fmla="*/ 66 w 66"/>
                <a:gd name="T35" fmla="*/ 0 h 108"/>
                <a:gd name="T36" fmla="*/ 66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66" y="0"/>
                  </a:moveTo>
                  <a:lnTo>
                    <a:pt x="42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2"/>
                  </a:lnTo>
                  <a:lnTo>
                    <a:pt x="12" y="90"/>
                  </a:lnTo>
                  <a:lnTo>
                    <a:pt x="36" y="102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36" y="102"/>
                  </a:lnTo>
                  <a:lnTo>
                    <a:pt x="12" y="90"/>
                  </a:lnTo>
                  <a:lnTo>
                    <a:pt x="6" y="72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42" y="6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Freeform 72"/>
            <p:cNvSpPr>
              <a:spLocks noEditPoints="1"/>
            </p:cNvSpPr>
            <p:nvPr/>
          </p:nvSpPr>
          <p:spPr bwMode="auto">
            <a:xfrm>
              <a:off x="852" y="1577"/>
              <a:ext cx="590" cy="14"/>
            </a:xfrm>
            <a:custGeom>
              <a:avLst/>
              <a:gdLst>
                <a:gd name="T0" fmla="*/ 0 w 807"/>
                <a:gd name="T1" fmla="*/ 0 h 18"/>
                <a:gd name="T2" fmla="*/ 29 w 807"/>
                <a:gd name="T3" fmla="*/ 0 h 18"/>
                <a:gd name="T4" fmla="*/ 71 w 807"/>
                <a:gd name="T5" fmla="*/ 6 h 18"/>
                <a:gd name="T6" fmla="*/ 119 w 807"/>
                <a:gd name="T7" fmla="*/ 6 h 18"/>
                <a:gd name="T8" fmla="*/ 167 w 807"/>
                <a:gd name="T9" fmla="*/ 6 h 18"/>
                <a:gd name="T10" fmla="*/ 287 w 807"/>
                <a:gd name="T11" fmla="*/ 6 h 18"/>
                <a:gd name="T12" fmla="*/ 418 w 807"/>
                <a:gd name="T13" fmla="*/ 12 h 18"/>
                <a:gd name="T14" fmla="*/ 544 w 807"/>
                <a:gd name="T15" fmla="*/ 12 h 18"/>
                <a:gd name="T16" fmla="*/ 658 w 807"/>
                <a:gd name="T17" fmla="*/ 12 h 18"/>
                <a:gd name="T18" fmla="*/ 705 w 807"/>
                <a:gd name="T19" fmla="*/ 12 h 18"/>
                <a:gd name="T20" fmla="*/ 747 w 807"/>
                <a:gd name="T21" fmla="*/ 12 h 18"/>
                <a:gd name="T22" fmla="*/ 783 w 807"/>
                <a:gd name="T23" fmla="*/ 18 h 18"/>
                <a:gd name="T24" fmla="*/ 807 w 807"/>
                <a:gd name="T25" fmla="*/ 18 h 18"/>
                <a:gd name="T26" fmla="*/ 807 w 807"/>
                <a:gd name="T27" fmla="*/ 18 h 18"/>
                <a:gd name="T28" fmla="*/ 783 w 807"/>
                <a:gd name="T29" fmla="*/ 18 h 18"/>
                <a:gd name="T30" fmla="*/ 747 w 807"/>
                <a:gd name="T31" fmla="*/ 12 h 18"/>
                <a:gd name="T32" fmla="*/ 705 w 807"/>
                <a:gd name="T33" fmla="*/ 12 h 18"/>
                <a:gd name="T34" fmla="*/ 658 w 807"/>
                <a:gd name="T35" fmla="*/ 12 h 18"/>
                <a:gd name="T36" fmla="*/ 544 w 807"/>
                <a:gd name="T37" fmla="*/ 12 h 18"/>
                <a:gd name="T38" fmla="*/ 418 w 807"/>
                <a:gd name="T39" fmla="*/ 12 h 18"/>
                <a:gd name="T40" fmla="*/ 287 w 807"/>
                <a:gd name="T41" fmla="*/ 6 h 18"/>
                <a:gd name="T42" fmla="*/ 167 w 807"/>
                <a:gd name="T43" fmla="*/ 6 h 18"/>
                <a:gd name="T44" fmla="*/ 119 w 807"/>
                <a:gd name="T45" fmla="*/ 6 h 18"/>
                <a:gd name="T46" fmla="*/ 71 w 807"/>
                <a:gd name="T47" fmla="*/ 6 h 18"/>
                <a:gd name="T48" fmla="*/ 29 w 807"/>
                <a:gd name="T49" fmla="*/ 0 h 18"/>
                <a:gd name="T50" fmla="*/ 0 w 807"/>
                <a:gd name="T51" fmla="*/ 0 h 18"/>
                <a:gd name="T52" fmla="*/ 0 w 807"/>
                <a:gd name="T53" fmla="*/ 0 h 18"/>
                <a:gd name="T54" fmla="*/ 0 w 807"/>
                <a:gd name="T55" fmla="*/ 0 h 18"/>
                <a:gd name="T56" fmla="*/ 0 w 807"/>
                <a:gd name="T57" fmla="*/ 0 h 18"/>
                <a:gd name="T58" fmla="*/ 0 w 807"/>
                <a:gd name="T5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7" h="18">
                  <a:moveTo>
                    <a:pt x="0" y="0"/>
                  </a:moveTo>
                  <a:lnTo>
                    <a:pt x="29" y="0"/>
                  </a:lnTo>
                  <a:lnTo>
                    <a:pt x="71" y="6"/>
                  </a:lnTo>
                  <a:lnTo>
                    <a:pt x="119" y="6"/>
                  </a:lnTo>
                  <a:lnTo>
                    <a:pt x="167" y="6"/>
                  </a:lnTo>
                  <a:lnTo>
                    <a:pt x="287" y="6"/>
                  </a:lnTo>
                  <a:lnTo>
                    <a:pt x="418" y="12"/>
                  </a:lnTo>
                  <a:lnTo>
                    <a:pt x="544" y="12"/>
                  </a:lnTo>
                  <a:lnTo>
                    <a:pt x="658" y="12"/>
                  </a:lnTo>
                  <a:lnTo>
                    <a:pt x="705" y="12"/>
                  </a:lnTo>
                  <a:lnTo>
                    <a:pt x="747" y="12"/>
                  </a:lnTo>
                  <a:lnTo>
                    <a:pt x="783" y="18"/>
                  </a:lnTo>
                  <a:lnTo>
                    <a:pt x="807" y="18"/>
                  </a:lnTo>
                  <a:lnTo>
                    <a:pt x="807" y="18"/>
                  </a:lnTo>
                  <a:lnTo>
                    <a:pt x="783" y="18"/>
                  </a:lnTo>
                  <a:lnTo>
                    <a:pt x="747" y="12"/>
                  </a:lnTo>
                  <a:lnTo>
                    <a:pt x="705" y="12"/>
                  </a:lnTo>
                  <a:lnTo>
                    <a:pt x="658" y="12"/>
                  </a:lnTo>
                  <a:lnTo>
                    <a:pt x="544" y="12"/>
                  </a:lnTo>
                  <a:lnTo>
                    <a:pt x="418" y="12"/>
                  </a:lnTo>
                  <a:lnTo>
                    <a:pt x="287" y="6"/>
                  </a:lnTo>
                  <a:lnTo>
                    <a:pt x="167" y="6"/>
                  </a:lnTo>
                  <a:lnTo>
                    <a:pt x="119" y="6"/>
                  </a:lnTo>
                  <a:lnTo>
                    <a:pt x="71" y="6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Freeform 73"/>
            <p:cNvSpPr>
              <a:spLocks noEditPoints="1"/>
            </p:cNvSpPr>
            <p:nvPr/>
          </p:nvSpPr>
          <p:spPr bwMode="auto">
            <a:xfrm>
              <a:off x="1442" y="1591"/>
              <a:ext cx="48" cy="83"/>
            </a:xfrm>
            <a:custGeom>
              <a:avLst/>
              <a:gdLst>
                <a:gd name="T0" fmla="*/ 0 w 66"/>
                <a:gd name="T1" fmla="*/ 0 h 107"/>
                <a:gd name="T2" fmla="*/ 30 w 66"/>
                <a:gd name="T3" fmla="*/ 6 h 107"/>
                <a:gd name="T4" fmla="*/ 48 w 66"/>
                <a:gd name="T5" fmla="*/ 24 h 107"/>
                <a:gd name="T6" fmla="*/ 60 w 66"/>
                <a:gd name="T7" fmla="*/ 41 h 107"/>
                <a:gd name="T8" fmla="*/ 66 w 66"/>
                <a:gd name="T9" fmla="*/ 65 h 107"/>
                <a:gd name="T10" fmla="*/ 60 w 66"/>
                <a:gd name="T11" fmla="*/ 83 h 107"/>
                <a:gd name="T12" fmla="*/ 42 w 66"/>
                <a:gd name="T13" fmla="*/ 95 h 107"/>
                <a:gd name="T14" fmla="*/ 24 w 66"/>
                <a:gd name="T15" fmla="*/ 107 h 107"/>
                <a:gd name="T16" fmla="*/ 0 w 66"/>
                <a:gd name="T17" fmla="*/ 107 h 107"/>
                <a:gd name="T18" fmla="*/ 0 w 66"/>
                <a:gd name="T19" fmla="*/ 107 h 107"/>
                <a:gd name="T20" fmla="*/ 24 w 66"/>
                <a:gd name="T21" fmla="*/ 107 h 107"/>
                <a:gd name="T22" fmla="*/ 42 w 66"/>
                <a:gd name="T23" fmla="*/ 95 h 107"/>
                <a:gd name="T24" fmla="*/ 60 w 66"/>
                <a:gd name="T25" fmla="*/ 83 h 107"/>
                <a:gd name="T26" fmla="*/ 66 w 66"/>
                <a:gd name="T27" fmla="*/ 65 h 107"/>
                <a:gd name="T28" fmla="*/ 60 w 66"/>
                <a:gd name="T29" fmla="*/ 41 h 107"/>
                <a:gd name="T30" fmla="*/ 48 w 66"/>
                <a:gd name="T31" fmla="*/ 24 h 107"/>
                <a:gd name="T32" fmla="*/ 30 w 66"/>
                <a:gd name="T33" fmla="*/ 6 h 107"/>
                <a:gd name="T34" fmla="*/ 0 w 66"/>
                <a:gd name="T35" fmla="*/ 0 h 107"/>
                <a:gd name="T36" fmla="*/ 0 w 66"/>
                <a:gd name="T37" fmla="*/ 0 h 107"/>
                <a:gd name="T38" fmla="*/ 0 w 66"/>
                <a:gd name="T39" fmla="*/ 0 h 107"/>
                <a:gd name="T40" fmla="*/ 0 w 66"/>
                <a:gd name="T41" fmla="*/ 0 h 107"/>
                <a:gd name="T42" fmla="*/ 0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0" y="0"/>
                  </a:moveTo>
                  <a:lnTo>
                    <a:pt x="30" y="6"/>
                  </a:lnTo>
                  <a:lnTo>
                    <a:pt x="48" y="24"/>
                  </a:lnTo>
                  <a:lnTo>
                    <a:pt x="60" y="41"/>
                  </a:lnTo>
                  <a:lnTo>
                    <a:pt x="66" y="65"/>
                  </a:lnTo>
                  <a:lnTo>
                    <a:pt x="60" y="83"/>
                  </a:lnTo>
                  <a:lnTo>
                    <a:pt x="42" y="95"/>
                  </a:lnTo>
                  <a:lnTo>
                    <a:pt x="24" y="10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4" y="107"/>
                  </a:lnTo>
                  <a:lnTo>
                    <a:pt x="42" y="95"/>
                  </a:lnTo>
                  <a:lnTo>
                    <a:pt x="60" y="83"/>
                  </a:lnTo>
                  <a:lnTo>
                    <a:pt x="66" y="65"/>
                  </a:lnTo>
                  <a:lnTo>
                    <a:pt x="60" y="41"/>
                  </a:lnTo>
                  <a:lnTo>
                    <a:pt x="48" y="24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Freeform 74"/>
            <p:cNvSpPr>
              <a:spLocks/>
            </p:cNvSpPr>
            <p:nvPr/>
          </p:nvSpPr>
          <p:spPr bwMode="auto">
            <a:xfrm>
              <a:off x="301" y="1132"/>
              <a:ext cx="53" cy="6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7 h 89"/>
                <a:gd name="T6" fmla="*/ 72 w 72"/>
                <a:gd name="T7" fmla="*/ 59 h 89"/>
                <a:gd name="T8" fmla="*/ 72 w 72"/>
                <a:gd name="T9" fmla="*/ 41 h 89"/>
                <a:gd name="T10" fmla="*/ 72 w 72"/>
                <a:gd name="T11" fmla="*/ 23 h 89"/>
                <a:gd name="T12" fmla="*/ 60 w 72"/>
                <a:gd name="T13" fmla="*/ 11 h 89"/>
                <a:gd name="T14" fmla="*/ 48 w 72"/>
                <a:gd name="T15" fmla="*/ 5 h 89"/>
                <a:gd name="T16" fmla="*/ 36 w 72"/>
                <a:gd name="T17" fmla="*/ 0 h 89"/>
                <a:gd name="T18" fmla="*/ 18 w 72"/>
                <a:gd name="T19" fmla="*/ 5 h 89"/>
                <a:gd name="T20" fmla="*/ 12 w 72"/>
                <a:gd name="T21" fmla="*/ 11 h 89"/>
                <a:gd name="T22" fmla="*/ 0 w 72"/>
                <a:gd name="T23" fmla="*/ 41 h 89"/>
                <a:gd name="T24" fmla="*/ 12 w 72"/>
                <a:gd name="T25" fmla="*/ 77 h 89"/>
                <a:gd name="T26" fmla="*/ 18 w 72"/>
                <a:gd name="T27" fmla="*/ 83 h 89"/>
                <a:gd name="T28" fmla="*/ 36 w 72"/>
                <a:gd name="T29" fmla="*/ 89 h 89"/>
                <a:gd name="T30" fmla="*/ 36 w 72"/>
                <a:gd name="T31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7"/>
                  </a:lnTo>
                  <a:lnTo>
                    <a:pt x="72" y="59"/>
                  </a:lnTo>
                  <a:lnTo>
                    <a:pt x="72" y="41"/>
                  </a:lnTo>
                  <a:lnTo>
                    <a:pt x="72" y="23"/>
                  </a:lnTo>
                  <a:lnTo>
                    <a:pt x="60" y="11"/>
                  </a:lnTo>
                  <a:lnTo>
                    <a:pt x="48" y="5"/>
                  </a:lnTo>
                  <a:lnTo>
                    <a:pt x="36" y="0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12" y="77"/>
                  </a:lnTo>
                  <a:lnTo>
                    <a:pt x="1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Freeform 75"/>
            <p:cNvSpPr>
              <a:spLocks/>
            </p:cNvSpPr>
            <p:nvPr/>
          </p:nvSpPr>
          <p:spPr bwMode="auto">
            <a:xfrm>
              <a:off x="327" y="1164"/>
              <a:ext cx="27" cy="37"/>
            </a:xfrm>
            <a:custGeom>
              <a:avLst/>
              <a:gdLst>
                <a:gd name="T0" fmla="*/ 0 w 36"/>
                <a:gd name="T1" fmla="*/ 48 h 48"/>
                <a:gd name="T2" fmla="*/ 12 w 36"/>
                <a:gd name="T3" fmla="*/ 42 h 48"/>
                <a:gd name="T4" fmla="*/ 24 w 36"/>
                <a:gd name="T5" fmla="*/ 36 h 48"/>
                <a:gd name="T6" fmla="*/ 36 w 36"/>
                <a:gd name="T7" fmla="*/ 18 h 48"/>
                <a:gd name="T8" fmla="*/ 36 w 36"/>
                <a:gd name="T9" fmla="*/ 0 h 48"/>
                <a:gd name="T10" fmla="*/ 36 w 36"/>
                <a:gd name="T11" fmla="*/ 0 h 48"/>
                <a:gd name="T12" fmla="*/ 36 w 36"/>
                <a:gd name="T13" fmla="*/ 18 h 48"/>
                <a:gd name="T14" fmla="*/ 24 w 36"/>
                <a:gd name="T15" fmla="*/ 36 h 48"/>
                <a:gd name="T16" fmla="*/ 12 w 36"/>
                <a:gd name="T17" fmla="*/ 42 h 48"/>
                <a:gd name="T18" fmla="*/ 0 w 36"/>
                <a:gd name="T19" fmla="*/ 48 h 48"/>
                <a:gd name="T20" fmla="*/ 0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0" y="48"/>
                  </a:move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Freeform 76"/>
            <p:cNvSpPr>
              <a:spLocks noEditPoints="1"/>
            </p:cNvSpPr>
            <p:nvPr/>
          </p:nvSpPr>
          <p:spPr bwMode="auto">
            <a:xfrm>
              <a:off x="327" y="1132"/>
              <a:ext cx="27" cy="32"/>
            </a:xfrm>
            <a:custGeom>
              <a:avLst/>
              <a:gdLst>
                <a:gd name="T0" fmla="*/ 36 w 36"/>
                <a:gd name="T1" fmla="*/ 41 h 41"/>
                <a:gd name="T2" fmla="*/ 36 w 36"/>
                <a:gd name="T3" fmla="*/ 23 h 41"/>
                <a:gd name="T4" fmla="*/ 24 w 36"/>
                <a:gd name="T5" fmla="*/ 11 h 41"/>
                <a:gd name="T6" fmla="*/ 12 w 36"/>
                <a:gd name="T7" fmla="*/ 5 h 41"/>
                <a:gd name="T8" fmla="*/ 0 w 36"/>
                <a:gd name="T9" fmla="*/ 0 h 41"/>
                <a:gd name="T10" fmla="*/ 0 w 36"/>
                <a:gd name="T11" fmla="*/ 0 h 41"/>
                <a:gd name="T12" fmla="*/ 12 w 36"/>
                <a:gd name="T13" fmla="*/ 5 h 41"/>
                <a:gd name="T14" fmla="*/ 24 w 36"/>
                <a:gd name="T15" fmla="*/ 11 h 41"/>
                <a:gd name="T16" fmla="*/ 36 w 36"/>
                <a:gd name="T17" fmla="*/ 23 h 41"/>
                <a:gd name="T18" fmla="*/ 36 w 36"/>
                <a:gd name="T19" fmla="*/ 41 h 41"/>
                <a:gd name="T20" fmla="*/ 36 w 36"/>
                <a:gd name="T21" fmla="*/ 41 h 41"/>
                <a:gd name="T22" fmla="*/ 36 w 36"/>
                <a:gd name="T23" fmla="*/ 41 h 41"/>
                <a:gd name="T24" fmla="*/ 36 w 36"/>
                <a:gd name="T25" fmla="*/ 41 h 41"/>
                <a:gd name="T26" fmla="*/ 36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36" y="41"/>
                  </a:move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close/>
                  <a:moveTo>
                    <a:pt x="36" y="41"/>
                  </a:moveTo>
                  <a:lnTo>
                    <a:pt x="36" y="4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Freeform 77"/>
            <p:cNvSpPr>
              <a:spLocks noEditPoints="1"/>
            </p:cNvSpPr>
            <p:nvPr/>
          </p:nvSpPr>
          <p:spPr bwMode="auto">
            <a:xfrm>
              <a:off x="301" y="1132"/>
              <a:ext cx="26" cy="32"/>
            </a:xfrm>
            <a:custGeom>
              <a:avLst/>
              <a:gdLst>
                <a:gd name="T0" fmla="*/ 36 w 36"/>
                <a:gd name="T1" fmla="*/ 0 h 41"/>
                <a:gd name="T2" fmla="*/ 18 w 36"/>
                <a:gd name="T3" fmla="*/ 5 h 41"/>
                <a:gd name="T4" fmla="*/ 12 w 36"/>
                <a:gd name="T5" fmla="*/ 11 h 41"/>
                <a:gd name="T6" fmla="*/ 0 w 36"/>
                <a:gd name="T7" fmla="*/ 41 h 41"/>
                <a:gd name="T8" fmla="*/ 0 w 36"/>
                <a:gd name="T9" fmla="*/ 41 h 41"/>
                <a:gd name="T10" fmla="*/ 12 w 36"/>
                <a:gd name="T11" fmla="*/ 11 h 41"/>
                <a:gd name="T12" fmla="*/ 18 w 36"/>
                <a:gd name="T13" fmla="*/ 5 h 41"/>
                <a:gd name="T14" fmla="*/ 36 w 36"/>
                <a:gd name="T15" fmla="*/ 0 h 41"/>
                <a:gd name="T16" fmla="*/ 36 w 36"/>
                <a:gd name="T17" fmla="*/ 0 h 41"/>
                <a:gd name="T18" fmla="*/ 36 w 36"/>
                <a:gd name="T19" fmla="*/ 0 h 41"/>
                <a:gd name="T20" fmla="*/ 36 w 36"/>
                <a:gd name="T21" fmla="*/ 0 h 41"/>
                <a:gd name="T22" fmla="*/ 36 w 36"/>
                <a:gd name="T2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1">
                  <a:moveTo>
                    <a:pt x="36" y="0"/>
                  </a:move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2" y="11"/>
                  </a:lnTo>
                  <a:lnTo>
                    <a:pt x="18" y="5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0" name="Freeform 78"/>
            <p:cNvSpPr>
              <a:spLocks noEditPoints="1"/>
            </p:cNvSpPr>
            <p:nvPr/>
          </p:nvSpPr>
          <p:spPr bwMode="auto">
            <a:xfrm>
              <a:off x="301" y="1164"/>
              <a:ext cx="26" cy="37"/>
            </a:xfrm>
            <a:custGeom>
              <a:avLst/>
              <a:gdLst>
                <a:gd name="T0" fmla="*/ 0 w 36"/>
                <a:gd name="T1" fmla="*/ 0 h 48"/>
                <a:gd name="T2" fmla="*/ 12 w 36"/>
                <a:gd name="T3" fmla="*/ 36 h 48"/>
                <a:gd name="T4" fmla="*/ 18 w 36"/>
                <a:gd name="T5" fmla="*/ 42 h 48"/>
                <a:gd name="T6" fmla="*/ 36 w 36"/>
                <a:gd name="T7" fmla="*/ 48 h 48"/>
                <a:gd name="T8" fmla="*/ 36 w 36"/>
                <a:gd name="T9" fmla="*/ 48 h 48"/>
                <a:gd name="T10" fmla="*/ 18 w 36"/>
                <a:gd name="T11" fmla="*/ 42 h 48"/>
                <a:gd name="T12" fmla="*/ 12 w 36"/>
                <a:gd name="T13" fmla="*/ 36 h 48"/>
                <a:gd name="T14" fmla="*/ 0 w 36"/>
                <a:gd name="T15" fmla="*/ 0 h 48"/>
                <a:gd name="T16" fmla="*/ 0 w 36"/>
                <a:gd name="T17" fmla="*/ 0 h 48"/>
                <a:gd name="T18" fmla="*/ 0 w 36"/>
                <a:gd name="T19" fmla="*/ 0 h 48"/>
                <a:gd name="T20" fmla="*/ 0 w 36"/>
                <a:gd name="T21" fmla="*/ 0 h 48"/>
                <a:gd name="T22" fmla="*/ 0 w 36"/>
                <a:gd name="T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8">
                  <a:moveTo>
                    <a:pt x="0" y="0"/>
                  </a:moveTo>
                  <a:lnTo>
                    <a:pt x="12" y="36"/>
                  </a:lnTo>
                  <a:lnTo>
                    <a:pt x="18" y="42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18" y="42"/>
                  </a:lnTo>
                  <a:lnTo>
                    <a:pt x="12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1" name="Freeform 79"/>
            <p:cNvSpPr>
              <a:spLocks/>
            </p:cNvSpPr>
            <p:nvPr/>
          </p:nvSpPr>
          <p:spPr bwMode="auto">
            <a:xfrm>
              <a:off x="327" y="1201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Freeform 80"/>
            <p:cNvSpPr>
              <a:spLocks/>
            </p:cNvSpPr>
            <p:nvPr/>
          </p:nvSpPr>
          <p:spPr bwMode="auto">
            <a:xfrm>
              <a:off x="2989" y="1683"/>
              <a:ext cx="752" cy="1"/>
            </a:xfrm>
            <a:custGeom>
              <a:avLst/>
              <a:gdLst>
                <a:gd name="T0" fmla="*/ 1029 w 1029"/>
                <a:gd name="T1" fmla="*/ 0 w 1029"/>
                <a:gd name="T2" fmla="*/ 1029 w 1029"/>
                <a:gd name="T3" fmla="*/ 1029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1029" y="0"/>
                  </a:moveTo>
                  <a:lnTo>
                    <a:pt x="0" y="0"/>
                  </a:lnTo>
                  <a:lnTo>
                    <a:pt x="1029" y="0"/>
                  </a:lnTo>
                  <a:lnTo>
                    <a:pt x="10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3" name="Freeform 81"/>
            <p:cNvSpPr>
              <a:spLocks/>
            </p:cNvSpPr>
            <p:nvPr/>
          </p:nvSpPr>
          <p:spPr bwMode="auto">
            <a:xfrm>
              <a:off x="2491" y="1113"/>
              <a:ext cx="1" cy="626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4" name="Freeform 82"/>
            <p:cNvSpPr>
              <a:spLocks noEditPoints="1"/>
            </p:cNvSpPr>
            <p:nvPr/>
          </p:nvSpPr>
          <p:spPr bwMode="auto">
            <a:xfrm>
              <a:off x="2491" y="942"/>
              <a:ext cx="136" cy="171"/>
            </a:xfrm>
            <a:custGeom>
              <a:avLst/>
              <a:gdLst>
                <a:gd name="T0" fmla="*/ 0 w 185"/>
                <a:gd name="T1" fmla="*/ 221 h 221"/>
                <a:gd name="T2" fmla="*/ 6 w 185"/>
                <a:gd name="T3" fmla="*/ 173 h 221"/>
                <a:gd name="T4" fmla="*/ 12 w 185"/>
                <a:gd name="T5" fmla="*/ 131 h 221"/>
                <a:gd name="T6" fmla="*/ 29 w 185"/>
                <a:gd name="T7" fmla="*/ 95 h 221"/>
                <a:gd name="T8" fmla="*/ 53 w 185"/>
                <a:gd name="T9" fmla="*/ 65 h 221"/>
                <a:gd name="T10" fmla="*/ 83 w 185"/>
                <a:gd name="T11" fmla="*/ 36 h 221"/>
                <a:gd name="T12" fmla="*/ 113 w 185"/>
                <a:gd name="T13" fmla="*/ 18 h 221"/>
                <a:gd name="T14" fmla="*/ 149 w 185"/>
                <a:gd name="T15" fmla="*/ 6 h 221"/>
                <a:gd name="T16" fmla="*/ 185 w 185"/>
                <a:gd name="T17" fmla="*/ 0 h 221"/>
                <a:gd name="T18" fmla="*/ 185 w 185"/>
                <a:gd name="T19" fmla="*/ 0 h 221"/>
                <a:gd name="T20" fmla="*/ 149 w 185"/>
                <a:gd name="T21" fmla="*/ 6 h 221"/>
                <a:gd name="T22" fmla="*/ 113 w 185"/>
                <a:gd name="T23" fmla="*/ 18 h 221"/>
                <a:gd name="T24" fmla="*/ 83 w 185"/>
                <a:gd name="T25" fmla="*/ 36 h 221"/>
                <a:gd name="T26" fmla="*/ 53 w 185"/>
                <a:gd name="T27" fmla="*/ 65 h 221"/>
                <a:gd name="T28" fmla="*/ 29 w 185"/>
                <a:gd name="T29" fmla="*/ 95 h 221"/>
                <a:gd name="T30" fmla="*/ 12 w 185"/>
                <a:gd name="T31" fmla="*/ 131 h 221"/>
                <a:gd name="T32" fmla="*/ 6 w 185"/>
                <a:gd name="T33" fmla="*/ 173 h 221"/>
                <a:gd name="T34" fmla="*/ 0 w 185"/>
                <a:gd name="T35" fmla="*/ 221 h 221"/>
                <a:gd name="T36" fmla="*/ 0 w 185"/>
                <a:gd name="T37" fmla="*/ 221 h 221"/>
                <a:gd name="T38" fmla="*/ 0 w 185"/>
                <a:gd name="T39" fmla="*/ 221 h 221"/>
                <a:gd name="T40" fmla="*/ 0 w 185"/>
                <a:gd name="T41" fmla="*/ 221 h 221"/>
                <a:gd name="T42" fmla="*/ 0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0" y="221"/>
                  </a:moveTo>
                  <a:lnTo>
                    <a:pt x="6" y="173"/>
                  </a:lnTo>
                  <a:lnTo>
                    <a:pt x="12" y="131"/>
                  </a:lnTo>
                  <a:lnTo>
                    <a:pt x="29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9" y="6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149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29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5" name="Freeform 83"/>
            <p:cNvSpPr>
              <a:spLocks noEditPoints="1"/>
            </p:cNvSpPr>
            <p:nvPr/>
          </p:nvSpPr>
          <p:spPr bwMode="auto">
            <a:xfrm>
              <a:off x="2627" y="942"/>
              <a:ext cx="130" cy="171"/>
            </a:xfrm>
            <a:custGeom>
              <a:avLst/>
              <a:gdLst>
                <a:gd name="T0" fmla="*/ 0 w 179"/>
                <a:gd name="T1" fmla="*/ 0 h 221"/>
                <a:gd name="T2" fmla="*/ 36 w 179"/>
                <a:gd name="T3" fmla="*/ 6 h 221"/>
                <a:gd name="T4" fmla="*/ 66 w 179"/>
                <a:gd name="T5" fmla="*/ 18 h 221"/>
                <a:gd name="T6" fmla="*/ 102 w 179"/>
                <a:gd name="T7" fmla="*/ 36 h 221"/>
                <a:gd name="T8" fmla="*/ 126 w 179"/>
                <a:gd name="T9" fmla="*/ 65 h 221"/>
                <a:gd name="T10" fmla="*/ 150 w 179"/>
                <a:gd name="T11" fmla="*/ 95 h 221"/>
                <a:gd name="T12" fmla="*/ 167 w 179"/>
                <a:gd name="T13" fmla="*/ 131 h 221"/>
                <a:gd name="T14" fmla="*/ 173 w 179"/>
                <a:gd name="T15" fmla="*/ 173 h 221"/>
                <a:gd name="T16" fmla="*/ 179 w 179"/>
                <a:gd name="T17" fmla="*/ 221 h 221"/>
                <a:gd name="T18" fmla="*/ 179 w 179"/>
                <a:gd name="T19" fmla="*/ 221 h 221"/>
                <a:gd name="T20" fmla="*/ 173 w 179"/>
                <a:gd name="T21" fmla="*/ 173 h 221"/>
                <a:gd name="T22" fmla="*/ 167 w 179"/>
                <a:gd name="T23" fmla="*/ 131 h 221"/>
                <a:gd name="T24" fmla="*/ 150 w 179"/>
                <a:gd name="T25" fmla="*/ 95 h 221"/>
                <a:gd name="T26" fmla="*/ 126 w 179"/>
                <a:gd name="T27" fmla="*/ 65 h 221"/>
                <a:gd name="T28" fmla="*/ 102 w 179"/>
                <a:gd name="T29" fmla="*/ 36 h 221"/>
                <a:gd name="T30" fmla="*/ 66 w 179"/>
                <a:gd name="T31" fmla="*/ 18 h 221"/>
                <a:gd name="T32" fmla="*/ 36 w 179"/>
                <a:gd name="T33" fmla="*/ 6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36" y="6"/>
                  </a:lnTo>
                  <a:lnTo>
                    <a:pt x="66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7" y="131"/>
                  </a:lnTo>
                  <a:lnTo>
                    <a:pt x="173" y="173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73" y="173"/>
                  </a:lnTo>
                  <a:lnTo>
                    <a:pt x="167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66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6" name="Freeform 84"/>
            <p:cNvSpPr>
              <a:spLocks noEditPoints="1"/>
            </p:cNvSpPr>
            <p:nvPr/>
          </p:nvSpPr>
          <p:spPr bwMode="auto">
            <a:xfrm>
              <a:off x="2757" y="1113"/>
              <a:ext cx="1" cy="626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7" name="Freeform 85"/>
            <p:cNvSpPr>
              <a:spLocks noEditPoints="1"/>
            </p:cNvSpPr>
            <p:nvPr/>
          </p:nvSpPr>
          <p:spPr bwMode="auto">
            <a:xfrm>
              <a:off x="2627" y="1739"/>
              <a:ext cx="130" cy="172"/>
            </a:xfrm>
            <a:custGeom>
              <a:avLst/>
              <a:gdLst>
                <a:gd name="T0" fmla="*/ 179 w 179"/>
                <a:gd name="T1" fmla="*/ 0 h 221"/>
                <a:gd name="T2" fmla="*/ 173 w 179"/>
                <a:gd name="T3" fmla="*/ 41 h 221"/>
                <a:gd name="T4" fmla="*/ 167 w 179"/>
                <a:gd name="T5" fmla="*/ 83 h 221"/>
                <a:gd name="T6" fmla="*/ 150 w 179"/>
                <a:gd name="T7" fmla="*/ 125 h 221"/>
                <a:gd name="T8" fmla="*/ 126 w 179"/>
                <a:gd name="T9" fmla="*/ 155 h 221"/>
                <a:gd name="T10" fmla="*/ 102 w 179"/>
                <a:gd name="T11" fmla="*/ 185 h 221"/>
                <a:gd name="T12" fmla="*/ 66 w 179"/>
                <a:gd name="T13" fmla="*/ 203 h 221"/>
                <a:gd name="T14" fmla="*/ 36 w 179"/>
                <a:gd name="T15" fmla="*/ 215 h 221"/>
                <a:gd name="T16" fmla="*/ 0 w 179"/>
                <a:gd name="T17" fmla="*/ 221 h 221"/>
                <a:gd name="T18" fmla="*/ 0 w 179"/>
                <a:gd name="T19" fmla="*/ 221 h 221"/>
                <a:gd name="T20" fmla="*/ 36 w 179"/>
                <a:gd name="T21" fmla="*/ 215 h 221"/>
                <a:gd name="T22" fmla="*/ 66 w 179"/>
                <a:gd name="T23" fmla="*/ 203 h 221"/>
                <a:gd name="T24" fmla="*/ 102 w 179"/>
                <a:gd name="T25" fmla="*/ 185 h 221"/>
                <a:gd name="T26" fmla="*/ 126 w 179"/>
                <a:gd name="T27" fmla="*/ 155 h 221"/>
                <a:gd name="T28" fmla="*/ 150 w 179"/>
                <a:gd name="T29" fmla="*/ 125 h 221"/>
                <a:gd name="T30" fmla="*/ 167 w 179"/>
                <a:gd name="T31" fmla="*/ 83 h 221"/>
                <a:gd name="T32" fmla="*/ 173 w 179"/>
                <a:gd name="T33" fmla="*/ 41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73" y="41"/>
                  </a:lnTo>
                  <a:lnTo>
                    <a:pt x="167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66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36" y="215"/>
                  </a:lnTo>
                  <a:lnTo>
                    <a:pt x="66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7" y="83"/>
                  </a:lnTo>
                  <a:lnTo>
                    <a:pt x="173" y="41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8" name="Freeform 86"/>
            <p:cNvSpPr>
              <a:spLocks noEditPoints="1"/>
            </p:cNvSpPr>
            <p:nvPr/>
          </p:nvSpPr>
          <p:spPr bwMode="auto">
            <a:xfrm>
              <a:off x="2491" y="1739"/>
              <a:ext cx="136" cy="172"/>
            </a:xfrm>
            <a:custGeom>
              <a:avLst/>
              <a:gdLst>
                <a:gd name="T0" fmla="*/ 185 w 185"/>
                <a:gd name="T1" fmla="*/ 221 h 221"/>
                <a:gd name="T2" fmla="*/ 149 w 185"/>
                <a:gd name="T3" fmla="*/ 215 h 221"/>
                <a:gd name="T4" fmla="*/ 113 w 185"/>
                <a:gd name="T5" fmla="*/ 203 h 221"/>
                <a:gd name="T6" fmla="*/ 83 w 185"/>
                <a:gd name="T7" fmla="*/ 185 h 221"/>
                <a:gd name="T8" fmla="*/ 53 w 185"/>
                <a:gd name="T9" fmla="*/ 155 h 221"/>
                <a:gd name="T10" fmla="*/ 29 w 185"/>
                <a:gd name="T11" fmla="*/ 125 h 221"/>
                <a:gd name="T12" fmla="*/ 12 w 185"/>
                <a:gd name="T13" fmla="*/ 83 h 221"/>
                <a:gd name="T14" fmla="*/ 6 w 185"/>
                <a:gd name="T15" fmla="*/ 41 h 221"/>
                <a:gd name="T16" fmla="*/ 0 w 185"/>
                <a:gd name="T17" fmla="*/ 0 h 221"/>
                <a:gd name="T18" fmla="*/ 0 w 185"/>
                <a:gd name="T19" fmla="*/ 0 h 221"/>
                <a:gd name="T20" fmla="*/ 6 w 185"/>
                <a:gd name="T21" fmla="*/ 41 h 221"/>
                <a:gd name="T22" fmla="*/ 12 w 185"/>
                <a:gd name="T23" fmla="*/ 83 h 221"/>
                <a:gd name="T24" fmla="*/ 29 w 185"/>
                <a:gd name="T25" fmla="*/ 125 h 221"/>
                <a:gd name="T26" fmla="*/ 53 w 185"/>
                <a:gd name="T27" fmla="*/ 155 h 221"/>
                <a:gd name="T28" fmla="*/ 83 w 185"/>
                <a:gd name="T29" fmla="*/ 185 h 221"/>
                <a:gd name="T30" fmla="*/ 113 w 185"/>
                <a:gd name="T31" fmla="*/ 203 h 221"/>
                <a:gd name="T32" fmla="*/ 149 w 185"/>
                <a:gd name="T33" fmla="*/ 215 h 221"/>
                <a:gd name="T34" fmla="*/ 185 w 185"/>
                <a:gd name="T35" fmla="*/ 221 h 221"/>
                <a:gd name="T36" fmla="*/ 185 w 185"/>
                <a:gd name="T37" fmla="*/ 221 h 221"/>
                <a:gd name="T38" fmla="*/ 185 w 185"/>
                <a:gd name="T39" fmla="*/ 221 h 221"/>
                <a:gd name="T40" fmla="*/ 185 w 185"/>
                <a:gd name="T41" fmla="*/ 221 h 221"/>
                <a:gd name="T42" fmla="*/ 185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185" y="221"/>
                  </a:moveTo>
                  <a:lnTo>
                    <a:pt x="149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29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1"/>
                  </a:lnTo>
                  <a:lnTo>
                    <a:pt x="12" y="83"/>
                  </a:lnTo>
                  <a:lnTo>
                    <a:pt x="29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9" y="215"/>
                  </a:lnTo>
                  <a:lnTo>
                    <a:pt x="185" y="221"/>
                  </a:lnTo>
                  <a:lnTo>
                    <a:pt x="185" y="221"/>
                  </a:lnTo>
                  <a:close/>
                  <a:moveTo>
                    <a:pt x="185" y="221"/>
                  </a:moveTo>
                  <a:lnTo>
                    <a:pt x="185" y="221"/>
                  </a:lnTo>
                  <a:lnTo>
                    <a:pt x="185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9" name="Freeform 87"/>
            <p:cNvSpPr>
              <a:spLocks/>
            </p:cNvSpPr>
            <p:nvPr/>
          </p:nvSpPr>
          <p:spPr bwMode="auto">
            <a:xfrm>
              <a:off x="2491" y="1739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0" name="Freeform 88"/>
            <p:cNvSpPr>
              <a:spLocks/>
            </p:cNvSpPr>
            <p:nvPr/>
          </p:nvSpPr>
          <p:spPr bwMode="auto">
            <a:xfrm>
              <a:off x="3427" y="1081"/>
              <a:ext cx="223" cy="1"/>
            </a:xfrm>
            <a:custGeom>
              <a:avLst/>
              <a:gdLst>
                <a:gd name="T0" fmla="*/ 305 w 305"/>
                <a:gd name="T1" fmla="*/ 0 w 305"/>
                <a:gd name="T2" fmla="*/ 305 w 305"/>
                <a:gd name="T3" fmla="*/ 305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305" y="0"/>
                  </a:moveTo>
                  <a:lnTo>
                    <a:pt x="0" y="0"/>
                  </a:lnTo>
                  <a:lnTo>
                    <a:pt x="305" y="0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1" name="Freeform 89"/>
            <p:cNvSpPr>
              <a:spLocks/>
            </p:cNvSpPr>
            <p:nvPr/>
          </p:nvSpPr>
          <p:spPr bwMode="auto">
            <a:xfrm>
              <a:off x="3357" y="1048"/>
              <a:ext cx="87" cy="61"/>
            </a:xfrm>
            <a:custGeom>
              <a:avLst/>
              <a:gdLst>
                <a:gd name="T0" fmla="*/ 119 w 119"/>
                <a:gd name="T1" fmla="*/ 78 h 78"/>
                <a:gd name="T2" fmla="*/ 0 w 119"/>
                <a:gd name="T3" fmla="*/ 42 h 78"/>
                <a:gd name="T4" fmla="*/ 119 w 119"/>
                <a:gd name="T5" fmla="*/ 0 h 78"/>
                <a:gd name="T6" fmla="*/ 119 w 119"/>
                <a:gd name="T7" fmla="*/ 78 h 78"/>
                <a:gd name="T8" fmla="*/ 119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119" y="78"/>
                  </a:moveTo>
                  <a:lnTo>
                    <a:pt x="0" y="42"/>
                  </a:lnTo>
                  <a:lnTo>
                    <a:pt x="119" y="0"/>
                  </a:lnTo>
                  <a:lnTo>
                    <a:pt x="119" y="78"/>
                  </a:lnTo>
                  <a:lnTo>
                    <a:pt x="119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2" name="Freeform 90"/>
            <p:cNvSpPr>
              <a:spLocks noEditPoints="1"/>
            </p:cNvSpPr>
            <p:nvPr/>
          </p:nvSpPr>
          <p:spPr bwMode="auto">
            <a:xfrm>
              <a:off x="3474" y="904"/>
              <a:ext cx="22" cy="98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30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30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3" name="Freeform 91"/>
            <p:cNvSpPr>
              <a:spLocks/>
            </p:cNvSpPr>
            <p:nvPr/>
          </p:nvSpPr>
          <p:spPr bwMode="auto">
            <a:xfrm>
              <a:off x="3501" y="960"/>
              <a:ext cx="39" cy="7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29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0 w 54"/>
                <a:gd name="T23" fmla="*/ 29 h 95"/>
                <a:gd name="T24" fmla="*/ 6 w 54"/>
                <a:gd name="T25" fmla="*/ 29 h 95"/>
                <a:gd name="T26" fmla="*/ 12 w 54"/>
                <a:gd name="T27" fmla="*/ 18 h 95"/>
                <a:gd name="T28" fmla="*/ 18 w 54"/>
                <a:gd name="T29" fmla="*/ 12 h 95"/>
                <a:gd name="T30" fmla="*/ 30 w 54"/>
                <a:gd name="T31" fmla="*/ 12 h 95"/>
                <a:gd name="T32" fmla="*/ 36 w 54"/>
                <a:gd name="T33" fmla="*/ 18 h 95"/>
                <a:gd name="T34" fmla="*/ 36 w 54"/>
                <a:gd name="T35" fmla="*/ 35 h 95"/>
                <a:gd name="T36" fmla="*/ 30 w 54"/>
                <a:gd name="T37" fmla="*/ 47 h 95"/>
                <a:gd name="T38" fmla="*/ 24 w 54"/>
                <a:gd name="T39" fmla="*/ 71 h 95"/>
                <a:gd name="T40" fmla="*/ 0 w 54"/>
                <a:gd name="T41" fmla="*/ 95 h 95"/>
                <a:gd name="T42" fmla="*/ 0 w 54"/>
                <a:gd name="T43" fmla="*/ 95 h 95"/>
                <a:gd name="T44" fmla="*/ 48 w 54"/>
                <a:gd name="T45" fmla="*/ 95 h 95"/>
                <a:gd name="T46" fmla="*/ 54 w 54"/>
                <a:gd name="T47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29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9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5" name="Freeform 93"/>
            <p:cNvSpPr>
              <a:spLocks/>
            </p:cNvSpPr>
            <p:nvPr/>
          </p:nvSpPr>
          <p:spPr bwMode="auto">
            <a:xfrm>
              <a:off x="3715" y="1651"/>
              <a:ext cx="52" cy="65"/>
            </a:xfrm>
            <a:custGeom>
              <a:avLst/>
              <a:gdLst>
                <a:gd name="T0" fmla="*/ 36 w 72"/>
                <a:gd name="T1" fmla="*/ 84 h 84"/>
                <a:gd name="T2" fmla="*/ 24 w 72"/>
                <a:gd name="T3" fmla="*/ 84 h 84"/>
                <a:gd name="T4" fmla="*/ 12 w 72"/>
                <a:gd name="T5" fmla="*/ 72 h 84"/>
                <a:gd name="T6" fmla="*/ 6 w 72"/>
                <a:gd name="T7" fmla="*/ 60 h 84"/>
                <a:gd name="T8" fmla="*/ 0 w 72"/>
                <a:gd name="T9" fmla="*/ 42 h 84"/>
                <a:gd name="T10" fmla="*/ 6 w 72"/>
                <a:gd name="T11" fmla="*/ 24 h 84"/>
                <a:gd name="T12" fmla="*/ 12 w 72"/>
                <a:gd name="T13" fmla="*/ 12 h 84"/>
                <a:gd name="T14" fmla="*/ 24 w 72"/>
                <a:gd name="T15" fmla="*/ 6 h 84"/>
                <a:gd name="T16" fmla="*/ 36 w 72"/>
                <a:gd name="T17" fmla="*/ 0 h 84"/>
                <a:gd name="T18" fmla="*/ 48 w 72"/>
                <a:gd name="T19" fmla="*/ 6 h 84"/>
                <a:gd name="T20" fmla="*/ 60 w 72"/>
                <a:gd name="T21" fmla="*/ 12 h 84"/>
                <a:gd name="T22" fmla="*/ 72 w 72"/>
                <a:gd name="T23" fmla="*/ 24 h 84"/>
                <a:gd name="T24" fmla="*/ 72 w 72"/>
                <a:gd name="T25" fmla="*/ 42 h 84"/>
                <a:gd name="T26" fmla="*/ 72 w 72"/>
                <a:gd name="T27" fmla="*/ 60 h 84"/>
                <a:gd name="T28" fmla="*/ 60 w 72"/>
                <a:gd name="T29" fmla="*/ 72 h 84"/>
                <a:gd name="T30" fmla="*/ 48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24" y="84"/>
                  </a:lnTo>
                  <a:lnTo>
                    <a:pt x="12" y="72"/>
                  </a:lnTo>
                  <a:lnTo>
                    <a:pt x="6" y="60"/>
                  </a:lnTo>
                  <a:lnTo>
                    <a:pt x="0" y="42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0" y="72"/>
                  </a:lnTo>
                  <a:lnTo>
                    <a:pt x="4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6" name="Freeform 94"/>
            <p:cNvSpPr>
              <a:spLocks/>
            </p:cNvSpPr>
            <p:nvPr/>
          </p:nvSpPr>
          <p:spPr bwMode="auto">
            <a:xfrm>
              <a:off x="3715" y="1683"/>
              <a:ext cx="26" cy="33"/>
            </a:xfrm>
            <a:custGeom>
              <a:avLst/>
              <a:gdLst>
                <a:gd name="T0" fmla="*/ 36 w 36"/>
                <a:gd name="T1" fmla="*/ 42 h 42"/>
                <a:gd name="T2" fmla="*/ 24 w 36"/>
                <a:gd name="T3" fmla="*/ 42 h 42"/>
                <a:gd name="T4" fmla="*/ 12 w 36"/>
                <a:gd name="T5" fmla="*/ 30 h 42"/>
                <a:gd name="T6" fmla="*/ 6 w 36"/>
                <a:gd name="T7" fmla="*/ 18 h 42"/>
                <a:gd name="T8" fmla="*/ 0 w 36"/>
                <a:gd name="T9" fmla="*/ 0 h 42"/>
                <a:gd name="T10" fmla="*/ 0 w 36"/>
                <a:gd name="T11" fmla="*/ 0 h 42"/>
                <a:gd name="T12" fmla="*/ 6 w 36"/>
                <a:gd name="T13" fmla="*/ 18 h 42"/>
                <a:gd name="T14" fmla="*/ 12 w 36"/>
                <a:gd name="T15" fmla="*/ 30 h 42"/>
                <a:gd name="T16" fmla="*/ 24 w 36"/>
                <a:gd name="T17" fmla="*/ 42 h 42"/>
                <a:gd name="T18" fmla="*/ 36 w 36"/>
                <a:gd name="T19" fmla="*/ 42 h 42"/>
                <a:gd name="T20" fmla="*/ 36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24" y="42"/>
                  </a:lnTo>
                  <a:lnTo>
                    <a:pt x="12" y="30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0"/>
                  </a:lnTo>
                  <a:lnTo>
                    <a:pt x="24" y="42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7" name="Freeform 95"/>
            <p:cNvSpPr>
              <a:spLocks noEditPoints="1"/>
            </p:cNvSpPr>
            <p:nvPr/>
          </p:nvSpPr>
          <p:spPr bwMode="auto">
            <a:xfrm>
              <a:off x="3715" y="1651"/>
              <a:ext cx="26" cy="32"/>
            </a:xfrm>
            <a:custGeom>
              <a:avLst/>
              <a:gdLst>
                <a:gd name="T0" fmla="*/ 0 w 36"/>
                <a:gd name="T1" fmla="*/ 42 h 42"/>
                <a:gd name="T2" fmla="*/ 6 w 36"/>
                <a:gd name="T3" fmla="*/ 24 h 42"/>
                <a:gd name="T4" fmla="*/ 12 w 36"/>
                <a:gd name="T5" fmla="*/ 12 h 42"/>
                <a:gd name="T6" fmla="*/ 24 w 36"/>
                <a:gd name="T7" fmla="*/ 6 h 42"/>
                <a:gd name="T8" fmla="*/ 36 w 36"/>
                <a:gd name="T9" fmla="*/ 0 h 42"/>
                <a:gd name="T10" fmla="*/ 36 w 36"/>
                <a:gd name="T11" fmla="*/ 0 h 42"/>
                <a:gd name="T12" fmla="*/ 24 w 36"/>
                <a:gd name="T13" fmla="*/ 6 h 42"/>
                <a:gd name="T14" fmla="*/ 12 w 36"/>
                <a:gd name="T15" fmla="*/ 12 h 42"/>
                <a:gd name="T16" fmla="*/ 6 w 36"/>
                <a:gd name="T17" fmla="*/ 24 h 42"/>
                <a:gd name="T18" fmla="*/ 0 w 36"/>
                <a:gd name="T19" fmla="*/ 42 h 42"/>
                <a:gd name="T20" fmla="*/ 0 w 36"/>
                <a:gd name="T21" fmla="*/ 42 h 42"/>
                <a:gd name="T22" fmla="*/ 0 w 36"/>
                <a:gd name="T23" fmla="*/ 42 h 42"/>
                <a:gd name="T24" fmla="*/ 0 w 36"/>
                <a:gd name="T25" fmla="*/ 42 h 42"/>
                <a:gd name="T26" fmla="*/ 0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42"/>
                  </a:lnTo>
                  <a:close/>
                  <a:moveTo>
                    <a:pt x="0" y="42"/>
                  </a:move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8" name="Freeform 96"/>
            <p:cNvSpPr>
              <a:spLocks noEditPoints="1"/>
            </p:cNvSpPr>
            <p:nvPr/>
          </p:nvSpPr>
          <p:spPr bwMode="auto">
            <a:xfrm>
              <a:off x="3741" y="1651"/>
              <a:ext cx="26" cy="32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6 h 42"/>
                <a:gd name="T4" fmla="*/ 24 w 36"/>
                <a:gd name="T5" fmla="*/ 12 h 42"/>
                <a:gd name="T6" fmla="*/ 36 w 36"/>
                <a:gd name="T7" fmla="*/ 24 h 42"/>
                <a:gd name="T8" fmla="*/ 36 w 36"/>
                <a:gd name="T9" fmla="*/ 42 h 42"/>
                <a:gd name="T10" fmla="*/ 36 w 36"/>
                <a:gd name="T11" fmla="*/ 42 h 42"/>
                <a:gd name="T12" fmla="*/ 36 w 36"/>
                <a:gd name="T13" fmla="*/ 24 h 42"/>
                <a:gd name="T14" fmla="*/ 24 w 36"/>
                <a:gd name="T15" fmla="*/ 12 h 42"/>
                <a:gd name="T16" fmla="*/ 12 w 36"/>
                <a:gd name="T17" fmla="*/ 6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  <a:gd name="T24" fmla="*/ 0 w 36"/>
                <a:gd name="T25" fmla="*/ 0 h 42"/>
                <a:gd name="T26" fmla="*/ 0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9" name="Freeform 97"/>
            <p:cNvSpPr>
              <a:spLocks noEditPoints="1"/>
            </p:cNvSpPr>
            <p:nvPr/>
          </p:nvSpPr>
          <p:spPr bwMode="auto">
            <a:xfrm>
              <a:off x="3741" y="1683"/>
              <a:ext cx="26" cy="33"/>
            </a:xfrm>
            <a:custGeom>
              <a:avLst/>
              <a:gdLst>
                <a:gd name="T0" fmla="*/ 36 w 36"/>
                <a:gd name="T1" fmla="*/ 0 h 42"/>
                <a:gd name="T2" fmla="*/ 36 w 36"/>
                <a:gd name="T3" fmla="*/ 18 h 42"/>
                <a:gd name="T4" fmla="*/ 24 w 36"/>
                <a:gd name="T5" fmla="*/ 30 h 42"/>
                <a:gd name="T6" fmla="*/ 12 w 36"/>
                <a:gd name="T7" fmla="*/ 42 h 42"/>
                <a:gd name="T8" fmla="*/ 0 w 36"/>
                <a:gd name="T9" fmla="*/ 42 h 42"/>
                <a:gd name="T10" fmla="*/ 0 w 36"/>
                <a:gd name="T11" fmla="*/ 42 h 42"/>
                <a:gd name="T12" fmla="*/ 12 w 36"/>
                <a:gd name="T13" fmla="*/ 42 h 42"/>
                <a:gd name="T14" fmla="*/ 24 w 36"/>
                <a:gd name="T15" fmla="*/ 30 h 42"/>
                <a:gd name="T16" fmla="*/ 36 w 36"/>
                <a:gd name="T17" fmla="*/ 18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  <a:gd name="T24" fmla="*/ 36 w 36"/>
                <a:gd name="T25" fmla="*/ 0 h 42"/>
                <a:gd name="T26" fmla="*/ 36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0" name="Freeform 98"/>
            <p:cNvSpPr>
              <a:spLocks/>
            </p:cNvSpPr>
            <p:nvPr/>
          </p:nvSpPr>
          <p:spPr bwMode="auto">
            <a:xfrm>
              <a:off x="3741" y="1716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1" name="Freeform 99"/>
            <p:cNvSpPr>
              <a:spLocks/>
            </p:cNvSpPr>
            <p:nvPr/>
          </p:nvSpPr>
          <p:spPr bwMode="auto">
            <a:xfrm>
              <a:off x="2640" y="1056"/>
              <a:ext cx="585" cy="769"/>
            </a:xfrm>
            <a:custGeom>
              <a:avLst/>
              <a:gdLst>
                <a:gd name="T0" fmla="*/ 0 w 801"/>
                <a:gd name="T1" fmla="*/ 991 h 991"/>
                <a:gd name="T2" fmla="*/ 0 w 801"/>
                <a:gd name="T3" fmla="*/ 0 h 991"/>
                <a:gd name="T4" fmla="*/ 801 w 801"/>
                <a:gd name="T5" fmla="*/ 0 h 991"/>
                <a:gd name="T6" fmla="*/ 801 w 801"/>
                <a:gd name="T7" fmla="*/ 991 h 991"/>
                <a:gd name="T8" fmla="*/ 0 w 801"/>
                <a:gd name="T9" fmla="*/ 991 h 991"/>
                <a:gd name="T10" fmla="*/ 0 w 801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1" h="991">
                  <a:moveTo>
                    <a:pt x="0" y="991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991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2" name="Freeform 100"/>
            <p:cNvSpPr>
              <a:spLocks/>
            </p:cNvSpPr>
            <p:nvPr/>
          </p:nvSpPr>
          <p:spPr bwMode="auto">
            <a:xfrm>
              <a:off x="2627" y="1039"/>
              <a:ext cx="0" cy="769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3" name="Freeform 101"/>
            <p:cNvSpPr>
              <a:spLocks noEditPoints="1"/>
            </p:cNvSpPr>
            <p:nvPr/>
          </p:nvSpPr>
          <p:spPr bwMode="auto">
            <a:xfrm>
              <a:off x="2627" y="1039"/>
              <a:ext cx="585" cy="1"/>
            </a:xfrm>
            <a:custGeom>
              <a:avLst/>
              <a:gdLst>
                <a:gd name="T0" fmla="*/ 0 w 801"/>
                <a:gd name="T1" fmla="*/ 801 w 801"/>
                <a:gd name="T2" fmla="*/ 0 w 801"/>
                <a:gd name="T3" fmla="*/ 0 w 801"/>
                <a:gd name="T4" fmla="*/ 0 w 801"/>
                <a:gd name="T5" fmla="*/ 0 w 801"/>
                <a:gd name="T6" fmla="*/ 0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0" y="0"/>
                  </a:moveTo>
                  <a:lnTo>
                    <a:pt x="801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4" name="Freeform 102"/>
            <p:cNvSpPr>
              <a:spLocks noEditPoints="1"/>
            </p:cNvSpPr>
            <p:nvPr/>
          </p:nvSpPr>
          <p:spPr bwMode="auto">
            <a:xfrm>
              <a:off x="3212" y="1039"/>
              <a:ext cx="1" cy="769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5" name="Freeform 103"/>
            <p:cNvSpPr>
              <a:spLocks noEditPoints="1"/>
            </p:cNvSpPr>
            <p:nvPr/>
          </p:nvSpPr>
          <p:spPr bwMode="auto">
            <a:xfrm>
              <a:off x="2627" y="1808"/>
              <a:ext cx="585" cy="1"/>
            </a:xfrm>
            <a:custGeom>
              <a:avLst/>
              <a:gdLst>
                <a:gd name="T0" fmla="*/ 801 w 801"/>
                <a:gd name="T1" fmla="*/ 0 w 801"/>
                <a:gd name="T2" fmla="*/ 801 w 801"/>
                <a:gd name="T3" fmla="*/ 801 w 801"/>
                <a:gd name="T4" fmla="*/ 801 w 801"/>
                <a:gd name="T5" fmla="*/ 801 w 801"/>
                <a:gd name="T6" fmla="*/ 801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801" y="0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0"/>
                  </a:lnTo>
                  <a:close/>
                  <a:moveTo>
                    <a:pt x="801" y="0"/>
                  </a:moveTo>
                  <a:lnTo>
                    <a:pt x="801" y="0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" name="Freeform 104"/>
            <p:cNvSpPr>
              <a:spLocks/>
            </p:cNvSpPr>
            <p:nvPr/>
          </p:nvSpPr>
          <p:spPr bwMode="auto">
            <a:xfrm>
              <a:off x="2627" y="1808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Freeform 106"/>
            <p:cNvSpPr>
              <a:spLocks/>
            </p:cNvSpPr>
            <p:nvPr/>
          </p:nvSpPr>
          <p:spPr bwMode="auto">
            <a:xfrm flipV="1">
              <a:off x="3216" y="1104"/>
              <a:ext cx="525" cy="60"/>
            </a:xfrm>
            <a:custGeom>
              <a:avLst/>
              <a:gdLst>
                <a:gd name="T0" fmla="*/ 1531 w 1531"/>
                <a:gd name="T1" fmla="*/ 0 w 1531"/>
                <a:gd name="T2" fmla="*/ 1531 w 1531"/>
                <a:gd name="T3" fmla="*/ 1531 w 15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31">
                  <a:moveTo>
                    <a:pt x="1531" y="0"/>
                  </a:moveTo>
                  <a:lnTo>
                    <a:pt x="0" y="0"/>
                  </a:lnTo>
                  <a:lnTo>
                    <a:pt x="1531" y="0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" name="Freeform 107"/>
            <p:cNvSpPr>
              <a:spLocks noEditPoints="1"/>
            </p:cNvSpPr>
            <p:nvPr/>
          </p:nvSpPr>
          <p:spPr bwMode="auto">
            <a:xfrm>
              <a:off x="2574" y="1164"/>
              <a:ext cx="48" cy="88"/>
            </a:xfrm>
            <a:custGeom>
              <a:avLst/>
              <a:gdLst>
                <a:gd name="T0" fmla="*/ 66 w 66"/>
                <a:gd name="T1" fmla="*/ 0 h 114"/>
                <a:gd name="T2" fmla="*/ 36 w 66"/>
                <a:gd name="T3" fmla="*/ 6 h 114"/>
                <a:gd name="T4" fmla="*/ 18 w 66"/>
                <a:gd name="T5" fmla="*/ 18 h 114"/>
                <a:gd name="T6" fmla="*/ 6 w 66"/>
                <a:gd name="T7" fmla="*/ 36 h 114"/>
                <a:gd name="T8" fmla="*/ 0 w 66"/>
                <a:gd name="T9" fmla="*/ 54 h 114"/>
                <a:gd name="T10" fmla="*/ 6 w 66"/>
                <a:gd name="T11" fmla="*/ 78 h 114"/>
                <a:gd name="T12" fmla="*/ 18 w 66"/>
                <a:gd name="T13" fmla="*/ 96 h 114"/>
                <a:gd name="T14" fmla="*/ 36 w 66"/>
                <a:gd name="T15" fmla="*/ 108 h 114"/>
                <a:gd name="T16" fmla="*/ 66 w 66"/>
                <a:gd name="T17" fmla="*/ 114 h 114"/>
                <a:gd name="T18" fmla="*/ 66 w 66"/>
                <a:gd name="T19" fmla="*/ 114 h 114"/>
                <a:gd name="T20" fmla="*/ 36 w 66"/>
                <a:gd name="T21" fmla="*/ 108 h 114"/>
                <a:gd name="T22" fmla="*/ 18 w 66"/>
                <a:gd name="T23" fmla="*/ 96 h 114"/>
                <a:gd name="T24" fmla="*/ 6 w 66"/>
                <a:gd name="T25" fmla="*/ 78 h 114"/>
                <a:gd name="T26" fmla="*/ 0 w 66"/>
                <a:gd name="T27" fmla="*/ 54 h 114"/>
                <a:gd name="T28" fmla="*/ 6 w 66"/>
                <a:gd name="T29" fmla="*/ 36 h 114"/>
                <a:gd name="T30" fmla="*/ 18 w 66"/>
                <a:gd name="T31" fmla="*/ 18 h 114"/>
                <a:gd name="T32" fmla="*/ 36 w 66"/>
                <a:gd name="T33" fmla="*/ 6 h 114"/>
                <a:gd name="T34" fmla="*/ 66 w 66"/>
                <a:gd name="T35" fmla="*/ 0 h 114"/>
                <a:gd name="T36" fmla="*/ 66 w 66"/>
                <a:gd name="T37" fmla="*/ 0 h 114"/>
                <a:gd name="T38" fmla="*/ 66 w 66"/>
                <a:gd name="T39" fmla="*/ 0 h 114"/>
                <a:gd name="T40" fmla="*/ 66 w 66"/>
                <a:gd name="T41" fmla="*/ 0 h 114"/>
                <a:gd name="T42" fmla="*/ 66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66" y="0"/>
                  </a:move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8"/>
                  </a:lnTo>
                  <a:lnTo>
                    <a:pt x="18" y="96"/>
                  </a:lnTo>
                  <a:lnTo>
                    <a:pt x="36" y="108"/>
                  </a:lnTo>
                  <a:lnTo>
                    <a:pt x="66" y="114"/>
                  </a:lnTo>
                  <a:lnTo>
                    <a:pt x="66" y="114"/>
                  </a:lnTo>
                  <a:lnTo>
                    <a:pt x="36" y="108"/>
                  </a:lnTo>
                  <a:lnTo>
                    <a:pt x="18" y="96"/>
                  </a:lnTo>
                  <a:lnTo>
                    <a:pt x="6" y="78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" name="Freeform 108"/>
            <p:cNvSpPr>
              <a:spLocks/>
            </p:cNvSpPr>
            <p:nvPr/>
          </p:nvSpPr>
          <p:spPr bwMode="auto">
            <a:xfrm>
              <a:off x="3212" y="1285"/>
              <a:ext cx="9" cy="5"/>
            </a:xfrm>
            <a:custGeom>
              <a:avLst/>
              <a:gdLst>
                <a:gd name="T0" fmla="*/ 0 w 12"/>
                <a:gd name="T1" fmla="*/ 0 h 6"/>
                <a:gd name="T2" fmla="*/ 6 w 12"/>
                <a:gd name="T3" fmla="*/ 0 h 6"/>
                <a:gd name="T4" fmla="*/ 12 w 12"/>
                <a:gd name="T5" fmla="*/ 6 h 6"/>
                <a:gd name="T6" fmla="*/ 12 w 12"/>
                <a:gd name="T7" fmla="*/ 6 h 6"/>
                <a:gd name="T8" fmla="*/ 6 w 12"/>
                <a:gd name="T9" fmla="*/ 0 h 6"/>
                <a:gd name="T10" fmla="*/ 0 w 12"/>
                <a:gd name="T11" fmla="*/ 0 h 6"/>
                <a:gd name="T12" fmla="*/ 0 w 1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1" name="Freeform 109"/>
            <p:cNvSpPr>
              <a:spLocks noEditPoints="1"/>
            </p:cNvSpPr>
            <p:nvPr/>
          </p:nvSpPr>
          <p:spPr bwMode="auto">
            <a:xfrm>
              <a:off x="3216" y="1290"/>
              <a:ext cx="44" cy="83"/>
            </a:xfrm>
            <a:custGeom>
              <a:avLst/>
              <a:gdLst>
                <a:gd name="T0" fmla="*/ 6 w 60"/>
                <a:gd name="T1" fmla="*/ 0 h 107"/>
                <a:gd name="T2" fmla="*/ 24 w 60"/>
                <a:gd name="T3" fmla="*/ 5 h 107"/>
                <a:gd name="T4" fmla="*/ 42 w 60"/>
                <a:gd name="T5" fmla="*/ 17 h 107"/>
                <a:gd name="T6" fmla="*/ 54 w 60"/>
                <a:gd name="T7" fmla="*/ 29 h 107"/>
                <a:gd name="T8" fmla="*/ 60 w 60"/>
                <a:gd name="T9" fmla="*/ 47 h 107"/>
                <a:gd name="T10" fmla="*/ 60 w 60"/>
                <a:gd name="T11" fmla="*/ 65 h 107"/>
                <a:gd name="T12" fmla="*/ 54 w 60"/>
                <a:gd name="T13" fmla="*/ 83 h 107"/>
                <a:gd name="T14" fmla="*/ 30 w 60"/>
                <a:gd name="T15" fmla="*/ 101 h 107"/>
                <a:gd name="T16" fmla="*/ 0 w 60"/>
                <a:gd name="T17" fmla="*/ 107 h 107"/>
                <a:gd name="T18" fmla="*/ 0 w 60"/>
                <a:gd name="T19" fmla="*/ 107 h 107"/>
                <a:gd name="T20" fmla="*/ 30 w 60"/>
                <a:gd name="T21" fmla="*/ 101 h 107"/>
                <a:gd name="T22" fmla="*/ 54 w 60"/>
                <a:gd name="T23" fmla="*/ 83 h 107"/>
                <a:gd name="T24" fmla="*/ 60 w 60"/>
                <a:gd name="T25" fmla="*/ 65 h 107"/>
                <a:gd name="T26" fmla="*/ 60 w 60"/>
                <a:gd name="T27" fmla="*/ 47 h 107"/>
                <a:gd name="T28" fmla="*/ 54 w 60"/>
                <a:gd name="T29" fmla="*/ 29 h 107"/>
                <a:gd name="T30" fmla="*/ 42 w 60"/>
                <a:gd name="T31" fmla="*/ 17 h 107"/>
                <a:gd name="T32" fmla="*/ 24 w 60"/>
                <a:gd name="T33" fmla="*/ 5 h 107"/>
                <a:gd name="T34" fmla="*/ 6 w 60"/>
                <a:gd name="T35" fmla="*/ 0 h 107"/>
                <a:gd name="T36" fmla="*/ 6 w 60"/>
                <a:gd name="T37" fmla="*/ 0 h 107"/>
                <a:gd name="T38" fmla="*/ 6 w 60"/>
                <a:gd name="T39" fmla="*/ 0 h 107"/>
                <a:gd name="T40" fmla="*/ 6 w 60"/>
                <a:gd name="T41" fmla="*/ 0 h 107"/>
                <a:gd name="T42" fmla="*/ 6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6" y="0"/>
                  </a:moveTo>
                  <a:lnTo>
                    <a:pt x="24" y="5"/>
                  </a:lnTo>
                  <a:lnTo>
                    <a:pt x="42" y="17"/>
                  </a:lnTo>
                  <a:lnTo>
                    <a:pt x="54" y="29"/>
                  </a:lnTo>
                  <a:lnTo>
                    <a:pt x="60" y="47"/>
                  </a:lnTo>
                  <a:lnTo>
                    <a:pt x="60" y="65"/>
                  </a:lnTo>
                  <a:lnTo>
                    <a:pt x="54" y="83"/>
                  </a:lnTo>
                  <a:lnTo>
                    <a:pt x="30" y="101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30" y="101"/>
                  </a:lnTo>
                  <a:lnTo>
                    <a:pt x="54" y="83"/>
                  </a:lnTo>
                  <a:lnTo>
                    <a:pt x="60" y="65"/>
                  </a:lnTo>
                  <a:lnTo>
                    <a:pt x="60" y="47"/>
                  </a:lnTo>
                  <a:lnTo>
                    <a:pt x="54" y="29"/>
                  </a:lnTo>
                  <a:lnTo>
                    <a:pt x="42" y="17"/>
                  </a:lnTo>
                  <a:lnTo>
                    <a:pt x="24" y="5"/>
                  </a:lnTo>
                  <a:lnTo>
                    <a:pt x="6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3" name="Freeform 111"/>
            <p:cNvSpPr>
              <a:spLocks noEditPoints="1"/>
            </p:cNvSpPr>
            <p:nvPr/>
          </p:nvSpPr>
          <p:spPr bwMode="auto">
            <a:xfrm>
              <a:off x="2578" y="1382"/>
              <a:ext cx="53" cy="88"/>
            </a:xfrm>
            <a:custGeom>
              <a:avLst/>
              <a:gdLst>
                <a:gd name="T0" fmla="*/ 66 w 72"/>
                <a:gd name="T1" fmla="*/ 0 h 113"/>
                <a:gd name="T2" fmla="*/ 30 w 72"/>
                <a:gd name="T3" fmla="*/ 6 h 113"/>
                <a:gd name="T4" fmla="*/ 6 w 72"/>
                <a:gd name="T5" fmla="*/ 24 h 113"/>
                <a:gd name="T6" fmla="*/ 0 w 72"/>
                <a:gd name="T7" fmla="*/ 42 h 113"/>
                <a:gd name="T8" fmla="*/ 0 w 72"/>
                <a:gd name="T9" fmla="*/ 60 h 113"/>
                <a:gd name="T10" fmla="*/ 6 w 72"/>
                <a:gd name="T11" fmla="*/ 78 h 113"/>
                <a:gd name="T12" fmla="*/ 18 w 72"/>
                <a:gd name="T13" fmla="*/ 95 h 113"/>
                <a:gd name="T14" fmla="*/ 36 w 72"/>
                <a:gd name="T15" fmla="*/ 107 h 113"/>
                <a:gd name="T16" fmla="*/ 60 w 72"/>
                <a:gd name="T17" fmla="*/ 113 h 113"/>
                <a:gd name="T18" fmla="*/ 60 w 72"/>
                <a:gd name="T19" fmla="*/ 113 h 113"/>
                <a:gd name="T20" fmla="*/ 36 w 72"/>
                <a:gd name="T21" fmla="*/ 107 h 113"/>
                <a:gd name="T22" fmla="*/ 18 w 72"/>
                <a:gd name="T23" fmla="*/ 95 h 113"/>
                <a:gd name="T24" fmla="*/ 6 w 72"/>
                <a:gd name="T25" fmla="*/ 78 h 113"/>
                <a:gd name="T26" fmla="*/ 0 w 72"/>
                <a:gd name="T27" fmla="*/ 60 h 113"/>
                <a:gd name="T28" fmla="*/ 0 w 72"/>
                <a:gd name="T29" fmla="*/ 42 h 113"/>
                <a:gd name="T30" fmla="*/ 12 w 72"/>
                <a:gd name="T31" fmla="*/ 24 h 113"/>
                <a:gd name="T32" fmla="*/ 36 w 72"/>
                <a:gd name="T33" fmla="*/ 6 h 113"/>
                <a:gd name="T34" fmla="*/ 72 w 72"/>
                <a:gd name="T35" fmla="*/ 0 h 113"/>
                <a:gd name="T36" fmla="*/ 66 w 72"/>
                <a:gd name="T37" fmla="*/ 0 h 113"/>
                <a:gd name="T38" fmla="*/ 66 w 72"/>
                <a:gd name="T39" fmla="*/ 0 h 113"/>
                <a:gd name="T40" fmla="*/ 66 w 72"/>
                <a:gd name="T41" fmla="*/ 0 h 113"/>
                <a:gd name="T42" fmla="*/ 66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66" y="0"/>
                  </a:moveTo>
                  <a:lnTo>
                    <a:pt x="30" y="6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60"/>
                  </a:lnTo>
                  <a:lnTo>
                    <a:pt x="6" y="78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78"/>
                  </a:lnTo>
                  <a:lnTo>
                    <a:pt x="0" y="60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72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4" name="Freeform 112"/>
            <p:cNvSpPr>
              <a:spLocks/>
            </p:cNvSpPr>
            <p:nvPr/>
          </p:nvSpPr>
          <p:spPr bwMode="auto">
            <a:xfrm>
              <a:off x="3216" y="1493"/>
              <a:ext cx="49" cy="84"/>
            </a:xfrm>
            <a:custGeom>
              <a:avLst/>
              <a:gdLst>
                <a:gd name="T0" fmla="*/ 0 w 66"/>
                <a:gd name="T1" fmla="*/ 0 h 108"/>
                <a:gd name="T2" fmla="*/ 24 w 66"/>
                <a:gd name="T3" fmla="*/ 6 h 108"/>
                <a:gd name="T4" fmla="*/ 42 w 66"/>
                <a:gd name="T5" fmla="*/ 18 h 108"/>
                <a:gd name="T6" fmla="*/ 60 w 66"/>
                <a:gd name="T7" fmla="*/ 36 h 108"/>
                <a:gd name="T8" fmla="*/ 66 w 66"/>
                <a:gd name="T9" fmla="*/ 54 h 108"/>
                <a:gd name="T10" fmla="*/ 60 w 66"/>
                <a:gd name="T11" fmla="*/ 72 h 108"/>
                <a:gd name="T12" fmla="*/ 48 w 66"/>
                <a:gd name="T13" fmla="*/ 90 h 108"/>
                <a:gd name="T14" fmla="*/ 30 w 66"/>
                <a:gd name="T15" fmla="*/ 102 h 108"/>
                <a:gd name="T16" fmla="*/ 0 w 66"/>
                <a:gd name="T17" fmla="*/ 108 h 108"/>
                <a:gd name="T18" fmla="*/ 0 w 66"/>
                <a:gd name="T19" fmla="*/ 108 h 108"/>
                <a:gd name="T20" fmla="*/ 30 w 66"/>
                <a:gd name="T21" fmla="*/ 102 h 108"/>
                <a:gd name="T22" fmla="*/ 48 w 66"/>
                <a:gd name="T23" fmla="*/ 90 h 108"/>
                <a:gd name="T24" fmla="*/ 60 w 66"/>
                <a:gd name="T25" fmla="*/ 72 h 108"/>
                <a:gd name="T26" fmla="*/ 66 w 66"/>
                <a:gd name="T27" fmla="*/ 54 h 108"/>
                <a:gd name="T28" fmla="*/ 60 w 66"/>
                <a:gd name="T29" fmla="*/ 36 h 108"/>
                <a:gd name="T30" fmla="*/ 42 w 66"/>
                <a:gd name="T31" fmla="*/ 18 h 108"/>
                <a:gd name="T32" fmla="*/ 24 w 66"/>
                <a:gd name="T33" fmla="*/ 6 h 108"/>
                <a:gd name="T34" fmla="*/ 0 w 66"/>
                <a:gd name="T35" fmla="*/ 0 h 108"/>
                <a:gd name="T36" fmla="*/ 0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lnTo>
                    <a:pt x="24" y="6"/>
                  </a:lnTo>
                  <a:lnTo>
                    <a:pt x="42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0" y="72"/>
                  </a:lnTo>
                  <a:lnTo>
                    <a:pt x="48" y="90"/>
                  </a:lnTo>
                  <a:lnTo>
                    <a:pt x="30" y="10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30" y="102"/>
                  </a:lnTo>
                  <a:lnTo>
                    <a:pt x="48" y="90"/>
                  </a:lnTo>
                  <a:lnTo>
                    <a:pt x="60" y="72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2" y="18"/>
                  </a:lnTo>
                  <a:lnTo>
                    <a:pt x="24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6" name="Freeform 114"/>
            <p:cNvSpPr>
              <a:spLocks noEditPoints="1"/>
            </p:cNvSpPr>
            <p:nvPr/>
          </p:nvSpPr>
          <p:spPr bwMode="auto">
            <a:xfrm>
              <a:off x="2578" y="1591"/>
              <a:ext cx="49" cy="83"/>
            </a:xfrm>
            <a:custGeom>
              <a:avLst/>
              <a:gdLst>
                <a:gd name="T0" fmla="*/ 66 w 66"/>
                <a:gd name="T1" fmla="*/ 0 h 107"/>
                <a:gd name="T2" fmla="*/ 36 w 66"/>
                <a:gd name="T3" fmla="*/ 6 h 107"/>
                <a:gd name="T4" fmla="*/ 12 w 66"/>
                <a:gd name="T5" fmla="*/ 24 h 107"/>
                <a:gd name="T6" fmla="*/ 0 w 66"/>
                <a:gd name="T7" fmla="*/ 41 h 107"/>
                <a:gd name="T8" fmla="*/ 0 w 66"/>
                <a:gd name="T9" fmla="*/ 65 h 107"/>
                <a:gd name="T10" fmla="*/ 6 w 66"/>
                <a:gd name="T11" fmla="*/ 83 h 107"/>
                <a:gd name="T12" fmla="*/ 18 w 66"/>
                <a:gd name="T13" fmla="*/ 95 h 107"/>
                <a:gd name="T14" fmla="*/ 36 w 66"/>
                <a:gd name="T15" fmla="*/ 107 h 107"/>
                <a:gd name="T16" fmla="*/ 60 w 66"/>
                <a:gd name="T17" fmla="*/ 107 h 107"/>
                <a:gd name="T18" fmla="*/ 60 w 66"/>
                <a:gd name="T19" fmla="*/ 107 h 107"/>
                <a:gd name="T20" fmla="*/ 36 w 66"/>
                <a:gd name="T21" fmla="*/ 107 h 107"/>
                <a:gd name="T22" fmla="*/ 18 w 66"/>
                <a:gd name="T23" fmla="*/ 95 h 107"/>
                <a:gd name="T24" fmla="*/ 6 w 66"/>
                <a:gd name="T25" fmla="*/ 83 h 107"/>
                <a:gd name="T26" fmla="*/ 0 w 66"/>
                <a:gd name="T27" fmla="*/ 65 h 107"/>
                <a:gd name="T28" fmla="*/ 0 w 66"/>
                <a:gd name="T29" fmla="*/ 41 h 107"/>
                <a:gd name="T30" fmla="*/ 12 w 66"/>
                <a:gd name="T31" fmla="*/ 24 h 107"/>
                <a:gd name="T32" fmla="*/ 36 w 66"/>
                <a:gd name="T33" fmla="*/ 6 h 107"/>
                <a:gd name="T34" fmla="*/ 66 w 66"/>
                <a:gd name="T35" fmla="*/ 0 h 107"/>
                <a:gd name="T36" fmla="*/ 66 w 66"/>
                <a:gd name="T37" fmla="*/ 0 h 107"/>
                <a:gd name="T38" fmla="*/ 66 w 66"/>
                <a:gd name="T39" fmla="*/ 0 h 107"/>
                <a:gd name="T40" fmla="*/ 66 w 66"/>
                <a:gd name="T41" fmla="*/ 0 h 107"/>
                <a:gd name="T42" fmla="*/ 66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66" y="0"/>
                  </a:moveTo>
                  <a:lnTo>
                    <a:pt x="36" y="6"/>
                  </a:lnTo>
                  <a:lnTo>
                    <a:pt x="12" y="24"/>
                  </a:lnTo>
                  <a:lnTo>
                    <a:pt x="0" y="41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1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7" name="Freeform 115"/>
            <p:cNvSpPr>
              <a:spLocks/>
            </p:cNvSpPr>
            <p:nvPr/>
          </p:nvSpPr>
          <p:spPr bwMode="auto">
            <a:xfrm>
              <a:off x="3715" y="1132"/>
              <a:ext cx="52" cy="69"/>
            </a:xfrm>
            <a:custGeom>
              <a:avLst/>
              <a:gdLst>
                <a:gd name="T0" fmla="*/ 36 w 72"/>
                <a:gd name="T1" fmla="*/ 89 h 89"/>
                <a:gd name="T2" fmla="*/ 24 w 72"/>
                <a:gd name="T3" fmla="*/ 83 h 89"/>
                <a:gd name="T4" fmla="*/ 12 w 72"/>
                <a:gd name="T5" fmla="*/ 77 h 89"/>
                <a:gd name="T6" fmla="*/ 6 w 72"/>
                <a:gd name="T7" fmla="*/ 59 h 89"/>
                <a:gd name="T8" fmla="*/ 0 w 72"/>
                <a:gd name="T9" fmla="*/ 41 h 89"/>
                <a:gd name="T10" fmla="*/ 6 w 72"/>
                <a:gd name="T11" fmla="*/ 23 h 89"/>
                <a:gd name="T12" fmla="*/ 12 w 72"/>
                <a:gd name="T13" fmla="*/ 11 h 89"/>
                <a:gd name="T14" fmla="*/ 24 w 72"/>
                <a:gd name="T15" fmla="*/ 5 h 89"/>
                <a:gd name="T16" fmla="*/ 36 w 72"/>
                <a:gd name="T17" fmla="*/ 0 h 89"/>
                <a:gd name="T18" fmla="*/ 48 w 72"/>
                <a:gd name="T19" fmla="*/ 5 h 89"/>
                <a:gd name="T20" fmla="*/ 60 w 72"/>
                <a:gd name="T21" fmla="*/ 11 h 89"/>
                <a:gd name="T22" fmla="*/ 72 w 72"/>
                <a:gd name="T23" fmla="*/ 23 h 89"/>
                <a:gd name="T24" fmla="*/ 72 w 72"/>
                <a:gd name="T25" fmla="*/ 41 h 89"/>
                <a:gd name="T26" fmla="*/ 72 w 72"/>
                <a:gd name="T27" fmla="*/ 59 h 89"/>
                <a:gd name="T28" fmla="*/ 60 w 72"/>
                <a:gd name="T29" fmla="*/ 77 h 89"/>
                <a:gd name="T30" fmla="*/ 48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24" y="83"/>
                  </a:lnTo>
                  <a:lnTo>
                    <a:pt x="12" y="77"/>
                  </a:lnTo>
                  <a:lnTo>
                    <a:pt x="6" y="59"/>
                  </a:lnTo>
                  <a:lnTo>
                    <a:pt x="0" y="41"/>
                  </a:ln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48" y="5"/>
                  </a:lnTo>
                  <a:lnTo>
                    <a:pt x="60" y="11"/>
                  </a:lnTo>
                  <a:lnTo>
                    <a:pt x="72" y="23"/>
                  </a:lnTo>
                  <a:lnTo>
                    <a:pt x="72" y="41"/>
                  </a:lnTo>
                  <a:lnTo>
                    <a:pt x="72" y="59"/>
                  </a:lnTo>
                  <a:lnTo>
                    <a:pt x="60" y="77"/>
                  </a:lnTo>
                  <a:lnTo>
                    <a:pt x="4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8" name="Freeform 116"/>
            <p:cNvSpPr>
              <a:spLocks/>
            </p:cNvSpPr>
            <p:nvPr/>
          </p:nvSpPr>
          <p:spPr bwMode="auto">
            <a:xfrm>
              <a:off x="3715" y="1164"/>
              <a:ext cx="26" cy="37"/>
            </a:xfrm>
            <a:custGeom>
              <a:avLst/>
              <a:gdLst>
                <a:gd name="T0" fmla="*/ 36 w 36"/>
                <a:gd name="T1" fmla="*/ 48 h 48"/>
                <a:gd name="T2" fmla="*/ 24 w 36"/>
                <a:gd name="T3" fmla="*/ 42 h 48"/>
                <a:gd name="T4" fmla="*/ 12 w 36"/>
                <a:gd name="T5" fmla="*/ 36 h 48"/>
                <a:gd name="T6" fmla="*/ 6 w 36"/>
                <a:gd name="T7" fmla="*/ 18 h 48"/>
                <a:gd name="T8" fmla="*/ 0 w 36"/>
                <a:gd name="T9" fmla="*/ 0 h 48"/>
                <a:gd name="T10" fmla="*/ 0 w 36"/>
                <a:gd name="T11" fmla="*/ 0 h 48"/>
                <a:gd name="T12" fmla="*/ 6 w 36"/>
                <a:gd name="T13" fmla="*/ 18 h 48"/>
                <a:gd name="T14" fmla="*/ 12 w 36"/>
                <a:gd name="T15" fmla="*/ 36 h 48"/>
                <a:gd name="T16" fmla="*/ 24 w 36"/>
                <a:gd name="T17" fmla="*/ 42 h 48"/>
                <a:gd name="T18" fmla="*/ 36 w 36"/>
                <a:gd name="T19" fmla="*/ 48 h 48"/>
                <a:gd name="T20" fmla="*/ 36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36" y="48"/>
                  </a:moveTo>
                  <a:lnTo>
                    <a:pt x="24" y="42"/>
                  </a:lnTo>
                  <a:lnTo>
                    <a:pt x="12" y="36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6"/>
                  </a:lnTo>
                  <a:lnTo>
                    <a:pt x="24" y="42"/>
                  </a:lnTo>
                  <a:lnTo>
                    <a:pt x="36" y="48"/>
                  </a:lnTo>
                  <a:lnTo>
                    <a:pt x="36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9" name="Freeform 117"/>
            <p:cNvSpPr>
              <a:spLocks noEditPoints="1"/>
            </p:cNvSpPr>
            <p:nvPr/>
          </p:nvSpPr>
          <p:spPr bwMode="auto">
            <a:xfrm>
              <a:off x="3715" y="1132"/>
              <a:ext cx="26" cy="32"/>
            </a:xfrm>
            <a:custGeom>
              <a:avLst/>
              <a:gdLst>
                <a:gd name="T0" fmla="*/ 0 w 36"/>
                <a:gd name="T1" fmla="*/ 41 h 41"/>
                <a:gd name="T2" fmla="*/ 6 w 36"/>
                <a:gd name="T3" fmla="*/ 23 h 41"/>
                <a:gd name="T4" fmla="*/ 12 w 36"/>
                <a:gd name="T5" fmla="*/ 11 h 41"/>
                <a:gd name="T6" fmla="*/ 24 w 36"/>
                <a:gd name="T7" fmla="*/ 5 h 41"/>
                <a:gd name="T8" fmla="*/ 36 w 36"/>
                <a:gd name="T9" fmla="*/ 0 h 41"/>
                <a:gd name="T10" fmla="*/ 36 w 36"/>
                <a:gd name="T11" fmla="*/ 0 h 41"/>
                <a:gd name="T12" fmla="*/ 24 w 36"/>
                <a:gd name="T13" fmla="*/ 5 h 41"/>
                <a:gd name="T14" fmla="*/ 12 w 36"/>
                <a:gd name="T15" fmla="*/ 11 h 41"/>
                <a:gd name="T16" fmla="*/ 6 w 36"/>
                <a:gd name="T17" fmla="*/ 23 h 41"/>
                <a:gd name="T18" fmla="*/ 0 w 36"/>
                <a:gd name="T19" fmla="*/ 41 h 41"/>
                <a:gd name="T20" fmla="*/ 0 w 36"/>
                <a:gd name="T21" fmla="*/ 41 h 41"/>
                <a:gd name="T22" fmla="*/ 0 w 36"/>
                <a:gd name="T23" fmla="*/ 41 h 41"/>
                <a:gd name="T24" fmla="*/ 0 w 36"/>
                <a:gd name="T25" fmla="*/ 41 h 41"/>
                <a:gd name="T26" fmla="*/ 0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41"/>
                  </a:move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2" y="11"/>
                  </a:lnTo>
                  <a:lnTo>
                    <a:pt x="6" y="23"/>
                  </a:lnTo>
                  <a:lnTo>
                    <a:pt x="0" y="41"/>
                  </a:ln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0" name="Freeform 118"/>
            <p:cNvSpPr>
              <a:spLocks noEditPoints="1"/>
            </p:cNvSpPr>
            <p:nvPr/>
          </p:nvSpPr>
          <p:spPr bwMode="auto">
            <a:xfrm>
              <a:off x="3741" y="1132"/>
              <a:ext cx="26" cy="32"/>
            </a:xfrm>
            <a:custGeom>
              <a:avLst/>
              <a:gdLst>
                <a:gd name="T0" fmla="*/ 0 w 36"/>
                <a:gd name="T1" fmla="*/ 0 h 41"/>
                <a:gd name="T2" fmla="*/ 12 w 36"/>
                <a:gd name="T3" fmla="*/ 5 h 41"/>
                <a:gd name="T4" fmla="*/ 24 w 36"/>
                <a:gd name="T5" fmla="*/ 11 h 41"/>
                <a:gd name="T6" fmla="*/ 36 w 36"/>
                <a:gd name="T7" fmla="*/ 23 h 41"/>
                <a:gd name="T8" fmla="*/ 36 w 36"/>
                <a:gd name="T9" fmla="*/ 41 h 41"/>
                <a:gd name="T10" fmla="*/ 36 w 36"/>
                <a:gd name="T11" fmla="*/ 41 h 41"/>
                <a:gd name="T12" fmla="*/ 36 w 36"/>
                <a:gd name="T13" fmla="*/ 23 h 41"/>
                <a:gd name="T14" fmla="*/ 24 w 36"/>
                <a:gd name="T15" fmla="*/ 11 h 41"/>
                <a:gd name="T16" fmla="*/ 12 w 36"/>
                <a:gd name="T17" fmla="*/ 5 h 41"/>
                <a:gd name="T18" fmla="*/ 0 w 36"/>
                <a:gd name="T19" fmla="*/ 0 h 41"/>
                <a:gd name="T20" fmla="*/ 0 w 36"/>
                <a:gd name="T21" fmla="*/ 0 h 41"/>
                <a:gd name="T22" fmla="*/ 0 w 36"/>
                <a:gd name="T23" fmla="*/ 0 h 41"/>
                <a:gd name="T24" fmla="*/ 0 w 36"/>
                <a:gd name="T25" fmla="*/ 0 h 41"/>
                <a:gd name="T26" fmla="*/ 0 w 36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0"/>
                  </a:move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1" name="Freeform 119"/>
            <p:cNvSpPr>
              <a:spLocks noEditPoints="1"/>
            </p:cNvSpPr>
            <p:nvPr/>
          </p:nvSpPr>
          <p:spPr bwMode="auto">
            <a:xfrm>
              <a:off x="3741" y="1164"/>
              <a:ext cx="26" cy="37"/>
            </a:xfrm>
            <a:custGeom>
              <a:avLst/>
              <a:gdLst>
                <a:gd name="T0" fmla="*/ 36 w 36"/>
                <a:gd name="T1" fmla="*/ 0 h 48"/>
                <a:gd name="T2" fmla="*/ 36 w 36"/>
                <a:gd name="T3" fmla="*/ 18 h 48"/>
                <a:gd name="T4" fmla="*/ 24 w 36"/>
                <a:gd name="T5" fmla="*/ 36 h 48"/>
                <a:gd name="T6" fmla="*/ 12 w 36"/>
                <a:gd name="T7" fmla="*/ 42 h 48"/>
                <a:gd name="T8" fmla="*/ 0 w 36"/>
                <a:gd name="T9" fmla="*/ 48 h 48"/>
                <a:gd name="T10" fmla="*/ 0 w 36"/>
                <a:gd name="T11" fmla="*/ 48 h 48"/>
                <a:gd name="T12" fmla="*/ 12 w 36"/>
                <a:gd name="T13" fmla="*/ 42 h 48"/>
                <a:gd name="T14" fmla="*/ 24 w 36"/>
                <a:gd name="T15" fmla="*/ 36 h 48"/>
                <a:gd name="T16" fmla="*/ 36 w 36"/>
                <a:gd name="T17" fmla="*/ 18 h 48"/>
                <a:gd name="T18" fmla="*/ 36 w 36"/>
                <a:gd name="T19" fmla="*/ 0 h 48"/>
                <a:gd name="T20" fmla="*/ 36 w 36"/>
                <a:gd name="T21" fmla="*/ 0 h 48"/>
                <a:gd name="T22" fmla="*/ 36 w 36"/>
                <a:gd name="T23" fmla="*/ 0 h 48"/>
                <a:gd name="T24" fmla="*/ 36 w 36"/>
                <a:gd name="T25" fmla="*/ 0 h 48"/>
                <a:gd name="T26" fmla="*/ 36 w 36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8">
                  <a:moveTo>
                    <a:pt x="36" y="0"/>
                  </a:move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2" name="Freeform 120"/>
            <p:cNvSpPr>
              <a:spLocks/>
            </p:cNvSpPr>
            <p:nvPr/>
          </p:nvSpPr>
          <p:spPr bwMode="auto">
            <a:xfrm>
              <a:off x="3741" y="1201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3" name="Freeform 121"/>
            <p:cNvSpPr>
              <a:spLocks/>
            </p:cNvSpPr>
            <p:nvPr/>
          </p:nvSpPr>
          <p:spPr bwMode="auto">
            <a:xfrm>
              <a:off x="944" y="2346"/>
              <a:ext cx="65" cy="102"/>
            </a:xfrm>
            <a:custGeom>
              <a:avLst/>
              <a:gdLst>
                <a:gd name="T0" fmla="*/ 90 w 90"/>
                <a:gd name="T1" fmla="*/ 42 h 131"/>
                <a:gd name="T2" fmla="*/ 84 w 90"/>
                <a:gd name="T3" fmla="*/ 0 h 131"/>
                <a:gd name="T4" fmla="*/ 84 w 90"/>
                <a:gd name="T5" fmla="*/ 0 h 131"/>
                <a:gd name="T6" fmla="*/ 84 w 90"/>
                <a:gd name="T7" fmla="*/ 6 h 131"/>
                <a:gd name="T8" fmla="*/ 78 w 90"/>
                <a:gd name="T9" fmla="*/ 6 h 131"/>
                <a:gd name="T10" fmla="*/ 66 w 90"/>
                <a:gd name="T11" fmla="*/ 6 h 131"/>
                <a:gd name="T12" fmla="*/ 48 w 90"/>
                <a:gd name="T13" fmla="*/ 0 h 131"/>
                <a:gd name="T14" fmla="*/ 30 w 90"/>
                <a:gd name="T15" fmla="*/ 6 h 131"/>
                <a:gd name="T16" fmla="*/ 18 w 90"/>
                <a:gd name="T17" fmla="*/ 18 h 131"/>
                <a:gd name="T18" fmla="*/ 6 w 90"/>
                <a:gd name="T19" fmla="*/ 36 h 131"/>
                <a:gd name="T20" fmla="*/ 0 w 90"/>
                <a:gd name="T21" fmla="*/ 66 h 131"/>
                <a:gd name="T22" fmla="*/ 6 w 90"/>
                <a:gd name="T23" fmla="*/ 95 h 131"/>
                <a:gd name="T24" fmla="*/ 18 w 90"/>
                <a:gd name="T25" fmla="*/ 119 h 131"/>
                <a:gd name="T26" fmla="*/ 30 w 90"/>
                <a:gd name="T27" fmla="*/ 125 h 131"/>
                <a:gd name="T28" fmla="*/ 48 w 90"/>
                <a:gd name="T29" fmla="*/ 131 h 131"/>
                <a:gd name="T30" fmla="*/ 66 w 90"/>
                <a:gd name="T31" fmla="*/ 125 h 131"/>
                <a:gd name="T32" fmla="*/ 78 w 90"/>
                <a:gd name="T33" fmla="*/ 119 h 131"/>
                <a:gd name="T34" fmla="*/ 90 w 90"/>
                <a:gd name="T35" fmla="*/ 113 h 131"/>
                <a:gd name="T36" fmla="*/ 90 w 90"/>
                <a:gd name="T37" fmla="*/ 107 h 131"/>
                <a:gd name="T38" fmla="*/ 90 w 90"/>
                <a:gd name="T39" fmla="*/ 101 h 131"/>
                <a:gd name="T40" fmla="*/ 78 w 90"/>
                <a:gd name="T41" fmla="*/ 113 h 131"/>
                <a:gd name="T42" fmla="*/ 66 w 90"/>
                <a:gd name="T43" fmla="*/ 125 h 131"/>
                <a:gd name="T44" fmla="*/ 54 w 90"/>
                <a:gd name="T45" fmla="*/ 125 h 131"/>
                <a:gd name="T46" fmla="*/ 42 w 90"/>
                <a:gd name="T47" fmla="*/ 119 h 131"/>
                <a:gd name="T48" fmla="*/ 30 w 90"/>
                <a:gd name="T49" fmla="*/ 113 h 131"/>
                <a:gd name="T50" fmla="*/ 24 w 90"/>
                <a:gd name="T51" fmla="*/ 95 h 131"/>
                <a:gd name="T52" fmla="*/ 18 w 90"/>
                <a:gd name="T53" fmla="*/ 66 h 131"/>
                <a:gd name="T54" fmla="*/ 24 w 90"/>
                <a:gd name="T55" fmla="*/ 36 h 131"/>
                <a:gd name="T56" fmla="*/ 30 w 90"/>
                <a:gd name="T57" fmla="*/ 18 h 131"/>
                <a:gd name="T58" fmla="*/ 42 w 90"/>
                <a:gd name="T59" fmla="*/ 12 h 131"/>
                <a:gd name="T60" fmla="*/ 48 w 90"/>
                <a:gd name="T61" fmla="*/ 6 h 131"/>
                <a:gd name="T62" fmla="*/ 66 w 90"/>
                <a:gd name="T63" fmla="*/ 12 h 131"/>
                <a:gd name="T64" fmla="*/ 72 w 90"/>
                <a:gd name="T65" fmla="*/ 18 h 131"/>
                <a:gd name="T66" fmla="*/ 84 w 90"/>
                <a:gd name="T67" fmla="*/ 42 h 131"/>
                <a:gd name="T68" fmla="*/ 90 w 90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131">
                  <a:moveTo>
                    <a:pt x="90" y="42"/>
                  </a:moveTo>
                  <a:lnTo>
                    <a:pt x="84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78" y="6"/>
                  </a:lnTo>
                  <a:lnTo>
                    <a:pt x="66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0" y="125"/>
                  </a:lnTo>
                  <a:lnTo>
                    <a:pt x="48" y="131"/>
                  </a:lnTo>
                  <a:lnTo>
                    <a:pt x="66" y="125"/>
                  </a:lnTo>
                  <a:lnTo>
                    <a:pt x="78" y="119"/>
                  </a:lnTo>
                  <a:lnTo>
                    <a:pt x="90" y="113"/>
                  </a:lnTo>
                  <a:lnTo>
                    <a:pt x="90" y="107"/>
                  </a:lnTo>
                  <a:lnTo>
                    <a:pt x="90" y="101"/>
                  </a:lnTo>
                  <a:lnTo>
                    <a:pt x="78" y="113"/>
                  </a:lnTo>
                  <a:lnTo>
                    <a:pt x="66" y="125"/>
                  </a:lnTo>
                  <a:lnTo>
                    <a:pt x="54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48" y="6"/>
                  </a:lnTo>
                  <a:lnTo>
                    <a:pt x="66" y="12"/>
                  </a:lnTo>
                  <a:lnTo>
                    <a:pt x="72" y="18"/>
                  </a:lnTo>
                  <a:lnTo>
                    <a:pt x="84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4" name="Freeform 122"/>
            <p:cNvSpPr>
              <a:spLocks noEditPoints="1"/>
            </p:cNvSpPr>
            <p:nvPr/>
          </p:nvSpPr>
          <p:spPr bwMode="auto">
            <a:xfrm>
              <a:off x="1018" y="2379"/>
              <a:ext cx="48" cy="69"/>
            </a:xfrm>
            <a:custGeom>
              <a:avLst/>
              <a:gdLst>
                <a:gd name="T0" fmla="*/ 30 w 66"/>
                <a:gd name="T1" fmla="*/ 0 h 89"/>
                <a:gd name="T2" fmla="*/ 18 w 66"/>
                <a:gd name="T3" fmla="*/ 6 h 89"/>
                <a:gd name="T4" fmla="*/ 6 w 66"/>
                <a:gd name="T5" fmla="*/ 12 h 89"/>
                <a:gd name="T6" fmla="*/ 0 w 66"/>
                <a:gd name="T7" fmla="*/ 41 h 89"/>
                <a:gd name="T8" fmla="*/ 6 w 66"/>
                <a:gd name="T9" fmla="*/ 77 h 89"/>
                <a:gd name="T10" fmla="*/ 18 w 66"/>
                <a:gd name="T11" fmla="*/ 83 h 89"/>
                <a:gd name="T12" fmla="*/ 30 w 66"/>
                <a:gd name="T13" fmla="*/ 89 h 89"/>
                <a:gd name="T14" fmla="*/ 48 w 66"/>
                <a:gd name="T15" fmla="*/ 83 h 89"/>
                <a:gd name="T16" fmla="*/ 60 w 66"/>
                <a:gd name="T17" fmla="*/ 77 h 89"/>
                <a:gd name="T18" fmla="*/ 66 w 66"/>
                <a:gd name="T19" fmla="*/ 41 h 89"/>
                <a:gd name="T20" fmla="*/ 60 w 66"/>
                <a:gd name="T21" fmla="*/ 12 h 89"/>
                <a:gd name="T22" fmla="*/ 48 w 66"/>
                <a:gd name="T23" fmla="*/ 6 h 89"/>
                <a:gd name="T24" fmla="*/ 30 w 66"/>
                <a:gd name="T25" fmla="*/ 0 h 89"/>
                <a:gd name="T26" fmla="*/ 30 w 66"/>
                <a:gd name="T27" fmla="*/ 0 h 89"/>
                <a:gd name="T28" fmla="*/ 36 w 66"/>
                <a:gd name="T29" fmla="*/ 83 h 89"/>
                <a:gd name="T30" fmla="*/ 24 w 66"/>
                <a:gd name="T31" fmla="*/ 77 h 89"/>
                <a:gd name="T32" fmla="*/ 18 w 66"/>
                <a:gd name="T33" fmla="*/ 65 h 89"/>
                <a:gd name="T34" fmla="*/ 12 w 66"/>
                <a:gd name="T35" fmla="*/ 47 h 89"/>
                <a:gd name="T36" fmla="*/ 12 w 66"/>
                <a:gd name="T37" fmla="*/ 35 h 89"/>
                <a:gd name="T38" fmla="*/ 18 w 66"/>
                <a:gd name="T39" fmla="*/ 12 h 89"/>
                <a:gd name="T40" fmla="*/ 30 w 66"/>
                <a:gd name="T41" fmla="*/ 6 h 89"/>
                <a:gd name="T42" fmla="*/ 42 w 66"/>
                <a:gd name="T43" fmla="*/ 12 h 89"/>
                <a:gd name="T44" fmla="*/ 48 w 66"/>
                <a:gd name="T45" fmla="*/ 18 h 89"/>
                <a:gd name="T46" fmla="*/ 54 w 66"/>
                <a:gd name="T47" fmla="*/ 47 h 89"/>
                <a:gd name="T48" fmla="*/ 54 w 66"/>
                <a:gd name="T49" fmla="*/ 65 h 89"/>
                <a:gd name="T50" fmla="*/ 48 w 66"/>
                <a:gd name="T51" fmla="*/ 77 h 89"/>
                <a:gd name="T52" fmla="*/ 36 w 66"/>
                <a:gd name="T53" fmla="*/ 83 h 89"/>
                <a:gd name="T54" fmla="*/ 36 w 66"/>
                <a:gd name="T55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6" h="89">
                  <a:moveTo>
                    <a:pt x="30" y="0"/>
                  </a:moveTo>
                  <a:lnTo>
                    <a:pt x="18" y="6"/>
                  </a:lnTo>
                  <a:lnTo>
                    <a:pt x="6" y="12"/>
                  </a:lnTo>
                  <a:lnTo>
                    <a:pt x="0" y="41"/>
                  </a:lnTo>
                  <a:lnTo>
                    <a:pt x="6" y="77"/>
                  </a:lnTo>
                  <a:lnTo>
                    <a:pt x="18" y="83"/>
                  </a:lnTo>
                  <a:lnTo>
                    <a:pt x="30" y="89"/>
                  </a:lnTo>
                  <a:lnTo>
                    <a:pt x="48" y="83"/>
                  </a:lnTo>
                  <a:lnTo>
                    <a:pt x="60" y="77"/>
                  </a:lnTo>
                  <a:lnTo>
                    <a:pt x="66" y="41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4" y="47"/>
                  </a:lnTo>
                  <a:lnTo>
                    <a:pt x="54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5" name="Freeform 123"/>
            <p:cNvSpPr>
              <a:spLocks noEditPoints="1"/>
            </p:cNvSpPr>
            <p:nvPr/>
          </p:nvSpPr>
          <p:spPr bwMode="auto">
            <a:xfrm>
              <a:off x="1071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12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12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12 w 36"/>
                <a:gd name="T55" fmla="*/ 12 h 131"/>
                <a:gd name="T56" fmla="*/ 12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12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6" name="Freeform 124"/>
            <p:cNvSpPr>
              <a:spLocks/>
            </p:cNvSpPr>
            <p:nvPr/>
          </p:nvSpPr>
          <p:spPr bwMode="auto">
            <a:xfrm>
              <a:off x="1101" y="2346"/>
              <a:ext cx="26" cy="102"/>
            </a:xfrm>
            <a:custGeom>
              <a:avLst/>
              <a:gdLst>
                <a:gd name="T0" fmla="*/ 0 w 35"/>
                <a:gd name="T1" fmla="*/ 131 h 131"/>
                <a:gd name="T2" fmla="*/ 35 w 35"/>
                <a:gd name="T3" fmla="*/ 131 h 131"/>
                <a:gd name="T4" fmla="*/ 35 w 35"/>
                <a:gd name="T5" fmla="*/ 125 h 131"/>
                <a:gd name="T6" fmla="*/ 29 w 35"/>
                <a:gd name="T7" fmla="*/ 125 h 131"/>
                <a:gd name="T8" fmla="*/ 29 w 35"/>
                <a:gd name="T9" fmla="*/ 113 h 131"/>
                <a:gd name="T10" fmla="*/ 29 w 35"/>
                <a:gd name="T11" fmla="*/ 0 h 131"/>
                <a:gd name="T12" fmla="*/ 23 w 35"/>
                <a:gd name="T13" fmla="*/ 0 h 131"/>
                <a:gd name="T14" fmla="*/ 11 w 35"/>
                <a:gd name="T15" fmla="*/ 6 h 131"/>
                <a:gd name="T16" fmla="*/ 0 w 35"/>
                <a:gd name="T17" fmla="*/ 6 h 131"/>
                <a:gd name="T18" fmla="*/ 0 w 35"/>
                <a:gd name="T19" fmla="*/ 12 h 131"/>
                <a:gd name="T20" fmla="*/ 5 w 35"/>
                <a:gd name="T21" fmla="*/ 12 h 131"/>
                <a:gd name="T22" fmla="*/ 5 w 35"/>
                <a:gd name="T23" fmla="*/ 12 h 131"/>
                <a:gd name="T24" fmla="*/ 11 w 35"/>
                <a:gd name="T25" fmla="*/ 12 h 131"/>
                <a:gd name="T26" fmla="*/ 11 w 35"/>
                <a:gd name="T27" fmla="*/ 24 h 131"/>
                <a:gd name="T28" fmla="*/ 11 w 35"/>
                <a:gd name="T29" fmla="*/ 113 h 131"/>
                <a:gd name="T30" fmla="*/ 11 w 35"/>
                <a:gd name="T31" fmla="*/ 125 h 131"/>
                <a:gd name="T32" fmla="*/ 0 w 35"/>
                <a:gd name="T33" fmla="*/ 125 h 131"/>
                <a:gd name="T34" fmla="*/ 0 w 35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131">
                  <a:moveTo>
                    <a:pt x="0" y="131"/>
                  </a:moveTo>
                  <a:lnTo>
                    <a:pt x="35" y="131"/>
                  </a:lnTo>
                  <a:lnTo>
                    <a:pt x="35" y="125"/>
                  </a:lnTo>
                  <a:lnTo>
                    <a:pt x="29" y="125"/>
                  </a:lnTo>
                  <a:lnTo>
                    <a:pt x="29" y="113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1" y="12"/>
                  </a:lnTo>
                  <a:lnTo>
                    <a:pt x="11" y="24"/>
                  </a:lnTo>
                  <a:lnTo>
                    <a:pt x="11" y="113"/>
                  </a:lnTo>
                  <a:lnTo>
                    <a:pt x="11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7" name="Freeform 125"/>
            <p:cNvSpPr>
              <a:spLocks/>
            </p:cNvSpPr>
            <p:nvPr/>
          </p:nvSpPr>
          <p:spPr bwMode="auto">
            <a:xfrm>
              <a:off x="1171" y="2346"/>
              <a:ext cx="31" cy="102"/>
            </a:xfrm>
            <a:custGeom>
              <a:avLst/>
              <a:gdLst>
                <a:gd name="T0" fmla="*/ 0 w 42"/>
                <a:gd name="T1" fmla="*/ 131 h 131"/>
                <a:gd name="T2" fmla="*/ 42 w 42"/>
                <a:gd name="T3" fmla="*/ 131 h 131"/>
                <a:gd name="T4" fmla="*/ 42 w 42"/>
                <a:gd name="T5" fmla="*/ 125 h 131"/>
                <a:gd name="T6" fmla="*/ 36 w 42"/>
                <a:gd name="T7" fmla="*/ 125 h 131"/>
                <a:gd name="T8" fmla="*/ 30 w 42"/>
                <a:gd name="T9" fmla="*/ 113 h 131"/>
                <a:gd name="T10" fmla="*/ 30 w 42"/>
                <a:gd name="T11" fmla="*/ 0 h 131"/>
                <a:gd name="T12" fmla="*/ 30 w 42"/>
                <a:gd name="T13" fmla="*/ 0 h 131"/>
                <a:gd name="T14" fmla="*/ 0 w 42"/>
                <a:gd name="T15" fmla="*/ 18 h 131"/>
                <a:gd name="T16" fmla="*/ 0 w 42"/>
                <a:gd name="T17" fmla="*/ 18 h 131"/>
                <a:gd name="T18" fmla="*/ 12 w 42"/>
                <a:gd name="T19" fmla="*/ 18 h 131"/>
                <a:gd name="T20" fmla="*/ 12 w 42"/>
                <a:gd name="T21" fmla="*/ 18 h 131"/>
                <a:gd name="T22" fmla="*/ 18 w 42"/>
                <a:gd name="T23" fmla="*/ 24 h 131"/>
                <a:gd name="T24" fmla="*/ 18 w 42"/>
                <a:gd name="T25" fmla="*/ 24 h 131"/>
                <a:gd name="T26" fmla="*/ 18 w 42"/>
                <a:gd name="T27" fmla="*/ 113 h 131"/>
                <a:gd name="T28" fmla="*/ 12 w 42"/>
                <a:gd name="T29" fmla="*/ 125 h 131"/>
                <a:gd name="T30" fmla="*/ 0 w 42"/>
                <a:gd name="T31" fmla="*/ 125 h 131"/>
                <a:gd name="T32" fmla="*/ 0 w 42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131">
                  <a:moveTo>
                    <a:pt x="0" y="131"/>
                  </a:moveTo>
                  <a:lnTo>
                    <a:pt x="42" y="131"/>
                  </a:lnTo>
                  <a:lnTo>
                    <a:pt x="42" y="125"/>
                  </a:lnTo>
                  <a:lnTo>
                    <a:pt x="36" y="125"/>
                  </a:lnTo>
                  <a:lnTo>
                    <a:pt x="30" y="113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8" name="Freeform 126"/>
            <p:cNvSpPr>
              <a:spLocks/>
            </p:cNvSpPr>
            <p:nvPr/>
          </p:nvSpPr>
          <p:spPr bwMode="auto">
            <a:xfrm>
              <a:off x="2858" y="2346"/>
              <a:ext cx="70" cy="102"/>
            </a:xfrm>
            <a:custGeom>
              <a:avLst/>
              <a:gdLst>
                <a:gd name="T0" fmla="*/ 90 w 96"/>
                <a:gd name="T1" fmla="*/ 42 h 131"/>
                <a:gd name="T2" fmla="*/ 90 w 96"/>
                <a:gd name="T3" fmla="*/ 0 h 131"/>
                <a:gd name="T4" fmla="*/ 90 w 96"/>
                <a:gd name="T5" fmla="*/ 0 h 131"/>
                <a:gd name="T6" fmla="*/ 84 w 96"/>
                <a:gd name="T7" fmla="*/ 6 h 131"/>
                <a:gd name="T8" fmla="*/ 84 w 96"/>
                <a:gd name="T9" fmla="*/ 6 h 131"/>
                <a:gd name="T10" fmla="*/ 72 w 96"/>
                <a:gd name="T11" fmla="*/ 6 h 131"/>
                <a:gd name="T12" fmla="*/ 54 w 96"/>
                <a:gd name="T13" fmla="*/ 0 h 131"/>
                <a:gd name="T14" fmla="*/ 36 w 96"/>
                <a:gd name="T15" fmla="*/ 6 h 131"/>
                <a:gd name="T16" fmla="*/ 18 w 96"/>
                <a:gd name="T17" fmla="*/ 18 h 131"/>
                <a:gd name="T18" fmla="*/ 6 w 96"/>
                <a:gd name="T19" fmla="*/ 36 h 131"/>
                <a:gd name="T20" fmla="*/ 0 w 96"/>
                <a:gd name="T21" fmla="*/ 66 h 131"/>
                <a:gd name="T22" fmla="*/ 6 w 96"/>
                <a:gd name="T23" fmla="*/ 95 h 131"/>
                <a:gd name="T24" fmla="*/ 18 w 96"/>
                <a:gd name="T25" fmla="*/ 119 h 131"/>
                <a:gd name="T26" fmla="*/ 36 w 96"/>
                <a:gd name="T27" fmla="*/ 125 h 131"/>
                <a:gd name="T28" fmla="*/ 54 w 96"/>
                <a:gd name="T29" fmla="*/ 131 h 131"/>
                <a:gd name="T30" fmla="*/ 72 w 96"/>
                <a:gd name="T31" fmla="*/ 125 h 131"/>
                <a:gd name="T32" fmla="*/ 84 w 96"/>
                <a:gd name="T33" fmla="*/ 119 h 131"/>
                <a:gd name="T34" fmla="*/ 96 w 96"/>
                <a:gd name="T35" fmla="*/ 113 h 131"/>
                <a:gd name="T36" fmla="*/ 96 w 96"/>
                <a:gd name="T37" fmla="*/ 107 h 131"/>
                <a:gd name="T38" fmla="*/ 90 w 96"/>
                <a:gd name="T39" fmla="*/ 101 h 131"/>
                <a:gd name="T40" fmla="*/ 84 w 96"/>
                <a:gd name="T41" fmla="*/ 113 h 131"/>
                <a:gd name="T42" fmla="*/ 72 w 96"/>
                <a:gd name="T43" fmla="*/ 125 h 131"/>
                <a:gd name="T44" fmla="*/ 60 w 96"/>
                <a:gd name="T45" fmla="*/ 125 h 131"/>
                <a:gd name="T46" fmla="*/ 42 w 96"/>
                <a:gd name="T47" fmla="*/ 119 h 131"/>
                <a:gd name="T48" fmla="*/ 30 w 96"/>
                <a:gd name="T49" fmla="*/ 113 h 131"/>
                <a:gd name="T50" fmla="*/ 24 w 96"/>
                <a:gd name="T51" fmla="*/ 95 h 131"/>
                <a:gd name="T52" fmla="*/ 18 w 96"/>
                <a:gd name="T53" fmla="*/ 66 h 131"/>
                <a:gd name="T54" fmla="*/ 24 w 96"/>
                <a:gd name="T55" fmla="*/ 36 h 131"/>
                <a:gd name="T56" fmla="*/ 30 w 96"/>
                <a:gd name="T57" fmla="*/ 18 h 131"/>
                <a:gd name="T58" fmla="*/ 42 w 96"/>
                <a:gd name="T59" fmla="*/ 12 h 131"/>
                <a:gd name="T60" fmla="*/ 54 w 96"/>
                <a:gd name="T61" fmla="*/ 6 h 131"/>
                <a:gd name="T62" fmla="*/ 66 w 96"/>
                <a:gd name="T63" fmla="*/ 12 h 131"/>
                <a:gd name="T64" fmla="*/ 78 w 96"/>
                <a:gd name="T65" fmla="*/ 18 h 131"/>
                <a:gd name="T66" fmla="*/ 90 w 96"/>
                <a:gd name="T67" fmla="*/ 42 h 131"/>
                <a:gd name="T68" fmla="*/ 90 w 96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6" h="131">
                  <a:moveTo>
                    <a:pt x="90" y="42"/>
                  </a:moveTo>
                  <a:lnTo>
                    <a:pt x="90" y="0"/>
                  </a:lnTo>
                  <a:lnTo>
                    <a:pt x="90" y="0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72" y="6"/>
                  </a:lnTo>
                  <a:lnTo>
                    <a:pt x="54" y="0"/>
                  </a:ln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6" y="125"/>
                  </a:lnTo>
                  <a:lnTo>
                    <a:pt x="54" y="131"/>
                  </a:lnTo>
                  <a:lnTo>
                    <a:pt x="72" y="125"/>
                  </a:lnTo>
                  <a:lnTo>
                    <a:pt x="84" y="119"/>
                  </a:lnTo>
                  <a:lnTo>
                    <a:pt x="96" y="113"/>
                  </a:lnTo>
                  <a:lnTo>
                    <a:pt x="96" y="107"/>
                  </a:lnTo>
                  <a:lnTo>
                    <a:pt x="90" y="101"/>
                  </a:lnTo>
                  <a:lnTo>
                    <a:pt x="84" y="113"/>
                  </a:lnTo>
                  <a:lnTo>
                    <a:pt x="72" y="125"/>
                  </a:lnTo>
                  <a:lnTo>
                    <a:pt x="60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54" y="6"/>
                  </a:lnTo>
                  <a:lnTo>
                    <a:pt x="66" y="12"/>
                  </a:lnTo>
                  <a:lnTo>
                    <a:pt x="78" y="18"/>
                  </a:lnTo>
                  <a:lnTo>
                    <a:pt x="90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9" name="Freeform 127"/>
            <p:cNvSpPr>
              <a:spLocks noEditPoints="1"/>
            </p:cNvSpPr>
            <p:nvPr/>
          </p:nvSpPr>
          <p:spPr bwMode="auto">
            <a:xfrm>
              <a:off x="2933" y="2379"/>
              <a:ext cx="52" cy="69"/>
            </a:xfrm>
            <a:custGeom>
              <a:avLst/>
              <a:gdLst>
                <a:gd name="T0" fmla="*/ 36 w 71"/>
                <a:gd name="T1" fmla="*/ 0 h 89"/>
                <a:gd name="T2" fmla="*/ 24 w 71"/>
                <a:gd name="T3" fmla="*/ 6 h 89"/>
                <a:gd name="T4" fmla="*/ 12 w 71"/>
                <a:gd name="T5" fmla="*/ 12 h 89"/>
                <a:gd name="T6" fmla="*/ 6 w 71"/>
                <a:gd name="T7" fmla="*/ 24 h 89"/>
                <a:gd name="T8" fmla="*/ 0 w 71"/>
                <a:gd name="T9" fmla="*/ 41 h 89"/>
                <a:gd name="T10" fmla="*/ 6 w 71"/>
                <a:gd name="T11" fmla="*/ 59 h 89"/>
                <a:gd name="T12" fmla="*/ 12 w 71"/>
                <a:gd name="T13" fmla="*/ 77 h 89"/>
                <a:gd name="T14" fmla="*/ 24 w 71"/>
                <a:gd name="T15" fmla="*/ 83 h 89"/>
                <a:gd name="T16" fmla="*/ 36 w 71"/>
                <a:gd name="T17" fmla="*/ 89 h 89"/>
                <a:gd name="T18" fmla="*/ 53 w 71"/>
                <a:gd name="T19" fmla="*/ 83 h 89"/>
                <a:gd name="T20" fmla="*/ 65 w 71"/>
                <a:gd name="T21" fmla="*/ 77 h 89"/>
                <a:gd name="T22" fmla="*/ 71 w 71"/>
                <a:gd name="T23" fmla="*/ 41 h 89"/>
                <a:gd name="T24" fmla="*/ 71 w 71"/>
                <a:gd name="T25" fmla="*/ 24 h 89"/>
                <a:gd name="T26" fmla="*/ 59 w 71"/>
                <a:gd name="T27" fmla="*/ 12 h 89"/>
                <a:gd name="T28" fmla="*/ 48 w 71"/>
                <a:gd name="T29" fmla="*/ 6 h 89"/>
                <a:gd name="T30" fmla="*/ 36 w 71"/>
                <a:gd name="T31" fmla="*/ 0 h 89"/>
                <a:gd name="T32" fmla="*/ 36 w 71"/>
                <a:gd name="T33" fmla="*/ 0 h 89"/>
                <a:gd name="T34" fmla="*/ 36 w 71"/>
                <a:gd name="T35" fmla="*/ 83 h 89"/>
                <a:gd name="T36" fmla="*/ 24 w 71"/>
                <a:gd name="T37" fmla="*/ 77 h 89"/>
                <a:gd name="T38" fmla="*/ 18 w 71"/>
                <a:gd name="T39" fmla="*/ 65 h 89"/>
                <a:gd name="T40" fmla="*/ 18 w 71"/>
                <a:gd name="T41" fmla="*/ 47 h 89"/>
                <a:gd name="T42" fmla="*/ 18 w 71"/>
                <a:gd name="T43" fmla="*/ 35 h 89"/>
                <a:gd name="T44" fmla="*/ 24 w 71"/>
                <a:gd name="T45" fmla="*/ 12 h 89"/>
                <a:gd name="T46" fmla="*/ 36 w 71"/>
                <a:gd name="T47" fmla="*/ 6 h 89"/>
                <a:gd name="T48" fmla="*/ 42 w 71"/>
                <a:gd name="T49" fmla="*/ 12 h 89"/>
                <a:gd name="T50" fmla="*/ 48 w 71"/>
                <a:gd name="T51" fmla="*/ 18 h 89"/>
                <a:gd name="T52" fmla="*/ 53 w 71"/>
                <a:gd name="T53" fmla="*/ 47 h 89"/>
                <a:gd name="T54" fmla="*/ 53 w 71"/>
                <a:gd name="T55" fmla="*/ 65 h 89"/>
                <a:gd name="T56" fmla="*/ 48 w 71"/>
                <a:gd name="T57" fmla="*/ 77 h 89"/>
                <a:gd name="T58" fmla="*/ 36 w 71"/>
                <a:gd name="T59" fmla="*/ 83 h 89"/>
                <a:gd name="T60" fmla="*/ 36 w 71"/>
                <a:gd name="T61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1" h="89">
                  <a:moveTo>
                    <a:pt x="36" y="0"/>
                  </a:move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1"/>
                  </a:lnTo>
                  <a:lnTo>
                    <a:pt x="6" y="59"/>
                  </a:lnTo>
                  <a:lnTo>
                    <a:pt x="12" y="77"/>
                  </a:lnTo>
                  <a:lnTo>
                    <a:pt x="24" y="83"/>
                  </a:lnTo>
                  <a:lnTo>
                    <a:pt x="36" y="89"/>
                  </a:lnTo>
                  <a:lnTo>
                    <a:pt x="53" y="83"/>
                  </a:lnTo>
                  <a:lnTo>
                    <a:pt x="65" y="77"/>
                  </a:lnTo>
                  <a:lnTo>
                    <a:pt x="71" y="41"/>
                  </a:lnTo>
                  <a:lnTo>
                    <a:pt x="71" y="24"/>
                  </a:lnTo>
                  <a:lnTo>
                    <a:pt x="59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8" y="47"/>
                  </a:lnTo>
                  <a:lnTo>
                    <a:pt x="18" y="35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3" y="47"/>
                  </a:lnTo>
                  <a:lnTo>
                    <a:pt x="53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0" name="Freeform 128"/>
            <p:cNvSpPr>
              <a:spLocks noEditPoints="1"/>
            </p:cNvSpPr>
            <p:nvPr/>
          </p:nvSpPr>
          <p:spPr bwMode="auto">
            <a:xfrm>
              <a:off x="2989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6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6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6 w 36"/>
                <a:gd name="T55" fmla="*/ 12 h 131"/>
                <a:gd name="T56" fmla="*/ 6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6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6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1" name="Freeform 129"/>
            <p:cNvSpPr>
              <a:spLocks/>
            </p:cNvSpPr>
            <p:nvPr/>
          </p:nvSpPr>
          <p:spPr bwMode="auto">
            <a:xfrm>
              <a:off x="3020" y="2346"/>
              <a:ext cx="26" cy="102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30 w 36"/>
                <a:gd name="T7" fmla="*/ 125 h 131"/>
                <a:gd name="T8" fmla="*/ 24 w 36"/>
                <a:gd name="T9" fmla="*/ 113 h 131"/>
                <a:gd name="T10" fmla="*/ 24 w 36"/>
                <a:gd name="T11" fmla="*/ 0 h 131"/>
                <a:gd name="T12" fmla="*/ 24 w 36"/>
                <a:gd name="T13" fmla="*/ 0 h 131"/>
                <a:gd name="T14" fmla="*/ 12 w 36"/>
                <a:gd name="T15" fmla="*/ 6 h 131"/>
                <a:gd name="T16" fmla="*/ 0 w 36"/>
                <a:gd name="T17" fmla="*/ 6 h 131"/>
                <a:gd name="T18" fmla="*/ 0 w 36"/>
                <a:gd name="T19" fmla="*/ 12 h 131"/>
                <a:gd name="T20" fmla="*/ 6 w 36"/>
                <a:gd name="T21" fmla="*/ 12 h 131"/>
                <a:gd name="T22" fmla="*/ 6 w 36"/>
                <a:gd name="T23" fmla="*/ 12 h 131"/>
                <a:gd name="T24" fmla="*/ 12 w 36"/>
                <a:gd name="T25" fmla="*/ 12 h 131"/>
                <a:gd name="T26" fmla="*/ 12 w 36"/>
                <a:gd name="T27" fmla="*/ 24 h 131"/>
                <a:gd name="T28" fmla="*/ 12 w 36"/>
                <a:gd name="T29" fmla="*/ 113 h 131"/>
                <a:gd name="T30" fmla="*/ 12 w 36"/>
                <a:gd name="T31" fmla="*/ 125 h 131"/>
                <a:gd name="T32" fmla="*/ 0 w 36"/>
                <a:gd name="T33" fmla="*/ 125 h 131"/>
                <a:gd name="T34" fmla="*/ 0 w 36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30" y="125"/>
                  </a:lnTo>
                  <a:lnTo>
                    <a:pt x="24" y="11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24"/>
                  </a:lnTo>
                  <a:lnTo>
                    <a:pt x="12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2" name="Freeform 130"/>
            <p:cNvSpPr>
              <a:spLocks/>
            </p:cNvSpPr>
            <p:nvPr/>
          </p:nvSpPr>
          <p:spPr bwMode="auto">
            <a:xfrm>
              <a:off x="3081" y="2346"/>
              <a:ext cx="48" cy="102"/>
            </a:xfrm>
            <a:custGeom>
              <a:avLst/>
              <a:gdLst>
                <a:gd name="T0" fmla="*/ 66 w 66"/>
                <a:gd name="T1" fmla="*/ 101 h 131"/>
                <a:gd name="T2" fmla="*/ 66 w 66"/>
                <a:gd name="T3" fmla="*/ 101 h 131"/>
                <a:gd name="T4" fmla="*/ 60 w 66"/>
                <a:gd name="T5" fmla="*/ 113 h 131"/>
                <a:gd name="T6" fmla="*/ 54 w 66"/>
                <a:gd name="T7" fmla="*/ 113 h 131"/>
                <a:gd name="T8" fmla="*/ 12 w 66"/>
                <a:gd name="T9" fmla="*/ 113 h 131"/>
                <a:gd name="T10" fmla="*/ 42 w 66"/>
                <a:gd name="T11" fmla="*/ 83 h 131"/>
                <a:gd name="T12" fmla="*/ 54 w 66"/>
                <a:gd name="T13" fmla="*/ 60 h 131"/>
                <a:gd name="T14" fmla="*/ 60 w 66"/>
                <a:gd name="T15" fmla="*/ 36 h 131"/>
                <a:gd name="T16" fmla="*/ 54 w 66"/>
                <a:gd name="T17" fmla="*/ 12 h 131"/>
                <a:gd name="T18" fmla="*/ 30 w 66"/>
                <a:gd name="T19" fmla="*/ 0 h 131"/>
                <a:gd name="T20" fmla="*/ 12 w 66"/>
                <a:gd name="T21" fmla="*/ 12 h 131"/>
                <a:gd name="T22" fmla="*/ 0 w 66"/>
                <a:gd name="T23" fmla="*/ 36 h 131"/>
                <a:gd name="T24" fmla="*/ 0 w 66"/>
                <a:gd name="T25" fmla="*/ 42 h 131"/>
                <a:gd name="T26" fmla="*/ 12 w 66"/>
                <a:gd name="T27" fmla="*/ 24 h 131"/>
                <a:gd name="T28" fmla="*/ 24 w 66"/>
                <a:gd name="T29" fmla="*/ 18 h 131"/>
                <a:gd name="T30" fmla="*/ 42 w 66"/>
                <a:gd name="T31" fmla="*/ 24 h 131"/>
                <a:gd name="T32" fmla="*/ 48 w 66"/>
                <a:gd name="T33" fmla="*/ 42 h 131"/>
                <a:gd name="T34" fmla="*/ 42 w 66"/>
                <a:gd name="T35" fmla="*/ 66 h 131"/>
                <a:gd name="T36" fmla="*/ 24 w 66"/>
                <a:gd name="T37" fmla="*/ 89 h 131"/>
                <a:gd name="T38" fmla="*/ 0 w 66"/>
                <a:gd name="T39" fmla="*/ 125 h 131"/>
                <a:gd name="T40" fmla="*/ 0 w 66"/>
                <a:gd name="T41" fmla="*/ 131 h 131"/>
                <a:gd name="T42" fmla="*/ 60 w 66"/>
                <a:gd name="T43" fmla="*/ 131 h 131"/>
                <a:gd name="T44" fmla="*/ 66 w 66"/>
                <a:gd name="T45" fmla="*/ 10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" h="131">
                  <a:moveTo>
                    <a:pt x="66" y="101"/>
                  </a:moveTo>
                  <a:lnTo>
                    <a:pt x="66" y="101"/>
                  </a:lnTo>
                  <a:lnTo>
                    <a:pt x="60" y="113"/>
                  </a:lnTo>
                  <a:lnTo>
                    <a:pt x="54" y="113"/>
                  </a:lnTo>
                  <a:lnTo>
                    <a:pt x="12" y="113"/>
                  </a:lnTo>
                  <a:lnTo>
                    <a:pt x="42" y="83"/>
                  </a:lnTo>
                  <a:lnTo>
                    <a:pt x="54" y="60"/>
                  </a:lnTo>
                  <a:lnTo>
                    <a:pt x="60" y="36"/>
                  </a:lnTo>
                  <a:lnTo>
                    <a:pt x="54" y="12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24" y="18"/>
                  </a:lnTo>
                  <a:lnTo>
                    <a:pt x="42" y="24"/>
                  </a:lnTo>
                  <a:lnTo>
                    <a:pt x="48" y="42"/>
                  </a:lnTo>
                  <a:lnTo>
                    <a:pt x="42" y="66"/>
                  </a:lnTo>
                  <a:lnTo>
                    <a:pt x="24" y="89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60" y="131"/>
                  </a:lnTo>
                  <a:lnTo>
                    <a:pt x="66" y="10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3" name="Freeform 131"/>
            <p:cNvSpPr>
              <a:spLocks/>
            </p:cNvSpPr>
            <p:nvPr/>
          </p:nvSpPr>
          <p:spPr bwMode="auto">
            <a:xfrm>
              <a:off x="3697" y="1410"/>
              <a:ext cx="44" cy="60"/>
            </a:xfrm>
            <a:custGeom>
              <a:avLst/>
              <a:gdLst>
                <a:gd name="T0" fmla="*/ 0 w 60"/>
                <a:gd name="T1" fmla="*/ 6 h 77"/>
                <a:gd name="T2" fmla="*/ 12 w 60"/>
                <a:gd name="T3" fmla="*/ 6 h 77"/>
                <a:gd name="T4" fmla="*/ 12 w 60"/>
                <a:gd name="T5" fmla="*/ 24 h 77"/>
                <a:gd name="T6" fmla="*/ 18 w 60"/>
                <a:gd name="T7" fmla="*/ 30 h 77"/>
                <a:gd name="T8" fmla="*/ 18 w 60"/>
                <a:gd name="T9" fmla="*/ 48 h 77"/>
                <a:gd name="T10" fmla="*/ 18 w 60"/>
                <a:gd name="T11" fmla="*/ 59 h 77"/>
                <a:gd name="T12" fmla="*/ 18 w 60"/>
                <a:gd name="T13" fmla="*/ 71 h 77"/>
                <a:gd name="T14" fmla="*/ 18 w 60"/>
                <a:gd name="T15" fmla="*/ 77 h 77"/>
                <a:gd name="T16" fmla="*/ 18 w 60"/>
                <a:gd name="T17" fmla="*/ 77 h 77"/>
                <a:gd name="T18" fmla="*/ 24 w 60"/>
                <a:gd name="T19" fmla="*/ 71 h 77"/>
                <a:gd name="T20" fmla="*/ 36 w 60"/>
                <a:gd name="T21" fmla="*/ 59 h 77"/>
                <a:gd name="T22" fmla="*/ 42 w 60"/>
                <a:gd name="T23" fmla="*/ 54 h 77"/>
                <a:gd name="T24" fmla="*/ 48 w 60"/>
                <a:gd name="T25" fmla="*/ 36 h 77"/>
                <a:gd name="T26" fmla="*/ 60 w 60"/>
                <a:gd name="T27" fmla="*/ 24 h 77"/>
                <a:gd name="T28" fmla="*/ 60 w 60"/>
                <a:gd name="T29" fmla="*/ 6 h 77"/>
                <a:gd name="T30" fmla="*/ 60 w 60"/>
                <a:gd name="T31" fmla="*/ 0 h 77"/>
                <a:gd name="T32" fmla="*/ 54 w 60"/>
                <a:gd name="T33" fmla="*/ 0 h 77"/>
                <a:gd name="T34" fmla="*/ 48 w 60"/>
                <a:gd name="T35" fmla="*/ 0 h 77"/>
                <a:gd name="T36" fmla="*/ 48 w 60"/>
                <a:gd name="T37" fmla="*/ 0 h 77"/>
                <a:gd name="T38" fmla="*/ 54 w 60"/>
                <a:gd name="T39" fmla="*/ 12 h 77"/>
                <a:gd name="T40" fmla="*/ 54 w 60"/>
                <a:gd name="T41" fmla="*/ 18 h 77"/>
                <a:gd name="T42" fmla="*/ 54 w 60"/>
                <a:gd name="T43" fmla="*/ 24 h 77"/>
                <a:gd name="T44" fmla="*/ 48 w 60"/>
                <a:gd name="T45" fmla="*/ 36 h 77"/>
                <a:gd name="T46" fmla="*/ 36 w 60"/>
                <a:gd name="T47" fmla="*/ 59 h 77"/>
                <a:gd name="T48" fmla="*/ 30 w 60"/>
                <a:gd name="T49" fmla="*/ 59 h 77"/>
                <a:gd name="T50" fmla="*/ 30 w 60"/>
                <a:gd name="T51" fmla="*/ 30 h 77"/>
                <a:gd name="T52" fmla="*/ 24 w 60"/>
                <a:gd name="T53" fmla="*/ 0 h 77"/>
                <a:gd name="T54" fmla="*/ 24 w 60"/>
                <a:gd name="T55" fmla="*/ 0 h 77"/>
                <a:gd name="T56" fmla="*/ 18 w 60"/>
                <a:gd name="T57" fmla="*/ 0 h 77"/>
                <a:gd name="T58" fmla="*/ 12 w 60"/>
                <a:gd name="T59" fmla="*/ 0 h 77"/>
                <a:gd name="T60" fmla="*/ 0 w 60"/>
                <a:gd name="T61" fmla="*/ 0 h 77"/>
                <a:gd name="T62" fmla="*/ 0 w 60"/>
                <a:gd name="T63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12" y="6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8" y="48"/>
                  </a:lnTo>
                  <a:lnTo>
                    <a:pt x="18" y="59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1"/>
                  </a:lnTo>
                  <a:lnTo>
                    <a:pt x="36" y="59"/>
                  </a:lnTo>
                  <a:lnTo>
                    <a:pt x="42" y="54"/>
                  </a:lnTo>
                  <a:lnTo>
                    <a:pt x="48" y="36"/>
                  </a:lnTo>
                  <a:lnTo>
                    <a:pt x="60" y="24"/>
                  </a:lnTo>
                  <a:lnTo>
                    <a:pt x="60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12"/>
                  </a:lnTo>
                  <a:lnTo>
                    <a:pt x="54" y="18"/>
                  </a:lnTo>
                  <a:lnTo>
                    <a:pt x="54" y="24"/>
                  </a:lnTo>
                  <a:lnTo>
                    <a:pt x="48" y="36"/>
                  </a:lnTo>
                  <a:lnTo>
                    <a:pt x="36" y="59"/>
                  </a:lnTo>
                  <a:lnTo>
                    <a:pt x="30" y="59"/>
                  </a:lnTo>
                  <a:lnTo>
                    <a:pt x="30" y="3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4" name="Freeform 132"/>
            <p:cNvSpPr>
              <a:spLocks/>
            </p:cNvSpPr>
            <p:nvPr/>
          </p:nvSpPr>
          <p:spPr bwMode="auto">
            <a:xfrm>
              <a:off x="3746" y="1429"/>
              <a:ext cx="39" cy="73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6 w 54"/>
                <a:gd name="T23" fmla="*/ 18 h 95"/>
                <a:gd name="T24" fmla="*/ 0 w 54"/>
                <a:gd name="T25" fmla="*/ 30 h 95"/>
                <a:gd name="T26" fmla="*/ 6 w 54"/>
                <a:gd name="T27" fmla="*/ 30 h 95"/>
                <a:gd name="T28" fmla="*/ 12 w 54"/>
                <a:gd name="T29" fmla="*/ 18 h 95"/>
                <a:gd name="T30" fmla="*/ 18 w 54"/>
                <a:gd name="T31" fmla="*/ 12 h 95"/>
                <a:gd name="T32" fmla="*/ 30 w 54"/>
                <a:gd name="T33" fmla="*/ 12 h 95"/>
                <a:gd name="T34" fmla="*/ 36 w 54"/>
                <a:gd name="T35" fmla="*/ 18 h 95"/>
                <a:gd name="T36" fmla="*/ 36 w 54"/>
                <a:gd name="T37" fmla="*/ 35 h 95"/>
                <a:gd name="T38" fmla="*/ 30 w 54"/>
                <a:gd name="T39" fmla="*/ 47 h 95"/>
                <a:gd name="T40" fmla="*/ 24 w 54"/>
                <a:gd name="T41" fmla="*/ 71 h 95"/>
                <a:gd name="T42" fmla="*/ 0 w 54"/>
                <a:gd name="T43" fmla="*/ 95 h 95"/>
                <a:gd name="T44" fmla="*/ 0 w 54"/>
                <a:gd name="T45" fmla="*/ 95 h 95"/>
                <a:gd name="T46" fmla="*/ 48 w 54"/>
                <a:gd name="T47" fmla="*/ 95 h 95"/>
                <a:gd name="T48" fmla="*/ 54 w 54"/>
                <a:gd name="T49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5" name="Freeform 133"/>
            <p:cNvSpPr>
              <a:spLocks/>
            </p:cNvSpPr>
            <p:nvPr/>
          </p:nvSpPr>
          <p:spPr bwMode="auto">
            <a:xfrm>
              <a:off x="3715" y="1252"/>
              <a:ext cx="57" cy="74"/>
            </a:xfrm>
            <a:custGeom>
              <a:avLst/>
              <a:gdLst>
                <a:gd name="T0" fmla="*/ 30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0 w 78"/>
                <a:gd name="T7" fmla="*/ 53 h 95"/>
                <a:gd name="T8" fmla="*/ 30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0 w 78"/>
                <a:gd name="T23" fmla="*/ 0 h 95"/>
                <a:gd name="T24" fmla="*/ 30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0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0" y="53"/>
                  </a:lnTo>
                  <a:lnTo>
                    <a:pt x="30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3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6" name="Rectangle 134"/>
            <p:cNvSpPr>
              <a:spLocks noChangeArrowheads="1"/>
            </p:cNvSpPr>
            <p:nvPr/>
          </p:nvSpPr>
          <p:spPr bwMode="auto">
            <a:xfrm>
              <a:off x="3710" y="1591"/>
              <a:ext cx="62" cy="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7" name="Freeform 135"/>
            <p:cNvSpPr>
              <a:spLocks noEditPoints="1"/>
            </p:cNvSpPr>
            <p:nvPr/>
          </p:nvSpPr>
          <p:spPr bwMode="auto">
            <a:xfrm>
              <a:off x="2640" y="1248"/>
              <a:ext cx="576" cy="48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8" name="Freeform 136"/>
            <p:cNvSpPr>
              <a:spLocks noEditPoints="1"/>
            </p:cNvSpPr>
            <p:nvPr/>
          </p:nvSpPr>
          <p:spPr bwMode="auto">
            <a:xfrm>
              <a:off x="2640" y="1488"/>
              <a:ext cx="586" cy="9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9" name="Freeform 137"/>
            <p:cNvSpPr>
              <a:spLocks noEditPoints="1"/>
            </p:cNvSpPr>
            <p:nvPr/>
          </p:nvSpPr>
          <p:spPr bwMode="auto">
            <a:xfrm>
              <a:off x="2640" y="1680"/>
              <a:ext cx="586" cy="9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0" name="Line 138"/>
            <p:cNvSpPr>
              <a:spLocks noChangeShapeType="1"/>
            </p:cNvSpPr>
            <p:nvPr/>
          </p:nvSpPr>
          <p:spPr bwMode="auto">
            <a:xfrm flipH="1">
              <a:off x="1968" y="768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1" name="Line 139"/>
            <p:cNvSpPr>
              <a:spLocks noChangeShapeType="1"/>
            </p:cNvSpPr>
            <p:nvPr/>
          </p:nvSpPr>
          <p:spPr bwMode="auto">
            <a:xfrm>
              <a:off x="2496" y="129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572" name="Object 140"/>
          <p:cNvGraphicFramePr>
            <a:graphicFrameLocks noChangeAspect="1"/>
          </p:cNvGraphicFramePr>
          <p:nvPr/>
        </p:nvGraphicFramePr>
        <p:xfrm>
          <a:off x="533400" y="41910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680" imgH="812520" progId="Equation.3">
                  <p:embed/>
                </p:oleObj>
              </mc:Choice>
              <mc:Fallback>
                <p:oleObj name="Equation" r:id="rId3" imgW="22096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73" name="Object 141"/>
          <p:cNvGraphicFramePr>
            <a:graphicFrameLocks noChangeAspect="1"/>
          </p:cNvGraphicFramePr>
          <p:nvPr/>
        </p:nvGraphicFramePr>
        <p:xfrm>
          <a:off x="5181600" y="3886200"/>
          <a:ext cx="360521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812520" progId="Equation.3">
                  <p:embed/>
                </p:oleObj>
              </mc:Choice>
              <mc:Fallback>
                <p:oleObj name="Equation" r:id="rId5" imgW="12826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86200"/>
                        <a:ext cx="3605213" cy="2282825"/>
                      </a:xfrm>
                      <a:prstGeom prst="rect">
                        <a:avLst/>
                      </a:prstGeom>
                      <a:noFill/>
                      <a:ln w="63500" cmpd="thickThin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62296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79" name="Group 299"/>
          <p:cNvGrpSpPr>
            <a:grpSpLocks/>
          </p:cNvGrpSpPr>
          <p:nvPr/>
        </p:nvGrpSpPr>
        <p:grpSpPr bwMode="auto">
          <a:xfrm>
            <a:off x="107132" y="1126372"/>
            <a:ext cx="3717446" cy="2383323"/>
            <a:chOff x="240" y="288"/>
            <a:chExt cx="2825" cy="1872"/>
          </a:xfrm>
        </p:grpSpPr>
        <p:sp>
          <p:nvSpPr>
            <p:cNvPr id="20483" name="Freeform 3"/>
            <p:cNvSpPr>
              <a:spLocks/>
            </p:cNvSpPr>
            <p:nvPr/>
          </p:nvSpPr>
          <p:spPr bwMode="auto">
            <a:xfrm>
              <a:off x="272" y="1497"/>
              <a:ext cx="607" cy="1"/>
            </a:xfrm>
            <a:custGeom>
              <a:avLst/>
              <a:gdLst>
                <a:gd name="T0" fmla="*/ 0 w 1029"/>
                <a:gd name="T1" fmla="*/ 1029 w 1029"/>
                <a:gd name="T2" fmla="*/ 0 w 1029"/>
                <a:gd name="T3" fmla="*/ 0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0" y="0"/>
                  </a:moveTo>
                  <a:lnTo>
                    <a:pt x="102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" name="Freeform 4"/>
            <p:cNvSpPr>
              <a:spLocks/>
            </p:cNvSpPr>
            <p:nvPr/>
          </p:nvSpPr>
          <p:spPr bwMode="auto">
            <a:xfrm>
              <a:off x="1278" y="1003"/>
              <a:ext cx="0" cy="543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" name="Freeform 5"/>
            <p:cNvSpPr>
              <a:spLocks noEditPoints="1"/>
            </p:cNvSpPr>
            <p:nvPr/>
          </p:nvSpPr>
          <p:spPr bwMode="auto">
            <a:xfrm>
              <a:off x="1172" y="855"/>
              <a:ext cx="106" cy="148"/>
            </a:xfrm>
            <a:custGeom>
              <a:avLst/>
              <a:gdLst>
                <a:gd name="T0" fmla="*/ 179 w 179"/>
                <a:gd name="T1" fmla="*/ 221 h 221"/>
                <a:gd name="T2" fmla="*/ 174 w 179"/>
                <a:gd name="T3" fmla="*/ 173 h 221"/>
                <a:gd name="T4" fmla="*/ 168 w 179"/>
                <a:gd name="T5" fmla="*/ 131 h 221"/>
                <a:gd name="T6" fmla="*/ 150 w 179"/>
                <a:gd name="T7" fmla="*/ 95 h 221"/>
                <a:gd name="T8" fmla="*/ 126 w 179"/>
                <a:gd name="T9" fmla="*/ 65 h 221"/>
                <a:gd name="T10" fmla="*/ 102 w 179"/>
                <a:gd name="T11" fmla="*/ 36 h 221"/>
                <a:gd name="T12" fmla="*/ 72 w 179"/>
                <a:gd name="T13" fmla="*/ 18 h 221"/>
                <a:gd name="T14" fmla="*/ 36 w 179"/>
                <a:gd name="T15" fmla="*/ 6 h 221"/>
                <a:gd name="T16" fmla="*/ 0 w 179"/>
                <a:gd name="T17" fmla="*/ 0 h 221"/>
                <a:gd name="T18" fmla="*/ 0 w 179"/>
                <a:gd name="T19" fmla="*/ 0 h 221"/>
                <a:gd name="T20" fmla="*/ 36 w 179"/>
                <a:gd name="T21" fmla="*/ 6 h 221"/>
                <a:gd name="T22" fmla="*/ 72 w 179"/>
                <a:gd name="T23" fmla="*/ 18 h 221"/>
                <a:gd name="T24" fmla="*/ 102 w 179"/>
                <a:gd name="T25" fmla="*/ 36 h 221"/>
                <a:gd name="T26" fmla="*/ 126 w 179"/>
                <a:gd name="T27" fmla="*/ 65 h 221"/>
                <a:gd name="T28" fmla="*/ 150 w 179"/>
                <a:gd name="T29" fmla="*/ 95 h 221"/>
                <a:gd name="T30" fmla="*/ 168 w 179"/>
                <a:gd name="T31" fmla="*/ 131 h 221"/>
                <a:gd name="T32" fmla="*/ 174 w 179"/>
                <a:gd name="T33" fmla="*/ 173 h 221"/>
                <a:gd name="T34" fmla="*/ 179 w 179"/>
                <a:gd name="T35" fmla="*/ 221 h 221"/>
                <a:gd name="T36" fmla="*/ 179 w 179"/>
                <a:gd name="T37" fmla="*/ 221 h 221"/>
                <a:gd name="T38" fmla="*/ 179 w 179"/>
                <a:gd name="T39" fmla="*/ 221 h 221"/>
                <a:gd name="T40" fmla="*/ 179 w 179"/>
                <a:gd name="T41" fmla="*/ 221 h 221"/>
                <a:gd name="T42" fmla="*/ 179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221"/>
                  </a:moveTo>
                  <a:lnTo>
                    <a:pt x="174" y="173"/>
                  </a:lnTo>
                  <a:lnTo>
                    <a:pt x="168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72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6" y="6"/>
                  </a:lnTo>
                  <a:lnTo>
                    <a:pt x="72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8" y="131"/>
                  </a:lnTo>
                  <a:lnTo>
                    <a:pt x="174" y="173"/>
                  </a:lnTo>
                  <a:lnTo>
                    <a:pt x="179" y="221"/>
                  </a:lnTo>
                  <a:lnTo>
                    <a:pt x="179" y="221"/>
                  </a:lnTo>
                  <a:close/>
                  <a:moveTo>
                    <a:pt x="179" y="221"/>
                  </a:moveTo>
                  <a:lnTo>
                    <a:pt x="179" y="221"/>
                  </a:lnTo>
                  <a:lnTo>
                    <a:pt x="179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" name="Freeform 6"/>
            <p:cNvSpPr>
              <a:spLocks noEditPoints="1"/>
            </p:cNvSpPr>
            <p:nvPr/>
          </p:nvSpPr>
          <p:spPr bwMode="auto">
            <a:xfrm>
              <a:off x="1067" y="855"/>
              <a:ext cx="105" cy="148"/>
            </a:xfrm>
            <a:custGeom>
              <a:avLst/>
              <a:gdLst>
                <a:gd name="T0" fmla="*/ 179 w 179"/>
                <a:gd name="T1" fmla="*/ 0 h 221"/>
                <a:gd name="T2" fmla="*/ 143 w 179"/>
                <a:gd name="T3" fmla="*/ 6 h 221"/>
                <a:gd name="T4" fmla="*/ 113 w 179"/>
                <a:gd name="T5" fmla="*/ 18 h 221"/>
                <a:gd name="T6" fmla="*/ 83 w 179"/>
                <a:gd name="T7" fmla="*/ 36 h 221"/>
                <a:gd name="T8" fmla="*/ 53 w 179"/>
                <a:gd name="T9" fmla="*/ 65 h 221"/>
                <a:gd name="T10" fmla="*/ 30 w 179"/>
                <a:gd name="T11" fmla="*/ 95 h 221"/>
                <a:gd name="T12" fmla="*/ 12 w 179"/>
                <a:gd name="T13" fmla="*/ 131 h 221"/>
                <a:gd name="T14" fmla="*/ 6 w 179"/>
                <a:gd name="T15" fmla="*/ 173 h 221"/>
                <a:gd name="T16" fmla="*/ 0 w 179"/>
                <a:gd name="T17" fmla="*/ 221 h 221"/>
                <a:gd name="T18" fmla="*/ 0 w 179"/>
                <a:gd name="T19" fmla="*/ 221 h 221"/>
                <a:gd name="T20" fmla="*/ 6 w 179"/>
                <a:gd name="T21" fmla="*/ 173 h 221"/>
                <a:gd name="T22" fmla="*/ 12 w 179"/>
                <a:gd name="T23" fmla="*/ 131 h 221"/>
                <a:gd name="T24" fmla="*/ 30 w 179"/>
                <a:gd name="T25" fmla="*/ 95 h 221"/>
                <a:gd name="T26" fmla="*/ 53 w 179"/>
                <a:gd name="T27" fmla="*/ 65 h 221"/>
                <a:gd name="T28" fmla="*/ 83 w 179"/>
                <a:gd name="T29" fmla="*/ 36 h 221"/>
                <a:gd name="T30" fmla="*/ 113 w 179"/>
                <a:gd name="T31" fmla="*/ 18 h 221"/>
                <a:gd name="T32" fmla="*/ 143 w 179"/>
                <a:gd name="T33" fmla="*/ 6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43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30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6" y="173"/>
                  </a:lnTo>
                  <a:lnTo>
                    <a:pt x="12" y="131"/>
                  </a:lnTo>
                  <a:lnTo>
                    <a:pt x="30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3" y="6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Freeform 7"/>
            <p:cNvSpPr>
              <a:spLocks noEditPoints="1"/>
            </p:cNvSpPr>
            <p:nvPr/>
          </p:nvSpPr>
          <p:spPr bwMode="auto">
            <a:xfrm>
              <a:off x="1067" y="1003"/>
              <a:ext cx="0" cy="543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Freeform 8"/>
            <p:cNvSpPr>
              <a:spLocks noEditPoints="1"/>
            </p:cNvSpPr>
            <p:nvPr/>
          </p:nvSpPr>
          <p:spPr bwMode="auto">
            <a:xfrm>
              <a:off x="1067" y="1546"/>
              <a:ext cx="105" cy="148"/>
            </a:xfrm>
            <a:custGeom>
              <a:avLst/>
              <a:gdLst>
                <a:gd name="T0" fmla="*/ 0 w 179"/>
                <a:gd name="T1" fmla="*/ 0 h 221"/>
                <a:gd name="T2" fmla="*/ 6 w 179"/>
                <a:gd name="T3" fmla="*/ 41 h 221"/>
                <a:gd name="T4" fmla="*/ 12 w 179"/>
                <a:gd name="T5" fmla="*/ 83 h 221"/>
                <a:gd name="T6" fmla="*/ 30 w 179"/>
                <a:gd name="T7" fmla="*/ 125 h 221"/>
                <a:gd name="T8" fmla="*/ 53 w 179"/>
                <a:gd name="T9" fmla="*/ 155 h 221"/>
                <a:gd name="T10" fmla="*/ 83 w 179"/>
                <a:gd name="T11" fmla="*/ 185 h 221"/>
                <a:gd name="T12" fmla="*/ 113 w 179"/>
                <a:gd name="T13" fmla="*/ 203 h 221"/>
                <a:gd name="T14" fmla="*/ 143 w 179"/>
                <a:gd name="T15" fmla="*/ 215 h 221"/>
                <a:gd name="T16" fmla="*/ 179 w 179"/>
                <a:gd name="T17" fmla="*/ 221 h 221"/>
                <a:gd name="T18" fmla="*/ 179 w 179"/>
                <a:gd name="T19" fmla="*/ 221 h 221"/>
                <a:gd name="T20" fmla="*/ 143 w 179"/>
                <a:gd name="T21" fmla="*/ 215 h 221"/>
                <a:gd name="T22" fmla="*/ 113 w 179"/>
                <a:gd name="T23" fmla="*/ 203 h 221"/>
                <a:gd name="T24" fmla="*/ 83 w 179"/>
                <a:gd name="T25" fmla="*/ 185 h 221"/>
                <a:gd name="T26" fmla="*/ 53 w 179"/>
                <a:gd name="T27" fmla="*/ 155 h 221"/>
                <a:gd name="T28" fmla="*/ 30 w 179"/>
                <a:gd name="T29" fmla="*/ 125 h 221"/>
                <a:gd name="T30" fmla="*/ 12 w 179"/>
                <a:gd name="T31" fmla="*/ 83 h 221"/>
                <a:gd name="T32" fmla="*/ 6 w 179"/>
                <a:gd name="T33" fmla="*/ 41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6" y="41"/>
                  </a:lnTo>
                  <a:lnTo>
                    <a:pt x="12" y="83"/>
                  </a:lnTo>
                  <a:lnTo>
                    <a:pt x="30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3" y="215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43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30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Freeform 9"/>
            <p:cNvSpPr>
              <a:spLocks noEditPoints="1"/>
            </p:cNvSpPr>
            <p:nvPr/>
          </p:nvSpPr>
          <p:spPr bwMode="auto">
            <a:xfrm>
              <a:off x="1172" y="1546"/>
              <a:ext cx="106" cy="148"/>
            </a:xfrm>
            <a:custGeom>
              <a:avLst/>
              <a:gdLst>
                <a:gd name="T0" fmla="*/ 0 w 179"/>
                <a:gd name="T1" fmla="*/ 221 h 221"/>
                <a:gd name="T2" fmla="*/ 36 w 179"/>
                <a:gd name="T3" fmla="*/ 215 h 221"/>
                <a:gd name="T4" fmla="*/ 72 w 179"/>
                <a:gd name="T5" fmla="*/ 203 h 221"/>
                <a:gd name="T6" fmla="*/ 102 w 179"/>
                <a:gd name="T7" fmla="*/ 185 h 221"/>
                <a:gd name="T8" fmla="*/ 126 w 179"/>
                <a:gd name="T9" fmla="*/ 155 h 221"/>
                <a:gd name="T10" fmla="*/ 150 w 179"/>
                <a:gd name="T11" fmla="*/ 125 h 221"/>
                <a:gd name="T12" fmla="*/ 168 w 179"/>
                <a:gd name="T13" fmla="*/ 83 h 221"/>
                <a:gd name="T14" fmla="*/ 174 w 179"/>
                <a:gd name="T15" fmla="*/ 41 h 221"/>
                <a:gd name="T16" fmla="*/ 179 w 179"/>
                <a:gd name="T17" fmla="*/ 0 h 221"/>
                <a:gd name="T18" fmla="*/ 179 w 179"/>
                <a:gd name="T19" fmla="*/ 0 h 221"/>
                <a:gd name="T20" fmla="*/ 174 w 179"/>
                <a:gd name="T21" fmla="*/ 41 h 221"/>
                <a:gd name="T22" fmla="*/ 168 w 179"/>
                <a:gd name="T23" fmla="*/ 83 h 221"/>
                <a:gd name="T24" fmla="*/ 150 w 179"/>
                <a:gd name="T25" fmla="*/ 125 h 221"/>
                <a:gd name="T26" fmla="*/ 126 w 179"/>
                <a:gd name="T27" fmla="*/ 155 h 221"/>
                <a:gd name="T28" fmla="*/ 102 w 179"/>
                <a:gd name="T29" fmla="*/ 185 h 221"/>
                <a:gd name="T30" fmla="*/ 72 w 179"/>
                <a:gd name="T31" fmla="*/ 203 h 221"/>
                <a:gd name="T32" fmla="*/ 36 w 179"/>
                <a:gd name="T33" fmla="*/ 215 h 221"/>
                <a:gd name="T34" fmla="*/ 0 w 179"/>
                <a:gd name="T35" fmla="*/ 221 h 221"/>
                <a:gd name="T36" fmla="*/ 0 w 179"/>
                <a:gd name="T37" fmla="*/ 221 h 221"/>
                <a:gd name="T38" fmla="*/ 0 w 179"/>
                <a:gd name="T39" fmla="*/ 221 h 221"/>
                <a:gd name="T40" fmla="*/ 0 w 179"/>
                <a:gd name="T41" fmla="*/ 221 h 221"/>
                <a:gd name="T42" fmla="*/ 0 w 179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221"/>
                  </a:moveTo>
                  <a:lnTo>
                    <a:pt x="36" y="215"/>
                  </a:lnTo>
                  <a:lnTo>
                    <a:pt x="72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8" y="83"/>
                  </a:lnTo>
                  <a:lnTo>
                    <a:pt x="174" y="41"/>
                  </a:lnTo>
                  <a:lnTo>
                    <a:pt x="179" y="0"/>
                  </a:lnTo>
                  <a:lnTo>
                    <a:pt x="179" y="0"/>
                  </a:lnTo>
                  <a:lnTo>
                    <a:pt x="174" y="41"/>
                  </a:lnTo>
                  <a:lnTo>
                    <a:pt x="168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72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Freeform 10"/>
            <p:cNvSpPr>
              <a:spLocks/>
            </p:cNvSpPr>
            <p:nvPr/>
          </p:nvSpPr>
          <p:spPr bwMode="auto">
            <a:xfrm>
              <a:off x="1278" y="1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Freeform 11"/>
            <p:cNvSpPr>
              <a:spLocks/>
            </p:cNvSpPr>
            <p:nvPr/>
          </p:nvSpPr>
          <p:spPr bwMode="auto">
            <a:xfrm>
              <a:off x="2377" y="1939"/>
              <a:ext cx="45" cy="64"/>
            </a:xfrm>
            <a:custGeom>
              <a:avLst/>
              <a:gdLst>
                <a:gd name="T0" fmla="*/ 0 w 77"/>
                <a:gd name="T1" fmla="*/ 95 h 95"/>
                <a:gd name="T2" fmla="*/ 30 w 77"/>
                <a:gd name="T3" fmla="*/ 89 h 95"/>
                <a:gd name="T4" fmla="*/ 53 w 77"/>
                <a:gd name="T5" fmla="*/ 66 h 95"/>
                <a:gd name="T6" fmla="*/ 71 w 77"/>
                <a:gd name="T7" fmla="*/ 36 h 95"/>
                <a:gd name="T8" fmla="*/ 77 w 77"/>
                <a:gd name="T9" fmla="*/ 0 h 95"/>
                <a:gd name="T10" fmla="*/ 77 w 77"/>
                <a:gd name="T11" fmla="*/ 0 h 95"/>
                <a:gd name="T12" fmla="*/ 71 w 77"/>
                <a:gd name="T13" fmla="*/ 36 h 95"/>
                <a:gd name="T14" fmla="*/ 53 w 77"/>
                <a:gd name="T15" fmla="*/ 66 h 95"/>
                <a:gd name="T16" fmla="*/ 30 w 77"/>
                <a:gd name="T17" fmla="*/ 89 h 95"/>
                <a:gd name="T18" fmla="*/ 0 w 77"/>
                <a:gd name="T19" fmla="*/ 95 h 95"/>
                <a:gd name="T20" fmla="*/ 0 w 77"/>
                <a:gd name="T2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95">
                  <a:moveTo>
                    <a:pt x="0" y="95"/>
                  </a:moveTo>
                  <a:lnTo>
                    <a:pt x="30" y="89"/>
                  </a:lnTo>
                  <a:lnTo>
                    <a:pt x="53" y="66"/>
                  </a:lnTo>
                  <a:lnTo>
                    <a:pt x="71" y="36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1" y="36"/>
                  </a:lnTo>
                  <a:lnTo>
                    <a:pt x="53" y="66"/>
                  </a:lnTo>
                  <a:lnTo>
                    <a:pt x="30" y="89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Freeform 12"/>
            <p:cNvSpPr>
              <a:spLocks noEditPoints="1"/>
            </p:cNvSpPr>
            <p:nvPr/>
          </p:nvSpPr>
          <p:spPr bwMode="auto">
            <a:xfrm>
              <a:off x="2422" y="533"/>
              <a:ext cx="1" cy="1406"/>
            </a:xfrm>
            <a:custGeom>
              <a:avLst/>
              <a:gdLst>
                <a:gd name="T0" fmla="*/ 2090 h 2090"/>
                <a:gd name="T1" fmla="*/ 0 h 2090"/>
                <a:gd name="T2" fmla="*/ 2090 h 2090"/>
                <a:gd name="T3" fmla="*/ 2090 h 2090"/>
                <a:gd name="T4" fmla="*/ 2090 h 2090"/>
                <a:gd name="T5" fmla="*/ 2090 h 2090"/>
                <a:gd name="T6" fmla="*/ 209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2090"/>
                  </a:moveTo>
                  <a:lnTo>
                    <a:pt x="0" y="0"/>
                  </a:lnTo>
                  <a:lnTo>
                    <a:pt x="0" y="2090"/>
                  </a:lnTo>
                  <a:lnTo>
                    <a:pt x="0" y="2090"/>
                  </a:lnTo>
                  <a:close/>
                  <a:moveTo>
                    <a:pt x="0" y="2090"/>
                  </a:moveTo>
                  <a:lnTo>
                    <a:pt x="0" y="2090"/>
                  </a:lnTo>
                  <a:lnTo>
                    <a:pt x="0" y="209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Freeform 13"/>
            <p:cNvSpPr>
              <a:spLocks noEditPoints="1"/>
            </p:cNvSpPr>
            <p:nvPr/>
          </p:nvSpPr>
          <p:spPr bwMode="auto">
            <a:xfrm>
              <a:off x="2377" y="469"/>
              <a:ext cx="45" cy="64"/>
            </a:xfrm>
            <a:custGeom>
              <a:avLst/>
              <a:gdLst>
                <a:gd name="T0" fmla="*/ 77 w 77"/>
                <a:gd name="T1" fmla="*/ 95 h 95"/>
                <a:gd name="T2" fmla="*/ 71 w 77"/>
                <a:gd name="T3" fmla="*/ 59 h 95"/>
                <a:gd name="T4" fmla="*/ 53 w 77"/>
                <a:gd name="T5" fmla="*/ 29 h 95"/>
                <a:gd name="T6" fmla="*/ 30 w 77"/>
                <a:gd name="T7" fmla="*/ 5 h 95"/>
                <a:gd name="T8" fmla="*/ 0 w 77"/>
                <a:gd name="T9" fmla="*/ 0 h 95"/>
                <a:gd name="T10" fmla="*/ 0 w 77"/>
                <a:gd name="T11" fmla="*/ 0 h 95"/>
                <a:gd name="T12" fmla="*/ 30 w 77"/>
                <a:gd name="T13" fmla="*/ 5 h 95"/>
                <a:gd name="T14" fmla="*/ 53 w 77"/>
                <a:gd name="T15" fmla="*/ 29 h 95"/>
                <a:gd name="T16" fmla="*/ 71 w 77"/>
                <a:gd name="T17" fmla="*/ 59 h 95"/>
                <a:gd name="T18" fmla="*/ 77 w 77"/>
                <a:gd name="T19" fmla="*/ 95 h 95"/>
                <a:gd name="T20" fmla="*/ 77 w 77"/>
                <a:gd name="T21" fmla="*/ 95 h 95"/>
                <a:gd name="T22" fmla="*/ 77 w 77"/>
                <a:gd name="T23" fmla="*/ 95 h 95"/>
                <a:gd name="T24" fmla="*/ 77 w 77"/>
                <a:gd name="T25" fmla="*/ 95 h 95"/>
                <a:gd name="T26" fmla="*/ 77 w 77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7" h="95">
                  <a:moveTo>
                    <a:pt x="77" y="95"/>
                  </a:moveTo>
                  <a:lnTo>
                    <a:pt x="71" y="59"/>
                  </a:lnTo>
                  <a:lnTo>
                    <a:pt x="53" y="29"/>
                  </a:lnTo>
                  <a:lnTo>
                    <a:pt x="3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5"/>
                  </a:lnTo>
                  <a:lnTo>
                    <a:pt x="53" y="29"/>
                  </a:lnTo>
                  <a:lnTo>
                    <a:pt x="71" y="59"/>
                  </a:lnTo>
                  <a:lnTo>
                    <a:pt x="77" y="95"/>
                  </a:lnTo>
                  <a:lnTo>
                    <a:pt x="77" y="95"/>
                  </a:lnTo>
                  <a:close/>
                  <a:moveTo>
                    <a:pt x="77" y="95"/>
                  </a:moveTo>
                  <a:lnTo>
                    <a:pt x="77" y="95"/>
                  </a:lnTo>
                  <a:lnTo>
                    <a:pt x="77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Freeform 14"/>
            <p:cNvSpPr>
              <a:spLocks noEditPoints="1"/>
            </p:cNvSpPr>
            <p:nvPr/>
          </p:nvSpPr>
          <p:spPr bwMode="auto">
            <a:xfrm>
              <a:off x="921" y="469"/>
              <a:ext cx="1456" cy="1"/>
            </a:xfrm>
            <a:custGeom>
              <a:avLst/>
              <a:gdLst>
                <a:gd name="T0" fmla="*/ 2465 w 2465"/>
                <a:gd name="T1" fmla="*/ 0 w 2465"/>
                <a:gd name="T2" fmla="*/ 2465 w 2465"/>
                <a:gd name="T3" fmla="*/ 2465 w 2465"/>
                <a:gd name="T4" fmla="*/ 2465 w 2465"/>
                <a:gd name="T5" fmla="*/ 2465 w 2465"/>
                <a:gd name="T6" fmla="*/ 2465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2465" y="0"/>
                  </a:moveTo>
                  <a:lnTo>
                    <a:pt x="0" y="0"/>
                  </a:lnTo>
                  <a:lnTo>
                    <a:pt x="2465" y="0"/>
                  </a:lnTo>
                  <a:lnTo>
                    <a:pt x="2465" y="0"/>
                  </a:lnTo>
                  <a:close/>
                  <a:moveTo>
                    <a:pt x="2465" y="0"/>
                  </a:moveTo>
                  <a:lnTo>
                    <a:pt x="2465" y="0"/>
                  </a:lnTo>
                  <a:lnTo>
                    <a:pt x="246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Freeform 15"/>
            <p:cNvSpPr>
              <a:spLocks noEditPoints="1"/>
            </p:cNvSpPr>
            <p:nvPr/>
          </p:nvSpPr>
          <p:spPr bwMode="auto">
            <a:xfrm>
              <a:off x="879" y="469"/>
              <a:ext cx="42" cy="64"/>
            </a:xfrm>
            <a:custGeom>
              <a:avLst/>
              <a:gdLst>
                <a:gd name="T0" fmla="*/ 71 w 71"/>
                <a:gd name="T1" fmla="*/ 0 h 95"/>
                <a:gd name="T2" fmla="*/ 41 w 71"/>
                <a:gd name="T3" fmla="*/ 5 h 95"/>
                <a:gd name="T4" fmla="*/ 18 w 71"/>
                <a:gd name="T5" fmla="*/ 29 h 95"/>
                <a:gd name="T6" fmla="*/ 6 w 71"/>
                <a:gd name="T7" fmla="*/ 59 h 95"/>
                <a:gd name="T8" fmla="*/ 0 w 71"/>
                <a:gd name="T9" fmla="*/ 95 h 95"/>
                <a:gd name="T10" fmla="*/ 0 w 71"/>
                <a:gd name="T11" fmla="*/ 95 h 95"/>
                <a:gd name="T12" fmla="*/ 6 w 71"/>
                <a:gd name="T13" fmla="*/ 59 h 95"/>
                <a:gd name="T14" fmla="*/ 18 w 71"/>
                <a:gd name="T15" fmla="*/ 29 h 95"/>
                <a:gd name="T16" fmla="*/ 41 w 71"/>
                <a:gd name="T17" fmla="*/ 5 h 95"/>
                <a:gd name="T18" fmla="*/ 71 w 71"/>
                <a:gd name="T19" fmla="*/ 0 h 95"/>
                <a:gd name="T20" fmla="*/ 71 w 71"/>
                <a:gd name="T21" fmla="*/ 0 h 95"/>
                <a:gd name="T22" fmla="*/ 71 w 71"/>
                <a:gd name="T23" fmla="*/ 0 h 95"/>
                <a:gd name="T24" fmla="*/ 71 w 71"/>
                <a:gd name="T25" fmla="*/ 0 h 95"/>
                <a:gd name="T26" fmla="*/ 71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71" y="0"/>
                  </a:moveTo>
                  <a:lnTo>
                    <a:pt x="41" y="5"/>
                  </a:lnTo>
                  <a:lnTo>
                    <a:pt x="18" y="29"/>
                  </a:lnTo>
                  <a:lnTo>
                    <a:pt x="6" y="59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59"/>
                  </a:lnTo>
                  <a:lnTo>
                    <a:pt x="18" y="29"/>
                  </a:lnTo>
                  <a:lnTo>
                    <a:pt x="41" y="5"/>
                  </a:ln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Freeform 16"/>
            <p:cNvSpPr>
              <a:spLocks noEditPoints="1"/>
            </p:cNvSpPr>
            <p:nvPr/>
          </p:nvSpPr>
          <p:spPr bwMode="auto">
            <a:xfrm>
              <a:off x="879" y="533"/>
              <a:ext cx="1" cy="1406"/>
            </a:xfrm>
            <a:custGeom>
              <a:avLst/>
              <a:gdLst>
                <a:gd name="T0" fmla="*/ 0 h 2090"/>
                <a:gd name="T1" fmla="*/ 2090 h 2090"/>
                <a:gd name="T2" fmla="*/ 0 h 2090"/>
                <a:gd name="T3" fmla="*/ 0 h 2090"/>
                <a:gd name="T4" fmla="*/ 0 h 2090"/>
                <a:gd name="T5" fmla="*/ 0 h 2090"/>
                <a:gd name="T6" fmla="*/ 0 h 209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2090">
                  <a:moveTo>
                    <a:pt x="0" y="0"/>
                  </a:moveTo>
                  <a:lnTo>
                    <a:pt x="0" y="209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Freeform 17"/>
            <p:cNvSpPr>
              <a:spLocks noEditPoints="1"/>
            </p:cNvSpPr>
            <p:nvPr/>
          </p:nvSpPr>
          <p:spPr bwMode="auto">
            <a:xfrm>
              <a:off x="879" y="1939"/>
              <a:ext cx="42" cy="64"/>
            </a:xfrm>
            <a:custGeom>
              <a:avLst/>
              <a:gdLst>
                <a:gd name="T0" fmla="*/ 0 w 71"/>
                <a:gd name="T1" fmla="*/ 0 h 95"/>
                <a:gd name="T2" fmla="*/ 6 w 71"/>
                <a:gd name="T3" fmla="*/ 36 h 95"/>
                <a:gd name="T4" fmla="*/ 18 w 71"/>
                <a:gd name="T5" fmla="*/ 66 h 95"/>
                <a:gd name="T6" fmla="*/ 41 w 71"/>
                <a:gd name="T7" fmla="*/ 89 h 95"/>
                <a:gd name="T8" fmla="*/ 71 w 71"/>
                <a:gd name="T9" fmla="*/ 95 h 95"/>
                <a:gd name="T10" fmla="*/ 71 w 71"/>
                <a:gd name="T11" fmla="*/ 95 h 95"/>
                <a:gd name="T12" fmla="*/ 41 w 71"/>
                <a:gd name="T13" fmla="*/ 89 h 95"/>
                <a:gd name="T14" fmla="*/ 18 w 71"/>
                <a:gd name="T15" fmla="*/ 66 h 95"/>
                <a:gd name="T16" fmla="*/ 6 w 71"/>
                <a:gd name="T17" fmla="*/ 36 h 95"/>
                <a:gd name="T18" fmla="*/ 0 w 71"/>
                <a:gd name="T19" fmla="*/ 0 h 95"/>
                <a:gd name="T20" fmla="*/ 0 w 71"/>
                <a:gd name="T21" fmla="*/ 0 h 95"/>
                <a:gd name="T22" fmla="*/ 0 w 71"/>
                <a:gd name="T23" fmla="*/ 0 h 95"/>
                <a:gd name="T24" fmla="*/ 0 w 71"/>
                <a:gd name="T25" fmla="*/ 0 h 95"/>
                <a:gd name="T26" fmla="*/ 0 w 71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95">
                  <a:moveTo>
                    <a:pt x="0" y="0"/>
                  </a:moveTo>
                  <a:lnTo>
                    <a:pt x="6" y="36"/>
                  </a:lnTo>
                  <a:lnTo>
                    <a:pt x="18" y="66"/>
                  </a:lnTo>
                  <a:lnTo>
                    <a:pt x="41" y="89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41" y="89"/>
                  </a:lnTo>
                  <a:lnTo>
                    <a:pt x="18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Freeform 18"/>
            <p:cNvSpPr>
              <a:spLocks noEditPoints="1"/>
            </p:cNvSpPr>
            <p:nvPr/>
          </p:nvSpPr>
          <p:spPr bwMode="auto">
            <a:xfrm>
              <a:off x="921" y="2003"/>
              <a:ext cx="1456" cy="1"/>
            </a:xfrm>
            <a:custGeom>
              <a:avLst/>
              <a:gdLst>
                <a:gd name="T0" fmla="*/ 0 w 2465"/>
                <a:gd name="T1" fmla="*/ 2465 w 2465"/>
                <a:gd name="T2" fmla="*/ 0 w 2465"/>
                <a:gd name="T3" fmla="*/ 0 w 2465"/>
                <a:gd name="T4" fmla="*/ 0 w 2465"/>
                <a:gd name="T5" fmla="*/ 0 w 2465"/>
                <a:gd name="T6" fmla="*/ 0 w 2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465">
                  <a:moveTo>
                    <a:pt x="0" y="0"/>
                  </a:moveTo>
                  <a:lnTo>
                    <a:pt x="246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2377" y="2003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Freeform 20"/>
            <p:cNvSpPr>
              <a:spLocks/>
            </p:cNvSpPr>
            <p:nvPr/>
          </p:nvSpPr>
          <p:spPr bwMode="auto">
            <a:xfrm>
              <a:off x="2263" y="1718"/>
              <a:ext cx="46" cy="65"/>
            </a:xfrm>
            <a:custGeom>
              <a:avLst/>
              <a:gdLst>
                <a:gd name="T0" fmla="*/ 0 w 78"/>
                <a:gd name="T1" fmla="*/ 96 h 96"/>
                <a:gd name="T2" fmla="*/ 30 w 78"/>
                <a:gd name="T3" fmla="*/ 90 h 96"/>
                <a:gd name="T4" fmla="*/ 54 w 78"/>
                <a:gd name="T5" fmla="*/ 66 h 96"/>
                <a:gd name="T6" fmla="*/ 72 w 78"/>
                <a:gd name="T7" fmla="*/ 36 h 96"/>
                <a:gd name="T8" fmla="*/ 78 w 78"/>
                <a:gd name="T9" fmla="*/ 0 h 96"/>
                <a:gd name="T10" fmla="*/ 78 w 78"/>
                <a:gd name="T11" fmla="*/ 0 h 96"/>
                <a:gd name="T12" fmla="*/ 72 w 78"/>
                <a:gd name="T13" fmla="*/ 36 h 96"/>
                <a:gd name="T14" fmla="*/ 54 w 78"/>
                <a:gd name="T15" fmla="*/ 66 h 96"/>
                <a:gd name="T16" fmla="*/ 30 w 78"/>
                <a:gd name="T17" fmla="*/ 90 h 96"/>
                <a:gd name="T18" fmla="*/ 0 w 78"/>
                <a:gd name="T19" fmla="*/ 96 h 96"/>
                <a:gd name="T20" fmla="*/ 0 w 7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96">
                  <a:moveTo>
                    <a:pt x="0" y="96"/>
                  </a:moveTo>
                  <a:lnTo>
                    <a:pt x="30" y="90"/>
                  </a:lnTo>
                  <a:lnTo>
                    <a:pt x="54" y="66"/>
                  </a:lnTo>
                  <a:lnTo>
                    <a:pt x="72" y="36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2" y="36"/>
                  </a:lnTo>
                  <a:lnTo>
                    <a:pt x="54" y="66"/>
                  </a:lnTo>
                  <a:lnTo>
                    <a:pt x="30" y="90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Freeform 21"/>
            <p:cNvSpPr>
              <a:spLocks noEditPoints="1"/>
            </p:cNvSpPr>
            <p:nvPr/>
          </p:nvSpPr>
          <p:spPr bwMode="auto">
            <a:xfrm>
              <a:off x="2309" y="754"/>
              <a:ext cx="1" cy="964"/>
            </a:xfrm>
            <a:custGeom>
              <a:avLst/>
              <a:gdLst>
                <a:gd name="T0" fmla="*/ 1433 h 1433"/>
                <a:gd name="T1" fmla="*/ 0 h 1433"/>
                <a:gd name="T2" fmla="*/ 1433 h 1433"/>
                <a:gd name="T3" fmla="*/ 1433 h 1433"/>
                <a:gd name="T4" fmla="*/ 1433 h 1433"/>
                <a:gd name="T5" fmla="*/ 1433 h 1433"/>
                <a:gd name="T6" fmla="*/ 1433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1433"/>
                  </a:moveTo>
                  <a:lnTo>
                    <a:pt x="0" y="0"/>
                  </a:lnTo>
                  <a:lnTo>
                    <a:pt x="0" y="1433"/>
                  </a:lnTo>
                  <a:lnTo>
                    <a:pt x="0" y="1433"/>
                  </a:lnTo>
                  <a:close/>
                  <a:moveTo>
                    <a:pt x="0" y="1433"/>
                  </a:moveTo>
                  <a:lnTo>
                    <a:pt x="0" y="1433"/>
                  </a:lnTo>
                  <a:lnTo>
                    <a:pt x="0" y="143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Freeform 22"/>
            <p:cNvSpPr>
              <a:spLocks noEditPoints="1"/>
            </p:cNvSpPr>
            <p:nvPr/>
          </p:nvSpPr>
          <p:spPr bwMode="auto">
            <a:xfrm>
              <a:off x="2263" y="690"/>
              <a:ext cx="46" cy="64"/>
            </a:xfrm>
            <a:custGeom>
              <a:avLst/>
              <a:gdLst>
                <a:gd name="T0" fmla="*/ 78 w 78"/>
                <a:gd name="T1" fmla="*/ 95 h 95"/>
                <a:gd name="T2" fmla="*/ 72 w 78"/>
                <a:gd name="T3" fmla="*/ 60 h 95"/>
                <a:gd name="T4" fmla="*/ 54 w 78"/>
                <a:gd name="T5" fmla="*/ 30 h 95"/>
                <a:gd name="T6" fmla="*/ 30 w 78"/>
                <a:gd name="T7" fmla="*/ 6 h 95"/>
                <a:gd name="T8" fmla="*/ 0 w 78"/>
                <a:gd name="T9" fmla="*/ 0 h 95"/>
                <a:gd name="T10" fmla="*/ 0 w 78"/>
                <a:gd name="T11" fmla="*/ 0 h 95"/>
                <a:gd name="T12" fmla="*/ 30 w 78"/>
                <a:gd name="T13" fmla="*/ 6 h 95"/>
                <a:gd name="T14" fmla="*/ 54 w 78"/>
                <a:gd name="T15" fmla="*/ 30 h 95"/>
                <a:gd name="T16" fmla="*/ 72 w 78"/>
                <a:gd name="T17" fmla="*/ 60 h 95"/>
                <a:gd name="T18" fmla="*/ 78 w 78"/>
                <a:gd name="T19" fmla="*/ 95 h 95"/>
                <a:gd name="T20" fmla="*/ 78 w 78"/>
                <a:gd name="T21" fmla="*/ 95 h 95"/>
                <a:gd name="T22" fmla="*/ 78 w 78"/>
                <a:gd name="T23" fmla="*/ 95 h 95"/>
                <a:gd name="T24" fmla="*/ 78 w 78"/>
                <a:gd name="T25" fmla="*/ 95 h 95"/>
                <a:gd name="T26" fmla="*/ 78 w 78"/>
                <a:gd name="T2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95"/>
                  </a:moveTo>
                  <a:lnTo>
                    <a:pt x="72" y="60"/>
                  </a:lnTo>
                  <a:lnTo>
                    <a:pt x="54" y="30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6"/>
                  </a:lnTo>
                  <a:lnTo>
                    <a:pt x="54" y="30"/>
                  </a:lnTo>
                  <a:lnTo>
                    <a:pt x="72" y="60"/>
                  </a:lnTo>
                  <a:lnTo>
                    <a:pt x="78" y="95"/>
                  </a:lnTo>
                  <a:lnTo>
                    <a:pt x="78" y="95"/>
                  </a:lnTo>
                  <a:close/>
                  <a:moveTo>
                    <a:pt x="78" y="95"/>
                  </a:moveTo>
                  <a:lnTo>
                    <a:pt x="78" y="95"/>
                  </a:lnTo>
                  <a:lnTo>
                    <a:pt x="78" y="95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Freeform 23"/>
            <p:cNvSpPr>
              <a:spLocks noEditPoints="1"/>
            </p:cNvSpPr>
            <p:nvPr/>
          </p:nvSpPr>
          <p:spPr bwMode="auto">
            <a:xfrm>
              <a:off x="1038" y="690"/>
              <a:ext cx="1225" cy="0"/>
            </a:xfrm>
            <a:custGeom>
              <a:avLst/>
              <a:gdLst>
                <a:gd name="T0" fmla="*/ 2075 w 2075"/>
                <a:gd name="T1" fmla="*/ 0 w 2075"/>
                <a:gd name="T2" fmla="*/ 2075 w 2075"/>
                <a:gd name="T3" fmla="*/ 2075 w 2075"/>
                <a:gd name="T4" fmla="*/ 2075 w 2075"/>
                <a:gd name="T5" fmla="*/ 2075 w 2075"/>
                <a:gd name="T6" fmla="*/ 2075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2075" y="0"/>
                  </a:moveTo>
                  <a:lnTo>
                    <a:pt x="0" y="0"/>
                  </a:lnTo>
                  <a:lnTo>
                    <a:pt x="2075" y="0"/>
                  </a:lnTo>
                  <a:lnTo>
                    <a:pt x="2075" y="0"/>
                  </a:lnTo>
                  <a:close/>
                  <a:moveTo>
                    <a:pt x="2075" y="0"/>
                  </a:moveTo>
                  <a:lnTo>
                    <a:pt x="2075" y="0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Freeform 24"/>
            <p:cNvSpPr>
              <a:spLocks noEditPoints="1"/>
            </p:cNvSpPr>
            <p:nvPr/>
          </p:nvSpPr>
          <p:spPr bwMode="auto">
            <a:xfrm>
              <a:off x="992" y="690"/>
              <a:ext cx="46" cy="64"/>
            </a:xfrm>
            <a:custGeom>
              <a:avLst/>
              <a:gdLst>
                <a:gd name="T0" fmla="*/ 78 w 78"/>
                <a:gd name="T1" fmla="*/ 0 h 95"/>
                <a:gd name="T2" fmla="*/ 48 w 78"/>
                <a:gd name="T3" fmla="*/ 6 h 95"/>
                <a:gd name="T4" fmla="*/ 24 w 78"/>
                <a:gd name="T5" fmla="*/ 30 h 95"/>
                <a:gd name="T6" fmla="*/ 6 w 78"/>
                <a:gd name="T7" fmla="*/ 60 h 95"/>
                <a:gd name="T8" fmla="*/ 0 w 78"/>
                <a:gd name="T9" fmla="*/ 95 h 95"/>
                <a:gd name="T10" fmla="*/ 0 w 78"/>
                <a:gd name="T11" fmla="*/ 95 h 95"/>
                <a:gd name="T12" fmla="*/ 6 w 78"/>
                <a:gd name="T13" fmla="*/ 60 h 95"/>
                <a:gd name="T14" fmla="*/ 24 w 78"/>
                <a:gd name="T15" fmla="*/ 30 h 95"/>
                <a:gd name="T16" fmla="*/ 48 w 78"/>
                <a:gd name="T17" fmla="*/ 6 h 95"/>
                <a:gd name="T18" fmla="*/ 78 w 78"/>
                <a:gd name="T19" fmla="*/ 0 h 95"/>
                <a:gd name="T20" fmla="*/ 78 w 78"/>
                <a:gd name="T21" fmla="*/ 0 h 95"/>
                <a:gd name="T22" fmla="*/ 78 w 78"/>
                <a:gd name="T23" fmla="*/ 0 h 95"/>
                <a:gd name="T24" fmla="*/ 78 w 78"/>
                <a:gd name="T25" fmla="*/ 0 h 95"/>
                <a:gd name="T26" fmla="*/ 78 w 78"/>
                <a:gd name="T2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5">
                  <a:moveTo>
                    <a:pt x="78" y="0"/>
                  </a:moveTo>
                  <a:lnTo>
                    <a:pt x="48" y="6"/>
                  </a:lnTo>
                  <a:lnTo>
                    <a:pt x="24" y="30"/>
                  </a:lnTo>
                  <a:lnTo>
                    <a:pt x="6" y="60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6" y="60"/>
                  </a:lnTo>
                  <a:lnTo>
                    <a:pt x="24" y="30"/>
                  </a:lnTo>
                  <a:lnTo>
                    <a:pt x="48" y="6"/>
                  </a:lnTo>
                  <a:lnTo>
                    <a:pt x="78" y="0"/>
                  </a:lnTo>
                  <a:lnTo>
                    <a:pt x="78" y="0"/>
                  </a:lnTo>
                  <a:close/>
                  <a:moveTo>
                    <a:pt x="78" y="0"/>
                  </a:move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Freeform 25"/>
            <p:cNvSpPr>
              <a:spLocks noEditPoints="1"/>
            </p:cNvSpPr>
            <p:nvPr/>
          </p:nvSpPr>
          <p:spPr bwMode="auto">
            <a:xfrm>
              <a:off x="992" y="754"/>
              <a:ext cx="1" cy="964"/>
            </a:xfrm>
            <a:custGeom>
              <a:avLst/>
              <a:gdLst>
                <a:gd name="T0" fmla="*/ 0 h 1433"/>
                <a:gd name="T1" fmla="*/ 1433 h 1433"/>
                <a:gd name="T2" fmla="*/ 0 h 1433"/>
                <a:gd name="T3" fmla="*/ 0 h 1433"/>
                <a:gd name="T4" fmla="*/ 0 h 1433"/>
                <a:gd name="T5" fmla="*/ 0 h 1433"/>
                <a:gd name="T6" fmla="*/ 0 h 143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433">
                  <a:moveTo>
                    <a:pt x="0" y="0"/>
                  </a:moveTo>
                  <a:lnTo>
                    <a:pt x="0" y="1433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Freeform 26"/>
            <p:cNvSpPr>
              <a:spLocks noEditPoints="1"/>
            </p:cNvSpPr>
            <p:nvPr/>
          </p:nvSpPr>
          <p:spPr bwMode="auto">
            <a:xfrm>
              <a:off x="992" y="1718"/>
              <a:ext cx="46" cy="65"/>
            </a:xfrm>
            <a:custGeom>
              <a:avLst/>
              <a:gdLst>
                <a:gd name="T0" fmla="*/ 0 w 78"/>
                <a:gd name="T1" fmla="*/ 0 h 96"/>
                <a:gd name="T2" fmla="*/ 6 w 78"/>
                <a:gd name="T3" fmla="*/ 36 h 96"/>
                <a:gd name="T4" fmla="*/ 24 w 78"/>
                <a:gd name="T5" fmla="*/ 66 h 96"/>
                <a:gd name="T6" fmla="*/ 48 w 78"/>
                <a:gd name="T7" fmla="*/ 90 h 96"/>
                <a:gd name="T8" fmla="*/ 78 w 78"/>
                <a:gd name="T9" fmla="*/ 96 h 96"/>
                <a:gd name="T10" fmla="*/ 78 w 78"/>
                <a:gd name="T11" fmla="*/ 96 h 96"/>
                <a:gd name="T12" fmla="*/ 48 w 78"/>
                <a:gd name="T13" fmla="*/ 90 h 96"/>
                <a:gd name="T14" fmla="*/ 24 w 78"/>
                <a:gd name="T15" fmla="*/ 66 h 96"/>
                <a:gd name="T16" fmla="*/ 6 w 78"/>
                <a:gd name="T17" fmla="*/ 36 h 96"/>
                <a:gd name="T18" fmla="*/ 0 w 78"/>
                <a:gd name="T19" fmla="*/ 0 h 96"/>
                <a:gd name="T20" fmla="*/ 0 w 78"/>
                <a:gd name="T21" fmla="*/ 0 h 96"/>
                <a:gd name="T22" fmla="*/ 0 w 78"/>
                <a:gd name="T23" fmla="*/ 0 h 96"/>
                <a:gd name="T24" fmla="*/ 0 w 78"/>
                <a:gd name="T25" fmla="*/ 0 h 96"/>
                <a:gd name="T26" fmla="*/ 0 w 78"/>
                <a:gd name="T2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96">
                  <a:moveTo>
                    <a:pt x="0" y="0"/>
                  </a:moveTo>
                  <a:lnTo>
                    <a:pt x="6" y="36"/>
                  </a:lnTo>
                  <a:lnTo>
                    <a:pt x="24" y="66"/>
                  </a:lnTo>
                  <a:lnTo>
                    <a:pt x="48" y="90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48" y="90"/>
                  </a:lnTo>
                  <a:lnTo>
                    <a:pt x="24" y="66"/>
                  </a:lnTo>
                  <a:lnTo>
                    <a:pt x="6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Freeform 27"/>
            <p:cNvSpPr>
              <a:spLocks noEditPoints="1"/>
            </p:cNvSpPr>
            <p:nvPr/>
          </p:nvSpPr>
          <p:spPr bwMode="auto">
            <a:xfrm>
              <a:off x="1038" y="1783"/>
              <a:ext cx="1225" cy="0"/>
            </a:xfrm>
            <a:custGeom>
              <a:avLst/>
              <a:gdLst>
                <a:gd name="T0" fmla="*/ 0 w 2075"/>
                <a:gd name="T1" fmla="*/ 2075 w 2075"/>
                <a:gd name="T2" fmla="*/ 0 w 2075"/>
                <a:gd name="T3" fmla="*/ 0 w 2075"/>
                <a:gd name="T4" fmla="*/ 0 w 2075"/>
                <a:gd name="T5" fmla="*/ 0 w 2075"/>
                <a:gd name="T6" fmla="*/ 0 w 20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2075">
                  <a:moveTo>
                    <a:pt x="0" y="0"/>
                  </a:moveTo>
                  <a:lnTo>
                    <a:pt x="2075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Freeform 28"/>
            <p:cNvSpPr>
              <a:spLocks/>
            </p:cNvSpPr>
            <p:nvPr/>
          </p:nvSpPr>
          <p:spPr bwMode="auto">
            <a:xfrm>
              <a:off x="2263" y="1783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Freeform 29"/>
            <p:cNvSpPr>
              <a:spLocks/>
            </p:cNvSpPr>
            <p:nvPr/>
          </p:nvSpPr>
          <p:spPr bwMode="auto">
            <a:xfrm>
              <a:off x="346" y="975"/>
              <a:ext cx="180" cy="1"/>
            </a:xfrm>
            <a:custGeom>
              <a:avLst/>
              <a:gdLst>
                <a:gd name="T0" fmla="*/ 0 w 305"/>
                <a:gd name="T1" fmla="*/ 305 w 305"/>
                <a:gd name="T2" fmla="*/ 0 w 305"/>
                <a:gd name="T3" fmla="*/ 0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0" y="0"/>
                  </a:moveTo>
                  <a:lnTo>
                    <a:pt x="30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Freeform 30"/>
            <p:cNvSpPr>
              <a:spLocks/>
            </p:cNvSpPr>
            <p:nvPr/>
          </p:nvSpPr>
          <p:spPr bwMode="auto">
            <a:xfrm>
              <a:off x="512" y="947"/>
              <a:ext cx="70" cy="52"/>
            </a:xfrm>
            <a:custGeom>
              <a:avLst/>
              <a:gdLst>
                <a:gd name="T0" fmla="*/ 0 w 119"/>
                <a:gd name="T1" fmla="*/ 78 h 78"/>
                <a:gd name="T2" fmla="*/ 119 w 119"/>
                <a:gd name="T3" fmla="*/ 42 h 78"/>
                <a:gd name="T4" fmla="*/ 0 w 119"/>
                <a:gd name="T5" fmla="*/ 0 h 78"/>
                <a:gd name="T6" fmla="*/ 0 w 119"/>
                <a:gd name="T7" fmla="*/ 78 h 78"/>
                <a:gd name="T8" fmla="*/ 0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0" y="78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Freeform 31"/>
            <p:cNvSpPr>
              <a:spLocks noEditPoints="1"/>
            </p:cNvSpPr>
            <p:nvPr/>
          </p:nvSpPr>
          <p:spPr bwMode="auto">
            <a:xfrm>
              <a:off x="438" y="822"/>
              <a:ext cx="17" cy="84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24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24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Freeform 32"/>
            <p:cNvSpPr>
              <a:spLocks/>
            </p:cNvSpPr>
            <p:nvPr/>
          </p:nvSpPr>
          <p:spPr bwMode="auto">
            <a:xfrm>
              <a:off x="466" y="871"/>
              <a:ext cx="18" cy="6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Freeform 33"/>
            <p:cNvSpPr>
              <a:spLocks/>
            </p:cNvSpPr>
            <p:nvPr/>
          </p:nvSpPr>
          <p:spPr bwMode="auto">
            <a:xfrm>
              <a:off x="1624" y="665"/>
              <a:ext cx="71" cy="53"/>
            </a:xfrm>
            <a:custGeom>
              <a:avLst/>
              <a:gdLst>
                <a:gd name="T0" fmla="*/ 0 w 119"/>
                <a:gd name="T1" fmla="*/ 78 h 78"/>
                <a:gd name="T2" fmla="*/ 119 w 119"/>
                <a:gd name="T3" fmla="*/ 36 h 78"/>
                <a:gd name="T4" fmla="*/ 0 w 119"/>
                <a:gd name="T5" fmla="*/ 0 h 78"/>
                <a:gd name="T6" fmla="*/ 0 w 119"/>
                <a:gd name="T7" fmla="*/ 78 h 78"/>
                <a:gd name="T8" fmla="*/ 0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0" y="78"/>
                  </a:moveTo>
                  <a:lnTo>
                    <a:pt x="119" y="36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Freeform 34"/>
            <p:cNvSpPr>
              <a:spLocks/>
            </p:cNvSpPr>
            <p:nvPr/>
          </p:nvSpPr>
          <p:spPr bwMode="auto">
            <a:xfrm>
              <a:off x="1261" y="1220"/>
              <a:ext cx="38" cy="96"/>
            </a:xfrm>
            <a:custGeom>
              <a:avLst/>
              <a:gdLst>
                <a:gd name="T0" fmla="*/ 0 w 65"/>
                <a:gd name="T1" fmla="*/ 0 h 143"/>
                <a:gd name="T2" fmla="*/ 29 w 65"/>
                <a:gd name="T3" fmla="*/ 143 h 143"/>
                <a:gd name="T4" fmla="*/ 65 w 65"/>
                <a:gd name="T5" fmla="*/ 0 h 143"/>
                <a:gd name="T6" fmla="*/ 0 w 65"/>
                <a:gd name="T7" fmla="*/ 0 h 143"/>
                <a:gd name="T8" fmla="*/ 0 w 65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43">
                  <a:moveTo>
                    <a:pt x="0" y="0"/>
                  </a:moveTo>
                  <a:lnTo>
                    <a:pt x="29" y="143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Freeform 35"/>
            <p:cNvSpPr>
              <a:spLocks/>
            </p:cNvSpPr>
            <p:nvPr/>
          </p:nvSpPr>
          <p:spPr bwMode="auto">
            <a:xfrm>
              <a:off x="1624" y="441"/>
              <a:ext cx="71" cy="52"/>
            </a:xfrm>
            <a:custGeom>
              <a:avLst/>
              <a:gdLst>
                <a:gd name="T0" fmla="*/ 0 w 119"/>
                <a:gd name="T1" fmla="*/ 77 h 77"/>
                <a:gd name="T2" fmla="*/ 119 w 119"/>
                <a:gd name="T3" fmla="*/ 42 h 77"/>
                <a:gd name="T4" fmla="*/ 0 w 119"/>
                <a:gd name="T5" fmla="*/ 0 h 77"/>
                <a:gd name="T6" fmla="*/ 0 w 119"/>
                <a:gd name="T7" fmla="*/ 77 h 77"/>
                <a:gd name="T8" fmla="*/ 0 w 119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7">
                  <a:moveTo>
                    <a:pt x="0" y="77"/>
                  </a:moveTo>
                  <a:lnTo>
                    <a:pt x="119" y="42"/>
                  </a:lnTo>
                  <a:lnTo>
                    <a:pt x="0" y="0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Freeform 36"/>
            <p:cNvSpPr>
              <a:spLocks/>
            </p:cNvSpPr>
            <p:nvPr/>
          </p:nvSpPr>
          <p:spPr bwMode="auto">
            <a:xfrm>
              <a:off x="1607" y="746"/>
              <a:ext cx="21" cy="92"/>
            </a:xfrm>
            <a:custGeom>
              <a:avLst/>
              <a:gdLst>
                <a:gd name="T0" fmla="*/ 36 w 36"/>
                <a:gd name="T1" fmla="*/ 53 h 137"/>
                <a:gd name="T2" fmla="*/ 36 w 36"/>
                <a:gd name="T3" fmla="*/ 41 h 137"/>
                <a:gd name="T4" fmla="*/ 24 w 36"/>
                <a:gd name="T5" fmla="*/ 41 h 137"/>
                <a:gd name="T6" fmla="*/ 24 w 36"/>
                <a:gd name="T7" fmla="*/ 29 h 137"/>
                <a:gd name="T8" fmla="*/ 24 w 36"/>
                <a:gd name="T9" fmla="*/ 17 h 137"/>
                <a:gd name="T10" fmla="*/ 30 w 36"/>
                <a:gd name="T11" fmla="*/ 17 h 137"/>
                <a:gd name="T12" fmla="*/ 36 w 36"/>
                <a:gd name="T13" fmla="*/ 17 h 137"/>
                <a:gd name="T14" fmla="*/ 36 w 36"/>
                <a:gd name="T15" fmla="*/ 17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5 h 137"/>
                <a:gd name="T24" fmla="*/ 6 w 36"/>
                <a:gd name="T25" fmla="*/ 23 h 137"/>
                <a:gd name="T26" fmla="*/ 6 w 36"/>
                <a:gd name="T27" fmla="*/ 41 h 137"/>
                <a:gd name="T28" fmla="*/ 0 w 36"/>
                <a:gd name="T29" fmla="*/ 41 h 137"/>
                <a:gd name="T30" fmla="*/ 0 w 36"/>
                <a:gd name="T31" fmla="*/ 53 h 137"/>
                <a:gd name="T32" fmla="*/ 6 w 36"/>
                <a:gd name="T33" fmla="*/ 53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3 h 137"/>
                <a:gd name="T40" fmla="*/ 36 w 36"/>
                <a:gd name="T41" fmla="*/ 5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3"/>
                  </a:moveTo>
                  <a:lnTo>
                    <a:pt x="36" y="41"/>
                  </a:lnTo>
                  <a:lnTo>
                    <a:pt x="24" y="41"/>
                  </a:lnTo>
                  <a:lnTo>
                    <a:pt x="24" y="29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36" y="17"/>
                  </a:lnTo>
                  <a:lnTo>
                    <a:pt x="36" y="17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5"/>
                  </a:lnTo>
                  <a:lnTo>
                    <a:pt x="6" y="23"/>
                  </a:lnTo>
                  <a:lnTo>
                    <a:pt x="6" y="41"/>
                  </a:lnTo>
                  <a:lnTo>
                    <a:pt x="0" y="41"/>
                  </a:lnTo>
                  <a:lnTo>
                    <a:pt x="0" y="53"/>
                  </a:lnTo>
                  <a:lnTo>
                    <a:pt x="6" y="53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3"/>
                  </a:lnTo>
                  <a:lnTo>
                    <a:pt x="36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Freeform 37"/>
            <p:cNvSpPr>
              <a:spLocks/>
            </p:cNvSpPr>
            <p:nvPr/>
          </p:nvSpPr>
          <p:spPr bwMode="auto">
            <a:xfrm>
              <a:off x="1632" y="806"/>
              <a:ext cx="27" cy="65"/>
            </a:xfrm>
            <a:custGeom>
              <a:avLst/>
              <a:gdLst>
                <a:gd name="T0" fmla="*/ 47 w 47"/>
                <a:gd name="T1" fmla="*/ 78 h 96"/>
                <a:gd name="T2" fmla="*/ 47 w 47"/>
                <a:gd name="T3" fmla="*/ 78 h 96"/>
                <a:gd name="T4" fmla="*/ 41 w 47"/>
                <a:gd name="T5" fmla="*/ 84 h 96"/>
                <a:gd name="T6" fmla="*/ 36 w 47"/>
                <a:gd name="T7" fmla="*/ 84 h 96"/>
                <a:gd name="T8" fmla="*/ 12 w 47"/>
                <a:gd name="T9" fmla="*/ 84 h 96"/>
                <a:gd name="T10" fmla="*/ 30 w 47"/>
                <a:gd name="T11" fmla="*/ 60 h 96"/>
                <a:gd name="T12" fmla="*/ 36 w 47"/>
                <a:gd name="T13" fmla="*/ 48 h 96"/>
                <a:gd name="T14" fmla="*/ 41 w 47"/>
                <a:gd name="T15" fmla="*/ 24 h 96"/>
                <a:gd name="T16" fmla="*/ 36 w 47"/>
                <a:gd name="T17" fmla="*/ 6 h 96"/>
                <a:gd name="T18" fmla="*/ 24 w 47"/>
                <a:gd name="T19" fmla="*/ 0 h 96"/>
                <a:gd name="T20" fmla="*/ 6 w 47"/>
                <a:gd name="T21" fmla="*/ 6 h 96"/>
                <a:gd name="T22" fmla="*/ 0 w 47"/>
                <a:gd name="T23" fmla="*/ 18 h 96"/>
                <a:gd name="T24" fmla="*/ 0 w 47"/>
                <a:gd name="T25" fmla="*/ 30 h 96"/>
                <a:gd name="T26" fmla="*/ 0 w 47"/>
                <a:gd name="T27" fmla="*/ 30 h 96"/>
                <a:gd name="T28" fmla="*/ 6 w 47"/>
                <a:gd name="T29" fmla="*/ 18 h 96"/>
                <a:gd name="T30" fmla="*/ 18 w 47"/>
                <a:gd name="T31" fmla="*/ 12 h 96"/>
                <a:gd name="T32" fmla="*/ 30 w 47"/>
                <a:gd name="T33" fmla="*/ 18 h 96"/>
                <a:gd name="T34" fmla="*/ 36 w 47"/>
                <a:gd name="T35" fmla="*/ 30 h 96"/>
                <a:gd name="T36" fmla="*/ 30 w 47"/>
                <a:gd name="T37" fmla="*/ 48 h 96"/>
                <a:gd name="T38" fmla="*/ 18 w 47"/>
                <a:gd name="T39" fmla="*/ 66 h 96"/>
                <a:gd name="T40" fmla="*/ 0 w 47"/>
                <a:gd name="T41" fmla="*/ 96 h 96"/>
                <a:gd name="T42" fmla="*/ 0 w 47"/>
                <a:gd name="T43" fmla="*/ 96 h 96"/>
                <a:gd name="T44" fmla="*/ 41 w 47"/>
                <a:gd name="T45" fmla="*/ 96 h 96"/>
                <a:gd name="T46" fmla="*/ 47 w 47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96">
                  <a:moveTo>
                    <a:pt x="47" y="78"/>
                  </a:moveTo>
                  <a:lnTo>
                    <a:pt x="47" y="78"/>
                  </a:lnTo>
                  <a:lnTo>
                    <a:pt x="41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1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7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Freeform 38"/>
            <p:cNvSpPr>
              <a:spLocks/>
            </p:cNvSpPr>
            <p:nvPr/>
          </p:nvSpPr>
          <p:spPr bwMode="auto">
            <a:xfrm>
              <a:off x="1670" y="806"/>
              <a:ext cx="18" cy="65"/>
            </a:xfrm>
            <a:custGeom>
              <a:avLst/>
              <a:gdLst>
                <a:gd name="T0" fmla="*/ 0 w 30"/>
                <a:gd name="T1" fmla="*/ 96 h 96"/>
                <a:gd name="T2" fmla="*/ 30 w 30"/>
                <a:gd name="T3" fmla="*/ 96 h 96"/>
                <a:gd name="T4" fmla="*/ 30 w 30"/>
                <a:gd name="T5" fmla="*/ 96 h 96"/>
                <a:gd name="T6" fmla="*/ 24 w 30"/>
                <a:gd name="T7" fmla="*/ 96 h 96"/>
                <a:gd name="T8" fmla="*/ 24 w 30"/>
                <a:gd name="T9" fmla="*/ 84 h 96"/>
                <a:gd name="T10" fmla="*/ 24 w 30"/>
                <a:gd name="T11" fmla="*/ 0 h 96"/>
                <a:gd name="T12" fmla="*/ 24 w 30"/>
                <a:gd name="T13" fmla="*/ 0 h 96"/>
                <a:gd name="T14" fmla="*/ 0 w 30"/>
                <a:gd name="T15" fmla="*/ 12 h 96"/>
                <a:gd name="T16" fmla="*/ 0 w 30"/>
                <a:gd name="T17" fmla="*/ 18 h 96"/>
                <a:gd name="T18" fmla="*/ 6 w 30"/>
                <a:gd name="T19" fmla="*/ 12 h 96"/>
                <a:gd name="T20" fmla="*/ 6 w 30"/>
                <a:gd name="T21" fmla="*/ 12 h 96"/>
                <a:gd name="T22" fmla="*/ 12 w 30"/>
                <a:gd name="T23" fmla="*/ 18 h 96"/>
                <a:gd name="T24" fmla="*/ 12 w 30"/>
                <a:gd name="T25" fmla="*/ 18 h 96"/>
                <a:gd name="T26" fmla="*/ 12 w 30"/>
                <a:gd name="T27" fmla="*/ 84 h 96"/>
                <a:gd name="T28" fmla="*/ 6 w 30"/>
                <a:gd name="T29" fmla="*/ 96 h 96"/>
                <a:gd name="T30" fmla="*/ 0 w 30"/>
                <a:gd name="T31" fmla="*/ 96 h 96"/>
                <a:gd name="T32" fmla="*/ 0 w 30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6">
                  <a:moveTo>
                    <a:pt x="0" y="96"/>
                  </a:moveTo>
                  <a:lnTo>
                    <a:pt x="30" y="96"/>
                  </a:lnTo>
                  <a:lnTo>
                    <a:pt x="30" y="96"/>
                  </a:lnTo>
                  <a:lnTo>
                    <a:pt x="24" y="96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6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Freeform 39"/>
            <p:cNvSpPr>
              <a:spLocks/>
            </p:cNvSpPr>
            <p:nvPr/>
          </p:nvSpPr>
          <p:spPr bwMode="auto">
            <a:xfrm>
              <a:off x="1335" y="1208"/>
              <a:ext cx="21" cy="96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30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8 w 36"/>
                <a:gd name="T23" fmla="*/ 6 h 143"/>
                <a:gd name="T24" fmla="*/ 12 w 36"/>
                <a:gd name="T25" fmla="*/ 24 h 143"/>
                <a:gd name="T26" fmla="*/ 12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12 w 36"/>
                <a:gd name="T33" fmla="*/ 54 h 143"/>
                <a:gd name="T34" fmla="*/ 12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24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12" y="54"/>
                  </a:lnTo>
                  <a:lnTo>
                    <a:pt x="12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40"/>
            <p:cNvSpPr>
              <a:spLocks/>
            </p:cNvSpPr>
            <p:nvPr/>
          </p:nvSpPr>
          <p:spPr bwMode="auto">
            <a:xfrm>
              <a:off x="1366" y="1268"/>
              <a:ext cx="18" cy="6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24 w 30"/>
                <a:gd name="T9" fmla="*/ 89 h 95"/>
                <a:gd name="T10" fmla="*/ 24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24" y="89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41"/>
            <p:cNvSpPr>
              <a:spLocks/>
            </p:cNvSpPr>
            <p:nvPr/>
          </p:nvSpPr>
          <p:spPr bwMode="auto">
            <a:xfrm>
              <a:off x="1402" y="1268"/>
              <a:ext cx="18" cy="64"/>
            </a:xfrm>
            <a:custGeom>
              <a:avLst/>
              <a:gdLst>
                <a:gd name="T0" fmla="*/ 0 w 30"/>
                <a:gd name="T1" fmla="*/ 95 h 95"/>
                <a:gd name="T2" fmla="*/ 30 w 30"/>
                <a:gd name="T3" fmla="*/ 95 h 95"/>
                <a:gd name="T4" fmla="*/ 30 w 30"/>
                <a:gd name="T5" fmla="*/ 95 h 95"/>
                <a:gd name="T6" fmla="*/ 24 w 30"/>
                <a:gd name="T7" fmla="*/ 95 h 95"/>
                <a:gd name="T8" fmla="*/ 18 w 30"/>
                <a:gd name="T9" fmla="*/ 89 h 95"/>
                <a:gd name="T10" fmla="*/ 18 w 30"/>
                <a:gd name="T11" fmla="*/ 0 h 95"/>
                <a:gd name="T12" fmla="*/ 18 w 30"/>
                <a:gd name="T13" fmla="*/ 0 h 95"/>
                <a:gd name="T14" fmla="*/ 0 w 30"/>
                <a:gd name="T15" fmla="*/ 18 h 95"/>
                <a:gd name="T16" fmla="*/ 0 w 30"/>
                <a:gd name="T17" fmla="*/ 18 h 95"/>
                <a:gd name="T18" fmla="*/ 6 w 30"/>
                <a:gd name="T19" fmla="*/ 12 h 95"/>
                <a:gd name="T20" fmla="*/ 6 w 30"/>
                <a:gd name="T21" fmla="*/ 12 h 95"/>
                <a:gd name="T22" fmla="*/ 12 w 30"/>
                <a:gd name="T23" fmla="*/ 18 h 95"/>
                <a:gd name="T24" fmla="*/ 12 w 30"/>
                <a:gd name="T25" fmla="*/ 18 h 95"/>
                <a:gd name="T26" fmla="*/ 12 w 30"/>
                <a:gd name="T27" fmla="*/ 83 h 95"/>
                <a:gd name="T28" fmla="*/ 6 w 30"/>
                <a:gd name="T29" fmla="*/ 95 h 95"/>
                <a:gd name="T30" fmla="*/ 0 w 30"/>
                <a:gd name="T31" fmla="*/ 95 h 95"/>
                <a:gd name="T32" fmla="*/ 0 w 30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95">
                  <a:moveTo>
                    <a:pt x="0" y="95"/>
                  </a:moveTo>
                  <a:lnTo>
                    <a:pt x="30" y="95"/>
                  </a:lnTo>
                  <a:lnTo>
                    <a:pt x="30" y="95"/>
                  </a:lnTo>
                  <a:lnTo>
                    <a:pt x="24" y="95"/>
                  </a:lnTo>
                  <a:lnTo>
                    <a:pt x="18" y="8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6" y="95"/>
                  </a:lnTo>
                  <a:lnTo>
                    <a:pt x="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Freeform 42"/>
            <p:cNvSpPr>
              <a:spLocks/>
            </p:cNvSpPr>
            <p:nvPr/>
          </p:nvSpPr>
          <p:spPr bwMode="auto">
            <a:xfrm>
              <a:off x="1875" y="1208"/>
              <a:ext cx="21" cy="96"/>
            </a:xfrm>
            <a:custGeom>
              <a:avLst/>
              <a:gdLst>
                <a:gd name="T0" fmla="*/ 36 w 36"/>
                <a:gd name="T1" fmla="*/ 54 h 143"/>
                <a:gd name="T2" fmla="*/ 36 w 36"/>
                <a:gd name="T3" fmla="*/ 42 h 143"/>
                <a:gd name="T4" fmla="*/ 24 w 36"/>
                <a:gd name="T5" fmla="*/ 42 h 143"/>
                <a:gd name="T6" fmla="*/ 24 w 36"/>
                <a:gd name="T7" fmla="*/ 30 h 143"/>
                <a:gd name="T8" fmla="*/ 24 w 36"/>
                <a:gd name="T9" fmla="*/ 24 h 143"/>
                <a:gd name="T10" fmla="*/ 30 w 36"/>
                <a:gd name="T11" fmla="*/ 18 h 143"/>
                <a:gd name="T12" fmla="*/ 36 w 36"/>
                <a:gd name="T13" fmla="*/ 18 h 143"/>
                <a:gd name="T14" fmla="*/ 36 w 36"/>
                <a:gd name="T15" fmla="*/ 18 h 143"/>
                <a:gd name="T16" fmla="*/ 36 w 36"/>
                <a:gd name="T17" fmla="*/ 0 h 143"/>
                <a:gd name="T18" fmla="*/ 36 w 36"/>
                <a:gd name="T19" fmla="*/ 0 h 143"/>
                <a:gd name="T20" fmla="*/ 30 w 36"/>
                <a:gd name="T21" fmla="*/ 0 h 143"/>
                <a:gd name="T22" fmla="*/ 12 w 36"/>
                <a:gd name="T23" fmla="*/ 6 h 143"/>
                <a:gd name="T24" fmla="*/ 6 w 36"/>
                <a:gd name="T25" fmla="*/ 24 h 143"/>
                <a:gd name="T26" fmla="*/ 6 w 36"/>
                <a:gd name="T27" fmla="*/ 42 h 143"/>
                <a:gd name="T28" fmla="*/ 0 w 36"/>
                <a:gd name="T29" fmla="*/ 42 h 143"/>
                <a:gd name="T30" fmla="*/ 0 w 36"/>
                <a:gd name="T31" fmla="*/ 54 h 143"/>
                <a:gd name="T32" fmla="*/ 6 w 36"/>
                <a:gd name="T33" fmla="*/ 54 h 143"/>
                <a:gd name="T34" fmla="*/ 6 w 36"/>
                <a:gd name="T35" fmla="*/ 143 h 143"/>
                <a:gd name="T36" fmla="*/ 24 w 36"/>
                <a:gd name="T37" fmla="*/ 143 h 143"/>
                <a:gd name="T38" fmla="*/ 24 w 36"/>
                <a:gd name="T39" fmla="*/ 54 h 143"/>
                <a:gd name="T40" fmla="*/ 36 w 36"/>
                <a:gd name="T41" fmla="*/ 5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43">
                  <a:moveTo>
                    <a:pt x="36" y="54"/>
                  </a:moveTo>
                  <a:lnTo>
                    <a:pt x="36" y="42"/>
                  </a:lnTo>
                  <a:lnTo>
                    <a:pt x="24" y="42"/>
                  </a:lnTo>
                  <a:lnTo>
                    <a:pt x="24" y="30"/>
                  </a:lnTo>
                  <a:lnTo>
                    <a:pt x="24" y="2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43"/>
                  </a:lnTo>
                  <a:lnTo>
                    <a:pt x="24" y="143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Freeform 43"/>
            <p:cNvSpPr>
              <a:spLocks/>
            </p:cNvSpPr>
            <p:nvPr/>
          </p:nvSpPr>
          <p:spPr bwMode="auto">
            <a:xfrm>
              <a:off x="1900" y="1268"/>
              <a:ext cx="28" cy="64"/>
            </a:xfrm>
            <a:custGeom>
              <a:avLst/>
              <a:gdLst>
                <a:gd name="T0" fmla="*/ 48 w 48"/>
                <a:gd name="T1" fmla="*/ 77 h 95"/>
                <a:gd name="T2" fmla="*/ 48 w 48"/>
                <a:gd name="T3" fmla="*/ 77 h 95"/>
                <a:gd name="T4" fmla="*/ 42 w 48"/>
                <a:gd name="T5" fmla="*/ 89 h 95"/>
                <a:gd name="T6" fmla="*/ 36 w 48"/>
                <a:gd name="T7" fmla="*/ 89 h 95"/>
                <a:gd name="T8" fmla="*/ 12 w 48"/>
                <a:gd name="T9" fmla="*/ 89 h 95"/>
                <a:gd name="T10" fmla="*/ 30 w 48"/>
                <a:gd name="T11" fmla="*/ 59 h 95"/>
                <a:gd name="T12" fmla="*/ 36 w 48"/>
                <a:gd name="T13" fmla="*/ 47 h 95"/>
                <a:gd name="T14" fmla="*/ 42 w 48"/>
                <a:gd name="T15" fmla="*/ 30 h 95"/>
                <a:gd name="T16" fmla="*/ 36 w 48"/>
                <a:gd name="T17" fmla="*/ 6 h 95"/>
                <a:gd name="T18" fmla="*/ 24 w 48"/>
                <a:gd name="T19" fmla="*/ 0 h 95"/>
                <a:gd name="T20" fmla="*/ 6 w 48"/>
                <a:gd name="T21" fmla="*/ 6 h 95"/>
                <a:gd name="T22" fmla="*/ 0 w 48"/>
                <a:gd name="T23" fmla="*/ 30 h 95"/>
                <a:gd name="T24" fmla="*/ 0 w 48"/>
                <a:gd name="T25" fmla="*/ 30 h 95"/>
                <a:gd name="T26" fmla="*/ 6 w 48"/>
                <a:gd name="T27" fmla="*/ 18 h 95"/>
                <a:gd name="T28" fmla="*/ 18 w 48"/>
                <a:gd name="T29" fmla="*/ 12 h 95"/>
                <a:gd name="T30" fmla="*/ 30 w 48"/>
                <a:gd name="T31" fmla="*/ 18 h 95"/>
                <a:gd name="T32" fmla="*/ 36 w 48"/>
                <a:gd name="T33" fmla="*/ 36 h 95"/>
                <a:gd name="T34" fmla="*/ 30 w 48"/>
                <a:gd name="T35" fmla="*/ 47 h 95"/>
                <a:gd name="T36" fmla="*/ 18 w 48"/>
                <a:gd name="T37" fmla="*/ 71 h 95"/>
                <a:gd name="T38" fmla="*/ 0 w 48"/>
                <a:gd name="T39" fmla="*/ 95 h 95"/>
                <a:gd name="T40" fmla="*/ 0 w 48"/>
                <a:gd name="T41" fmla="*/ 95 h 95"/>
                <a:gd name="T42" fmla="*/ 42 w 48"/>
                <a:gd name="T43" fmla="*/ 95 h 95"/>
                <a:gd name="T44" fmla="*/ 48 w 48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95">
                  <a:moveTo>
                    <a:pt x="48" y="77"/>
                  </a:moveTo>
                  <a:lnTo>
                    <a:pt x="48" y="77"/>
                  </a:lnTo>
                  <a:lnTo>
                    <a:pt x="42" y="89"/>
                  </a:lnTo>
                  <a:lnTo>
                    <a:pt x="36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36" y="47"/>
                  </a:lnTo>
                  <a:lnTo>
                    <a:pt x="42" y="30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0" y="47"/>
                  </a:lnTo>
                  <a:lnTo>
                    <a:pt x="18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2" y="95"/>
                  </a:lnTo>
                  <a:lnTo>
                    <a:pt x="48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Freeform 44"/>
            <p:cNvSpPr>
              <a:spLocks/>
            </p:cNvSpPr>
            <p:nvPr/>
          </p:nvSpPr>
          <p:spPr bwMode="auto">
            <a:xfrm>
              <a:off x="1931" y="1268"/>
              <a:ext cx="32" cy="6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6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30 w 54"/>
                <a:gd name="T19" fmla="*/ 0 h 95"/>
                <a:gd name="T20" fmla="*/ 12 w 54"/>
                <a:gd name="T21" fmla="*/ 6 h 95"/>
                <a:gd name="T22" fmla="*/ 0 w 54"/>
                <a:gd name="T23" fmla="*/ 30 h 95"/>
                <a:gd name="T24" fmla="*/ 6 w 54"/>
                <a:gd name="T25" fmla="*/ 30 h 95"/>
                <a:gd name="T26" fmla="*/ 12 w 54"/>
                <a:gd name="T27" fmla="*/ 18 h 95"/>
                <a:gd name="T28" fmla="*/ 24 w 54"/>
                <a:gd name="T29" fmla="*/ 12 h 95"/>
                <a:gd name="T30" fmla="*/ 36 w 54"/>
                <a:gd name="T31" fmla="*/ 18 h 95"/>
                <a:gd name="T32" fmla="*/ 36 w 54"/>
                <a:gd name="T33" fmla="*/ 36 h 95"/>
                <a:gd name="T34" fmla="*/ 36 w 54"/>
                <a:gd name="T35" fmla="*/ 47 h 95"/>
                <a:gd name="T36" fmla="*/ 24 w 54"/>
                <a:gd name="T37" fmla="*/ 71 h 95"/>
                <a:gd name="T38" fmla="*/ 0 w 54"/>
                <a:gd name="T39" fmla="*/ 95 h 95"/>
                <a:gd name="T40" fmla="*/ 0 w 54"/>
                <a:gd name="T41" fmla="*/ 95 h 95"/>
                <a:gd name="T42" fmla="*/ 48 w 54"/>
                <a:gd name="T43" fmla="*/ 95 h 95"/>
                <a:gd name="T44" fmla="*/ 54 w 54"/>
                <a:gd name="T45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6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Freeform 45"/>
            <p:cNvSpPr>
              <a:spLocks/>
            </p:cNvSpPr>
            <p:nvPr/>
          </p:nvSpPr>
          <p:spPr bwMode="auto">
            <a:xfrm>
              <a:off x="1607" y="288"/>
              <a:ext cx="21" cy="92"/>
            </a:xfrm>
            <a:custGeom>
              <a:avLst/>
              <a:gdLst>
                <a:gd name="T0" fmla="*/ 36 w 36"/>
                <a:gd name="T1" fmla="*/ 54 h 137"/>
                <a:gd name="T2" fmla="*/ 36 w 36"/>
                <a:gd name="T3" fmla="*/ 36 h 137"/>
                <a:gd name="T4" fmla="*/ 24 w 36"/>
                <a:gd name="T5" fmla="*/ 36 h 137"/>
                <a:gd name="T6" fmla="*/ 24 w 36"/>
                <a:gd name="T7" fmla="*/ 24 h 137"/>
                <a:gd name="T8" fmla="*/ 24 w 36"/>
                <a:gd name="T9" fmla="*/ 18 h 137"/>
                <a:gd name="T10" fmla="*/ 30 w 36"/>
                <a:gd name="T11" fmla="*/ 12 h 137"/>
                <a:gd name="T12" fmla="*/ 36 w 36"/>
                <a:gd name="T13" fmla="*/ 12 h 137"/>
                <a:gd name="T14" fmla="*/ 36 w 36"/>
                <a:gd name="T15" fmla="*/ 18 h 137"/>
                <a:gd name="T16" fmla="*/ 36 w 36"/>
                <a:gd name="T17" fmla="*/ 0 h 137"/>
                <a:gd name="T18" fmla="*/ 36 w 36"/>
                <a:gd name="T19" fmla="*/ 0 h 137"/>
                <a:gd name="T20" fmla="*/ 30 w 36"/>
                <a:gd name="T21" fmla="*/ 0 h 137"/>
                <a:gd name="T22" fmla="*/ 12 w 36"/>
                <a:gd name="T23" fmla="*/ 6 h 137"/>
                <a:gd name="T24" fmla="*/ 6 w 36"/>
                <a:gd name="T25" fmla="*/ 24 h 137"/>
                <a:gd name="T26" fmla="*/ 6 w 36"/>
                <a:gd name="T27" fmla="*/ 36 h 137"/>
                <a:gd name="T28" fmla="*/ 0 w 36"/>
                <a:gd name="T29" fmla="*/ 36 h 137"/>
                <a:gd name="T30" fmla="*/ 0 w 36"/>
                <a:gd name="T31" fmla="*/ 54 h 137"/>
                <a:gd name="T32" fmla="*/ 6 w 36"/>
                <a:gd name="T33" fmla="*/ 54 h 137"/>
                <a:gd name="T34" fmla="*/ 6 w 36"/>
                <a:gd name="T35" fmla="*/ 137 h 137"/>
                <a:gd name="T36" fmla="*/ 24 w 36"/>
                <a:gd name="T37" fmla="*/ 137 h 137"/>
                <a:gd name="T38" fmla="*/ 24 w 36"/>
                <a:gd name="T39" fmla="*/ 54 h 137"/>
                <a:gd name="T40" fmla="*/ 36 w 36"/>
                <a:gd name="T41" fmla="*/ 5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137">
                  <a:moveTo>
                    <a:pt x="36" y="54"/>
                  </a:moveTo>
                  <a:lnTo>
                    <a:pt x="36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6" y="12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137"/>
                  </a:lnTo>
                  <a:lnTo>
                    <a:pt x="24" y="137"/>
                  </a:lnTo>
                  <a:lnTo>
                    <a:pt x="24" y="54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Freeform 46"/>
            <p:cNvSpPr>
              <a:spLocks/>
            </p:cNvSpPr>
            <p:nvPr/>
          </p:nvSpPr>
          <p:spPr bwMode="auto">
            <a:xfrm>
              <a:off x="1635" y="348"/>
              <a:ext cx="21" cy="64"/>
            </a:xfrm>
            <a:custGeom>
              <a:avLst/>
              <a:gdLst>
                <a:gd name="T0" fmla="*/ 6 w 35"/>
                <a:gd name="T1" fmla="*/ 96 h 96"/>
                <a:gd name="T2" fmla="*/ 35 w 35"/>
                <a:gd name="T3" fmla="*/ 96 h 96"/>
                <a:gd name="T4" fmla="*/ 35 w 35"/>
                <a:gd name="T5" fmla="*/ 96 h 96"/>
                <a:gd name="T6" fmla="*/ 24 w 35"/>
                <a:gd name="T7" fmla="*/ 90 h 96"/>
                <a:gd name="T8" fmla="*/ 24 w 35"/>
                <a:gd name="T9" fmla="*/ 84 h 96"/>
                <a:gd name="T10" fmla="*/ 24 w 35"/>
                <a:gd name="T11" fmla="*/ 0 h 96"/>
                <a:gd name="T12" fmla="*/ 24 w 35"/>
                <a:gd name="T13" fmla="*/ 0 h 96"/>
                <a:gd name="T14" fmla="*/ 0 w 35"/>
                <a:gd name="T15" fmla="*/ 12 h 96"/>
                <a:gd name="T16" fmla="*/ 0 w 35"/>
                <a:gd name="T17" fmla="*/ 12 h 96"/>
                <a:gd name="T18" fmla="*/ 12 w 35"/>
                <a:gd name="T19" fmla="*/ 12 h 96"/>
                <a:gd name="T20" fmla="*/ 12 w 35"/>
                <a:gd name="T21" fmla="*/ 12 h 96"/>
                <a:gd name="T22" fmla="*/ 12 w 35"/>
                <a:gd name="T23" fmla="*/ 12 h 96"/>
                <a:gd name="T24" fmla="*/ 12 w 35"/>
                <a:gd name="T25" fmla="*/ 18 h 96"/>
                <a:gd name="T26" fmla="*/ 12 w 35"/>
                <a:gd name="T27" fmla="*/ 84 h 96"/>
                <a:gd name="T28" fmla="*/ 12 w 35"/>
                <a:gd name="T29" fmla="*/ 96 h 96"/>
                <a:gd name="T30" fmla="*/ 6 w 35"/>
                <a:gd name="T31" fmla="*/ 96 h 96"/>
                <a:gd name="T32" fmla="*/ 6 w 35"/>
                <a:gd name="T3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96">
                  <a:moveTo>
                    <a:pt x="6" y="96"/>
                  </a:moveTo>
                  <a:lnTo>
                    <a:pt x="35" y="96"/>
                  </a:lnTo>
                  <a:lnTo>
                    <a:pt x="35" y="96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6" y="96"/>
                  </a:lnTo>
                  <a:lnTo>
                    <a:pt x="6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Freeform 47"/>
            <p:cNvSpPr>
              <a:spLocks/>
            </p:cNvSpPr>
            <p:nvPr/>
          </p:nvSpPr>
          <p:spPr bwMode="auto">
            <a:xfrm>
              <a:off x="1666" y="348"/>
              <a:ext cx="29" cy="64"/>
            </a:xfrm>
            <a:custGeom>
              <a:avLst/>
              <a:gdLst>
                <a:gd name="T0" fmla="*/ 48 w 48"/>
                <a:gd name="T1" fmla="*/ 78 h 96"/>
                <a:gd name="T2" fmla="*/ 48 w 48"/>
                <a:gd name="T3" fmla="*/ 78 h 96"/>
                <a:gd name="T4" fmla="*/ 42 w 48"/>
                <a:gd name="T5" fmla="*/ 84 h 96"/>
                <a:gd name="T6" fmla="*/ 36 w 48"/>
                <a:gd name="T7" fmla="*/ 84 h 96"/>
                <a:gd name="T8" fmla="*/ 6 w 48"/>
                <a:gd name="T9" fmla="*/ 84 h 96"/>
                <a:gd name="T10" fmla="*/ 30 w 48"/>
                <a:gd name="T11" fmla="*/ 60 h 96"/>
                <a:gd name="T12" fmla="*/ 36 w 48"/>
                <a:gd name="T13" fmla="*/ 48 h 96"/>
                <a:gd name="T14" fmla="*/ 42 w 48"/>
                <a:gd name="T15" fmla="*/ 24 h 96"/>
                <a:gd name="T16" fmla="*/ 36 w 48"/>
                <a:gd name="T17" fmla="*/ 6 h 96"/>
                <a:gd name="T18" fmla="*/ 24 w 48"/>
                <a:gd name="T19" fmla="*/ 0 h 96"/>
                <a:gd name="T20" fmla="*/ 6 w 48"/>
                <a:gd name="T21" fmla="*/ 6 h 96"/>
                <a:gd name="T22" fmla="*/ 0 w 48"/>
                <a:gd name="T23" fmla="*/ 18 h 96"/>
                <a:gd name="T24" fmla="*/ 0 w 48"/>
                <a:gd name="T25" fmla="*/ 30 h 96"/>
                <a:gd name="T26" fmla="*/ 0 w 48"/>
                <a:gd name="T27" fmla="*/ 30 h 96"/>
                <a:gd name="T28" fmla="*/ 6 w 48"/>
                <a:gd name="T29" fmla="*/ 18 h 96"/>
                <a:gd name="T30" fmla="*/ 18 w 48"/>
                <a:gd name="T31" fmla="*/ 12 h 96"/>
                <a:gd name="T32" fmla="*/ 30 w 48"/>
                <a:gd name="T33" fmla="*/ 18 h 96"/>
                <a:gd name="T34" fmla="*/ 30 w 48"/>
                <a:gd name="T35" fmla="*/ 30 h 96"/>
                <a:gd name="T36" fmla="*/ 30 w 48"/>
                <a:gd name="T37" fmla="*/ 48 h 96"/>
                <a:gd name="T38" fmla="*/ 18 w 48"/>
                <a:gd name="T39" fmla="*/ 66 h 96"/>
                <a:gd name="T40" fmla="*/ 0 w 48"/>
                <a:gd name="T41" fmla="*/ 96 h 96"/>
                <a:gd name="T42" fmla="*/ 0 w 48"/>
                <a:gd name="T43" fmla="*/ 96 h 96"/>
                <a:gd name="T44" fmla="*/ 42 w 48"/>
                <a:gd name="T45" fmla="*/ 96 h 96"/>
                <a:gd name="T46" fmla="*/ 48 w 48"/>
                <a:gd name="T47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96">
                  <a:moveTo>
                    <a:pt x="48" y="78"/>
                  </a:moveTo>
                  <a:lnTo>
                    <a:pt x="48" y="78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6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Freeform 48"/>
            <p:cNvSpPr>
              <a:spLocks/>
            </p:cNvSpPr>
            <p:nvPr/>
          </p:nvSpPr>
          <p:spPr bwMode="auto">
            <a:xfrm>
              <a:off x="240" y="1260"/>
              <a:ext cx="35" cy="52"/>
            </a:xfrm>
            <a:custGeom>
              <a:avLst/>
              <a:gdLst>
                <a:gd name="T0" fmla="*/ 0 w 60"/>
                <a:gd name="T1" fmla="*/ 6 h 77"/>
                <a:gd name="T2" fmla="*/ 6 w 60"/>
                <a:gd name="T3" fmla="*/ 6 h 77"/>
                <a:gd name="T4" fmla="*/ 6 w 60"/>
                <a:gd name="T5" fmla="*/ 12 h 77"/>
                <a:gd name="T6" fmla="*/ 12 w 60"/>
                <a:gd name="T7" fmla="*/ 24 h 77"/>
                <a:gd name="T8" fmla="*/ 18 w 60"/>
                <a:gd name="T9" fmla="*/ 48 h 77"/>
                <a:gd name="T10" fmla="*/ 18 w 60"/>
                <a:gd name="T11" fmla="*/ 71 h 77"/>
                <a:gd name="T12" fmla="*/ 18 w 60"/>
                <a:gd name="T13" fmla="*/ 77 h 77"/>
                <a:gd name="T14" fmla="*/ 18 w 60"/>
                <a:gd name="T15" fmla="*/ 77 h 77"/>
                <a:gd name="T16" fmla="*/ 24 w 60"/>
                <a:gd name="T17" fmla="*/ 77 h 77"/>
                <a:gd name="T18" fmla="*/ 30 w 60"/>
                <a:gd name="T19" fmla="*/ 65 h 77"/>
                <a:gd name="T20" fmla="*/ 36 w 60"/>
                <a:gd name="T21" fmla="*/ 54 h 77"/>
                <a:gd name="T22" fmla="*/ 48 w 60"/>
                <a:gd name="T23" fmla="*/ 42 h 77"/>
                <a:gd name="T24" fmla="*/ 54 w 60"/>
                <a:gd name="T25" fmla="*/ 24 h 77"/>
                <a:gd name="T26" fmla="*/ 60 w 60"/>
                <a:gd name="T27" fmla="*/ 12 h 77"/>
                <a:gd name="T28" fmla="*/ 54 w 60"/>
                <a:gd name="T29" fmla="*/ 6 h 77"/>
                <a:gd name="T30" fmla="*/ 48 w 60"/>
                <a:gd name="T31" fmla="*/ 0 h 77"/>
                <a:gd name="T32" fmla="*/ 48 w 60"/>
                <a:gd name="T33" fmla="*/ 0 h 77"/>
                <a:gd name="T34" fmla="*/ 42 w 60"/>
                <a:gd name="T35" fmla="*/ 6 h 77"/>
                <a:gd name="T36" fmla="*/ 48 w 60"/>
                <a:gd name="T37" fmla="*/ 12 h 77"/>
                <a:gd name="T38" fmla="*/ 48 w 60"/>
                <a:gd name="T39" fmla="*/ 18 h 77"/>
                <a:gd name="T40" fmla="*/ 42 w 60"/>
                <a:gd name="T41" fmla="*/ 42 h 77"/>
                <a:gd name="T42" fmla="*/ 30 w 60"/>
                <a:gd name="T43" fmla="*/ 59 h 77"/>
                <a:gd name="T44" fmla="*/ 24 w 60"/>
                <a:gd name="T45" fmla="*/ 65 h 77"/>
                <a:gd name="T46" fmla="*/ 24 w 60"/>
                <a:gd name="T47" fmla="*/ 36 h 77"/>
                <a:gd name="T48" fmla="*/ 18 w 60"/>
                <a:gd name="T49" fmla="*/ 0 h 77"/>
                <a:gd name="T50" fmla="*/ 18 w 60"/>
                <a:gd name="T51" fmla="*/ 0 h 77"/>
                <a:gd name="T52" fmla="*/ 12 w 60"/>
                <a:gd name="T53" fmla="*/ 0 h 77"/>
                <a:gd name="T54" fmla="*/ 0 w 60"/>
                <a:gd name="T55" fmla="*/ 6 h 77"/>
                <a:gd name="T56" fmla="*/ 0 w 60"/>
                <a:gd name="T57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6" y="6"/>
                  </a:lnTo>
                  <a:lnTo>
                    <a:pt x="6" y="12"/>
                  </a:lnTo>
                  <a:lnTo>
                    <a:pt x="12" y="24"/>
                  </a:lnTo>
                  <a:lnTo>
                    <a:pt x="18" y="48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7"/>
                  </a:lnTo>
                  <a:lnTo>
                    <a:pt x="30" y="65"/>
                  </a:lnTo>
                  <a:lnTo>
                    <a:pt x="36" y="54"/>
                  </a:lnTo>
                  <a:lnTo>
                    <a:pt x="48" y="42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48" y="18"/>
                  </a:lnTo>
                  <a:lnTo>
                    <a:pt x="42" y="42"/>
                  </a:lnTo>
                  <a:lnTo>
                    <a:pt x="30" y="59"/>
                  </a:lnTo>
                  <a:lnTo>
                    <a:pt x="24" y="65"/>
                  </a:lnTo>
                  <a:lnTo>
                    <a:pt x="24" y="36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9" name="Freeform 49"/>
            <p:cNvSpPr>
              <a:spLocks/>
            </p:cNvSpPr>
            <p:nvPr/>
          </p:nvSpPr>
          <p:spPr bwMode="auto">
            <a:xfrm>
              <a:off x="283" y="1281"/>
              <a:ext cx="21" cy="63"/>
            </a:xfrm>
            <a:custGeom>
              <a:avLst/>
              <a:gdLst>
                <a:gd name="T0" fmla="*/ 0 w 36"/>
                <a:gd name="T1" fmla="*/ 95 h 95"/>
                <a:gd name="T2" fmla="*/ 36 w 36"/>
                <a:gd name="T3" fmla="*/ 95 h 95"/>
                <a:gd name="T4" fmla="*/ 36 w 36"/>
                <a:gd name="T5" fmla="*/ 89 h 95"/>
                <a:gd name="T6" fmla="*/ 24 w 36"/>
                <a:gd name="T7" fmla="*/ 89 h 95"/>
                <a:gd name="T8" fmla="*/ 24 w 36"/>
                <a:gd name="T9" fmla="*/ 83 h 95"/>
                <a:gd name="T10" fmla="*/ 24 w 36"/>
                <a:gd name="T11" fmla="*/ 0 h 95"/>
                <a:gd name="T12" fmla="*/ 24 w 36"/>
                <a:gd name="T13" fmla="*/ 0 h 95"/>
                <a:gd name="T14" fmla="*/ 0 w 36"/>
                <a:gd name="T15" fmla="*/ 12 h 95"/>
                <a:gd name="T16" fmla="*/ 0 w 36"/>
                <a:gd name="T17" fmla="*/ 12 h 95"/>
                <a:gd name="T18" fmla="*/ 6 w 36"/>
                <a:gd name="T19" fmla="*/ 12 h 95"/>
                <a:gd name="T20" fmla="*/ 12 w 36"/>
                <a:gd name="T21" fmla="*/ 12 h 95"/>
                <a:gd name="T22" fmla="*/ 12 w 36"/>
                <a:gd name="T23" fmla="*/ 12 h 95"/>
                <a:gd name="T24" fmla="*/ 12 w 36"/>
                <a:gd name="T25" fmla="*/ 18 h 95"/>
                <a:gd name="T26" fmla="*/ 12 w 36"/>
                <a:gd name="T27" fmla="*/ 83 h 95"/>
                <a:gd name="T28" fmla="*/ 12 w 36"/>
                <a:gd name="T29" fmla="*/ 89 h 95"/>
                <a:gd name="T30" fmla="*/ 0 w 36"/>
                <a:gd name="T31" fmla="*/ 89 h 95"/>
                <a:gd name="T32" fmla="*/ 0 w 36"/>
                <a:gd name="T3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95">
                  <a:moveTo>
                    <a:pt x="0" y="95"/>
                  </a:moveTo>
                  <a:lnTo>
                    <a:pt x="36" y="95"/>
                  </a:lnTo>
                  <a:lnTo>
                    <a:pt x="36" y="89"/>
                  </a:lnTo>
                  <a:lnTo>
                    <a:pt x="24" y="89"/>
                  </a:lnTo>
                  <a:lnTo>
                    <a:pt x="24" y="8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83"/>
                  </a:lnTo>
                  <a:lnTo>
                    <a:pt x="12" y="89"/>
                  </a:lnTo>
                  <a:lnTo>
                    <a:pt x="0" y="89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Freeform 50"/>
            <p:cNvSpPr>
              <a:spLocks/>
            </p:cNvSpPr>
            <p:nvPr/>
          </p:nvSpPr>
          <p:spPr bwMode="auto">
            <a:xfrm>
              <a:off x="251" y="1124"/>
              <a:ext cx="46" cy="64"/>
            </a:xfrm>
            <a:custGeom>
              <a:avLst/>
              <a:gdLst>
                <a:gd name="T0" fmla="*/ 36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6 w 78"/>
                <a:gd name="T7" fmla="*/ 53 h 95"/>
                <a:gd name="T8" fmla="*/ 36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6 w 78"/>
                <a:gd name="T23" fmla="*/ 0 h 95"/>
                <a:gd name="T24" fmla="*/ 36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6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6" y="53"/>
                  </a:lnTo>
                  <a:lnTo>
                    <a:pt x="36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Rectangle 51"/>
            <p:cNvSpPr>
              <a:spLocks noChangeArrowheads="1"/>
            </p:cNvSpPr>
            <p:nvPr/>
          </p:nvSpPr>
          <p:spPr bwMode="auto">
            <a:xfrm>
              <a:off x="251" y="1417"/>
              <a:ext cx="46" cy="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Freeform 52"/>
            <p:cNvSpPr>
              <a:spLocks/>
            </p:cNvSpPr>
            <p:nvPr/>
          </p:nvSpPr>
          <p:spPr bwMode="auto">
            <a:xfrm>
              <a:off x="251" y="1469"/>
              <a:ext cx="42" cy="56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18 w 72"/>
                <a:gd name="T19" fmla="*/ 6 h 84"/>
                <a:gd name="T20" fmla="*/ 12 w 72"/>
                <a:gd name="T21" fmla="*/ 12 h 84"/>
                <a:gd name="T22" fmla="*/ 0 w 72"/>
                <a:gd name="T23" fmla="*/ 42 h 84"/>
                <a:gd name="T24" fmla="*/ 12 w 72"/>
                <a:gd name="T25" fmla="*/ 72 h 84"/>
                <a:gd name="T26" fmla="*/ 18 w 72"/>
                <a:gd name="T27" fmla="*/ 84 h 84"/>
                <a:gd name="T28" fmla="*/ 36 w 72"/>
                <a:gd name="T29" fmla="*/ 84 h 84"/>
                <a:gd name="T30" fmla="*/ 36 w 72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2"/>
                  </a:lnTo>
                  <a:lnTo>
                    <a:pt x="1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Freeform 53"/>
            <p:cNvSpPr>
              <a:spLocks/>
            </p:cNvSpPr>
            <p:nvPr/>
          </p:nvSpPr>
          <p:spPr bwMode="auto">
            <a:xfrm>
              <a:off x="272" y="1497"/>
              <a:ext cx="21" cy="28"/>
            </a:xfrm>
            <a:custGeom>
              <a:avLst/>
              <a:gdLst>
                <a:gd name="T0" fmla="*/ 0 w 36"/>
                <a:gd name="T1" fmla="*/ 42 h 42"/>
                <a:gd name="T2" fmla="*/ 12 w 36"/>
                <a:gd name="T3" fmla="*/ 42 h 42"/>
                <a:gd name="T4" fmla="*/ 24 w 36"/>
                <a:gd name="T5" fmla="*/ 30 h 42"/>
                <a:gd name="T6" fmla="*/ 36 w 36"/>
                <a:gd name="T7" fmla="*/ 18 h 42"/>
                <a:gd name="T8" fmla="*/ 36 w 36"/>
                <a:gd name="T9" fmla="*/ 0 h 42"/>
                <a:gd name="T10" fmla="*/ 36 w 36"/>
                <a:gd name="T11" fmla="*/ 0 h 42"/>
                <a:gd name="T12" fmla="*/ 36 w 36"/>
                <a:gd name="T13" fmla="*/ 18 h 42"/>
                <a:gd name="T14" fmla="*/ 24 w 36"/>
                <a:gd name="T15" fmla="*/ 30 h 42"/>
                <a:gd name="T16" fmla="*/ 12 w 36"/>
                <a:gd name="T17" fmla="*/ 42 h 42"/>
                <a:gd name="T18" fmla="*/ 0 w 36"/>
                <a:gd name="T19" fmla="*/ 42 h 42"/>
                <a:gd name="T20" fmla="*/ 0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Freeform 54"/>
            <p:cNvSpPr>
              <a:spLocks noEditPoints="1"/>
            </p:cNvSpPr>
            <p:nvPr/>
          </p:nvSpPr>
          <p:spPr bwMode="auto">
            <a:xfrm>
              <a:off x="272" y="1469"/>
              <a:ext cx="21" cy="28"/>
            </a:xfrm>
            <a:custGeom>
              <a:avLst/>
              <a:gdLst>
                <a:gd name="T0" fmla="*/ 36 w 36"/>
                <a:gd name="T1" fmla="*/ 42 h 42"/>
                <a:gd name="T2" fmla="*/ 36 w 36"/>
                <a:gd name="T3" fmla="*/ 24 h 42"/>
                <a:gd name="T4" fmla="*/ 24 w 36"/>
                <a:gd name="T5" fmla="*/ 12 h 42"/>
                <a:gd name="T6" fmla="*/ 12 w 36"/>
                <a:gd name="T7" fmla="*/ 6 h 42"/>
                <a:gd name="T8" fmla="*/ 0 w 36"/>
                <a:gd name="T9" fmla="*/ 0 h 42"/>
                <a:gd name="T10" fmla="*/ 0 w 36"/>
                <a:gd name="T11" fmla="*/ 0 h 42"/>
                <a:gd name="T12" fmla="*/ 12 w 36"/>
                <a:gd name="T13" fmla="*/ 6 h 42"/>
                <a:gd name="T14" fmla="*/ 24 w 36"/>
                <a:gd name="T15" fmla="*/ 12 h 42"/>
                <a:gd name="T16" fmla="*/ 36 w 36"/>
                <a:gd name="T17" fmla="*/ 24 h 42"/>
                <a:gd name="T18" fmla="*/ 36 w 36"/>
                <a:gd name="T19" fmla="*/ 42 h 42"/>
                <a:gd name="T20" fmla="*/ 36 w 36"/>
                <a:gd name="T21" fmla="*/ 42 h 42"/>
                <a:gd name="T22" fmla="*/ 36 w 36"/>
                <a:gd name="T23" fmla="*/ 42 h 42"/>
                <a:gd name="T24" fmla="*/ 36 w 36"/>
                <a:gd name="T25" fmla="*/ 42 h 42"/>
                <a:gd name="T26" fmla="*/ 36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close/>
                  <a:moveTo>
                    <a:pt x="36" y="42"/>
                  </a:move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Freeform 55"/>
            <p:cNvSpPr>
              <a:spLocks noEditPoints="1"/>
            </p:cNvSpPr>
            <p:nvPr/>
          </p:nvSpPr>
          <p:spPr bwMode="auto">
            <a:xfrm>
              <a:off x="251" y="1469"/>
              <a:ext cx="21" cy="28"/>
            </a:xfrm>
            <a:custGeom>
              <a:avLst/>
              <a:gdLst>
                <a:gd name="T0" fmla="*/ 36 w 36"/>
                <a:gd name="T1" fmla="*/ 0 h 42"/>
                <a:gd name="T2" fmla="*/ 18 w 36"/>
                <a:gd name="T3" fmla="*/ 6 h 42"/>
                <a:gd name="T4" fmla="*/ 12 w 36"/>
                <a:gd name="T5" fmla="*/ 12 h 42"/>
                <a:gd name="T6" fmla="*/ 0 w 36"/>
                <a:gd name="T7" fmla="*/ 42 h 42"/>
                <a:gd name="T8" fmla="*/ 0 w 36"/>
                <a:gd name="T9" fmla="*/ 42 h 42"/>
                <a:gd name="T10" fmla="*/ 12 w 36"/>
                <a:gd name="T11" fmla="*/ 12 h 42"/>
                <a:gd name="T12" fmla="*/ 18 w 36"/>
                <a:gd name="T13" fmla="*/ 6 h 42"/>
                <a:gd name="T14" fmla="*/ 36 w 36"/>
                <a:gd name="T15" fmla="*/ 0 h 42"/>
                <a:gd name="T16" fmla="*/ 36 w 36"/>
                <a:gd name="T17" fmla="*/ 0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Freeform 56"/>
            <p:cNvSpPr>
              <a:spLocks noEditPoints="1"/>
            </p:cNvSpPr>
            <p:nvPr/>
          </p:nvSpPr>
          <p:spPr bwMode="auto">
            <a:xfrm>
              <a:off x="251" y="1497"/>
              <a:ext cx="21" cy="28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30 h 42"/>
                <a:gd name="T4" fmla="*/ 18 w 36"/>
                <a:gd name="T5" fmla="*/ 42 h 42"/>
                <a:gd name="T6" fmla="*/ 36 w 36"/>
                <a:gd name="T7" fmla="*/ 42 h 42"/>
                <a:gd name="T8" fmla="*/ 36 w 36"/>
                <a:gd name="T9" fmla="*/ 42 h 42"/>
                <a:gd name="T10" fmla="*/ 18 w 36"/>
                <a:gd name="T11" fmla="*/ 42 h 42"/>
                <a:gd name="T12" fmla="*/ 12 w 36"/>
                <a:gd name="T13" fmla="*/ 30 h 42"/>
                <a:gd name="T14" fmla="*/ 0 w 36"/>
                <a:gd name="T15" fmla="*/ 0 h 42"/>
                <a:gd name="T16" fmla="*/ 0 w 36"/>
                <a:gd name="T17" fmla="*/ 0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30"/>
                  </a:lnTo>
                  <a:lnTo>
                    <a:pt x="18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18" y="42"/>
                  </a:lnTo>
                  <a:lnTo>
                    <a:pt x="12" y="3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Freeform 57"/>
            <p:cNvSpPr>
              <a:spLocks/>
            </p:cNvSpPr>
            <p:nvPr/>
          </p:nvSpPr>
          <p:spPr bwMode="auto">
            <a:xfrm>
              <a:off x="272" y="1525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Freeform 58"/>
            <p:cNvSpPr>
              <a:spLocks/>
            </p:cNvSpPr>
            <p:nvPr/>
          </p:nvSpPr>
          <p:spPr bwMode="auto">
            <a:xfrm>
              <a:off x="696" y="939"/>
              <a:ext cx="476" cy="667"/>
            </a:xfrm>
            <a:custGeom>
              <a:avLst/>
              <a:gdLst>
                <a:gd name="T0" fmla="*/ 807 w 807"/>
                <a:gd name="T1" fmla="*/ 991 h 991"/>
                <a:gd name="T2" fmla="*/ 807 w 807"/>
                <a:gd name="T3" fmla="*/ 0 h 991"/>
                <a:gd name="T4" fmla="*/ 0 w 807"/>
                <a:gd name="T5" fmla="*/ 0 h 991"/>
                <a:gd name="T6" fmla="*/ 0 w 807"/>
                <a:gd name="T7" fmla="*/ 991 h 991"/>
                <a:gd name="T8" fmla="*/ 807 w 807"/>
                <a:gd name="T9" fmla="*/ 991 h 991"/>
                <a:gd name="T10" fmla="*/ 807 w 807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7" h="991">
                  <a:moveTo>
                    <a:pt x="807" y="991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991"/>
                  </a:lnTo>
                  <a:lnTo>
                    <a:pt x="807" y="991"/>
                  </a:lnTo>
                  <a:lnTo>
                    <a:pt x="807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Freeform 59"/>
            <p:cNvSpPr>
              <a:spLocks/>
            </p:cNvSpPr>
            <p:nvPr/>
          </p:nvSpPr>
          <p:spPr bwMode="auto">
            <a:xfrm>
              <a:off x="1172" y="939"/>
              <a:ext cx="1" cy="667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Freeform 60"/>
            <p:cNvSpPr>
              <a:spLocks noEditPoints="1"/>
            </p:cNvSpPr>
            <p:nvPr/>
          </p:nvSpPr>
          <p:spPr bwMode="auto">
            <a:xfrm>
              <a:off x="696" y="939"/>
              <a:ext cx="476" cy="0"/>
            </a:xfrm>
            <a:custGeom>
              <a:avLst/>
              <a:gdLst>
                <a:gd name="T0" fmla="*/ 807 w 807"/>
                <a:gd name="T1" fmla="*/ 0 w 807"/>
                <a:gd name="T2" fmla="*/ 807 w 807"/>
                <a:gd name="T3" fmla="*/ 807 w 807"/>
                <a:gd name="T4" fmla="*/ 807 w 807"/>
                <a:gd name="T5" fmla="*/ 807 w 807"/>
                <a:gd name="T6" fmla="*/ 807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807" y="0"/>
                  </a:moveTo>
                  <a:lnTo>
                    <a:pt x="0" y="0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Freeform 61"/>
            <p:cNvSpPr>
              <a:spLocks noEditPoints="1"/>
            </p:cNvSpPr>
            <p:nvPr/>
          </p:nvSpPr>
          <p:spPr bwMode="auto">
            <a:xfrm>
              <a:off x="696" y="939"/>
              <a:ext cx="0" cy="667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Freeform 62"/>
            <p:cNvSpPr>
              <a:spLocks noEditPoints="1"/>
            </p:cNvSpPr>
            <p:nvPr/>
          </p:nvSpPr>
          <p:spPr bwMode="auto">
            <a:xfrm>
              <a:off x="696" y="1606"/>
              <a:ext cx="476" cy="0"/>
            </a:xfrm>
            <a:custGeom>
              <a:avLst/>
              <a:gdLst>
                <a:gd name="T0" fmla="*/ 0 w 807"/>
                <a:gd name="T1" fmla="*/ 807 w 807"/>
                <a:gd name="T2" fmla="*/ 0 w 807"/>
                <a:gd name="T3" fmla="*/ 0 w 807"/>
                <a:gd name="T4" fmla="*/ 0 w 807"/>
                <a:gd name="T5" fmla="*/ 0 w 807"/>
                <a:gd name="T6" fmla="*/ 0 w 80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7">
                  <a:moveTo>
                    <a:pt x="0" y="0"/>
                  </a:moveTo>
                  <a:lnTo>
                    <a:pt x="807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3" name="Freeform 63"/>
            <p:cNvSpPr>
              <a:spLocks/>
            </p:cNvSpPr>
            <p:nvPr/>
          </p:nvSpPr>
          <p:spPr bwMode="auto">
            <a:xfrm>
              <a:off x="1172" y="1606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4" name="Freeform 64"/>
            <p:cNvSpPr>
              <a:spLocks/>
            </p:cNvSpPr>
            <p:nvPr/>
          </p:nvSpPr>
          <p:spPr bwMode="auto">
            <a:xfrm>
              <a:off x="625" y="951"/>
              <a:ext cx="39" cy="52"/>
            </a:xfrm>
            <a:custGeom>
              <a:avLst/>
              <a:gdLst>
                <a:gd name="T0" fmla="*/ 30 w 66"/>
                <a:gd name="T1" fmla="*/ 78 h 78"/>
                <a:gd name="T2" fmla="*/ 54 w 66"/>
                <a:gd name="T3" fmla="*/ 72 h 78"/>
                <a:gd name="T4" fmla="*/ 66 w 66"/>
                <a:gd name="T5" fmla="*/ 60 h 78"/>
                <a:gd name="T6" fmla="*/ 66 w 66"/>
                <a:gd name="T7" fmla="*/ 42 h 78"/>
                <a:gd name="T8" fmla="*/ 66 w 66"/>
                <a:gd name="T9" fmla="*/ 24 h 78"/>
                <a:gd name="T10" fmla="*/ 54 w 66"/>
                <a:gd name="T11" fmla="*/ 12 h 78"/>
                <a:gd name="T12" fmla="*/ 42 w 66"/>
                <a:gd name="T13" fmla="*/ 6 h 78"/>
                <a:gd name="T14" fmla="*/ 30 w 66"/>
                <a:gd name="T15" fmla="*/ 0 h 78"/>
                <a:gd name="T16" fmla="*/ 18 w 66"/>
                <a:gd name="T17" fmla="*/ 6 h 78"/>
                <a:gd name="T18" fmla="*/ 6 w 66"/>
                <a:gd name="T19" fmla="*/ 12 h 78"/>
                <a:gd name="T20" fmla="*/ 0 w 66"/>
                <a:gd name="T21" fmla="*/ 42 h 78"/>
                <a:gd name="T22" fmla="*/ 6 w 66"/>
                <a:gd name="T23" fmla="*/ 72 h 78"/>
                <a:gd name="T24" fmla="*/ 30 w 66"/>
                <a:gd name="T25" fmla="*/ 78 h 78"/>
                <a:gd name="T26" fmla="*/ 30 w 66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78">
                  <a:moveTo>
                    <a:pt x="30" y="78"/>
                  </a:moveTo>
                  <a:lnTo>
                    <a:pt x="54" y="72"/>
                  </a:lnTo>
                  <a:lnTo>
                    <a:pt x="66" y="60"/>
                  </a:lnTo>
                  <a:lnTo>
                    <a:pt x="66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6" y="12"/>
                  </a:lnTo>
                  <a:lnTo>
                    <a:pt x="0" y="42"/>
                  </a:lnTo>
                  <a:lnTo>
                    <a:pt x="6" y="72"/>
                  </a:lnTo>
                  <a:lnTo>
                    <a:pt x="30" y="78"/>
                  </a:lnTo>
                  <a:lnTo>
                    <a:pt x="30" y="78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5" name="Freeform 65"/>
            <p:cNvSpPr>
              <a:spLocks/>
            </p:cNvSpPr>
            <p:nvPr/>
          </p:nvSpPr>
          <p:spPr bwMode="auto">
            <a:xfrm>
              <a:off x="272" y="1047"/>
              <a:ext cx="900" cy="1"/>
            </a:xfrm>
            <a:custGeom>
              <a:avLst/>
              <a:gdLst>
                <a:gd name="T0" fmla="*/ 0 w 1525"/>
                <a:gd name="T1" fmla="*/ 1525 w 1525"/>
                <a:gd name="T2" fmla="*/ 0 w 1525"/>
                <a:gd name="T3" fmla="*/ 0 w 15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25">
                  <a:moveTo>
                    <a:pt x="0" y="0"/>
                  </a:moveTo>
                  <a:lnTo>
                    <a:pt x="15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Freeform 66"/>
            <p:cNvSpPr>
              <a:spLocks noEditPoints="1"/>
            </p:cNvSpPr>
            <p:nvPr/>
          </p:nvSpPr>
          <p:spPr bwMode="auto">
            <a:xfrm>
              <a:off x="1172" y="1047"/>
              <a:ext cx="39" cy="77"/>
            </a:xfrm>
            <a:custGeom>
              <a:avLst/>
              <a:gdLst>
                <a:gd name="T0" fmla="*/ 0 w 66"/>
                <a:gd name="T1" fmla="*/ 0 h 114"/>
                <a:gd name="T2" fmla="*/ 30 w 66"/>
                <a:gd name="T3" fmla="*/ 6 h 114"/>
                <a:gd name="T4" fmla="*/ 48 w 66"/>
                <a:gd name="T5" fmla="*/ 18 h 114"/>
                <a:gd name="T6" fmla="*/ 60 w 66"/>
                <a:gd name="T7" fmla="*/ 36 h 114"/>
                <a:gd name="T8" fmla="*/ 66 w 66"/>
                <a:gd name="T9" fmla="*/ 54 h 114"/>
                <a:gd name="T10" fmla="*/ 66 w 66"/>
                <a:gd name="T11" fmla="*/ 78 h 114"/>
                <a:gd name="T12" fmla="*/ 54 w 66"/>
                <a:gd name="T13" fmla="*/ 96 h 114"/>
                <a:gd name="T14" fmla="*/ 36 w 66"/>
                <a:gd name="T15" fmla="*/ 108 h 114"/>
                <a:gd name="T16" fmla="*/ 6 w 66"/>
                <a:gd name="T17" fmla="*/ 114 h 114"/>
                <a:gd name="T18" fmla="*/ 6 w 66"/>
                <a:gd name="T19" fmla="*/ 114 h 114"/>
                <a:gd name="T20" fmla="*/ 36 w 66"/>
                <a:gd name="T21" fmla="*/ 108 h 114"/>
                <a:gd name="T22" fmla="*/ 54 w 66"/>
                <a:gd name="T23" fmla="*/ 96 h 114"/>
                <a:gd name="T24" fmla="*/ 66 w 66"/>
                <a:gd name="T25" fmla="*/ 78 h 114"/>
                <a:gd name="T26" fmla="*/ 66 w 66"/>
                <a:gd name="T27" fmla="*/ 54 h 114"/>
                <a:gd name="T28" fmla="*/ 60 w 66"/>
                <a:gd name="T29" fmla="*/ 36 h 114"/>
                <a:gd name="T30" fmla="*/ 48 w 66"/>
                <a:gd name="T31" fmla="*/ 18 h 114"/>
                <a:gd name="T32" fmla="*/ 30 w 66"/>
                <a:gd name="T33" fmla="*/ 6 h 114"/>
                <a:gd name="T34" fmla="*/ 0 w 66"/>
                <a:gd name="T35" fmla="*/ 0 h 114"/>
                <a:gd name="T36" fmla="*/ 0 w 66"/>
                <a:gd name="T37" fmla="*/ 0 h 114"/>
                <a:gd name="T38" fmla="*/ 0 w 66"/>
                <a:gd name="T39" fmla="*/ 0 h 114"/>
                <a:gd name="T40" fmla="*/ 0 w 66"/>
                <a:gd name="T41" fmla="*/ 0 h 114"/>
                <a:gd name="T42" fmla="*/ 0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0" y="0"/>
                  </a:moveTo>
                  <a:lnTo>
                    <a:pt x="30" y="6"/>
                  </a:lnTo>
                  <a:lnTo>
                    <a:pt x="48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6" y="78"/>
                  </a:lnTo>
                  <a:lnTo>
                    <a:pt x="54" y="96"/>
                  </a:lnTo>
                  <a:lnTo>
                    <a:pt x="36" y="108"/>
                  </a:lnTo>
                  <a:lnTo>
                    <a:pt x="6" y="114"/>
                  </a:lnTo>
                  <a:lnTo>
                    <a:pt x="6" y="114"/>
                  </a:lnTo>
                  <a:lnTo>
                    <a:pt x="36" y="108"/>
                  </a:lnTo>
                  <a:lnTo>
                    <a:pt x="54" y="96"/>
                  </a:lnTo>
                  <a:lnTo>
                    <a:pt x="66" y="78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8" y="18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Freeform 67"/>
            <p:cNvSpPr>
              <a:spLocks/>
            </p:cNvSpPr>
            <p:nvPr/>
          </p:nvSpPr>
          <p:spPr bwMode="auto">
            <a:xfrm>
              <a:off x="692" y="1152"/>
              <a:ext cx="4" cy="4"/>
            </a:xfrm>
            <a:custGeom>
              <a:avLst/>
              <a:gdLst>
                <a:gd name="T0" fmla="*/ 6 w 6"/>
                <a:gd name="T1" fmla="*/ 0 h 6"/>
                <a:gd name="T2" fmla="*/ 6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0 h 6"/>
                <a:gd name="T10" fmla="*/ 6 w 6"/>
                <a:gd name="T11" fmla="*/ 0 h 6"/>
                <a:gd name="T12" fmla="*/ 6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8" name="Freeform 68"/>
            <p:cNvSpPr>
              <a:spLocks noEditPoints="1"/>
            </p:cNvSpPr>
            <p:nvPr/>
          </p:nvSpPr>
          <p:spPr bwMode="auto">
            <a:xfrm>
              <a:off x="660" y="1156"/>
              <a:ext cx="36" cy="72"/>
            </a:xfrm>
            <a:custGeom>
              <a:avLst/>
              <a:gdLst>
                <a:gd name="T0" fmla="*/ 54 w 60"/>
                <a:gd name="T1" fmla="*/ 0 h 107"/>
                <a:gd name="T2" fmla="*/ 36 w 60"/>
                <a:gd name="T3" fmla="*/ 5 h 107"/>
                <a:gd name="T4" fmla="*/ 18 w 60"/>
                <a:gd name="T5" fmla="*/ 17 h 107"/>
                <a:gd name="T6" fmla="*/ 6 w 60"/>
                <a:gd name="T7" fmla="*/ 29 h 107"/>
                <a:gd name="T8" fmla="*/ 0 w 60"/>
                <a:gd name="T9" fmla="*/ 47 h 107"/>
                <a:gd name="T10" fmla="*/ 0 w 60"/>
                <a:gd name="T11" fmla="*/ 65 h 107"/>
                <a:gd name="T12" fmla="*/ 6 w 60"/>
                <a:gd name="T13" fmla="*/ 83 h 107"/>
                <a:gd name="T14" fmla="*/ 30 w 60"/>
                <a:gd name="T15" fmla="*/ 101 h 107"/>
                <a:gd name="T16" fmla="*/ 60 w 60"/>
                <a:gd name="T17" fmla="*/ 107 h 107"/>
                <a:gd name="T18" fmla="*/ 60 w 60"/>
                <a:gd name="T19" fmla="*/ 107 h 107"/>
                <a:gd name="T20" fmla="*/ 30 w 60"/>
                <a:gd name="T21" fmla="*/ 101 h 107"/>
                <a:gd name="T22" fmla="*/ 6 w 60"/>
                <a:gd name="T23" fmla="*/ 83 h 107"/>
                <a:gd name="T24" fmla="*/ 0 w 60"/>
                <a:gd name="T25" fmla="*/ 65 h 107"/>
                <a:gd name="T26" fmla="*/ 0 w 60"/>
                <a:gd name="T27" fmla="*/ 47 h 107"/>
                <a:gd name="T28" fmla="*/ 6 w 60"/>
                <a:gd name="T29" fmla="*/ 29 h 107"/>
                <a:gd name="T30" fmla="*/ 18 w 60"/>
                <a:gd name="T31" fmla="*/ 17 h 107"/>
                <a:gd name="T32" fmla="*/ 36 w 60"/>
                <a:gd name="T33" fmla="*/ 5 h 107"/>
                <a:gd name="T34" fmla="*/ 54 w 60"/>
                <a:gd name="T35" fmla="*/ 0 h 107"/>
                <a:gd name="T36" fmla="*/ 54 w 60"/>
                <a:gd name="T37" fmla="*/ 0 h 107"/>
                <a:gd name="T38" fmla="*/ 54 w 60"/>
                <a:gd name="T39" fmla="*/ 0 h 107"/>
                <a:gd name="T40" fmla="*/ 54 w 60"/>
                <a:gd name="T41" fmla="*/ 0 h 107"/>
                <a:gd name="T42" fmla="*/ 54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54" y="0"/>
                  </a:moveTo>
                  <a:lnTo>
                    <a:pt x="36" y="5"/>
                  </a:lnTo>
                  <a:lnTo>
                    <a:pt x="18" y="17"/>
                  </a:lnTo>
                  <a:lnTo>
                    <a:pt x="6" y="29"/>
                  </a:lnTo>
                  <a:lnTo>
                    <a:pt x="0" y="47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30" y="101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0" y="101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7"/>
                  </a:lnTo>
                  <a:lnTo>
                    <a:pt x="6" y="29"/>
                  </a:lnTo>
                  <a:lnTo>
                    <a:pt x="18" y="17"/>
                  </a:lnTo>
                  <a:lnTo>
                    <a:pt x="36" y="5"/>
                  </a:lnTo>
                  <a:lnTo>
                    <a:pt x="54" y="0"/>
                  </a:lnTo>
                  <a:lnTo>
                    <a:pt x="54" y="0"/>
                  </a:lnTo>
                  <a:close/>
                  <a:moveTo>
                    <a:pt x="54" y="0"/>
                  </a:move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9" name="Freeform 69"/>
            <p:cNvSpPr>
              <a:spLocks noEditPoints="1"/>
            </p:cNvSpPr>
            <p:nvPr/>
          </p:nvSpPr>
          <p:spPr bwMode="auto">
            <a:xfrm>
              <a:off x="696" y="1228"/>
              <a:ext cx="473" cy="8"/>
            </a:xfrm>
            <a:custGeom>
              <a:avLst/>
              <a:gdLst>
                <a:gd name="T0" fmla="*/ 0 w 801"/>
                <a:gd name="T1" fmla="*/ 0 h 12"/>
                <a:gd name="T2" fmla="*/ 29 w 801"/>
                <a:gd name="T3" fmla="*/ 6 h 12"/>
                <a:gd name="T4" fmla="*/ 71 w 801"/>
                <a:gd name="T5" fmla="*/ 6 h 12"/>
                <a:gd name="T6" fmla="*/ 167 w 801"/>
                <a:gd name="T7" fmla="*/ 6 h 12"/>
                <a:gd name="T8" fmla="*/ 275 w 801"/>
                <a:gd name="T9" fmla="*/ 6 h 12"/>
                <a:gd name="T10" fmla="*/ 388 w 801"/>
                <a:gd name="T11" fmla="*/ 6 h 12"/>
                <a:gd name="T12" fmla="*/ 508 w 801"/>
                <a:gd name="T13" fmla="*/ 6 h 12"/>
                <a:gd name="T14" fmla="*/ 622 w 801"/>
                <a:gd name="T15" fmla="*/ 6 h 12"/>
                <a:gd name="T16" fmla="*/ 717 w 801"/>
                <a:gd name="T17" fmla="*/ 6 h 12"/>
                <a:gd name="T18" fmla="*/ 765 w 801"/>
                <a:gd name="T19" fmla="*/ 12 h 12"/>
                <a:gd name="T20" fmla="*/ 801 w 801"/>
                <a:gd name="T21" fmla="*/ 12 h 12"/>
                <a:gd name="T22" fmla="*/ 801 w 801"/>
                <a:gd name="T23" fmla="*/ 12 h 12"/>
                <a:gd name="T24" fmla="*/ 765 w 801"/>
                <a:gd name="T25" fmla="*/ 12 h 12"/>
                <a:gd name="T26" fmla="*/ 717 w 801"/>
                <a:gd name="T27" fmla="*/ 6 h 12"/>
                <a:gd name="T28" fmla="*/ 622 w 801"/>
                <a:gd name="T29" fmla="*/ 6 h 12"/>
                <a:gd name="T30" fmla="*/ 508 w 801"/>
                <a:gd name="T31" fmla="*/ 6 h 12"/>
                <a:gd name="T32" fmla="*/ 388 w 801"/>
                <a:gd name="T33" fmla="*/ 6 h 12"/>
                <a:gd name="T34" fmla="*/ 275 w 801"/>
                <a:gd name="T35" fmla="*/ 6 h 12"/>
                <a:gd name="T36" fmla="*/ 167 w 801"/>
                <a:gd name="T37" fmla="*/ 6 h 12"/>
                <a:gd name="T38" fmla="*/ 71 w 801"/>
                <a:gd name="T39" fmla="*/ 6 h 12"/>
                <a:gd name="T40" fmla="*/ 29 w 801"/>
                <a:gd name="T41" fmla="*/ 6 h 12"/>
                <a:gd name="T42" fmla="*/ 0 w 801"/>
                <a:gd name="T43" fmla="*/ 0 h 12"/>
                <a:gd name="T44" fmla="*/ 0 w 801"/>
                <a:gd name="T45" fmla="*/ 0 h 12"/>
                <a:gd name="T46" fmla="*/ 0 w 801"/>
                <a:gd name="T47" fmla="*/ 0 h 12"/>
                <a:gd name="T48" fmla="*/ 0 w 801"/>
                <a:gd name="T49" fmla="*/ 0 h 12"/>
                <a:gd name="T50" fmla="*/ 0 w 801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1" h="12">
                  <a:moveTo>
                    <a:pt x="0" y="0"/>
                  </a:moveTo>
                  <a:lnTo>
                    <a:pt x="29" y="6"/>
                  </a:lnTo>
                  <a:lnTo>
                    <a:pt x="71" y="6"/>
                  </a:lnTo>
                  <a:lnTo>
                    <a:pt x="167" y="6"/>
                  </a:lnTo>
                  <a:lnTo>
                    <a:pt x="275" y="6"/>
                  </a:lnTo>
                  <a:lnTo>
                    <a:pt x="388" y="6"/>
                  </a:lnTo>
                  <a:lnTo>
                    <a:pt x="508" y="6"/>
                  </a:lnTo>
                  <a:lnTo>
                    <a:pt x="622" y="6"/>
                  </a:lnTo>
                  <a:lnTo>
                    <a:pt x="717" y="6"/>
                  </a:lnTo>
                  <a:lnTo>
                    <a:pt x="765" y="12"/>
                  </a:lnTo>
                  <a:lnTo>
                    <a:pt x="801" y="12"/>
                  </a:lnTo>
                  <a:lnTo>
                    <a:pt x="801" y="12"/>
                  </a:lnTo>
                  <a:lnTo>
                    <a:pt x="765" y="12"/>
                  </a:lnTo>
                  <a:lnTo>
                    <a:pt x="717" y="6"/>
                  </a:lnTo>
                  <a:lnTo>
                    <a:pt x="622" y="6"/>
                  </a:lnTo>
                  <a:lnTo>
                    <a:pt x="508" y="6"/>
                  </a:lnTo>
                  <a:lnTo>
                    <a:pt x="388" y="6"/>
                  </a:lnTo>
                  <a:lnTo>
                    <a:pt x="275" y="6"/>
                  </a:lnTo>
                  <a:lnTo>
                    <a:pt x="167" y="6"/>
                  </a:lnTo>
                  <a:lnTo>
                    <a:pt x="71" y="6"/>
                  </a:lnTo>
                  <a:lnTo>
                    <a:pt x="29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Freeform 70"/>
            <p:cNvSpPr>
              <a:spLocks noEditPoints="1"/>
            </p:cNvSpPr>
            <p:nvPr/>
          </p:nvSpPr>
          <p:spPr bwMode="auto">
            <a:xfrm>
              <a:off x="1169" y="1236"/>
              <a:ext cx="42" cy="76"/>
            </a:xfrm>
            <a:custGeom>
              <a:avLst/>
              <a:gdLst>
                <a:gd name="T0" fmla="*/ 0 w 72"/>
                <a:gd name="T1" fmla="*/ 0 h 113"/>
                <a:gd name="T2" fmla="*/ 36 w 72"/>
                <a:gd name="T3" fmla="*/ 6 h 113"/>
                <a:gd name="T4" fmla="*/ 60 w 72"/>
                <a:gd name="T5" fmla="*/ 24 h 113"/>
                <a:gd name="T6" fmla="*/ 72 w 72"/>
                <a:gd name="T7" fmla="*/ 42 h 113"/>
                <a:gd name="T8" fmla="*/ 72 w 72"/>
                <a:gd name="T9" fmla="*/ 60 h 113"/>
                <a:gd name="T10" fmla="*/ 66 w 72"/>
                <a:gd name="T11" fmla="*/ 78 h 113"/>
                <a:gd name="T12" fmla="*/ 48 w 72"/>
                <a:gd name="T13" fmla="*/ 95 h 113"/>
                <a:gd name="T14" fmla="*/ 30 w 72"/>
                <a:gd name="T15" fmla="*/ 107 h 113"/>
                <a:gd name="T16" fmla="*/ 6 w 72"/>
                <a:gd name="T17" fmla="*/ 113 h 113"/>
                <a:gd name="T18" fmla="*/ 6 w 72"/>
                <a:gd name="T19" fmla="*/ 113 h 113"/>
                <a:gd name="T20" fmla="*/ 30 w 72"/>
                <a:gd name="T21" fmla="*/ 107 h 113"/>
                <a:gd name="T22" fmla="*/ 48 w 72"/>
                <a:gd name="T23" fmla="*/ 95 h 113"/>
                <a:gd name="T24" fmla="*/ 66 w 72"/>
                <a:gd name="T25" fmla="*/ 78 h 113"/>
                <a:gd name="T26" fmla="*/ 72 w 72"/>
                <a:gd name="T27" fmla="*/ 60 h 113"/>
                <a:gd name="T28" fmla="*/ 72 w 72"/>
                <a:gd name="T29" fmla="*/ 42 h 113"/>
                <a:gd name="T30" fmla="*/ 60 w 72"/>
                <a:gd name="T31" fmla="*/ 24 h 113"/>
                <a:gd name="T32" fmla="*/ 36 w 72"/>
                <a:gd name="T33" fmla="*/ 6 h 113"/>
                <a:gd name="T34" fmla="*/ 0 w 72"/>
                <a:gd name="T35" fmla="*/ 0 h 113"/>
                <a:gd name="T36" fmla="*/ 0 w 72"/>
                <a:gd name="T37" fmla="*/ 0 h 113"/>
                <a:gd name="T38" fmla="*/ 0 w 72"/>
                <a:gd name="T39" fmla="*/ 0 h 113"/>
                <a:gd name="T40" fmla="*/ 0 w 72"/>
                <a:gd name="T41" fmla="*/ 0 h 113"/>
                <a:gd name="T42" fmla="*/ 0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0" y="0"/>
                  </a:moveTo>
                  <a:lnTo>
                    <a:pt x="36" y="6"/>
                  </a:lnTo>
                  <a:lnTo>
                    <a:pt x="60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6" y="78"/>
                  </a:lnTo>
                  <a:lnTo>
                    <a:pt x="48" y="95"/>
                  </a:lnTo>
                  <a:lnTo>
                    <a:pt x="30" y="107"/>
                  </a:lnTo>
                  <a:lnTo>
                    <a:pt x="6" y="113"/>
                  </a:lnTo>
                  <a:lnTo>
                    <a:pt x="6" y="113"/>
                  </a:lnTo>
                  <a:lnTo>
                    <a:pt x="30" y="107"/>
                  </a:lnTo>
                  <a:lnTo>
                    <a:pt x="48" y="95"/>
                  </a:lnTo>
                  <a:lnTo>
                    <a:pt x="66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60" y="24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1" name="Freeform 71"/>
            <p:cNvSpPr>
              <a:spLocks/>
            </p:cNvSpPr>
            <p:nvPr/>
          </p:nvSpPr>
          <p:spPr bwMode="auto">
            <a:xfrm>
              <a:off x="657" y="1332"/>
              <a:ext cx="39" cy="73"/>
            </a:xfrm>
            <a:custGeom>
              <a:avLst/>
              <a:gdLst>
                <a:gd name="T0" fmla="*/ 66 w 66"/>
                <a:gd name="T1" fmla="*/ 0 h 108"/>
                <a:gd name="T2" fmla="*/ 42 w 66"/>
                <a:gd name="T3" fmla="*/ 6 h 108"/>
                <a:gd name="T4" fmla="*/ 18 w 66"/>
                <a:gd name="T5" fmla="*/ 18 h 108"/>
                <a:gd name="T6" fmla="*/ 6 w 66"/>
                <a:gd name="T7" fmla="*/ 36 h 108"/>
                <a:gd name="T8" fmla="*/ 0 w 66"/>
                <a:gd name="T9" fmla="*/ 54 h 108"/>
                <a:gd name="T10" fmla="*/ 6 w 66"/>
                <a:gd name="T11" fmla="*/ 72 h 108"/>
                <a:gd name="T12" fmla="*/ 12 w 66"/>
                <a:gd name="T13" fmla="*/ 90 h 108"/>
                <a:gd name="T14" fmla="*/ 36 w 66"/>
                <a:gd name="T15" fmla="*/ 102 h 108"/>
                <a:gd name="T16" fmla="*/ 66 w 66"/>
                <a:gd name="T17" fmla="*/ 108 h 108"/>
                <a:gd name="T18" fmla="*/ 66 w 66"/>
                <a:gd name="T19" fmla="*/ 108 h 108"/>
                <a:gd name="T20" fmla="*/ 36 w 66"/>
                <a:gd name="T21" fmla="*/ 102 h 108"/>
                <a:gd name="T22" fmla="*/ 12 w 66"/>
                <a:gd name="T23" fmla="*/ 90 h 108"/>
                <a:gd name="T24" fmla="*/ 6 w 66"/>
                <a:gd name="T25" fmla="*/ 72 h 108"/>
                <a:gd name="T26" fmla="*/ 0 w 66"/>
                <a:gd name="T27" fmla="*/ 54 h 108"/>
                <a:gd name="T28" fmla="*/ 6 w 66"/>
                <a:gd name="T29" fmla="*/ 36 h 108"/>
                <a:gd name="T30" fmla="*/ 18 w 66"/>
                <a:gd name="T31" fmla="*/ 18 h 108"/>
                <a:gd name="T32" fmla="*/ 42 w 66"/>
                <a:gd name="T33" fmla="*/ 6 h 108"/>
                <a:gd name="T34" fmla="*/ 66 w 66"/>
                <a:gd name="T35" fmla="*/ 0 h 108"/>
                <a:gd name="T36" fmla="*/ 66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66" y="0"/>
                  </a:moveTo>
                  <a:lnTo>
                    <a:pt x="42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2"/>
                  </a:lnTo>
                  <a:lnTo>
                    <a:pt x="12" y="90"/>
                  </a:lnTo>
                  <a:lnTo>
                    <a:pt x="36" y="102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36" y="102"/>
                  </a:lnTo>
                  <a:lnTo>
                    <a:pt x="12" y="90"/>
                  </a:lnTo>
                  <a:lnTo>
                    <a:pt x="6" y="72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42" y="6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2" name="Freeform 72"/>
            <p:cNvSpPr>
              <a:spLocks noEditPoints="1"/>
            </p:cNvSpPr>
            <p:nvPr/>
          </p:nvSpPr>
          <p:spPr bwMode="auto">
            <a:xfrm>
              <a:off x="696" y="1405"/>
              <a:ext cx="476" cy="12"/>
            </a:xfrm>
            <a:custGeom>
              <a:avLst/>
              <a:gdLst>
                <a:gd name="T0" fmla="*/ 0 w 807"/>
                <a:gd name="T1" fmla="*/ 0 h 18"/>
                <a:gd name="T2" fmla="*/ 29 w 807"/>
                <a:gd name="T3" fmla="*/ 0 h 18"/>
                <a:gd name="T4" fmla="*/ 71 w 807"/>
                <a:gd name="T5" fmla="*/ 6 h 18"/>
                <a:gd name="T6" fmla="*/ 119 w 807"/>
                <a:gd name="T7" fmla="*/ 6 h 18"/>
                <a:gd name="T8" fmla="*/ 167 w 807"/>
                <a:gd name="T9" fmla="*/ 6 h 18"/>
                <a:gd name="T10" fmla="*/ 287 w 807"/>
                <a:gd name="T11" fmla="*/ 6 h 18"/>
                <a:gd name="T12" fmla="*/ 418 w 807"/>
                <a:gd name="T13" fmla="*/ 12 h 18"/>
                <a:gd name="T14" fmla="*/ 544 w 807"/>
                <a:gd name="T15" fmla="*/ 12 h 18"/>
                <a:gd name="T16" fmla="*/ 658 w 807"/>
                <a:gd name="T17" fmla="*/ 12 h 18"/>
                <a:gd name="T18" fmla="*/ 705 w 807"/>
                <a:gd name="T19" fmla="*/ 12 h 18"/>
                <a:gd name="T20" fmla="*/ 747 w 807"/>
                <a:gd name="T21" fmla="*/ 12 h 18"/>
                <a:gd name="T22" fmla="*/ 783 w 807"/>
                <a:gd name="T23" fmla="*/ 18 h 18"/>
                <a:gd name="T24" fmla="*/ 807 w 807"/>
                <a:gd name="T25" fmla="*/ 18 h 18"/>
                <a:gd name="T26" fmla="*/ 807 w 807"/>
                <a:gd name="T27" fmla="*/ 18 h 18"/>
                <a:gd name="T28" fmla="*/ 783 w 807"/>
                <a:gd name="T29" fmla="*/ 18 h 18"/>
                <a:gd name="T30" fmla="*/ 747 w 807"/>
                <a:gd name="T31" fmla="*/ 12 h 18"/>
                <a:gd name="T32" fmla="*/ 705 w 807"/>
                <a:gd name="T33" fmla="*/ 12 h 18"/>
                <a:gd name="T34" fmla="*/ 658 w 807"/>
                <a:gd name="T35" fmla="*/ 12 h 18"/>
                <a:gd name="T36" fmla="*/ 544 w 807"/>
                <a:gd name="T37" fmla="*/ 12 h 18"/>
                <a:gd name="T38" fmla="*/ 418 w 807"/>
                <a:gd name="T39" fmla="*/ 12 h 18"/>
                <a:gd name="T40" fmla="*/ 287 w 807"/>
                <a:gd name="T41" fmla="*/ 6 h 18"/>
                <a:gd name="T42" fmla="*/ 167 w 807"/>
                <a:gd name="T43" fmla="*/ 6 h 18"/>
                <a:gd name="T44" fmla="*/ 119 w 807"/>
                <a:gd name="T45" fmla="*/ 6 h 18"/>
                <a:gd name="T46" fmla="*/ 71 w 807"/>
                <a:gd name="T47" fmla="*/ 6 h 18"/>
                <a:gd name="T48" fmla="*/ 29 w 807"/>
                <a:gd name="T49" fmla="*/ 0 h 18"/>
                <a:gd name="T50" fmla="*/ 0 w 807"/>
                <a:gd name="T51" fmla="*/ 0 h 18"/>
                <a:gd name="T52" fmla="*/ 0 w 807"/>
                <a:gd name="T53" fmla="*/ 0 h 18"/>
                <a:gd name="T54" fmla="*/ 0 w 807"/>
                <a:gd name="T55" fmla="*/ 0 h 18"/>
                <a:gd name="T56" fmla="*/ 0 w 807"/>
                <a:gd name="T57" fmla="*/ 0 h 18"/>
                <a:gd name="T58" fmla="*/ 0 w 807"/>
                <a:gd name="T5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7" h="18">
                  <a:moveTo>
                    <a:pt x="0" y="0"/>
                  </a:moveTo>
                  <a:lnTo>
                    <a:pt x="29" y="0"/>
                  </a:lnTo>
                  <a:lnTo>
                    <a:pt x="71" y="6"/>
                  </a:lnTo>
                  <a:lnTo>
                    <a:pt x="119" y="6"/>
                  </a:lnTo>
                  <a:lnTo>
                    <a:pt x="167" y="6"/>
                  </a:lnTo>
                  <a:lnTo>
                    <a:pt x="287" y="6"/>
                  </a:lnTo>
                  <a:lnTo>
                    <a:pt x="418" y="12"/>
                  </a:lnTo>
                  <a:lnTo>
                    <a:pt x="544" y="12"/>
                  </a:lnTo>
                  <a:lnTo>
                    <a:pt x="658" y="12"/>
                  </a:lnTo>
                  <a:lnTo>
                    <a:pt x="705" y="12"/>
                  </a:lnTo>
                  <a:lnTo>
                    <a:pt x="747" y="12"/>
                  </a:lnTo>
                  <a:lnTo>
                    <a:pt x="783" y="18"/>
                  </a:lnTo>
                  <a:lnTo>
                    <a:pt x="807" y="18"/>
                  </a:lnTo>
                  <a:lnTo>
                    <a:pt x="807" y="18"/>
                  </a:lnTo>
                  <a:lnTo>
                    <a:pt x="783" y="18"/>
                  </a:lnTo>
                  <a:lnTo>
                    <a:pt x="747" y="12"/>
                  </a:lnTo>
                  <a:lnTo>
                    <a:pt x="705" y="12"/>
                  </a:lnTo>
                  <a:lnTo>
                    <a:pt x="658" y="12"/>
                  </a:lnTo>
                  <a:lnTo>
                    <a:pt x="544" y="12"/>
                  </a:lnTo>
                  <a:lnTo>
                    <a:pt x="418" y="12"/>
                  </a:lnTo>
                  <a:lnTo>
                    <a:pt x="287" y="6"/>
                  </a:lnTo>
                  <a:lnTo>
                    <a:pt x="167" y="6"/>
                  </a:lnTo>
                  <a:lnTo>
                    <a:pt x="119" y="6"/>
                  </a:lnTo>
                  <a:lnTo>
                    <a:pt x="71" y="6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3" name="Freeform 73"/>
            <p:cNvSpPr>
              <a:spLocks noEditPoints="1"/>
            </p:cNvSpPr>
            <p:nvPr/>
          </p:nvSpPr>
          <p:spPr bwMode="auto">
            <a:xfrm>
              <a:off x="1172" y="1417"/>
              <a:ext cx="39" cy="72"/>
            </a:xfrm>
            <a:custGeom>
              <a:avLst/>
              <a:gdLst>
                <a:gd name="T0" fmla="*/ 0 w 66"/>
                <a:gd name="T1" fmla="*/ 0 h 107"/>
                <a:gd name="T2" fmla="*/ 30 w 66"/>
                <a:gd name="T3" fmla="*/ 6 h 107"/>
                <a:gd name="T4" fmla="*/ 48 w 66"/>
                <a:gd name="T5" fmla="*/ 24 h 107"/>
                <a:gd name="T6" fmla="*/ 60 w 66"/>
                <a:gd name="T7" fmla="*/ 41 h 107"/>
                <a:gd name="T8" fmla="*/ 66 w 66"/>
                <a:gd name="T9" fmla="*/ 65 h 107"/>
                <a:gd name="T10" fmla="*/ 60 w 66"/>
                <a:gd name="T11" fmla="*/ 83 h 107"/>
                <a:gd name="T12" fmla="*/ 42 w 66"/>
                <a:gd name="T13" fmla="*/ 95 h 107"/>
                <a:gd name="T14" fmla="*/ 24 w 66"/>
                <a:gd name="T15" fmla="*/ 107 h 107"/>
                <a:gd name="T16" fmla="*/ 0 w 66"/>
                <a:gd name="T17" fmla="*/ 107 h 107"/>
                <a:gd name="T18" fmla="*/ 0 w 66"/>
                <a:gd name="T19" fmla="*/ 107 h 107"/>
                <a:gd name="T20" fmla="*/ 24 w 66"/>
                <a:gd name="T21" fmla="*/ 107 h 107"/>
                <a:gd name="T22" fmla="*/ 42 w 66"/>
                <a:gd name="T23" fmla="*/ 95 h 107"/>
                <a:gd name="T24" fmla="*/ 60 w 66"/>
                <a:gd name="T25" fmla="*/ 83 h 107"/>
                <a:gd name="T26" fmla="*/ 66 w 66"/>
                <a:gd name="T27" fmla="*/ 65 h 107"/>
                <a:gd name="T28" fmla="*/ 60 w 66"/>
                <a:gd name="T29" fmla="*/ 41 h 107"/>
                <a:gd name="T30" fmla="*/ 48 w 66"/>
                <a:gd name="T31" fmla="*/ 24 h 107"/>
                <a:gd name="T32" fmla="*/ 30 w 66"/>
                <a:gd name="T33" fmla="*/ 6 h 107"/>
                <a:gd name="T34" fmla="*/ 0 w 66"/>
                <a:gd name="T35" fmla="*/ 0 h 107"/>
                <a:gd name="T36" fmla="*/ 0 w 66"/>
                <a:gd name="T37" fmla="*/ 0 h 107"/>
                <a:gd name="T38" fmla="*/ 0 w 66"/>
                <a:gd name="T39" fmla="*/ 0 h 107"/>
                <a:gd name="T40" fmla="*/ 0 w 66"/>
                <a:gd name="T41" fmla="*/ 0 h 107"/>
                <a:gd name="T42" fmla="*/ 0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0" y="0"/>
                  </a:moveTo>
                  <a:lnTo>
                    <a:pt x="30" y="6"/>
                  </a:lnTo>
                  <a:lnTo>
                    <a:pt x="48" y="24"/>
                  </a:lnTo>
                  <a:lnTo>
                    <a:pt x="60" y="41"/>
                  </a:lnTo>
                  <a:lnTo>
                    <a:pt x="66" y="65"/>
                  </a:lnTo>
                  <a:lnTo>
                    <a:pt x="60" y="83"/>
                  </a:lnTo>
                  <a:lnTo>
                    <a:pt x="42" y="95"/>
                  </a:lnTo>
                  <a:lnTo>
                    <a:pt x="24" y="10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4" y="107"/>
                  </a:lnTo>
                  <a:lnTo>
                    <a:pt x="42" y="95"/>
                  </a:lnTo>
                  <a:lnTo>
                    <a:pt x="60" y="83"/>
                  </a:lnTo>
                  <a:lnTo>
                    <a:pt x="66" y="65"/>
                  </a:lnTo>
                  <a:lnTo>
                    <a:pt x="60" y="41"/>
                  </a:lnTo>
                  <a:lnTo>
                    <a:pt x="48" y="24"/>
                  </a:lnTo>
                  <a:lnTo>
                    <a:pt x="30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4" name="Freeform 74"/>
            <p:cNvSpPr>
              <a:spLocks/>
            </p:cNvSpPr>
            <p:nvPr/>
          </p:nvSpPr>
          <p:spPr bwMode="auto">
            <a:xfrm>
              <a:off x="251" y="1019"/>
              <a:ext cx="42" cy="60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7 h 89"/>
                <a:gd name="T6" fmla="*/ 72 w 72"/>
                <a:gd name="T7" fmla="*/ 59 h 89"/>
                <a:gd name="T8" fmla="*/ 72 w 72"/>
                <a:gd name="T9" fmla="*/ 41 h 89"/>
                <a:gd name="T10" fmla="*/ 72 w 72"/>
                <a:gd name="T11" fmla="*/ 23 h 89"/>
                <a:gd name="T12" fmla="*/ 60 w 72"/>
                <a:gd name="T13" fmla="*/ 11 h 89"/>
                <a:gd name="T14" fmla="*/ 48 w 72"/>
                <a:gd name="T15" fmla="*/ 5 h 89"/>
                <a:gd name="T16" fmla="*/ 36 w 72"/>
                <a:gd name="T17" fmla="*/ 0 h 89"/>
                <a:gd name="T18" fmla="*/ 18 w 72"/>
                <a:gd name="T19" fmla="*/ 5 h 89"/>
                <a:gd name="T20" fmla="*/ 12 w 72"/>
                <a:gd name="T21" fmla="*/ 11 h 89"/>
                <a:gd name="T22" fmla="*/ 0 w 72"/>
                <a:gd name="T23" fmla="*/ 41 h 89"/>
                <a:gd name="T24" fmla="*/ 12 w 72"/>
                <a:gd name="T25" fmla="*/ 77 h 89"/>
                <a:gd name="T26" fmla="*/ 18 w 72"/>
                <a:gd name="T27" fmla="*/ 83 h 89"/>
                <a:gd name="T28" fmla="*/ 36 w 72"/>
                <a:gd name="T29" fmla="*/ 89 h 89"/>
                <a:gd name="T30" fmla="*/ 36 w 72"/>
                <a:gd name="T31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7"/>
                  </a:lnTo>
                  <a:lnTo>
                    <a:pt x="72" y="59"/>
                  </a:lnTo>
                  <a:lnTo>
                    <a:pt x="72" y="41"/>
                  </a:lnTo>
                  <a:lnTo>
                    <a:pt x="72" y="23"/>
                  </a:lnTo>
                  <a:lnTo>
                    <a:pt x="60" y="11"/>
                  </a:lnTo>
                  <a:lnTo>
                    <a:pt x="48" y="5"/>
                  </a:lnTo>
                  <a:lnTo>
                    <a:pt x="36" y="0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12" y="77"/>
                  </a:lnTo>
                  <a:lnTo>
                    <a:pt x="1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5" name="Freeform 75"/>
            <p:cNvSpPr>
              <a:spLocks/>
            </p:cNvSpPr>
            <p:nvPr/>
          </p:nvSpPr>
          <p:spPr bwMode="auto">
            <a:xfrm>
              <a:off x="272" y="1047"/>
              <a:ext cx="21" cy="32"/>
            </a:xfrm>
            <a:custGeom>
              <a:avLst/>
              <a:gdLst>
                <a:gd name="T0" fmla="*/ 0 w 36"/>
                <a:gd name="T1" fmla="*/ 48 h 48"/>
                <a:gd name="T2" fmla="*/ 12 w 36"/>
                <a:gd name="T3" fmla="*/ 42 h 48"/>
                <a:gd name="T4" fmla="*/ 24 w 36"/>
                <a:gd name="T5" fmla="*/ 36 h 48"/>
                <a:gd name="T6" fmla="*/ 36 w 36"/>
                <a:gd name="T7" fmla="*/ 18 h 48"/>
                <a:gd name="T8" fmla="*/ 36 w 36"/>
                <a:gd name="T9" fmla="*/ 0 h 48"/>
                <a:gd name="T10" fmla="*/ 36 w 36"/>
                <a:gd name="T11" fmla="*/ 0 h 48"/>
                <a:gd name="T12" fmla="*/ 36 w 36"/>
                <a:gd name="T13" fmla="*/ 18 h 48"/>
                <a:gd name="T14" fmla="*/ 24 w 36"/>
                <a:gd name="T15" fmla="*/ 36 h 48"/>
                <a:gd name="T16" fmla="*/ 12 w 36"/>
                <a:gd name="T17" fmla="*/ 42 h 48"/>
                <a:gd name="T18" fmla="*/ 0 w 36"/>
                <a:gd name="T19" fmla="*/ 48 h 48"/>
                <a:gd name="T20" fmla="*/ 0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0" y="48"/>
                  </a:move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6" name="Freeform 76"/>
            <p:cNvSpPr>
              <a:spLocks noEditPoints="1"/>
            </p:cNvSpPr>
            <p:nvPr/>
          </p:nvSpPr>
          <p:spPr bwMode="auto">
            <a:xfrm>
              <a:off x="272" y="1019"/>
              <a:ext cx="21" cy="28"/>
            </a:xfrm>
            <a:custGeom>
              <a:avLst/>
              <a:gdLst>
                <a:gd name="T0" fmla="*/ 36 w 36"/>
                <a:gd name="T1" fmla="*/ 41 h 41"/>
                <a:gd name="T2" fmla="*/ 36 w 36"/>
                <a:gd name="T3" fmla="*/ 23 h 41"/>
                <a:gd name="T4" fmla="*/ 24 w 36"/>
                <a:gd name="T5" fmla="*/ 11 h 41"/>
                <a:gd name="T6" fmla="*/ 12 w 36"/>
                <a:gd name="T7" fmla="*/ 5 h 41"/>
                <a:gd name="T8" fmla="*/ 0 w 36"/>
                <a:gd name="T9" fmla="*/ 0 h 41"/>
                <a:gd name="T10" fmla="*/ 0 w 36"/>
                <a:gd name="T11" fmla="*/ 0 h 41"/>
                <a:gd name="T12" fmla="*/ 12 w 36"/>
                <a:gd name="T13" fmla="*/ 5 h 41"/>
                <a:gd name="T14" fmla="*/ 24 w 36"/>
                <a:gd name="T15" fmla="*/ 11 h 41"/>
                <a:gd name="T16" fmla="*/ 36 w 36"/>
                <a:gd name="T17" fmla="*/ 23 h 41"/>
                <a:gd name="T18" fmla="*/ 36 w 36"/>
                <a:gd name="T19" fmla="*/ 41 h 41"/>
                <a:gd name="T20" fmla="*/ 36 w 36"/>
                <a:gd name="T21" fmla="*/ 41 h 41"/>
                <a:gd name="T22" fmla="*/ 36 w 36"/>
                <a:gd name="T23" fmla="*/ 41 h 41"/>
                <a:gd name="T24" fmla="*/ 36 w 36"/>
                <a:gd name="T25" fmla="*/ 41 h 41"/>
                <a:gd name="T26" fmla="*/ 36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36" y="41"/>
                  </a:move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close/>
                  <a:moveTo>
                    <a:pt x="36" y="41"/>
                  </a:moveTo>
                  <a:lnTo>
                    <a:pt x="36" y="4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7" name="Freeform 77"/>
            <p:cNvSpPr>
              <a:spLocks noEditPoints="1"/>
            </p:cNvSpPr>
            <p:nvPr/>
          </p:nvSpPr>
          <p:spPr bwMode="auto">
            <a:xfrm>
              <a:off x="251" y="1019"/>
              <a:ext cx="21" cy="28"/>
            </a:xfrm>
            <a:custGeom>
              <a:avLst/>
              <a:gdLst>
                <a:gd name="T0" fmla="*/ 36 w 36"/>
                <a:gd name="T1" fmla="*/ 0 h 41"/>
                <a:gd name="T2" fmla="*/ 18 w 36"/>
                <a:gd name="T3" fmla="*/ 5 h 41"/>
                <a:gd name="T4" fmla="*/ 12 w 36"/>
                <a:gd name="T5" fmla="*/ 11 h 41"/>
                <a:gd name="T6" fmla="*/ 0 w 36"/>
                <a:gd name="T7" fmla="*/ 41 h 41"/>
                <a:gd name="T8" fmla="*/ 0 w 36"/>
                <a:gd name="T9" fmla="*/ 41 h 41"/>
                <a:gd name="T10" fmla="*/ 12 w 36"/>
                <a:gd name="T11" fmla="*/ 11 h 41"/>
                <a:gd name="T12" fmla="*/ 18 w 36"/>
                <a:gd name="T13" fmla="*/ 5 h 41"/>
                <a:gd name="T14" fmla="*/ 36 w 36"/>
                <a:gd name="T15" fmla="*/ 0 h 41"/>
                <a:gd name="T16" fmla="*/ 36 w 36"/>
                <a:gd name="T17" fmla="*/ 0 h 41"/>
                <a:gd name="T18" fmla="*/ 36 w 36"/>
                <a:gd name="T19" fmla="*/ 0 h 41"/>
                <a:gd name="T20" fmla="*/ 36 w 36"/>
                <a:gd name="T21" fmla="*/ 0 h 41"/>
                <a:gd name="T22" fmla="*/ 36 w 36"/>
                <a:gd name="T2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1">
                  <a:moveTo>
                    <a:pt x="36" y="0"/>
                  </a:moveTo>
                  <a:lnTo>
                    <a:pt x="18" y="5"/>
                  </a:lnTo>
                  <a:lnTo>
                    <a:pt x="12" y="1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2" y="11"/>
                  </a:lnTo>
                  <a:lnTo>
                    <a:pt x="18" y="5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8" name="Freeform 78"/>
            <p:cNvSpPr>
              <a:spLocks noEditPoints="1"/>
            </p:cNvSpPr>
            <p:nvPr/>
          </p:nvSpPr>
          <p:spPr bwMode="auto">
            <a:xfrm>
              <a:off x="251" y="1047"/>
              <a:ext cx="21" cy="32"/>
            </a:xfrm>
            <a:custGeom>
              <a:avLst/>
              <a:gdLst>
                <a:gd name="T0" fmla="*/ 0 w 36"/>
                <a:gd name="T1" fmla="*/ 0 h 48"/>
                <a:gd name="T2" fmla="*/ 12 w 36"/>
                <a:gd name="T3" fmla="*/ 36 h 48"/>
                <a:gd name="T4" fmla="*/ 18 w 36"/>
                <a:gd name="T5" fmla="*/ 42 h 48"/>
                <a:gd name="T6" fmla="*/ 36 w 36"/>
                <a:gd name="T7" fmla="*/ 48 h 48"/>
                <a:gd name="T8" fmla="*/ 36 w 36"/>
                <a:gd name="T9" fmla="*/ 48 h 48"/>
                <a:gd name="T10" fmla="*/ 18 w 36"/>
                <a:gd name="T11" fmla="*/ 42 h 48"/>
                <a:gd name="T12" fmla="*/ 12 w 36"/>
                <a:gd name="T13" fmla="*/ 36 h 48"/>
                <a:gd name="T14" fmla="*/ 0 w 36"/>
                <a:gd name="T15" fmla="*/ 0 h 48"/>
                <a:gd name="T16" fmla="*/ 0 w 36"/>
                <a:gd name="T17" fmla="*/ 0 h 48"/>
                <a:gd name="T18" fmla="*/ 0 w 36"/>
                <a:gd name="T19" fmla="*/ 0 h 48"/>
                <a:gd name="T20" fmla="*/ 0 w 36"/>
                <a:gd name="T21" fmla="*/ 0 h 48"/>
                <a:gd name="T22" fmla="*/ 0 w 36"/>
                <a:gd name="T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48">
                  <a:moveTo>
                    <a:pt x="0" y="0"/>
                  </a:moveTo>
                  <a:lnTo>
                    <a:pt x="12" y="36"/>
                  </a:lnTo>
                  <a:lnTo>
                    <a:pt x="18" y="42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18" y="42"/>
                  </a:lnTo>
                  <a:lnTo>
                    <a:pt x="12" y="3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9" name="Freeform 79"/>
            <p:cNvSpPr>
              <a:spLocks/>
            </p:cNvSpPr>
            <p:nvPr/>
          </p:nvSpPr>
          <p:spPr bwMode="auto">
            <a:xfrm>
              <a:off x="272" y="1079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0" name="Freeform 80"/>
            <p:cNvSpPr>
              <a:spLocks/>
            </p:cNvSpPr>
            <p:nvPr/>
          </p:nvSpPr>
          <p:spPr bwMode="auto">
            <a:xfrm>
              <a:off x="2422" y="1497"/>
              <a:ext cx="608" cy="1"/>
            </a:xfrm>
            <a:custGeom>
              <a:avLst/>
              <a:gdLst>
                <a:gd name="T0" fmla="*/ 1029 w 1029"/>
                <a:gd name="T1" fmla="*/ 0 w 1029"/>
                <a:gd name="T2" fmla="*/ 1029 w 1029"/>
                <a:gd name="T3" fmla="*/ 1029 w 10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29">
                  <a:moveTo>
                    <a:pt x="1029" y="0"/>
                  </a:moveTo>
                  <a:lnTo>
                    <a:pt x="0" y="0"/>
                  </a:lnTo>
                  <a:lnTo>
                    <a:pt x="1029" y="0"/>
                  </a:lnTo>
                  <a:lnTo>
                    <a:pt x="10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1" name="Freeform 81"/>
            <p:cNvSpPr>
              <a:spLocks/>
            </p:cNvSpPr>
            <p:nvPr/>
          </p:nvSpPr>
          <p:spPr bwMode="auto">
            <a:xfrm>
              <a:off x="2020" y="1003"/>
              <a:ext cx="1" cy="543"/>
            </a:xfrm>
            <a:custGeom>
              <a:avLst/>
              <a:gdLst>
                <a:gd name="T0" fmla="*/ 806 h 806"/>
                <a:gd name="T1" fmla="*/ 0 h 806"/>
                <a:gd name="T2" fmla="*/ 806 h 806"/>
                <a:gd name="T3" fmla="*/ 806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806">
                  <a:moveTo>
                    <a:pt x="0" y="806"/>
                  </a:moveTo>
                  <a:lnTo>
                    <a:pt x="0" y="0"/>
                  </a:lnTo>
                  <a:lnTo>
                    <a:pt x="0" y="806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2" name="Freeform 82"/>
            <p:cNvSpPr>
              <a:spLocks noEditPoints="1"/>
            </p:cNvSpPr>
            <p:nvPr/>
          </p:nvSpPr>
          <p:spPr bwMode="auto">
            <a:xfrm>
              <a:off x="2020" y="855"/>
              <a:ext cx="109" cy="148"/>
            </a:xfrm>
            <a:custGeom>
              <a:avLst/>
              <a:gdLst>
                <a:gd name="T0" fmla="*/ 0 w 185"/>
                <a:gd name="T1" fmla="*/ 221 h 221"/>
                <a:gd name="T2" fmla="*/ 6 w 185"/>
                <a:gd name="T3" fmla="*/ 173 h 221"/>
                <a:gd name="T4" fmla="*/ 12 w 185"/>
                <a:gd name="T5" fmla="*/ 131 h 221"/>
                <a:gd name="T6" fmla="*/ 29 w 185"/>
                <a:gd name="T7" fmla="*/ 95 h 221"/>
                <a:gd name="T8" fmla="*/ 53 w 185"/>
                <a:gd name="T9" fmla="*/ 65 h 221"/>
                <a:gd name="T10" fmla="*/ 83 w 185"/>
                <a:gd name="T11" fmla="*/ 36 h 221"/>
                <a:gd name="T12" fmla="*/ 113 w 185"/>
                <a:gd name="T13" fmla="*/ 18 h 221"/>
                <a:gd name="T14" fmla="*/ 149 w 185"/>
                <a:gd name="T15" fmla="*/ 6 h 221"/>
                <a:gd name="T16" fmla="*/ 185 w 185"/>
                <a:gd name="T17" fmla="*/ 0 h 221"/>
                <a:gd name="T18" fmla="*/ 185 w 185"/>
                <a:gd name="T19" fmla="*/ 0 h 221"/>
                <a:gd name="T20" fmla="*/ 149 w 185"/>
                <a:gd name="T21" fmla="*/ 6 h 221"/>
                <a:gd name="T22" fmla="*/ 113 w 185"/>
                <a:gd name="T23" fmla="*/ 18 h 221"/>
                <a:gd name="T24" fmla="*/ 83 w 185"/>
                <a:gd name="T25" fmla="*/ 36 h 221"/>
                <a:gd name="T26" fmla="*/ 53 w 185"/>
                <a:gd name="T27" fmla="*/ 65 h 221"/>
                <a:gd name="T28" fmla="*/ 29 w 185"/>
                <a:gd name="T29" fmla="*/ 95 h 221"/>
                <a:gd name="T30" fmla="*/ 12 w 185"/>
                <a:gd name="T31" fmla="*/ 131 h 221"/>
                <a:gd name="T32" fmla="*/ 6 w 185"/>
                <a:gd name="T33" fmla="*/ 173 h 221"/>
                <a:gd name="T34" fmla="*/ 0 w 185"/>
                <a:gd name="T35" fmla="*/ 221 h 221"/>
                <a:gd name="T36" fmla="*/ 0 w 185"/>
                <a:gd name="T37" fmla="*/ 221 h 221"/>
                <a:gd name="T38" fmla="*/ 0 w 185"/>
                <a:gd name="T39" fmla="*/ 221 h 221"/>
                <a:gd name="T40" fmla="*/ 0 w 185"/>
                <a:gd name="T41" fmla="*/ 221 h 221"/>
                <a:gd name="T42" fmla="*/ 0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0" y="221"/>
                  </a:moveTo>
                  <a:lnTo>
                    <a:pt x="6" y="173"/>
                  </a:lnTo>
                  <a:lnTo>
                    <a:pt x="12" y="131"/>
                  </a:lnTo>
                  <a:lnTo>
                    <a:pt x="29" y="95"/>
                  </a:lnTo>
                  <a:lnTo>
                    <a:pt x="53" y="65"/>
                  </a:lnTo>
                  <a:lnTo>
                    <a:pt x="83" y="36"/>
                  </a:lnTo>
                  <a:lnTo>
                    <a:pt x="113" y="18"/>
                  </a:lnTo>
                  <a:lnTo>
                    <a:pt x="149" y="6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149" y="6"/>
                  </a:lnTo>
                  <a:lnTo>
                    <a:pt x="113" y="18"/>
                  </a:lnTo>
                  <a:lnTo>
                    <a:pt x="83" y="36"/>
                  </a:lnTo>
                  <a:lnTo>
                    <a:pt x="53" y="65"/>
                  </a:lnTo>
                  <a:lnTo>
                    <a:pt x="29" y="95"/>
                  </a:lnTo>
                  <a:lnTo>
                    <a:pt x="12" y="131"/>
                  </a:lnTo>
                  <a:lnTo>
                    <a:pt x="6" y="173"/>
                  </a:lnTo>
                  <a:lnTo>
                    <a:pt x="0" y="221"/>
                  </a:lnTo>
                  <a:lnTo>
                    <a:pt x="0" y="221"/>
                  </a:lnTo>
                  <a:close/>
                  <a:moveTo>
                    <a:pt x="0" y="221"/>
                  </a:moveTo>
                  <a:lnTo>
                    <a:pt x="0" y="221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3" name="Freeform 83"/>
            <p:cNvSpPr>
              <a:spLocks noEditPoints="1"/>
            </p:cNvSpPr>
            <p:nvPr/>
          </p:nvSpPr>
          <p:spPr bwMode="auto">
            <a:xfrm>
              <a:off x="2129" y="855"/>
              <a:ext cx="106" cy="148"/>
            </a:xfrm>
            <a:custGeom>
              <a:avLst/>
              <a:gdLst>
                <a:gd name="T0" fmla="*/ 0 w 179"/>
                <a:gd name="T1" fmla="*/ 0 h 221"/>
                <a:gd name="T2" fmla="*/ 36 w 179"/>
                <a:gd name="T3" fmla="*/ 6 h 221"/>
                <a:gd name="T4" fmla="*/ 66 w 179"/>
                <a:gd name="T5" fmla="*/ 18 h 221"/>
                <a:gd name="T6" fmla="*/ 102 w 179"/>
                <a:gd name="T7" fmla="*/ 36 h 221"/>
                <a:gd name="T8" fmla="*/ 126 w 179"/>
                <a:gd name="T9" fmla="*/ 65 h 221"/>
                <a:gd name="T10" fmla="*/ 150 w 179"/>
                <a:gd name="T11" fmla="*/ 95 h 221"/>
                <a:gd name="T12" fmla="*/ 167 w 179"/>
                <a:gd name="T13" fmla="*/ 131 h 221"/>
                <a:gd name="T14" fmla="*/ 173 w 179"/>
                <a:gd name="T15" fmla="*/ 173 h 221"/>
                <a:gd name="T16" fmla="*/ 179 w 179"/>
                <a:gd name="T17" fmla="*/ 221 h 221"/>
                <a:gd name="T18" fmla="*/ 179 w 179"/>
                <a:gd name="T19" fmla="*/ 221 h 221"/>
                <a:gd name="T20" fmla="*/ 173 w 179"/>
                <a:gd name="T21" fmla="*/ 173 h 221"/>
                <a:gd name="T22" fmla="*/ 167 w 179"/>
                <a:gd name="T23" fmla="*/ 131 h 221"/>
                <a:gd name="T24" fmla="*/ 150 w 179"/>
                <a:gd name="T25" fmla="*/ 95 h 221"/>
                <a:gd name="T26" fmla="*/ 126 w 179"/>
                <a:gd name="T27" fmla="*/ 65 h 221"/>
                <a:gd name="T28" fmla="*/ 102 w 179"/>
                <a:gd name="T29" fmla="*/ 36 h 221"/>
                <a:gd name="T30" fmla="*/ 66 w 179"/>
                <a:gd name="T31" fmla="*/ 18 h 221"/>
                <a:gd name="T32" fmla="*/ 36 w 179"/>
                <a:gd name="T33" fmla="*/ 6 h 221"/>
                <a:gd name="T34" fmla="*/ 0 w 179"/>
                <a:gd name="T35" fmla="*/ 0 h 221"/>
                <a:gd name="T36" fmla="*/ 0 w 179"/>
                <a:gd name="T37" fmla="*/ 0 h 221"/>
                <a:gd name="T38" fmla="*/ 0 w 179"/>
                <a:gd name="T39" fmla="*/ 0 h 221"/>
                <a:gd name="T40" fmla="*/ 0 w 179"/>
                <a:gd name="T41" fmla="*/ 0 h 221"/>
                <a:gd name="T42" fmla="*/ 0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0" y="0"/>
                  </a:moveTo>
                  <a:lnTo>
                    <a:pt x="36" y="6"/>
                  </a:lnTo>
                  <a:lnTo>
                    <a:pt x="66" y="18"/>
                  </a:lnTo>
                  <a:lnTo>
                    <a:pt x="102" y="36"/>
                  </a:lnTo>
                  <a:lnTo>
                    <a:pt x="126" y="65"/>
                  </a:lnTo>
                  <a:lnTo>
                    <a:pt x="150" y="95"/>
                  </a:lnTo>
                  <a:lnTo>
                    <a:pt x="167" y="131"/>
                  </a:lnTo>
                  <a:lnTo>
                    <a:pt x="173" y="173"/>
                  </a:lnTo>
                  <a:lnTo>
                    <a:pt x="179" y="221"/>
                  </a:lnTo>
                  <a:lnTo>
                    <a:pt x="179" y="221"/>
                  </a:lnTo>
                  <a:lnTo>
                    <a:pt x="173" y="173"/>
                  </a:lnTo>
                  <a:lnTo>
                    <a:pt x="167" y="131"/>
                  </a:lnTo>
                  <a:lnTo>
                    <a:pt x="150" y="95"/>
                  </a:lnTo>
                  <a:lnTo>
                    <a:pt x="126" y="65"/>
                  </a:lnTo>
                  <a:lnTo>
                    <a:pt x="102" y="36"/>
                  </a:lnTo>
                  <a:lnTo>
                    <a:pt x="66" y="18"/>
                  </a:lnTo>
                  <a:lnTo>
                    <a:pt x="36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4" name="Freeform 84"/>
            <p:cNvSpPr>
              <a:spLocks noEditPoints="1"/>
            </p:cNvSpPr>
            <p:nvPr/>
          </p:nvSpPr>
          <p:spPr bwMode="auto">
            <a:xfrm>
              <a:off x="2235" y="1003"/>
              <a:ext cx="1" cy="543"/>
            </a:xfrm>
            <a:custGeom>
              <a:avLst/>
              <a:gdLst>
                <a:gd name="T0" fmla="*/ 0 h 806"/>
                <a:gd name="T1" fmla="*/ 806 h 806"/>
                <a:gd name="T2" fmla="*/ 0 h 806"/>
                <a:gd name="T3" fmla="*/ 0 h 806"/>
                <a:gd name="T4" fmla="*/ 0 h 806"/>
                <a:gd name="T5" fmla="*/ 0 h 806"/>
                <a:gd name="T6" fmla="*/ 0 h 80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806">
                  <a:moveTo>
                    <a:pt x="0" y="0"/>
                  </a:moveTo>
                  <a:lnTo>
                    <a:pt x="0" y="80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5" name="Freeform 85"/>
            <p:cNvSpPr>
              <a:spLocks noEditPoints="1"/>
            </p:cNvSpPr>
            <p:nvPr/>
          </p:nvSpPr>
          <p:spPr bwMode="auto">
            <a:xfrm>
              <a:off x="2129" y="1546"/>
              <a:ext cx="106" cy="148"/>
            </a:xfrm>
            <a:custGeom>
              <a:avLst/>
              <a:gdLst>
                <a:gd name="T0" fmla="*/ 179 w 179"/>
                <a:gd name="T1" fmla="*/ 0 h 221"/>
                <a:gd name="T2" fmla="*/ 173 w 179"/>
                <a:gd name="T3" fmla="*/ 41 h 221"/>
                <a:gd name="T4" fmla="*/ 167 w 179"/>
                <a:gd name="T5" fmla="*/ 83 h 221"/>
                <a:gd name="T6" fmla="*/ 150 w 179"/>
                <a:gd name="T7" fmla="*/ 125 h 221"/>
                <a:gd name="T8" fmla="*/ 126 w 179"/>
                <a:gd name="T9" fmla="*/ 155 h 221"/>
                <a:gd name="T10" fmla="*/ 102 w 179"/>
                <a:gd name="T11" fmla="*/ 185 h 221"/>
                <a:gd name="T12" fmla="*/ 66 w 179"/>
                <a:gd name="T13" fmla="*/ 203 h 221"/>
                <a:gd name="T14" fmla="*/ 36 w 179"/>
                <a:gd name="T15" fmla="*/ 215 h 221"/>
                <a:gd name="T16" fmla="*/ 0 w 179"/>
                <a:gd name="T17" fmla="*/ 221 h 221"/>
                <a:gd name="T18" fmla="*/ 0 w 179"/>
                <a:gd name="T19" fmla="*/ 221 h 221"/>
                <a:gd name="T20" fmla="*/ 36 w 179"/>
                <a:gd name="T21" fmla="*/ 215 h 221"/>
                <a:gd name="T22" fmla="*/ 66 w 179"/>
                <a:gd name="T23" fmla="*/ 203 h 221"/>
                <a:gd name="T24" fmla="*/ 102 w 179"/>
                <a:gd name="T25" fmla="*/ 185 h 221"/>
                <a:gd name="T26" fmla="*/ 126 w 179"/>
                <a:gd name="T27" fmla="*/ 155 h 221"/>
                <a:gd name="T28" fmla="*/ 150 w 179"/>
                <a:gd name="T29" fmla="*/ 125 h 221"/>
                <a:gd name="T30" fmla="*/ 167 w 179"/>
                <a:gd name="T31" fmla="*/ 83 h 221"/>
                <a:gd name="T32" fmla="*/ 173 w 179"/>
                <a:gd name="T33" fmla="*/ 41 h 221"/>
                <a:gd name="T34" fmla="*/ 179 w 179"/>
                <a:gd name="T35" fmla="*/ 0 h 221"/>
                <a:gd name="T36" fmla="*/ 179 w 179"/>
                <a:gd name="T37" fmla="*/ 0 h 221"/>
                <a:gd name="T38" fmla="*/ 179 w 179"/>
                <a:gd name="T39" fmla="*/ 0 h 221"/>
                <a:gd name="T40" fmla="*/ 179 w 179"/>
                <a:gd name="T41" fmla="*/ 0 h 221"/>
                <a:gd name="T42" fmla="*/ 179 w 179"/>
                <a:gd name="T4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221">
                  <a:moveTo>
                    <a:pt x="179" y="0"/>
                  </a:moveTo>
                  <a:lnTo>
                    <a:pt x="173" y="41"/>
                  </a:lnTo>
                  <a:lnTo>
                    <a:pt x="167" y="83"/>
                  </a:lnTo>
                  <a:lnTo>
                    <a:pt x="150" y="125"/>
                  </a:lnTo>
                  <a:lnTo>
                    <a:pt x="126" y="155"/>
                  </a:lnTo>
                  <a:lnTo>
                    <a:pt x="102" y="185"/>
                  </a:lnTo>
                  <a:lnTo>
                    <a:pt x="66" y="203"/>
                  </a:lnTo>
                  <a:lnTo>
                    <a:pt x="36" y="215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36" y="215"/>
                  </a:lnTo>
                  <a:lnTo>
                    <a:pt x="66" y="203"/>
                  </a:lnTo>
                  <a:lnTo>
                    <a:pt x="102" y="185"/>
                  </a:lnTo>
                  <a:lnTo>
                    <a:pt x="126" y="155"/>
                  </a:lnTo>
                  <a:lnTo>
                    <a:pt x="150" y="125"/>
                  </a:lnTo>
                  <a:lnTo>
                    <a:pt x="167" y="83"/>
                  </a:lnTo>
                  <a:lnTo>
                    <a:pt x="173" y="41"/>
                  </a:lnTo>
                  <a:lnTo>
                    <a:pt x="179" y="0"/>
                  </a:lnTo>
                  <a:lnTo>
                    <a:pt x="179" y="0"/>
                  </a:lnTo>
                  <a:close/>
                  <a:moveTo>
                    <a:pt x="179" y="0"/>
                  </a:moveTo>
                  <a:lnTo>
                    <a:pt x="179" y="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6" name="Freeform 86"/>
            <p:cNvSpPr>
              <a:spLocks noEditPoints="1"/>
            </p:cNvSpPr>
            <p:nvPr/>
          </p:nvSpPr>
          <p:spPr bwMode="auto">
            <a:xfrm>
              <a:off x="2020" y="1546"/>
              <a:ext cx="109" cy="148"/>
            </a:xfrm>
            <a:custGeom>
              <a:avLst/>
              <a:gdLst>
                <a:gd name="T0" fmla="*/ 185 w 185"/>
                <a:gd name="T1" fmla="*/ 221 h 221"/>
                <a:gd name="T2" fmla="*/ 149 w 185"/>
                <a:gd name="T3" fmla="*/ 215 h 221"/>
                <a:gd name="T4" fmla="*/ 113 w 185"/>
                <a:gd name="T5" fmla="*/ 203 h 221"/>
                <a:gd name="T6" fmla="*/ 83 w 185"/>
                <a:gd name="T7" fmla="*/ 185 h 221"/>
                <a:gd name="T8" fmla="*/ 53 w 185"/>
                <a:gd name="T9" fmla="*/ 155 h 221"/>
                <a:gd name="T10" fmla="*/ 29 w 185"/>
                <a:gd name="T11" fmla="*/ 125 h 221"/>
                <a:gd name="T12" fmla="*/ 12 w 185"/>
                <a:gd name="T13" fmla="*/ 83 h 221"/>
                <a:gd name="T14" fmla="*/ 6 w 185"/>
                <a:gd name="T15" fmla="*/ 41 h 221"/>
                <a:gd name="T16" fmla="*/ 0 w 185"/>
                <a:gd name="T17" fmla="*/ 0 h 221"/>
                <a:gd name="T18" fmla="*/ 0 w 185"/>
                <a:gd name="T19" fmla="*/ 0 h 221"/>
                <a:gd name="T20" fmla="*/ 6 w 185"/>
                <a:gd name="T21" fmla="*/ 41 h 221"/>
                <a:gd name="T22" fmla="*/ 12 w 185"/>
                <a:gd name="T23" fmla="*/ 83 h 221"/>
                <a:gd name="T24" fmla="*/ 29 w 185"/>
                <a:gd name="T25" fmla="*/ 125 h 221"/>
                <a:gd name="T26" fmla="*/ 53 w 185"/>
                <a:gd name="T27" fmla="*/ 155 h 221"/>
                <a:gd name="T28" fmla="*/ 83 w 185"/>
                <a:gd name="T29" fmla="*/ 185 h 221"/>
                <a:gd name="T30" fmla="*/ 113 w 185"/>
                <a:gd name="T31" fmla="*/ 203 h 221"/>
                <a:gd name="T32" fmla="*/ 149 w 185"/>
                <a:gd name="T33" fmla="*/ 215 h 221"/>
                <a:gd name="T34" fmla="*/ 185 w 185"/>
                <a:gd name="T35" fmla="*/ 221 h 221"/>
                <a:gd name="T36" fmla="*/ 185 w 185"/>
                <a:gd name="T37" fmla="*/ 221 h 221"/>
                <a:gd name="T38" fmla="*/ 185 w 185"/>
                <a:gd name="T39" fmla="*/ 221 h 221"/>
                <a:gd name="T40" fmla="*/ 185 w 185"/>
                <a:gd name="T41" fmla="*/ 221 h 221"/>
                <a:gd name="T42" fmla="*/ 185 w 185"/>
                <a:gd name="T4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5" h="221">
                  <a:moveTo>
                    <a:pt x="185" y="221"/>
                  </a:moveTo>
                  <a:lnTo>
                    <a:pt x="149" y="215"/>
                  </a:lnTo>
                  <a:lnTo>
                    <a:pt x="113" y="203"/>
                  </a:lnTo>
                  <a:lnTo>
                    <a:pt x="83" y="185"/>
                  </a:lnTo>
                  <a:lnTo>
                    <a:pt x="53" y="155"/>
                  </a:lnTo>
                  <a:lnTo>
                    <a:pt x="29" y="125"/>
                  </a:lnTo>
                  <a:lnTo>
                    <a:pt x="12" y="83"/>
                  </a:lnTo>
                  <a:lnTo>
                    <a:pt x="6" y="41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1"/>
                  </a:lnTo>
                  <a:lnTo>
                    <a:pt x="12" y="83"/>
                  </a:lnTo>
                  <a:lnTo>
                    <a:pt x="29" y="125"/>
                  </a:lnTo>
                  <a:lnTo>
                    <a:pt x="53" y="155"/>
                  </a:lnTo>
                  <a:lnTo>
                    <a:pt x="83" y="185"/>
                  </a:lnTo>
                  <a:lnTo>
                    <a:pt x="113" y="203"/>
                  </a:lnTo>
                  <a:lnTo>
                    <a:pt x="149" y="215"/>
                  </a:lnTo>
                  <a:lnTo>
                    <a:pt x="185" y="221"/>
                  </a:lnTo>
                  <a:lnTo>
                    <a:pt x="185" y="221"/>
                  </a:lnTo>
                  <a:close/>
                  <a:moveTo>
                    <a:pt x="185" y="221"/>
                  </a:moveTo>
                  <a:lnTo>
                    <a:pt x="185" y="221"/>
                  </a:lnTo>
                  <a:lnTo>
                    <a:pt x="185" y="221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7" name="Freeform 87"/>
            <p:cNvSpPr>
              <a:spLocks/>
            </p:cNvSpPr>
            <p:nvPr/>
          </p:nvSpPr>
          <p:spPr bwMode="auto">
            <a:xfrm>
              <a:off x="2020" y="1546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8" name="Freeform 88"/>
            <p:cNvSpPr>
              <a:spLocks/>
            </p:cNvSpPr>
            <p:nvPr/>
          </p:nvSpPr>
          <p:spPr bwMode="auto">
            <a:xfrm>
              <a:off x="2776" y="975"/>
              <a:ext cx="180" cy="1"/>
            </a:xfrm>
            <a:custGeom>
              <a:avLst/>
              <a:gdLst>
                <a:gd name="T0" fmla="*/ 305 w 305"/>
                <a:gd name="T1" fmla="*/ 0 w 305"/>
                <a:gd name="T2" fmla="*/ 305 w 305"/>
                <a:gd name="T3" fmla="*/ 305 w 3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5">
                  <a:moveTo>
                    <a:pt x="305" y="0"/>
                  </a:moveTo>
                  <a:lnTo>
                    <a:pt x="0" y="0"/>
                  </a:lnTo>
                  <a:lnTo>
                    <a:pt x="305" y="0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9" name="Freeform 89"/>
            <p:cNvSpPr>
              <a:spLocks/>
            </p:cNvSpPr>
            <p:nvPr/>
          </p:nvSpPr>
          <p:spPr bwMode="auto">
            <a:xfrm>
              <a:off x="2719" y="947"/>
              <a:ext cx="70" cy="52"/>
            </a:xfrm>
            <a:custGeom>
              <a:avLst/>
              <a:gdLst>
                <a:gd name="T0" fmla="*/ 119 w 119"/>
                <a:gd name="T1" fmla="*/ 78 h 78"/>
                <a:gd name="T2" fmla="*/ 0 w 119"/>
                <a:gd name="T3" fmla="*/ 42 h 78"/>
                <a:gd name="T4" fmla="*/ 119 w 119"/>
                <a:gd name="T5" fmla="*/ 0 h 78"/>
                <a:gd name="T6" fmla="*/ 119 w 119"/>
                <a:gd name="T7" fmla="*/ 78 h 78"/>
                <a:gd name="T8" fmla="*/ 119 w 11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8">
                  <a:moveTo>
                    <a:pt x="119" y="78"/>
                  </a:moveTo>
                  <a:lnTo>
                    <a:pt x="0" y="42"/>
                  </a:lnTo>
                  <a:lnTo>
                    <a:pt x="119" y="0"/>
                  </a:lnTo>
                  <a:lnTo>
                    <a:pt x="119" y="78"/>
                  </a:lnTo>
                  <a:lnTo>
                    <a:pt x="119" y="78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0" name="Freeform 90"/>
            <p:cNvSpPr>
              <a:spLocks noEditPoints="1"/>
            </p:cNvSpPr>
            <p:nvPr/>
          </p:nvSpPr>
          <p:spPr bwMode="auto">
            <a:xfrm>
              <a:off x="2814" y="822"/>
              <a:ext cx="18" cy="84"/>
            </a:xfrm>
            <a:custGeom>
              <a:avLst/>
              <a:gdLst>
                <a:gd name="T0" fmla="*/ 24 w 30"/>
                <a:gd name="T1" fmla="*/ 101 h 125"/>
                <a:gd name="T2" fmla="*/ 18 w 30"/>
                <a:gd name="T3" fmla="*/ 113 h 125"/>
                <a:gd name="T4" fmla="*/ 12 w 30"/>
                <a:gd name="T5" fmla="*/ 113 h 125"/>
                <a:gd name="T6" fmla="*/ 12 w 30"/>
                <a:gd name="T7" fmla="*/ 113 h 125"/>
                <a:gd name="T8" fmla="*/ 12 w 30"/>
                <a:gd name="T9" fmla="*/ 107 h 125"/>
                <a:gd name="T10" fmla="*/ 12 w 30"/>
                <a:gd name="T11" fmla="*/ 101 h 125"/>
                <a:gd name="T12" fmla="*/ 24 w 30"/>
                <a:gd name="T13" fmla="*/ 42 h 125"/>
                <a:gd name="T14" fmla="*/ 24 w 30"/>
                <a:gd name="T15" fmla="*/ 42 h 125"/>
                <a:gd name="T16" fmla="*/ 12 w 30"/>
                <a:gd name="T17" fmla="*/ 42 h 125"/>
                <a:gd name="T18" fmla="*/ 0 w 30"/>
                <a:gd name="T19" fmla="*/ 42 h 125"/>
                <a:gd name="T20" fmla="*/ 0 w 30"/>
                <a:gd name="T21" fmla="*/ 48 h 125"/>
                <a:gd name="T22" fmla="*/ 12 w 30"/>
                <a:gd name="T23" fmla="*/ 48 h 125"/>
                <a:gd name="T24" fmla="*/ 12 w 30"/>
                <a:gd name="T25" fmla="*/ 54 h 125"/>
                <a:gd name="T26" fmla="*/ 12 w 30"/>
                <a:gd name="T27" fmla="*/ 66 h 125"/>
                <a:gd name="T28" fmla="*/ 6 w 30"/>
                <a:gd name="T29" fmla="*/ 84 h 125"/>
                <a:gd name="T30" fmla="*/ 0 w 30"/>
                <a:gd name="T31" fmla="*/ 101 h 125"/>
                <a:gd name="T32" fmla="*/ 0 w 30"/>
                <a:gd name="T33" fmla="*/ 113 h 125"/>
                <a:gd name="T34" fmla="*/ 0 w 30"/>
                <a:gd name="T35" fmla="*/ 119 h 125"/>
                <a:gd name="T36" fmla="*/ 6 w 30"/>
                <a:gd name="T37" fmla="*/ 125 h 125"/>
                <a:gd name="T38" fmla="*/ 18 w 30"/>
                <a:gd name="T39" fmla="*/ 119 h 125"/>
                <a:gd name="T40" fmla="*/ 30 w 30"/>
                <a:gd name="T41" fmla="*/ 101 h 125"/>
                <a:gd name="T42" fmla="*/ 24 w 30"/>
                <a:gd name="T43" fmla="*/ 101 h 125"/>
                <a:gd name="T44" fmla="*/ 30 w 30"/>
                <a:gd name="T45" fmla="*/ 12 h 125"/>
                <a:gd name="T46" fmla="*/ 30 w 30"/>
                <a:gd name="T47" fmla="*/ 6 h 125"/>
                <a:gd name="T48" fmla="*/ 24 w 30"/>
                <a:gd name="T49" fmla="*/ 0 h 125"/>
                <a:gd name="T50" fmla="*/ 18 w 30"/>
                <a:gd name="T51" fmla="*/ 0 h 125"/>
                <a:gd name="T52" fmla="*/ 18 w 30"/>
                <a:gd name="T53" fmla="*/ 6 h 125"/>
                <a:gd name="T54" fmla="*/ 18 w 30"/>
                <a:gd name="T55" fmla="*/ 18 h 125"/>
                <a:gd name="T56" fmla="*/ 24 w 30"/>
                <a:gd name="T57" fmla="*/ 18 h 125"/>
                <a:gd name="T58" fmla="*/ 30 w 30"/>
                <a:gd name="T59" fmla="*/ 18 h 125"/>
                <a:gd name="T60" fmla="*/ 30 w 30"/>
                <a:gd name="T61" fmla="*/ 12 h 125"/>
                <a:gd name="T62" fmla="*/ 30 w 30"/>
                <a:gd name="T63" fmla="*/ 1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125">
                  <a:moveTo>
                    <a:pt x="24" y="101"/>
                  </a:moveTo>
                  <a:lnTo>
                    <a:pt x="18" y="113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07"/>
                  </a:lnTo>
                  <a:lnTo>
                    <a:pt x="12" y="101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6" y="84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0" y="119"/>
                  </a:lnTo>
                  <a:lnTo>
                    <a:pt x="6" y="125"/>
                  </a:lnTo>
                  <a:lnTo>
                    <a:pt x="18" y="119"/>
                  </a:lnTo>
                  <a:lnTo>
                    <a:pt x="30" y="101"/>
                  </a:lnTo>
                  <a:lnTo>
                    <a:pt x="24" y="101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1" name="Freeform 91"/>
            <p:cNvSpPr>
              <a:spLocks/>
            </p:cNvSpPr>
            <p:nvPr/>
          </p:nvSpPr>
          <p:spPr bwMode="auto">
            <a:xfrm>
              <a:off x="2835" y="871"/>
              <a:ext cx="32" cy="6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29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0 w 54"/>
                <a:gd name="T23" fmla="*/ 29 h 95"/>
                <a:gd name="T24" fmla="*/ 6 w 54"/>
                <a:gd name="T25" fmla="*/ 29 h 95"/>
                <a:gd name="T26" fmla="*/ 12 w 54"/>
                <a:gd name="T27" fmla="*/ 18 h 95"/>
                <a:gd name="T28" fmla="*/ 18 w 54"/>
                <a:gd name="T29" fmla="*/ 12 h 95"/>
                <a:gd name="T30" fmla="*/ 30 w 54"/>
                <a:gd name="T31" fmla="*/ 12 h 95"/>
                <a:gd name="T32" fmla="*/ 36 w 54"/>
                <a:gd name="T33" fmla="*/ 18 h 95"/>
                <a:gd name="T34" fmla="*/ 36 w 54"/>
                <a:gd name="T35" fmla="*/ 35 h 95"/>
                <a:gd name="T36" fmla="*/ 30 w 54"/>
                <a:gd name="T37" fmla="*/ 47 h 95"/>
                <a:gd name="T38" fmla="*/ 24 w 54"/>
                <a:gd name="T39" fmla="*/ 71 h 95"/>
                <a:gd name="T40" fmla="*/ 0 w 54"/>
                <a:gd name="T41" fmla="*/ 95 h 95"/>
                <a:gd name="T42" fmla="*/ 0 w 54"/>
                <a:gd name="T43" fmla="*/ 95 h 95"/>
                <a:gd name="T44" fmla="*/ 48 w 54"/>
                <a:gd name="T45" fmla="*/ 95 h 95"/>
                <a:gd name="T46" fmla="*/ 54 w 54"/>
                <a:gd name="T47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29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9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2" name="Freeform 92"/>
            <p:cNvSpPr>
              <a:spLocks/>
            </p:cNvSpPr>
            <p:nvPr/>
          </p:nvSpPr>
          <p:spPr bwMode="auto">
            <a:xfrm>
              <a:off x="2002" y="1196"/>
              <a:ext cx="39" cy="97"/>
            </a:xfrm>
            <a:custGeom>
              <a:avLst/>
              <a:gdLst>
                <a:gd name="T0" fmla="*/ 65 w 65"/>
                <a:gd name="T1" fmla="*/ 144 h 144"/>
                <a:gd name="T2" fmla="*/ 30 w 65"/>
                <a:gd name="T3" fmla="*/ 0 h 144"/>
                <a:gd name="T4" fmla="*/ 0 w 65"/>
                <a:gd name="T5" fmla="*/ 144 h 144"/>
                <a:gd name="T6" fmla="*/ 65 w 65"/>
                <a:gd name="T7" fmla="*/ 144 h 144"/>
                <a:gd name="T8" fmla="*/ 65 w 65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44">
                  <a:moveTo>
                    <a:pt x="65" y="144"/>
                  </a:moveTo>
                  <a:lnTo>
                    <a:pt x="30" y="0"/>
                  </a:lnTo>
                  <a:lnTo>
                    <a:pt x="0" y="144"/>
                  </a:lnTo>
                  <a:lnTo>
                    <a:pt x="65" y="144"/>
                  </a:lnTo>
                  <a:lnTo>
                    <a:pt x="65" y="144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3" name="Freeform 93"/>
            <p:cNvSpPr>
              <a:spLocks/>
            </p:cNvSpPr>
            <p:nvPr/>
          </p:nvSpPr>
          <p:spPr bwMode="auto">
            <a:xfrm>
              <a:off x="3008" y="1469"/>
              <a:ext cx="43" cy="56"/>
            </a:xfrm>
            <a:custGeom>
              <a:avLst/>
              <a:gdLst>
                <a:gd name="T0" fmla="*/ 36 w 72"/>
                <a:gd name="T1" fmla="*/ 84 h 84"/>
                <a:gd name="T2" fmla="*/ 24 w 72"/>
                <a:gd name="T3" fmla="*/ 84 h 84"/>
                <a:gd name="T4" fmla="*/ 12 w 72"/>
                <a:gd name="T5" fmla="*/ 72 h 84"/>
                <a:gd name="T6" fmla="*/ 6 w 72"/>
                <a:gd name="T7" fmla="*/ 60 h 84"/>
                <a:gd name="T8" fmla="*/ 0 w 72"/>
                <a:gd name="T9" fmla="*/ 42 h 84"/>
                <a:gd name="T10" fmla="*/ 6 w 72"/>
                <a:gd name="T11" fmla="*/ 24 h 84"/>
                <a:gd name="T12" fmla="*/ 12 w 72"/>
                <a:gd name="T13" fmla="*/ 12 h 84"/>
                <a:gd name="T14" fmla="*/ 24 w 72"/>
                <a:gd name="T15" fmla="*/ 6 h 84"/>
                <a:gd name="T16" fmla="*/ 36 w 72"/>
                <a:gd name="T17" fmla="*/ 0 h 84"/>
                <a:gd name="T18" fmla="*/ 48 w 72"/>
                <a:gd name="T19" fmla="*/ 6 h 84"/>
                <a:gd name="T20" fmla="*/ 60 w 72"/>
                <a:gd name="T21" fmla="*/ 12 h 84"/>
                <a:gd name="T22" fmla="*/ 72 w 72"/>
                <a:gd name="T23" fmla="*/ 24 h 84"/>
                <a:gd name="T24" fmla="*/ 72 w 72"/>
                <a:gd name="T25" fmla="*/ 42 h 84"/>
                <a:gd name="T26" fmla="*/ 72 w 72"/>
                <a:gd name="T27" fmla="*/ 60 h 84"/>
                <a:gd name="T28" fmla="*/ 60 w 72"/>
                <a:gd name="T29" fmla="*/ 72 h 84"/>
                <a:gd name="T30" fmla="*/ 48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24" y="84"/>
                  </a:lnTo>
                  <a:lnTo>
                    <a:pt x="12" y="72"/>
                  </a:lnTo>
                  <a:lnTo>
                    <a:pt x="6" y="60"/>
                  </a:lnTo>
                  <a:lnTo>
                    <a:pt x="0" y="42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60"/>
                  </a:lnTo>
                  <a:lnTo>
                    <a:pt x="60" y="72"/>
                  </a:lnTo>
                  <a:lnTo>
                    <a:pt x="48" y="84"/>
                  </a:lnTo>
                  <a:lnTo>
                    <a:pt x="36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4" name="Freeform 94"/>
            <p:cNvSpPr>
              <a:spLocks/>
            </p:cNvSpPr>
            <p:nvPr/>
          </p:nvSpPr>
          <p:spPr bwMode="auto">
            <a:xfrm>
              <a:off x="3008" y="1497"/>
              <a:ext cx="22" cy="28"/>
            </a:xfrm>
            <a:custGeom>
              <a:avLst/>
              <a:gdLst>
                <a:gd name="T0" fmla="*/ 36 w 36"/>
                <a:gd name="T1" fmla="*/ 42 h 42"/>
                <a:gd name="T2" fmla="*/ 24 w 36"/>
                <a:gd name="T3" fmla="*/ 42 h 42"/>
                <a:gd name="T4" fmla="*/ 12 w 36"/>
                <a:gd name="T5" fmla="*/ 30 h 42"/>
                <a:gd name="T6" fmla="*/ 6 w 36"/>
                <a:gd name="T7" fmla="*/ 18 h 42"/>
                <a:gd name="T8" fmla="*/ 0 w 36"/>
                <a:gd name="T9" fmla="*/ 0 h 42"/>
                <a:gd name="T10" fmla="*/ 0 w 36"/>
                <a:gd name="T11" fmla="*/ 0 h 42"/>
                <a:gd name="T12" fmla="*/ 6 w 36"/>
                <a:gd name="T13" fmla="*/ 18 h 42"/>
                <a:gd name="T14" fmla="*/ 12 w 36"/>
                <a:gd name="T15" fmla="*/ 30 h 42"/>
                <a:gd name="T16" fmla="*/ 24 w 36"/>
                <a:gd name="T17" fmla="*/ 42 h 42"/>
                <a:gd name="T18" fmla="*/ 36 w 36"/>
                <a:gd name="T19" fmla="*/ 42 h 42"/>
                <a:gd name="T20" fmla="*/ 36 w 36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2">
                  <a:moveTo>
                    <a:pt x="36" y="42"/>
                  </a:moveTo>
                  <a:lnTo>
                    <a:pt x="24" y="42"/>
                  </a:lnTo>
                  <a:lnTo>
                    <a:pt x="12" y="30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0"/>
                  </a:lnTo>
                  <a:lnTo>
                    <a:pt x="24" y="42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5" name="Freeform 95"/>
            <p:cNvSpPr>
              <a:spLocks noEditPoints="1"/>
            </p:cNvSpPr>
            <p:nvPr/>
          </p:nvSpPr>
          <p:spPr bwMode="auto">
            <a:xfrm>
              <a:off x="3008" y="1469"/>
              <a:ext cx="22" cy="28"/>
            </a:xfrm>
            <a:custGeom>
              <a:avLst/>
              <a:gdLst>
                <a:gd name="T0" fmla="*/ 0 w 36"/>
                <a:gd name="T1" fmla="*/ 42 h 42"/>
                <a:gd name="T2" fmla="*/ 6 w 36"/>
                <a:gd name="T3" fmla="*/ 24 h 42"/>
                <a:gd name="T4" fmla="*/ 12 w 36"/>
                <a:gd name="T5" fmla="*/ 12 h 42"/>
                <a:gd name="T6" fmla="*/ 24 w 36"/>
                <a:gd name="T7" fmla="*/ 6 h 42"/>
                <a:gd name="T8" fmla="*/ 36 w 36"/>
                <a:gd name="T9" fmla="*/ 0 h 42"/>
                <a:gd name="T10" fmla="*/ 36 w 36"/>
                <a:gd name="T11" fmla="*/ 0 h 42"/>
                <a:gd name="T12" fmla="*/ 24 w 36"/>
                <a:gd name="T13" fmla="*/ 6 h 42"/>
                <a:gd name="T14" fmla="*/ 12 w 36"/>
                <a:gd name="T15" fmla="*/ 12 h 42"/>
                <a:gd name="T16" fmla="*/ 6 w 36"/>
                <a:gd name="T17" fmla="*/ 24 h 42"/>
                <a:gd name="T18" fmla="*/ 0 w 36"/>
                <a:gd name="T19" fmla="*/ 42 h 42"/>
                <a:gd name="T20" fmla="*/ 0 w 36"/>
                <a:gd name="T21" fmla="*/ 42 h 42"/>
                <a:gd name="T22" fmla="*/ 0 w 36"/>
                <a:gd name="T23" fmla="*/ 42 h 42"/>
                <a:gd name="T24" fmla="*/ 0 w 36"/>
                <a:gd name="T25" fmla="*/ 42 h 42"/>
                <a:gd name="T26" fmla="*/ 0 w 36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6" y="24"/>
                  </a:lnTo>
                  <a:lnTo>
                    <a:pt x="12" y="12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42"/>
                  </a:lnTo>
                  <a:close/>
                  <a:moveTo>
                    <a:pt x="0" y="42"/>
                  </a:move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6" name="Freeform 96"/>
            <p:cNvSpPr>
              <a:spLocks noEditPoints="1"/>
            </p:cNvSpPr>
            <p:nvPr/>
          </p:nvSpPr>
          <p:spPr bwMode="auto">
            <a:xfrm>
              <a:off x="3030" y="1469"/>
              <a:ext cx="21" cy="28"/>
            </a:xfrm>
            <a:custGeom>
              <a:avLst/>
              <a:gdLst>
                <a:gd name="T0" fmla="*/ 0 w 36"/>
                <a:gd name="T1" fmla="*/ 0 h 42"/>
                <a:gd name="T2" fmla="*/ 12 w 36"/>
                <a:gd name="T3" fmla="*/ 6 h 42"/>
                <a:gd name="T4" fmla="*/ 24 w 36"/>
                <a:gd name="T5" fmla="*/ 12 h 42"/>
                <a:gd name="T6" fmla="*/ 36 w 36"/>
                <a:gd name="T7" fmla="*/ 24 h 42"/>
                <a:gd name="T8" fmla="*/ 36 w 36"/>
                <a:gd name="T9" fmla="*/ 42 h 42"/>
                <a:gd name="T10" fmla="*/ 36 w 36"/>
                <a:gd name="T11" fmla="*/ 42 h 42"/>
                <a:gd name="T12" fmla="*/ 36 w 36"/>
                <a:gd name="T13" fmla="*/ 24 h 42"/>
                <a:gd name="T14" fmla="*/ 24 w 36"/>
                <a:gd name="T15" fmla="*/ 12 h 42"/>
                <a:gd name="T16" fmla="*/ 12 w 36"/>
                <a:gd name="T17" fmla="*/ 6 h 42"/>
                <a:gd name="T18" fmla="*/ 0 w 36"/>
                <a:gd name="T19" fmla="*/ 0 h 42"/>
                <a:gd name="T20" fmla="*/ 0 w 36"/>
                <a:gd name="T21" fmla="*/ 0 h 42"/>
                <a:gd name="T22" fmla="*/ 0 w 36"/>
                <a:gd name="T23" fmla="*/ 0 h 42"/>
                <a:gd name="T24" fmla="*/ 0 w 36"/>
                <a:gd name="T25" fmla="*/ 0 h 42"/>
                <a:gd name="T26" fmla="*/ 0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0" y="0"/>
                  </a:moveTo>
                  <a:lnTo>
                    <a:pt x="12" y="6"/>
                  </a:lnTo>
                  <a:lnTo>
                    <a:pt x="24" y="12"/>
                  </a:lnTo>
                  <a:lnTo>
                    <a:pt x="36" y="24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24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7" name="Freeform 97"/>
            <p:cNvSpPr>
              <a:spLocks noEditPoints="1"/>
            </p:cNvSpPr>
            <p:nvPr/>
          </p:nvSpPr>
          <p:spPr bwMode="auto">
            <a:xfrm>
              <a:off x="3030" y="1497"/>
              <a:ext cx="21" cy="28"/>
            </a:xfrm>
            <a:custGeom>
              <a:avLst/>
              <a:gdLst>
                <a:gd name="T0" fmla="*/ 36 w 36"/>
                <a:gd name="T1" fmla="*/ 0 h 42"/>
                <a:gd name="T2" fmla="*/ 36 w 36"/>
                <a:gd name="T3" fmla="*/ 18 h 42"/>
                <a:gd name="T4" fmla="*/ 24 w 36"/>
                <a:gd name="T5" fmla="*/ 30 h 42"/>
                <a:gd name="T6" fmla="*/ 12 w 36"/>
                <a:gd name="T7" fmla="*/ 42 h 42"/>
                <a:gd name="T8" fmla="*/ 0 w 36"/>
                <a:gd name="T9" fmla="*/ 42 h 42"/>
                <a:gd name="T10" fmla="*/ 0 w 36"/>
                <a:gd name="T11" fmla="*/ 42 h 42"/>
                <a:gd name="T12" fmla="*/ 12 w 36"/>
                <a:gd name="T13" fmla="*/ 42 h 42"/>
                <a:gd name="T14" fmla="*/ 24 w 36"/>
                <a:gd name="T15" fmla="*/ 30 h 42"/>
                <a:gd name="T16" fmla="*/ 36 w 36"/>
                <a:gd name="T17" fmla="*/ 18 h 42"/>
                <a:gd name="T18" fmla="*/ 36 w 36"/>
                <a:gd name="T19" fmla="*/ 0 h 42"/>
                <a:gd name="T20" fmla="*/ 36 w 36"/>
                <a:gd name="T21" fmla="*/ 0 h 42"/>
                <a:gd name="T22" fmla="*/ 36 w 36"/>
                <a:gd name="T23" fmla="*/ 0 h 42"/>
                <a:gd name="T24" fmla="*/ 36 w 36"/>
                <a:gd name="T25" fmla="*/ 0 h 42"/>
                <a:gd name="T26" fmla="*/ 36 w 36"/>
                <a:gd name="T2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2">
                  <a:moveTo>
                    <a:pt x="36" y="0"/>
                  </a:moveTo>
                  <a:lnTo>
                    <a:pt x="36" y="18"/>
                  </a:lnTo>
                  <a:lnTo>
                    <a:pt x="24" y="30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24" y="30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8" name="Freeform 98"/>
            <p:cNvSpPr>
              <a:spLocks/>
            </p:cNvSpPr>
            <p:nvPr/>
          </p:nvSpPr>
          <p:spPr bwMode="auto">
            <a:xfrm>
              <a:off x="3030" y="1525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9" name="Freeform 99"/>
            <p:cNvSpPr>
              <a:spLocks/>
            </p:cNvSpPr>
            <p:nvPr/>
          </p:nvSpPr>
          <p:spPr bwMode="auto">
            <a:xfrm>
              <a:off x="2129" y="939"/>
              <a:ext cx="473" cy="667"/>
            </a:xfrm>
            <a:custGeom>
              <a:avLst/>
              <a:gdLst>
                <a:gd name="T0" fmla="*/ 0 w 801"/>
                <a:gd name="T1" fmla="*/ 991 h 991"/>
                <a:gd name="T2" fmla="*/ 0 w 801"/>
                <a:gd name="T3" fmla="*/ 0 h 991"/>
                <a:gd name="T4" fmla="*/ 801 w 801"/>
                <a:gd name="T5" fmla="*/ 0 h 991"/>
                <a:gd name="T6" fmla="*/ 801 w 801"/>
                <a:gd name="T7" fmla="*/ 991 h 991"/>
                <a:gd name="T8" fmla="*/ 0 w 801"/>
                <a:gd name="T9" fmla="*/ 991 h 991"/>
                <a:gd name="T10" fmla="*/ 0 w 801"/>
                <a:gd name="T11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1" h="991">
                  <a:moveTo>
                    <a:pt x="0" y="991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991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0" name="Freeform 100"/>
            <p:cNvSpPr>
              <a:spLocks/>
            </p:cNvSpPr>
            <p:nvPr/>
          </p:nvSpPr>
          <p:spPr bwMode="auto">
            <a:xfrm>
              <a:off x="2129" y="939"/>
              <a:ext cx="1" cy="667"/>
            </a:xfrm>
            <a:custGeom>
              <a:avLst/>
              <a:gdLst>
                <a:gd name="T0" fmla="*/ 991 h 991"/>
                <a:gd name="T1" fmla="*/ 0 h 991"/>
                <a:gd name="T2" fmla="*/ 991 h 991"/>
                <a:gd name="T3" fmla="*/ 991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991">
                  <a:moveTo>
                    <a:pt x="0" y="991"/>
                  </a:moveTo>
                  <a:lnTo>
                    <a:pt x="0" y="0"/>
                  </a:lnTo>
                  <a:lnTo>
                    <a:pt x="0" y="991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1" name="Freeform 101"/>
            <p:cNvSpPr>
              <a:spLocks noEditPoints="1"/>
            </p:cNvSpPr>
            <p:nvPr/>
          </p:nvSpPr>
          <p:spPr bwMode="auto">
            <a:xfrm>
              <a:off x="2129" y="939"/>
              <a:ext cx="473" cy="0"/>
            </a:xfrm>
            <a:custGeom>
              <a:avLst/>
              <a:gdLst>
                <a:gd name="T0" fmla="*/ 0 w 801"/>
                <a:gd name="T1" fmla="*/ 801 w 801"/>
                <a:gd name="T2" fmla="*/ 0 w 801"/>
                <a:gd name="T3" fmla="*/ 0 w 801"/>
                <a:gd name="T4" fmla="*/ 0 w 801"/>
                <a:gd name="T5" fmla="*/ 0 w 801"/>
                <a:gd name="T6" fmla="*/ 0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0" y="0"/>
                  </a:moveTo>
                  <a:lnTo>
                    <a:pt x="801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2" name="Freeform 102"/>
            <p:cNvSpPr>
              <a:spLocks noEditPoints="1"/>
            </p:cNvSpPr>
            <p:nvPr/>
          </p:nvSpPr>
          <p:spPr bwMode="auto">
            <a:xfrm>
              <a:off x="2602" y="939"/>
              <a:ext cx="1" cy="667"/>
            </a:xfrm>
            <a:custGeom>
              <a:avLst/>
              <a:gdLst>
                <a:gd name="T0" fmla="*/ 0 h 991"/>
                <a:gd name="T1" fmla="*/ 991 h 991"/>
                <a:gd name="T2" fmla="*/ 0 h 991"/>
                <a:gd name="T3" fmla="*/ 0 h 991"/>
                <a:gd name="T4" fmla="*/ 0 h 991"/>
                <a:gd name="T5" fmla="*/ 0 h 991"/>
                <a:gd name="T6" fmla="*/ 0 h 99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991">
                  <a:moveTo>
                    <a:pt x="0" y="0"/>
                  </a:moveTo>
                  <a:lnTo>
                    <a:pt x="0" y="99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3" name="Freeform 103"/>
            <p:cNvSpPr>
              <a:spLocks noEditPoints="1"/>
            </p:cNvSpPr>
            <p:nvPr/>
          </p:nvSpPr>
          <p:spPr bwMode="auto">
            <a:xfrm>
              <a:off x="2129" y="1606"/>
              <a:ext cx="473" cy="0"/>
            </a:xfrm>
            <a:custGeom>
              <a:avLst/>
              <a:gdLst>
                <a:gd name="T0" fmla="*/ 801 w 801"/>
                <a:gd name="T1" fmla="*/ 0 w 801"/>
                <a:gd name="T2" fmla="*/ 801 w 801"/>
                <a:gd name="T3" fmla="*/ 801 w 801"/>
                <a:gd name="T4" fmla="*/ 801 w 801"/>
                <a:gd name="T5" fmla="*/ 801 w 801"/>
                <a:gd name="T6" fmla="*/ 801 w 8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801">
                  <a:moveTo>
                    <a:pt x="801" y="0"/>
                  </a:moveTo>
                  <a:lnTo>
                    <a:pt x="0" y="0"/>
                  </a:lnTo>
                  <a:lnTo>
                    <a:pt x="801" y="0"/>
                  </a:lnTo>
                  <a:lnTo>
                    <a:pt x="801" y="0"/>
                  </a:lnTo>
                  <a:close/>
                  <a:moveTo>
                    <a:pt x="801" y="0"/>
                  </a:moveTo>
                  <a:lnTo>
                    <a:pt x="801" y="0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" name="Freeform 104"/>
            <p:cNvSpPr>
              <a:spLocks/>
            </p:cNvSpPr>
            <p:nvPr/>
          </p:nvSpPr>
          <p:spPr bwMode="auto">
            <a:xfrm>
              <a:off x="2129" y="1606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5" name="Freeform 105"/>
            <p:cNvSpPr>
              <a:spLocks/>
            </p:cNvSpPr>
            <p:nvPr/>
          </p:nvSpPr>
          <p:spPr bwMode="auto">
            <a:xfrm>
              <a:off x="2638" y="951"/>
              <a:ext cx="39" cy="52"/>
            </a:xfrm>
            <a:custGeom>
              <a:avLst/>
              <a:gdLst>
                <a:gd name="T0" fmla="*/ 30 w 66"/>
                <a:gd name="T1" fmla="*/ 78 h 78"/>
                <a:gd name="T2" fmla="*/ 6 w 66"/>
                <a:gd name="T3" fmla="*/ 72 h 78"/>
                <a:gd name="T4" fmla="*/ 0 w 66"/>
                <a:gd name="T5" fmla="*/ 42 h 78"/>
                <a:gd name="T6" fmla="*/ 6 w 66"/>
                <a:gd name="T7" fmla="*/ 12 h 78"/>
                <a:gd name="T8" fmla="*/ 18 w 66"/>
                <a:gd name="T9" fmla="*/ 6 h 78"/>
                <a:gd name="T10" fmla="*/ 30 w 66"/>
                <a:gd name="T11" fmla="*/ 0 h 78"/>
                <a:gd name="T12" fmla="*/ 42 w 66"/>
                <a:gd name="T13" fmla="*/ 6 h 78"/>
                <a:gd name="T14" fmla="*/ 54 w 66"/>
                <a:gd name="T15" fmla="*/ 12 h 78"/>
                <a:gd name="T16" fmla="*/ 66 w 66"/>
                <a:gd name="T17" fmla="*/ 24 h 78"/>
                <a:gd name="T18" fmla="*/ 66 w 66"/>
                <a:gd name="T19" fmla="*/ 42 h 78"/>
                <a:gd name="T20" fmla="*/ 66 w 66"/>
                <a:gd name="T21" fmla="*/ 60 h 78"/>
                <a:gd name="T22" fmla="*/ 54 w 66"/>
                <a:gd name="T23" fmla="*/ 72 h 78"/>
                <a:gd name="T24" fmla="*/ 30 w 66"/>
                <a:gd name="T25" fmla="*/ 78 h 78"/>
                <a:gd name="T26" fmla="*/ 30 w 66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78">
                  <a:moveTo>
                    <a:pt x="30" y="78"/>
                  </a:moveTo>
                  <a:lnTo>
                    <a:pt x="6" y="72"/>
                  </a:lnTo>
                  <a:lnTo>
                    <a:pt x="0" y="42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30" y="0"/>
                  </a:lnTo>
                  <a:lnTo>
                    <a:pt x="42" y="6"/>
                  </a:lnTo>
                  <a:lnTo>
                    <a:pt x="54" y="12"/>
                  </a:lnTo>
                  <a:lnTo>
                    <a:pt x="66" y="24"/>
                  </a:lnTo>
                  <a:lnTo>
                    <a:pt x="66" y="42"/>
                  </a:lnTo>
                  <a:lnTo>
                    <a:pt x="66" y="60"/>
                  </a:lnTo>
                  <a:lnTo>
                    <a:pt x="54" y="72"/>
                  </a:lnTo>
                  <a:lnTo>
                    <a:pt x="30" y="78"/>
                  </a:lnTo>
                  <a:lnTo>
                    <a:pt x="30" y="78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6" name="Freeform 106"/>
            <p:cNvSpPr>
              <a:spLocks/>
            </p:cNvSpPr>
            <p:nvPr/>
          </p:nvSpPr>
          <p:spPr bwMode="auto">
            <a:xfrm>
              <a:off x="2126" y="1047"/>
              <a:ext cx="904" cy="1"/>
            </a:xfrm>
            <a:custGeom>
              <a:avLst/>
              <a:gdLst>
                <a:gd name="T0" fmla="*/ 1531 w 1531"/>
                <a:gd name="T1" fmla="*/ 0 w 1531"/>
                <a:gd name="T2" fmla="*/ 1531 w 1531"/>
                <a:gd name="T3" fmla="*/ 1531 w 15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31">
                  <a:moveTo>
                    <a:pt x="1531" y="0"/>
                  </a:moveTo>
                  <a:lnTo>
                    <a:pt x="0" y="0"/>
                  </a:lnTo>
                  <a:lnTo>
                    <a:pt x="1531" y="0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" name="Freeform 107"/>
            <p:cNvSpPr>
              <a:spLocks noEditPoints="1"/>
            </p:cNvSpPr>
            <p:nvPr/>
          </p:nvSpPr>
          <p:spPr bwMode="auto">
            <a:xfrm>
              <a:off x="2087" y="1047"/>
              <a:ext cx="39" cy="77"/>
            </a:xfrm>
            <a:custGeom>
              <a:avLst/>
              <a:gdLst>
                <a:gd name="T0" fmla="*/ 66 w 66"/>
                <a:gd name="T1" fmla="*/ 0 h 114"/>
                <a:gd name="T2" fmla="*/ 36 w 66"/>
                <a:gd name="T3" fmla="*/ 6 h 114"/>
                <a:gd name="T4" fmla="*/ 18 w 66"/>
                <a:gd name="T5" fmla="*/ 18 h 114"/>
                <a:gd name="T6" fmla="*/ 6 w 66"/>
                <a:gd name="T7" fmla="*/ 36 h 114"/>
                <a:gd name="T8" fmla="*/ 0 w 66"/>
                <a:gd name="T9" fmla="*/ 54 h 114"/>
                <a:gd name="T10" fmla="*/ 6 w 66"/>
                <a:gd name="T11" fmla="*/ 78 h 114"/>
                <a:gd name="T12" fmla="*/ 18 w 66"/>
                <a:gd name="T13" fmla="*/ 96 h 114"/>
                <a:gd name="T14" fmla="*/ 36 w 66"/>
                <a:gd name="T15" fmla="*/ 108 h 114"/>
                <a:gd name="T16" fmla="*/ 66 w 66"/>
                <a:gd name="T17" fmla="*/ 114 h 114"/>
                <a:gd name="T18" fmla="*/ 66 w 66"/>
                <a:gd name="T19" fmla="*/ 114 h 114"/>
                <a:gd name="T20" fmla="*/ 36 w 66"/>
                <a:gd name="T21" fmla="*/ 108 h 114"/>
                <a:gd name="T22" fmla="*/ 18 w 66"/>
                <a:gd name="T23" fmla="*/ 96 h 114"/>
                <a:gd name="T24" fmla="*/ 6 w 66"/>
                <a:gd name="T25" fmla="*/ 78 h 114"/>
                <a:gd name="T26" fmla="*/ 0 w 66"/>
                <a:gd name="T27" fmla="*/ 54 h 114"/>
                <a:gd name="T28" fmla="*/ 6 w 66"/>
                <a:gd name="T29" fmla="*/ 36 h 114"/>
                <a:gd name="T30" fmla="*/ 18 w 66"/>
                <a:gd name="T31" fmla="*/ 18 h 114"/>
                <a:gd name="T32" fmla="*/ 36 w 66"/>
                <a:gd name="T33" fmla="*/ 6 h 114"/>
                <a:gd name="T34" fmla="*/ 66 w 66"/>
                <a:gd name="T35" fmla="*/ 0 h 114"/>
                <a:gd name="T36" fmla="*/ 66 w 66"/>
                <a:gd name="T37" fmla="*/ 0 h 114"/>
                <a:gd name="T38" fmla="*/ 66 w 66"/>
                <a:gd name="T39" fmla="*/ 0 h 114"/>
                <a:gd name="T40" fmla="*/ 66 w 66"/>
                <a:gd name="T41" fmla="*/ 0 h 114"/>
                <a:gd name="T42" fmla="*/ 66 w 66"/>
                <a:gd name="T4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14">
                  <a:moveTo>
                    <a:pt x="66" y="0"/>
                  </a:move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4"/>
                  </a:lnTo>
                  <a:lnTo>
                    <a:pt x="6" y="78"/>
                  </a:lnTo>
                  <a:lnTo>
                    <a:pt x="18" y="96"/>
                  </a:lnTo>
                  <a:lnTo>
                    <a:pt x="36" y="108"/>
                  </a:lnTo>
                  <a:lnTo>
                    <a:pt x="66" y="114"/>
                  </a:lnTo>
                  <a:lnTo>
                    <a:pt x="66" y="114"/>
                  </a:lnTo>
                  <a:lnTo>
                    <a:pt x="36" y="108"/>
                  </a:lnTo>
                  <a:lnTo>
                    <a:pt x="18" y="96"/>
                  </a:lnTo>
                  <a:lnTo>
                    <a:pt x="6" y="78"/>
                  </a:lnTo>
                  <a:lnTo>
                    <a:pt x="0" y="54"/>
                  </a:lnTo>
                  <a:lnTo>
                    <a:pt x="6" y="36"/>
                  </a:lnTo>
                  <a:lnTo>
                    <a:pt x="18" y="18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8" name="Freeform 108"/>
            <p:cNvSpPr>
              <a:spLocks/>
            </p:cNvSpPr>
            <p:nvPr/>
          </p:nvSpPr>
          <p:spPr bwMode="auto">
            <a:xfrm>
              <a:off x="2602" y="1152"/>
              <a:ext cx="7" cy="4"/>
            </a:xfrm>
            <a:custGeom>
              <a:avLst/>
              <a:gdLst>
                <a:gd name="T0" fmla="*/ 0 w 12"/>
                <a:gd name="T1" fmla="*/ 0 h 6"/>
                <a:gd name="T2" fmla="*/ 6 w 12"/>
                <a:gd name="T3" fmla="*/ 0 h 6"/>
                <a:gd name="T4" fmla="*/ 12 w 12"/>
                <a:gd name="T5" fmla="*/ 6 h 6"/>
                <a:gd name="T6" fmla="*/ 12 w 12"/>
                <a:gd name="T7" fmla="*/ 6 h 6"/>
                <a:gd name="T8" fmla="*/ 6 w 12"/>
                <a:gd name="T9" fmla="*/ 0 h 6"/>
                <a:gd name="T10" fmla="*/ 0 w 12"/>
                <a:gd name="T11" fmla="*/ 0 h 6"/>
                <a:gd name="T12" fmla="*/ 0 w 1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9" name="Freeform 109"/>
            <p:cNvSpPr>
              <a:spLocks noEditPoints="1"/>
            </p:cNvSpPr>
            <p:nvPr/>
          </p:nvSpPr>
          <p:spPr bwMode="auto">
            <a:xfrm>
              <a:off x="2606" y="1156"/>
              <a:ext cx="35" cy="72"/>
            </a:xfrm>
            <a:custGeom>
              <a:avLst/>
              <a:gdLst>
                <a:gd name="T0" fmla="*/ 6 w 60"/>
                <a:gd name="T1" fmla="*/ 0 h 107"/>
                <a:gd name="T2" fmla="*/ 24 w 60"/>
                <a:gd name="T3" fmla="*/ 5 h 107"/>
                <a:gd name="T4" fmla="*/ 42 w 60"/>
                <a:gd name="T5" fmla="*/ 17 h 107"/>
                <a:gd name="T6" fmla="*/ 54 w 60"/>
                <a:gd name="T7" fmla="*/ 29 h 107"/>
                <a:gd name="T8" fmla="*/ 60 w 60"/>
                <a:gd name="T9" fmla="*/ 47 h 107"/>
                <a:gd name="T10" fmla="*/ 60 w 60"/>
                <a:gd name="T11" fmla="*/ 65 h 107"/>
                <a:gd name="T12" fmla="*/ 54 w 60"/>
                <a:gd name="T13" fmla="*/ 83 h 107"/>
                <a:gd name="T14" fmla="*/ 30 w 60"/>
                <a:gd name="T15" fmla="*/ 101 h 107"/>
                <a:gd name="T16" fmla="*/ 0 w 60"/>
                <a:gd name="T17" fmla="*/ 107 h 107"/>
                <a:gd name="T18" fmla="*/ 0 w 60"/>
                <a:gd name="T19" fmla="*/ 107 h 107"/>
                <a:gd name="T20" fmla="*/ 30 w 60"/>
                <a:gd name="T21" fmla="*/ 101 h 107"/>
                <a:gd name="T22" fmla="*/ 54 w 60"/>
                <a:gd name="T23" fmla="*/ 83 h 107"/>
                <a:gd name="T24" fmla="*/ 60 w 60"/>
                <a:gd name="T25" fmla="*/ 65 h 107"/>
                <a:gd name="T26" fmla="*/ 60 w 60"/>
                <a:gd name="T27" fmla="*/ 47 h 107"/>
                <a:gd name="T28" fmla="*/ 54 w 60"/>
                <a:gd name="T29" fmla="*/ 29 h 107"/>
                <a:gd name="T30" fmla="*/ 42 w 60"/>
                <a:gd name="T31" fmla="*/ 17 h 107"/>
                <a:gd name="T32" fmla="*/ 24 w 60"/>
                <a:gd name="T33" fmla="*/ 5 h 107"/>
                <a:gd name="T34" fmla="*/ 6 w 60"/>
                <a:gd name="T35" fmla="*/ 0 h 107"/>
                <a:gd name="T36" fmla="*/ 6 w 60"/>
                <a:gd name="T37" fmla="*/ 0 h 107"/>
                <a:gd name="T38" fmla="*/ 6 w 60"/>
                <a:gd name="T39" fmla="*/ 0 h 107"/>
                <a:gd name="T40" fmla="*/ 6 w 60"/>
                <a:gd name="T41" fmla="*/ 0 h 107"/>
                <a:gd name="T42" fmla="*/ 6 w 60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107">
                  <a:moveTo>
                    <a:pt x="6" y="0"/>
                  </a:moveTo>
                  <a:lnTo>
                    <a:pt x="24" y="5"/>
                  </a:lnTo>
                  <a:lnTo>
                    <a:pt x="42" y="17"/>
                  </a:lnTo>
                  <a:lnTo>
                    <a:pt x="54" y="29"/>
                  </a:lnTo>
                  <a:lnTo>
                    <a:pt x="60" y="47"/>
                  </a:lnTo>
                  <a:lnTo>
                    <a:pt x="60" y="65"/>
                  </a:lnTo>
                  <a:lnTo>
                    <a:pt x="54" y="83"/>
                  </a:lnTo>
                  <a:lnTo>
                    <a:pt x="30" y="101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30" y="101"/>
                  </a:lnTo>
                  <a:lnTo>
                    <a:pt x="54" y="83"/>
                  </a:lnTo>
                  <a:lnTo>
                    <a:pt x="60" y="65"/>
                  </a:lnTo>
                  <a:lnTo>
                    <a:pt x="60" y="47"/>
                  </a:lnTo>
                  <a:lnTo>
                    <a:pt x="54" y="29"/>
                  </a:lnTo>
                  <a:lnTo>
                    <a:pt x="42" y="17"/>
                  </a:lnTo>
                  <a:lnTo>
                    <a:pt x="24" y="5"/>
                  </a:lnTo>
                  <a:lnTo>
                    <a:pt x="6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" name="Freeform 110"/>
            <p:cNvSpPr>
              <a:spLocks noEditPoints="1"/>
            </p:cNvSpPr>
            <p:nvPr/>
          </p:nvSpPr>
          <p:spPr bwMode="auto">
            <a:xfrm>
              <a:off x="2129" y="1228"/>
              <a:ext cx="477" cy="8"/>
            </a:xfrm>
            <a:custGeom>
              <a:avLst/>
              <a:gdLst>
                <a:gd name="T0" fmla="*/ 807 w 807"/>
                <a:gd name="T1" fmla="*/ 0 h 12"/>
                <a:gd name="T2" fmla="*/ 778 w 807"/>
                <a:gd name="T3" fmla="*/ 6 h 12"/>
                <a:gd name="T4" fmla="*/ 736 w 807"/>
                <a:gd name="T5" fmla="*/ 6 h 12"/>
                <a:gd name="T6" fmla="*/ 640 w 807"/>
                <a:gd name="T7" fmla="*/ 6 h 12"/>
                <a:gd name="T8" fmla="*/ 532 w 807"/>
                <a:gd name="T9" fmla="*/ 6 h 12"/>
                <a:gd name="T10" fmla="*/ 419 w 807"/>
                <a:gd name="T11" fmla="*/ 6 h 12"/>
                <a:gd name="T12" fmla="*/ 299 w 807"/>
                <a:gd name="T13" fmla="*/ 6 h 12"/>
                <a:gd name="T14" fmla="*/ 185 w 807"/>
                <a:gd name="T15" fmla="*/ 6 h 12"/>
                <a:gd name="T16" fmla="*/ 90 w 807"/>
                <a:gd name="T17" fmla="*/ 6 h 12"/>
                <a:gd name="T18" fmla="*/ 42 w 807"/>
                <a:gd name="T19" fmla="*/ 12 h 12"/>
                <a:gd name="T20" fmla="*/ 6 w 807"/>
                <a:gd name="T21" fmla="*/ 12 h 12"/>
                <a:gd name="T22" fmla="*/ 0 w 807"/>
                <a:gd name="T23" fmla="*/ 12 h 12"/>
                <a:gd name="T24" fmla="*/ 42 w 807"/>
                <a:gd name="T25" fmla="*/ 12 h 12"/>
                <a:gd name="T26" fmla="*/ 84 w 807"/>
                <a:gd name="T27" fmla="*/ 6 h 12"/>
                <a:gd name="T28" fmla="*/ 185 w 807"/>
                <a:gd name="T29" fmla="*/ 6 h 12"/>
                <a:gd name="T30" fmla="*/ 299 w 807"/>
                <a:gd name="T31" fmla="*/ 6 h 12"/>
                <a:gd name="T32" fmla="*/ 419 w 807"/>
                <a:gd name="T33" fmla="*/ 6 h 12"/>
                <a:gd name="T34" fmla="*/ 532 w 807"/>
                <a:gd name="T35" fmla="*/ 6 h 12"/>
                <a:gd name="T36" fmla="*/ 640 w 807"/>
                <a:gd name="T37" fmla="*/ 6 h 12"/>
                <a:gd name="T38" fmla="*/ 736 w 807"/>
                <a:gd name="T39" fmla="*/ 6 h 12"/>
                <a:gd name="T40" fmla="*/ 778 w 807"/>
                <a:gd name="T41" fmla="*/ 6 h 12"/>
                <a:gd name="T42" fmla="*/ 807 w 807"/>
                <a:gd name="T43" fmla="*/ 0 h 12"/>
                <a:gd name="T44" fmla="*/ 807 w 807"/>
                <a:gd name="T45" fmla="*/ 0 h 12"/>
                <a:gd name="T46" fmla="*/ 807 w 807"/>
                <a:gd name="T47" fmla="*/ 0 h 12"/>
                <a:gd name="T48" fmla="*/ 807 w 807"/>
                <a:gd name="T49" fmla="*/ 0 h 12"/>
                <a:gd name="T50" fmla="*/ 807 w 807"/>
                <a:gd name="T5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7" h="12">
                  <a:moveTo>
                    <a:pt x="807" y="0"/>
                  </a:moveTo>
                  <a:lnTo>
                    <a:pt x="778" y="6"/>
                  </a:lnTo>
                  <a:lnTo>
                    <a:pt x="736" y="6"/>
                  </a:lnTo>
                  <a:lnTo>
                    <a:pt x="640" y="6"/>
                  </a:lnTo>
                  <a:lnTo>
                    <a:pt x="532" y="6"/>
                  </a:lnTo>
                  <a:lnTo>
                    <a:pt x="419" y="6"/>
                  </a:lnTo>
                  <a:lnTo>
                    <a:pt x="299" y="6"/>
                  </a:lnTo>
                  <a:lnTo>
                    <a:pt x="185" y="6"/>
                  </a:lnTo>
                  <a:lnTo>
                    <a:pt x="90" y="6"/>
                  </a:lnTo>
                  <a:lnTo>
                    <a:pt x="42" y="12"/>
                  </a:lnTo>
                  <a:lnTo>
                    <a:pt x="6" y="12"/>
                  </a:lnTo>
                  <a:lnTo>
                    <a:pt x="0" y="12"/>
                  </a:lnTo>
                  <a:lnTo>
                    <a:pt x="42" y="12"/>
                  </a:lnTo>
                  <a:lnTo>
                    <a:pt x="84" y="6"/>
                  </a:lnTo>
                  <a:lnTo>
                    <a:pt x="185" y="6"/>
                  </a:lnTo>
                  <a:lnTo>
                    <a:pt x="299" y="6"/>
                  </a:lnTo>
                  <a:lnTo>
                    <a:pt x="419" y="6"/>
                  </a:lnTo>
                  <a:lnTo>
                    <a:pt x="532" y="6"/>
                  </a:lnTo>
                  <a:lnTo>
                    <a:pt x="640" y="6"/>
                  </a:lnTo>
                  <a:lnTo>
                    <a:pt x="736" y="6"/>
                  </a:lnTo>
                  <a:lnTo>
                    <a:pt x="778" y="6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1" name="Freeform 111"/>
            <p:cNvSpPr>
              <a:spLocks noEditPoints="1"/>
            </p:cNvSpPr>
            <p:nvPr/>
          </p:nvSpPr>
          <p:spPr bwMode="auto">
            <a:xfrm>
              <a:off x="2090" y="1236"/>
              <a:ext cx="43" cy="76"/>
            </a:xfrm>
            <a:custGeom>
              <a:avLst/>
              <a:gdLst>
                <a:gd name="T0" fmla="*/ 66 w 72"/>
                <a:gd name="T1" fmla="*/ 0 h 113"/>
                <a:gd name="T2" fmla="*/ 30 w 72"/>
                <a:gd name="T3" fmla="*/ 6 h 113"/>
                <a:gd name="T4" fmla="*/ 6 w 72"/>
                <a:gd name="T5" fmla="*/ 24 h 113"/>
                <a:gd name="T6" fmla="*/ 0 w 72"/>
                <a:gd name="T7" fmla="*/ 42 h 113"/>
                <a:gd name="T8" fmla="*/ 0 w 72"/>
                <a:gd name="T9" fmla="*/ 60 h 113"/>
                <a:gd name="T10" fmla="*/ 6 w 72"/>
                <a:gd name="T11" fmla="*/ 78 h 113"/>
                <a:gd name="T12" fmla="*/ 18 w 72"/>
                <a:gd name="T13" fmla="*/ 95 h 113"/>
                <a:gd name="T14" fmla="*/ 36 w 72"/>
                <a:gd name="T15" fmla="*/ 107 h 113"/>
                <a:gd name="T16" fmla="*/ 60 w 72"/>
                <a:gd name="T17" fmla="*/ 113 h 113"/>
                <a:gd name="T18" fmla="*/ 60 w 72"/>
                <a:gd name="T19" fmla="*/ 113 h 113"/>
                <a:gd name="T20" fmla="*/ 36 w 72"/>
                <a:gd name="T21" fmla="*/ 107 h 113"/>
                <a:gd name="T22" fmla="*/ 18 w 72"/>
                <a:gd name="T23" fmla="*/ 95 h 113"/>
                <a:gd name="T24" fmla="*/ 6 w 72"/>
                <a:gd name="T25" fmla="*/ 78 h 113"/>
                <a:gd name="T26" fmla="*/ 0 w 72"/>
                <a:gd name="T27" fmla="*/ 60 h 113"/>
                <a:gd name="T28" fmla="*/ 0 w 72"/>
                <a:gd name="T29" fmla="*/ 42 h 113"/>
                <a:gd name="T30" fmla="*/ 12 w 72"/>
                <a:gd name="T31" fmla="*/ 24 h 113"/>
                <a:gd name="T32" fmla="*/ 36 w 72"/>
                <a:gd name="T33" fmla="*/ 6 h 113"/>
                <a:gd name="T34" fmla="*/ 72 w 72"/>
                <a:gd name="T35" fmla="*/ 0 h 113"/>
                <a:gd name="T36" fmla="*/ 66 w 72"/>
                <a:gd name="T37" fmla="*/ 0 h 113"/>
                <a:gd name="T38" fmla="*/ 66 w 72"/>
                <a:gd name="T39" fmla="*/ 0 h 113"/>
                <a:gd name="T40" fmla="*/ 66 w 72"/>
                <a:gd name="T41" fmla="*/ 0 h 113"/>
                <a:gd name="T42" fmla="*/ 66 w 72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2" h="113">
                  <a:moveTo>
                    <a:pt x="66" y="0"/>
                  </a:moveTo>
                  <a:lnTo>
                    <a:pt x="30" y="6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0" y="60"/>
                  </a:lnTo>
                  <a:lnTo>
                    <a:pt x="6" y="78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78"/>
                  </a:lnTo>
                  <a:lnTo>
                    <a:pt x="0" y="60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72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2" name="Freeform 112"/>
            <p:cNvSpPr>
              <a:spLocks/>
            </p:cNvSpPr>
            <p:nvPr/>
          </p:nvSpPr>
          <p:spPr bwMode="auto">
            <a:xfrm>
              <a:off x="2606" y="1332"/>
              <a:ext cx="39" cy="73"/>
            </a:xfrm>
            <a:custGeom>
              <a:avLst/>
              <a:gdLst>
                <a:gd name="T0" fmla="*/ 0 w 66"/>
                <a:gd name="T1" fmla="*/ 0 h 108"/>
                <a:gd name="T2" fmla="*/ 24 w 66"/>
                <a:gd name="T3" fmla="*/ 6 h 108"/>
                <a:gd name="T4" fmla="*/ 42 w 66"/>
                <a:gd name="T5" fmla="*/ 18 h 108"/>
                <a:gd name="T6" fmla="*/ 60 w 66"/>
                <a:gd name="T7" fmla="*/ 36 h 108"/>
                <a:gd name="T8" fmla="*/ 66 w 66"/>
                <a:gd name="T9" fmla="*/ 54 h 108"/>
                <a:gd name="T10" fmla="*/ 60 w 66"/>
                <a:gd name="T11" fmla="*/ 72 h 108"/>
                <a:gd name="T12" fmla="*/ 48 w 66"/>
                <a:gd name="T13" fmla="*/ 90 h 108"/>
                <a:gd name="T14" fmla="*/ 30 w 66"/>
                <a:gd name="T15" fmla="*/ 102 h 108"/>
                <a:gd name="T16" fmla="*/ 0 w 66"/>
                <a:gd name="T17" fmla="*/ 108 h 108"/>
                <a:gd name="T18" fmla="*/ 0 w 66"/>
                <a:gd name="T19" fmla="*/ 108 h 108"/>
                <a:gd name="T20" fmla="*/ 30 w 66"/>
                <a:gd name="T21" fmla="*/ 102 h 108"/>
                <a:gd name="T22" fmla="*/ 48 w 66"/>
                <a:gd name="T23" fmla="*/ 90 h 108"/>
                <a:gd name="T24" fmla="*/ 60 w 66"/>
                <a:gd name="T25" fmla="*/ 72 h 108"/>
                <a:gd name="T26" fmla="*/ 66 w 66"/>
                <a:gd name="T27" fmla="*/ 54 h 108"/>
                <a:gd name="T28" fmla="*/ 60 w 66"/>
                <a:gd name="T29" fmla="*/ 36 h 108"/>
                <a:gd name="T30" fmla="*/ 42 w 66"/>
                <a:gd name="T31" fmla="*/ 18 h 108"/>
                <a:gd name="T32" fmla="*/ 24 w 66"/>
                <a:gd name="T33" fmla="*/ 6 h 108"/>
                <a:gd name="T34" fmla="*/ 0 w 66"/>
                <a:gd name="T35" fmla="*/ 0 h 108"/>
                <a:gd name="T36" fmla="*/ 0 w 66"/>
                <a:gd name="T3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lnTo>
                    <a:pt x="24" y="6"/>
                  </a:lnTo>
                  <a:lnTo>
                    <a:pt x="42" y="18"/>
                  </a:lnTo>
                  <a:lnTo>
                    <a:pt x="60" y="36"/>
                  </a:lnTo>
                  <a:lnTo>
                    <a:pt x="66" y="54"/>
                  </a:lnTo>
                  <a:lnTo>
                    <a:pt x="60" y="72"/>
                  </a:lnTo>
                  <a:lnTo>
                    <a:pt x="48" y="90"/>
                  </a:lnTo>
                  <a:lnTo>
                    <a:pt x="30" y="10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30" y="102"/>
                  </a:lnTo>
                  <a:lnTo>
                    <a:pt x="48" y="90"/>
                  </a:lnTo>
                  <a:lnTo>
                    <a:pt x="60" y="72"/>
                  </a:lnTo>
                  <a:lnTo>
                    <a:pt x="66" y="54"/>
                  </a:lnTo>
                  <a:lnTo>
                    <a:pt x="60" y="36"/>
                  </a:lnTo>
                  <a:lnTo>
                    <a:pt x="42" y="18"/>
                  </a:lnTo>
                  <a:lnTo>
                    <a:pt x="24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3" name="Freeform 113"/>
            <p:cNvSpPr>
              <a:spLocks noEditPoints="1"/>
            </p:cNvSpPr>
            <p:nvPr/>
          </p:nvSpPr>
          <p:spPr bwMode="auto">
            <a:xfrm>
              <a:off x="2129" y="1405"/>
              <a:ext cx="477" cy="12"/>
            </a:xfrm>
            <a:custGeom>
              <a:avLst/>
              <a:gdLst>
                <a:gd name="T0" fmla="*/ 807 w 807"/>
                <a:gd name="T1" fmla="*/ 0 h 18"/>
                <a:gd name="T2" fmla="*/ 778 w 807"/>
                <a:gd name="T3" fmla="*/ 0 h 18"/>
                <a:gd name="T4" fmla="*/ 736 w 807"/>
                <a:gd name="T5" fmla="*/ 6 h 18"/>
                <a:gd name="T6" fmla="*/ 688 w 807"/>
                <a:gd name="T7" fmla="*/ 6 h 18"/>
                <a:gd name="T8" fmla="*/ 634 w 807"/>
                <a:gd name="T9" fmla="*/ 6 h 18"/>
                <a:gd name="T10" fmla="*/ 514 w 807"/>
                <a:gd name="T11" fmla="*/ 6 h 18"/>
                <a:gd name="T12" fmla="*/ 389 w 807"/>
                <a:gd name="T13" fmla="*/ 12 h 18"/>
                <a:gd name="T14" fmla="*/ 263 w 807"/>
                <a:gd name="T15" fmla="*/ 12 h 18"/>
                <a:gd name="T16" fmla="*/ 150 w 807"/>
                <a:gd name="T17" fmla="*/ 12 h 18"/>
                <a:gd name="T18" fmla="*/ 96 w 807"/>
                <a:gd name="T19" fmla="*/ 12 h 18"/>
                <a:gd name="T20" fmla="*/ 54 w 807"/>
                <a:gd name="T21" fmla="*/ 12 h 18"/>
                <a:gd name="T22" fmla="*/ 24 w 807"/>
                <a:gd name="T23" fmla="*/ 18 h 18"/>
                <a:gd name="T24" fmla="*/ 0 w 807"/>
                <a:gd name="T25" fmla="*/ 18 h 18"/>
                <a:gd name="T26" fmla="*/ 0 w 807"/>
                <a:gd name="T27" fmla="*/ 18 h 18"/>
                <a:gd name="T28" fmla="*/ 24 w 807"/>
                <a:gd name="T29" fmla="*/ 18 h 18"/>
                <a:gd name="T30" fmla="*/ 54 w 807"/>
                <a:gd name="T31" fmla="*/ 12 h 18"/>
                <a:gd name="T32" fmla="*/ 96 w 807"/>
                <a:gd name="T33" fmla="*/ 12 h 18"/>
                <a:gd name="T34" fmla="*/ 150 w 807"/>
                <a:gd name="T35" fmla="*/ 12 h 18"/>
                <a:gd name="T36" fmla="*/ 263 w 807"/>
                <a:gd name="T37" fmla="*/ 12 h 18"/>
                <a:gd name="T38" fmla="*/ 389 w 807"/>
                <a:gd name="T39" fmla="*/ 12 h 18"/>
                <a:gd name="T40" fmla="*/ 514 w 807"/>
                <a:gd name="T41" fmla="*/ 6 h 18"/>
                <a:gd name="T42" fmla="*/ 634 w 807"/>
                <a:gd name="T43" fmla="*/ 6 h 18"/>
                <a:gd name="T44" fmla="*/ 688 w 807"/>
                <a:gd name="T45" fmla="*/ 6 h 18"/>
                <a:gd name="T46" fmla="*/ 736 w 807"/>
                <a:gd name="T47" fmla="*/ 6 h 18"/>
                <a:gd name="T48" fmla="*/ 778 w 807"/>
                <a:gd name="T49" fmla="*/ 0 h 18"/>
                <a:gd name="T50" fmla="*/ 807 w 807"/>
                <a:gd name="T51" fmla="*/ 0 h 18"/>
                <a:gd name="T52" fmla="*/ 807 w 807"/>
                <a:gd name="T53" fmla="*/ 0 h 18"/>
                <a:gd name="T54" fmla="*/ 807 w 807"/>
                <a:gd name="T55" fmla="*/ 0 h 18"/>
                <a:gd name="T56" fmla="*/ 807 w 807"/>
                <a:gd name="T57" fmla="*/ 0 h 18"/>
                <a:gd name="T58" fmla="*/ 807 w 807"/>
                <a:gd name="T5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7" h="18">
                  <a:moveTo>
                    <a:pt x="807" y="0"/>
                  </a:moveTo>
                  <a:lnTo>
                    <a:pt x="778" y="0"/>
                  </a:lnTo>
                  <a:lnTo>
                    <a:pt x="736" y="6"/>
                  </a:lnTo>
                  <a:lnTo>
                    <a:pt x="688" y="6"/>
                  </a:lnTo>
                  <a:lnTo>
                    <a:pt x="634" y="6"/>
                  </a:lnTo>
                  <a:lnTo>
                    <a:pt x="514" y="6"/>
                  </a:lnTo>
                  <a:lnTo>
                    <a:pt x="389" y="12"/>
                  </a:lnTo>
                  <a:lnTo>
                    <a:pt x="263" y="12"/>
                  </a:lnTo>
                  <a:lnTo>
                    <a:pt x="150" y="12"/>
                  </a:lnTo>
                  <a:lnTo>
                    <a:pt x="96" y="12"/>
                  </a:lnTo>
                  <a:lnTo>
                    <a:pt x="54" y="12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24" y="18"/>
                  </a:lnTo>
                  <a:lnTo>
                    <a:pt x="54" y="12"/>
                  </a:lnTo>
                  <a:lnTo>
                    <a:pt x="96" y="12"/>
                  </a:lnTo>
                  <a:lnTo>
                    <a:pt x="150" y="12"/>
                  </a:lnTo>
                  <a:lnTo>
                    <a:pt x="263" y="12"/>
                  </a:lnTo>
                  <a:lnTo>
                    <a:pt x="389" y="12"/>
                  </a:lnTo>
                  <a:lnTo>
                    <a:pt x="514" y="6"/>
                  </a:lnTo>
                  <a:lnTo>
                    <a:pt x="634" y="6"/>
                  </a:lnTo>
                  <a:lnTo>
                    <a:pt x="688" y="6"/>
                  </a:lnTo>
                  <a:lnTo>
                    <a:pt x="736" y="6"/>
                  </a:lnTo>
                  <a:lnTo>
                    <a:pt x="778" y="0"/>
                  </a:lnTo>
                  <a:lnTo>
                    <a:pt x="807" y="0"/>
                  </a:lnTo>
                  <a:lnTo>
                    <a:pt x="807" y="0"/>
                  </a:lnTo>
                  <a:close/>
                  <a:moveTo>
                    <a:pt x="807" y="0"/>
                  </a:moveTo>
                  <a:lnTo>
                    <a:pt x="807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4" name="Freeform 114"/>
            <p:cNvSpPr>
              <a:spLocks noEditPoints="1"/>
            </p:cNvSpPr>
            <p:nvPr/>
          </p:nvSpPr>
          <p:spPr bwMode="auto">
            <a:xfrm>
              <a:off x="2090" y="1417"/>
              <a:ext cx="39" cy="72"/>
            </a:xfrm>
            <a:custGeom>
              <a:avLst/>
              <a:gdLst>
                <a:gd name="T0" fmla="*/ 66 w 66"/>
                <a:gd name="T1" fmla="*/ 0 h 107"/>
                <a:gd name="T2" fmla="*/ 36 w 66"/>
                <a:gd name="T3" fmla="*/ 6 h 107"/>
                <a:gd name="T4" fmla="*/ 12 w 66"/>
                <a:gd name="T5" fmla="*/ 24 h 107"/>
                <a:gd name="T6" fmla="*/ 0 w 66"/>
                <a:gd name="T7" fmla="*/ 41 h 107"/>
                <a:gd name="T8" fmla="*/ 0 w 66"/>
                <a:gd name="T9" fmla="*/ 65 h 107"/>
                <a:gd name="T10" fmla="*/ 6 w 66"/>
                <a:gd name="T11" fmla="*/ 83 h 107"/>
                <a:gd name="T12" fmla="*/ 18 w 66"/>
                <a:gd name="T13" fmla="*/ 95 h 107"/>
                <a:gd name="T14" fmla="*/ 36 w 66"/>
                <a:gd name="T15" fmla="*/ 107 h 107"/>
                <a:gd name="T16" fmla="*/ 60 w 66"/>
                <a:gd name="T17" fmla="*/ 107 h 107"/>
                <a:gd name="T18" fmla="*/ 60 w 66"/>
                <a:gd name="T19" fmla="*/ 107 h 107"/>
                <a:gd name="T20" fmla="*/ 36 w 66"/>
                <a:gd name="T21" fmla="*/ 107 h 107"/>
                <a:gd name="T22" fmla="*/ 18 w 66"/>
                <a:gd name="T23" fmla="*/ 95 h 107"/>
                <a:gd name="T24" fmla="*/ 6 w 66"/>
                <a:gd name="T25" fmla="*/ 83 h 107"/>
                <a:gd name="T26" fmla="*/ 0 w 66"/>
                <a:gd name="T27" fmla="*/ 65 h 107"/>
                <a:gd name="T28" fmla="*/ 0 w 66"/>
                <a:gd name="T29" fmla="*/ 41 h 107"/>
                <a:gd name="T30" fmla="*/ 12 w 66"/>
                <a:gd name="T31" fmla="*/ 24 h 107"/>
                <a:gd name="T32" fmla="*/ 36 w 66"/>
                <a:gd name="T33" fmla="*/ 6 h 107"/>
                <a:gd name="T34" fmla="*/ 66 w 66"/>
                <a:gd name="T35" fmla="*/ 0 h 107"/>
                <a:gd name="T36" fmla="*/ 66 w 66"/>
                <a:gd name="T37" fmla="*/ 0 h 107"/>
                <a:gd name="T38" fmla="*/ 66 w 66"/>
                <a:gd name="T39" fmla="*/ 0 h 107"/>
                <a:gd name="T40" fmla="*/ 66 w 66"/>
                <a:gd name="T41" fmla="*/ 0 h 107"/>
                <a:gd name="T42" fmla="*/ 66 w 66"/>
                <a:gd name="T4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07">
                  <a:moveTo>
                    <a:pt x="66" y="0"/>
                  </a:moveTo>
                  <a:lnTo>
                    <a:pt x="36" y="6"/>
                  </a:lnTo>
                  <a:lnTo>
                    <a:pt x="12" y="24"/>
                  </a:lnTo>
                  <a:lnTo>
                    <a:pt x="0" y="41"/>
                  </a:lnTo>
                  <a:lnTo>
                    <a:pt x="0" y="65"/>
                  </a:lnTo>
                  <a:lnTo>
                    <a:pt x="6" y="83"/>
                  </a:lnTo>
                  <a:lnTo>
                    <a:pt x="18" y="95"/>
                  </a:lnTo>
                  <a:lnTo>
                    <a:pt x="36" y="107"/>
                  </a:lnTo>
                  <a:lnTo>
                    <a:pt x="60" y="107"/>
                  </a:lnTo>
                  <a:lnTo>
                    <a:pt x="60" y="107"/>
                  </a:lnTo>
                  <a:lnTo>
                    <a:pt x="36" y="107"/>
                  </a:lnTo>
                  <a:lnTo>
                    <a:pt x="18" y="95"/>
                  </a:lnTo>
                  <a:lnTo>
                    <a:pt x="6" y="83"/>
                  </a:lnTo>
                  <a:lnTo>
                    <a:pt x="0" y="65"/>
                  </a:lnTo>
                  <a:lnTo>
                    <a:pt x="0" y="41"/>
                  </a:lnTo>
                  <a:lnTo>
                    <a:pt x="12" y="24"/>
                  </a:lnTo>
                  <a:lnTo>
                    <a:pt x="36" y="6"/>
                  </a:lnTo>
                  <a:lnTo>
                    <a:pt x="66" y="0"/>
                  </a:lnTo>
                  <a:lnTo>
                    <a:pt x="66" y="0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5" name="Freeform 115"/>
            <p:cNvSpPr>
              <a:spLocks/>
            </p:cNvSpPr>
            <p:nvPr/>
          </p:nvSpPr>
          <p:spPr bwMode="auto">
            <a:xfrm>
              <a:off x="3008" y="1019"/>
              <a:ext cx="43" cy="60"/>
            </a:xfrm>
            <a:custGeom>
              <a:avLst/>
              <a:gdLst>
                <a:gd name="T0" fmla="*/ 36 w 72"/>
                <a:gd name="T1" fmla="*/ 89 h 89"/>
                <a:gd name="T2" fmla="*/ 24 w 72"/>
                <a:gd name="T3" fmla="*/ 83 h 89"/>
                <a:gd name="T4" fmla="*/ 12 w 72"/>
                <a:gd name="T5" fmla="*/ 77 h 89"/>
                <a:gd name="T6" fmla="*/ 6 w 72"/>
                <a:gd name="T7" fmla="*/ 59 h 89"/>
                <a:gd name="T8" fmla="*/ 0 w 72"/>
                <a:gd name="T9" fmla="*/ 41 h 89"/>
                <a:gd name="T10" fmla="*/ 6 w 72"/>
                <a:gd name="T11" fmla="*/ 23 h 89"/>
                <a:gd name="T12" fmla="*/ 12 w 72"/>
                <a:gd name="T13" fmla="*/ 11 h 89"/>
                <a:gd name="T14" fmla="*/ 24 w 72"/>
                <a:gd name="T15" fmla="*/ 5 h 89"/>
                <a:gd name="T16" fmla="*/ 36 w 72"/>
                <a:gd name="T17" fmla="*/ 0 h 89"/>
                <a:gd name="T18" fmla="*/ 48 w 72"/>
                <a:gd name="T19" fmla="*/ 5 h 89"/>
                <a:gd name="T20" fmla="*/ 60 w 72"/>
                <a:gd name="T21" fmla="*/ 11 h 89"/>
                <a:gd name="T22" fmla="*/ 72 w 72"/>
                <a:gd name="T23" fmla="*/ 23 h 89"/>
                <a:gd name="T24" fmla="*/ 72 w 72"/>
                <a:gd name="T25" fmla="*/ 41 h 89"/>
                <a:gd name="T26" fmla="*/ 72 w 72"/>
                <a:gd name="T27" fmla="*/ 59 h 89"/>
                <a:gd name="T28" fmla="*/ 60 w 72"/>
                <a:gd name="T29" fmla="*/ 77 h 89"/>
                <a:gd name="T30" fmla="*/ 48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24" y="83"/>
                  </a:lnTo>
                  <a:lnTo>
                    <a:pt x="12" y="77"/>
                  </a:lnTo>
                  <a:lnTo>
                    <a:pt x="6" y="59"/>
                  </a:lnTo>
                  <a:lnTo>
                    <a:pt x="0" y="41"/>
                  </a:ln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48" y="5"/>
                  </a:lnTo>
                  <a:lnTo>
                    <a:pt x="60" y="11"/>
                  </a:lnTo>
                  <a:lnTo>
                    <a:pt x="72" y="23"/>
                  </a:lnTo>
                  <a:lnTo>
                    <a:pt x="72" y="41"/>
                  </a:lnTo>
                  <a:lnTo>
                    <a:pt x="72" y="59"/>
                  </a:lnTo>
                  <a:lnTo>
                    <a:pt x="60" y="77"/>
                  </a:lnTo>
                  <a:lnTo>
                    <a:pt x="48" y="83"/>
                  </a:lnTo>
                  <a:lnTo>
                    <a:pt x="36" y="89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6" name="Freeform 116"/>
            <p:cNvSpPr>
              <a:spLocks/>
            </p:cNvSpPr>
            <p:nvPr/>
          </p:nvSpPr>
          <p:spPr bwMode="auto">
            <a:xfrm>
              <a:off x="3008" y="1047"/>
              <a:ext cx="22" cy="32"/>
            </a:xfrm>
            <a:custGeom>
              <a:avLst/>
              <a:gdLst>
                <a:gd name="T0" fmla="*/ 36 w 36"/>
                <a:gd name="T1" fmla="*/ 48 h 48"/>
                <a:gd name="T2" fmla="*/ 24 w 36"/>
                <a:gd name="T3" fmla="*/ 42 h 48"/>
                <a:gd name="T4" fmla="*/ 12 w 36"/>
                <a:gd name="T5" fmla="*/ 36 h 48"/>
                <a:gd name="T6" fmla="*/ 6 w 36"/>
                <a:gd name="T7" fmla="*/ 18 h 48"/>
                <a:gd name="T8" fmla="*/ 0 w 36"/>
                <a:gd name="T9" fmla="*/ 0 h 48"/>
                <a:gd name="T10" fmla="*/ 0 w 36"/>
                <a:gd name="T11" fmla="*/ 0 h 48"/>
                <a:gd name="T12" fmla="*/ 6 w 36"/>
                <a:gd name="T13" fmla="*/ 18 h 48"/>
                <a:gd name="T14" fmla="*/ 12 w 36"/>
                <a:gd name="T15" fmla="*/ 36 h 48"/>
                <a:gd name="T16" fmla="*/ 24 w 36"/>
                <a:gd name="T17" fmla="*/ 42 h 48"/>
                <a:gd name="T18" fmla="*/ 36 w 36"/>
                <a:gd name="T19" fmla="*/ 48 h 48"/>
                <a:gd name="T20" fmla="*/ 36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36" y="48"/>
                  </a:moveTo>
                  <a:lnTo>
                    <a:pt x="24" y="42"/>
                  </a:lnTo>
                  <a:lnTo>
                    <a:pt x="12" y="36"/>
                  </a:ln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2" y="36"/>
                  </a:lnTo>
                  <a:lnTo>
                    <a:pt x="24" y="42"/>
                  </a:lnTo>
                  <a:lnTo>
                    <a:pt x="36" y="48"/>
                  </a:lnTo>
                  <a:lnTo>
                    <a:pt x="36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7" name="Freeform 117"/>
            <p:cNvSpPr>
              <a:spLocks noEditPoints="1"/>
            </p:cNvSpPr>
            <p:nvPr/>
          </p:nvSpPr>
          <p:spPr bwMode="auto">
            <a:xfrm>
              <a:off x="3008" y="1019"/>
              <a:ext cx="22" cy="28"/>
            </a:xfrm>
            <a:custGeom>
              <a:avLst/>
              <a:gdLst>
                <a:gd name="T0" fmla="*/ 0 w 36"/>
                <a:gd name="T1" fmla="*/ 41 h 41"/>
                <a:gd name="T2" fmla="*/ 6 w 36"/>
                <a:gd name="T3" fmla="*/ 23 h 41"/>
                <a:gd name="T4" fmla="*/ 12 w 36"/>
                <a:gd name="T5" fmla="*/ 11 h 41"/>
                <a:gd name="T6" fmla="*/ 24 w 36"/>
                <a:gd name="T7" fmla="*/ 5 h 41"/>
                <a:gd name="T8" fmla="*/ 36 w 36"/>
                <a:gd name="T9" fmla="*/ 0 h 41"/>
                <a:gd name="T10" fmla="*/ 36 w 36"/>
                <a:gd name="T11" fmla="*/ 0 h 41"/>
                <a:gd name="T12" fmla="*/ 24 w 36"/>
                <a:gd name="T13" fmla="*/ 5 h 41"/>
                <a:gd name="T14" fmla="*/ 12 w 36"/>
                <a:gd name="T15" fmla="*/ 11 h 41"/>
                <a:gd name="T16" fmla="*/ 6 w 36"/>
                <a:gd name="T17" fmla="*/ 23 h 41"/>
                <a:gd name="T18" fmla="*/ 0 w 36"/>
                <a:gd name="T19" fmla="*/ 41 h 41"/>
                <a:gd name="T20" fmla="*/ 0 w 36"/>
                <a:gd name="T21" fmla="*/ 41 h 41"/>
                <a:gd name="T22" fmla="*/ 0 w 36"/>
                <a:gd name="T23" fmla="*/ 41 h 41"/>
                <a:gd name="T24" fmla="*/ 0 w 36"/>
                <a:gd name="T25" fmla="*/ 41 h 41"/>
                <a:gd name="T26" fmla="*/ 0 w 36"/>
                <a:gd name="T2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41"/>
                  </a:moveTo>
                  <a:lnTo>
                    <a:pt x="6" y="23"/>
                  </a:lnTo>
                  <a:lnTo>
                    <a:pt x="12" y="11"/>
                  </a:lnTo>
                  <a:lnTo>
                    <a:pt x="24" y="5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2" y="11"/>
                  </a:lnTo>
                  <a:lnTo>
                    <a:pt x="6" y="23"/>
                  </a:lnTo>
                  <a:lnTo>
                    <a:pt x="0" y="41"/>
                  </a:ln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8" name="Freeform 118"/>
            <p:cNvSpPr>
              <a:spLocks noEditPoints="1"/>
            </p:cNvSpPr>
            <p:nvPr/>
          </p:nvSpPr>
          <p:spPr bwMode="auto">
            <a:xfrm>
              <a:off x="3030" y="1019"/>
              <a:ext cx="21" cy="28"/>
            </a:xfrm>
            <a:custGeom>
              <a:avLst/>
              <a:gdLst>
                <a:gd name="T0" fmla="*/ 0 w 36"/>
                <a:gd name="T1" fmla="*/ 0 h 41"/>
                <a:gd name="T2" fmla="*/ 12 w 36"/>
                <a:gd name="T3" fmla="*/ 5 h 41"/>
                <a:gd name="T4" fmla="*/ 24 w 36"/>
                <a:gd name="T5" fmla="*/ 11 h 41"/>
                <a:gd name="T6" fmla="*/ 36 w 36"/>
                <a:gd name="T7" fmla="*/ 23 h 41"/>
                <a:gd name="T8" fmla="*/ 36 w 36"/>
                <a:gd name="T9" fmla="*/ 41 h 41"/>
                <a:gd name="T10" fmla="*/ 36 w 36"/>
                <a:gd name="T11" fmla="*/ 41 h 41"/>
                <a:gd name="T12" fmla="*/ 36 w 36"/>
                <a:gd name="T13" fmla="*/ 23 h 41"/>
                <a:gd name="T14" fmla="*/ 24 w 36"/>
                <a:gd name="T15" fmla="*/ 11 h 41"/>
                <a:gd name="T16" fmla="*/ 12 w 36"/>
                <a:gd name="T17" fmla="*/ 5 h 41"/>
                <a:gd name="T18" fmla="*/ 0 w 36"/>
                <a:gd name="T19" fmla="*/ 0 h 41"/>
                <a:gd name="T20" fmla="*/ 0 w 36"/>
                <a:gd name="T21" fmla="*/ 0 h 41"/>
                <a:gd name="T22" fmla="*/ 0 w 36"/>
                <a:gd name="T23" fmla="*/ 0 h 41"/>
                <a:gd name="T24" fmla="*/ 0 w 36"/>
                <a:gd name="T25" fmla="*/ 0 h 41"/>
                <a:gd name="T26" fmla="*/ 0 w 36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1">
                  <a:moveTo>
                    <a:pt x="0" y="0"/>
                  </a:moveTo>
                  <a:lnTo>
                    <a:pt x="12" y="5"/>
                  </a:lnTo>
                  <a:lnTo>
                    <a:pt x="24" y="11"/>
                  </a:lnTo>
                  <a:lnTo>
                    <a:pt x="36" y="2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23"/>
                  </a:lnTo>
                  <a:lnTo>
                    <a:pt x="24" y="11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9" name="Freeform 119"/>
            <p:cNvSpPr>
              <a:spLocks noEditPoints="1"/>
            </p:cNvSpPr>
            <p:nvPr/>
          </p:nvSpPr>
          <p:spPr bwMode="auto">
            <a:xfrm>
              <a:off x="3030" y="1047"/>
              <a:ext cx="21" cy="32"/>
            </a:xfrm>
            <a:custGeom>
              <a:avLst/>
              <a:gdLst>
                <a:gd name="T0" fmla="*/ 36 w 36"/>
                <a:gd name="T1" fmla="*/ 0 h 48"/>
                <a:gd name="T2" fmla="*/ 36 w 36"/>
                <a:gd name="T3" fmla="*/ 18 h 48"/>
                <a:gd name="T4" fmla="*/ 24 w 36"/>
                <a:gd name="T5" fmla="*/ 36 h 48"/>
                <a:gd name="T6" fmla="*/ 12 w 36"/>
                <a:gd name="T7" fmla="*/ 42 h 48"/>
                <a:gd name="T8" fmla="*/ 0 w 36"/>
                <a:gd name="T9" fmla="*/ 48 h 48"/>
                <a:gd name="T10" fmla="*/ 0 w 36"/>
                <a:gd name="T11" fmla="*/ 48 h 48"/>
                <a:gd name="T12" fmla="*/ 12 w 36"/>
                <a:gd name="T13" fmla="*/ 42 h 48"/>
                <a:gd name="T14" fmla="*/ 24 w 36"/>
                <a:gd name="T15" fmla="*/ 36 h 48"/>
                <a:gd name="T16" fmla="*/ 36 w 36"/>
                <a:gd name="T17" fmla="*/ 18 h 48"/>
                <a:gd name="T18" fmla="*/ 36 w 36"/>
                <a:gd name="T19" fmla="*/ 0 h 48"/>
                <a:gd name="T20" fmla="*/ 36 w 36"/>
                <a:gd name="T21" fmla="*/ 0 h 48"/>
                <a:gd name="T22" fmla="*/ 36 w 36"/>
                <a:gd name="T23" fmla="*/ 0 h 48"/>
                <a:gd name="T24" fmla="*/ 36 w 36"/>
                <a:gd name="T25" fmla="*/ 0 h 48"/>
                <a:gd name="T26" fmla="*/ 36 w 36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48">
                  <a:moveTo>
                    <a:pt x="36" y="0"/>
                  </a:moveTo>
                  <a:lnTo>
                    <a:pt x="36" y="18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2" y="42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0" name="Freeform 120"/>
            <p:cNvSpPr>
              <a:spLocks/>
            </p:cNvSpPr>
            <p:nvPr/>
          </p:nvSpPr>
          <p:spPr bwMode="auto">
            <a:xfrm>
              <a:off x="3030" y="1079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1" name="Freeform 121"/>
            <p:cNvSpPr>
              <a:spLocks/>
            </p:cNvSpPr>
            <p:nvPr/>
          </p:nvSpPr>
          <p:spPr bwMode="auto">
            <a:xfrm>
              <a:off x="770" y="2072"/>
              <a:ext cx="53" cy="88"/>
            </a:xfrm>
            <a:custGeom>
              <a:avLst/>
              <a:gdLst>
                <a:gd name="T0" fmla="*/ 90 w 90"/>
                <a:gd name="T1" fmla="*/ 42 h 131"/>
                <a:gd name="T2" fmla="*/ 84 w 90"/>
                <a:gd name="T3" fmla="*/ 0 h 131"/>
                <a:gd name="T4" fmla="*/ 84 w 90"/>
                <a:gd name="T5" fmla="*/ 0 h 131"/>
                <a:gd name="T6" fmla="*/ 84 w 90"/>
                <a:gd name="T7" fmla="*/ 6 h 131"/>
                <a:gd name="T8" fmla="*/ 78 w 90"/>
                <a:gd name="T9" fmla="*/ 6 h 131"/>
                <a:gd name="T10" fmla="*/ 66 w 90"/>
                <a:gd name="T11" fmla="*/ 6 h 131"/>
                <a:gd name="T12" fmla="*/ 48 w 90"/>
                <a:gd name="T13" fmla="*/ 0 h 131"/>
                <a:gd name="T14" fmla="*/ 30 w 90"/>
                <a:gd name="T15" fmla="*/ 6 h 131"/>
                <a:gd name="T16" fmla="*/ 18 w 90"/>
                <a:gd name="T17" fmla="*/ 18 h 131"/>
                <a:gd name="T18" fmla="*/ 6 w 90"/>
                <a:gd name="T19" fmla="*/ 36 h 131"/>
                <a:gd name="T20" fmla="*/ 0 w 90"/>
                <a:gd name="T21" fmla="*/ 66 h 131"/>
                <a:gd name="T22" fmla="*/ 6 w 90"/>
                <a:gd name="T23" fmla="*/ 95 h 131"/>
                <a:gd name="T24" fmla="*/ 18 w 90"/>
                <a:gd name="T25" fmla="*/ 119 h 131"/>
                <a:gd name="T26" fmla="*/ 30 w 90"/>
                <a:gd name="T27" fmla="*/ 125 h 131"/>
                <a:gd name="T28" fmla="*/ 48 w 90"/>
                <a:gd name="T29" fmla="*/ 131 h 131"/>
                <a:gd name="T30" fmla="*/ 66 w 90"/>
                <a:gd name="T31" fmla="*/ 125 h 131"/>
                <a:gd name="T32" fmla="*/ 78 w 90"/>
                <a:gd name="T33" fmla="*/ 119 h 131"/>
                <a:gd name="T34" fmla="*/ 90 w 90"/>
                <a:gd name="T35" fmla="*/ 113 h 131"/>
                <a:gd name="T36" fmla="*/ 90 w 90"/>
                <a:gd name="T37" fmla="*/ 107 h 131"/>
                <a:gd name="T38" fmla="*/ 90 w 90"/>
                <a:gd name="T39" fmla="*/ 101 h 131"/>
                <a:gd name="T40" fmla="*/ 78 w 90"/>
                <a:gd name="T41" fmla="*/ 113 h 131"/>
                <a:gd name="T42" fmla="*/ 66 w 90"/>
                <a:gd name="T43" fmla="*/ 125 h 131"/>
                <a:gd name="T44" fmla="*/ 54 w 90"/>
                <a:gd name="T45" fmla="*/ 125 h 131"/>
                <a:gd name="T46" fmla="*/ 42 w 90"/>
                <a:gd name="T47" fmla="*/ 119 h 131"/>
                <a:gd name="T48" fmla="*/ 30 w 90"/>
                <a:gd name="T49" fmla="*/ 113 h 131"/>
                <a:gd name="T50" fmla="*/ 24 w 90"/>
                <a:gd name="T51" fmla="*/ 95 h 131"/>
                <a:gd name="T52" fmla="*/ 18 w 90"/>
                <a:gd name="T53" fmla="*/ 66 h 131"/>
                <a:gd name="T54" fmla="*/ 24 w 90"/>
                <a:gd name="T55" fmla="*/ 36 h 131"/>
                <a:gd name="T56" fmla="*/ 30 w 90"/>
                <a:gd name="T57" fmla="*/ 18 h 131"/>
                <a:gd name="T58" fmla="*/ 42 w 90"/>
                <a:gd name="T59" fmla="*/ 12 h 131"/>
                <a:gd name="T60" fmla="*/ 48 w 90"/>
                <a:gd name="T61" fmla="*/ 6 h 131"/>
                <a:gd name="T62" fmla="*/ 66 w 90"/>
                <a:gd name="T63" fmla="*/ 12 h 131"/>
                <a:gd name="T64" fmla="*/ 72 w 90"/>
                <a:gd name="T65" fmla="*/ 18 h 131"/>
                <a:gd name="T66" fmla="*/ 84 w 90"/>
                <a:gd name="T67" fmla="*/ 42 h 131"/>
                <a:gd name="T68" fmla="*/ 90 w 90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131">
                  <a:moveTo>
                    <a:pt x="90" y="42"/>
                  </a:moveTo>
                  <a:lnTo>
                    <a:pt x="84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78" y="6"/>
                  </a:lnTo>
                  <a:lnTo>
                    <a:pt x="66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0" y="125"/>
                  </a:lnTo>
                  <a:lnTo>
                    <a:pt x="48" y="131"/>
                  </a:lnTo>
                  <a:lnTo>
                    <a:pt x="66" y="125"/>
                  </a:lnTo>
                  <a:lnTo>
                    <a:pt x="78" y="119"/>
                  </a:lnTo>
                  <a:lnTo>
                    <a:pt x="90" y="113"/>
                  </a:lnTo>
                  <a:lnTo>
                    <a:pt x="90" y="107"/>
                  </a:lnTo>
                  <a:lnTo>
                    <a:pt x="90" y="101"/>
                  </a:lnTo>
                  <a:lnTo>
                    <a:pt x="78" y="113"/>
                  </a:lnTo>
                  <a:lnTo>
                    <a:pt x="66" y="125"/>
                  </a:lnTo>
                  <a:lnTo>
                    <a:pt x="54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48" y="6"/>
                  </a:lnTo>
                  <a:lnTo>
                    <a:pt x="66" y="12"/>
                  </a:lnTo>
                  <a:lnTo>
                    <a:pt x="72" y="18"/>
                  </a:lnTo>
                  <a:lnTo>
                    <a:pt x="84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2" name="Freeform 122"/>
            <p:cNvSpPr>
              <a:spLocks noEditPoints="1"/>
            </p:cNvSpPr>
            <p:nvPr/>
          </p:nvSpPr>
          <p:spPr bwMode="auto">
            <a:xfrm>
              <a:off x="830" y="2100"/>
              <a:ext cx="39" cy="60"/>
            </a:xfrm>
            <a:custGeom>
              <a:avLst/>
              <a:gdLst>
                <a:gd name="T0" fmla="*/ 30 w 66"/>
                <a:gd name="T1" fmla="*/ 0 h 89"/>
                <a:gd name="T2" fmla="*/ 18 w 66"/>
                <a:gd name="T3" fmla="*/ 6 h 89"/>
                <a:gd name="T4" fmla="*/ 6 w 66"/>
                <a:gd name="T5" fmla="*/ 12 h 89"/>
                <a:gd name="T6" fmla="*/ 0 w 66"/>
                <a:gd name="T7" fmla="*/ 41 h 89"/>
                <a:gd name="T8" fmla="*/ 6 w 66"/>
                <a:gd name="T9" fmla="*/ 77 h 89"/>
                <a:gd name="T10" fmla="*/ 18 w 66"/>
                <a:gd name="T11" fmla="*/ 83 h 89"/>
                <a:gd name="T12" fmla="*/ 30 w 66"/>
                <a:gd name="T13" fmla="*/ 89 h 89"/>
                <a:gd name="T14" fmla="*/ 48 w 66"/>
                <a:gd name="T15" fmla="*/ 83 h 89"/>
                <a:gd name="T16" fmla="*/ 60 w 66"/>
                <a:gd name="T17" fmla="*/ 77 h 89"/>
                <a:gd name="T18" fmla="*/ 66 w 66"/>
                <a:gd name="T19" fmla="*/ 41 h 89"/>
                <a:gd name="T20" fmla="*/ 60 w 66"/>
                <a:gd name="T21" fmla="*/ 12 h 89"/>
                <a:gd name="T22" fmla="*/ 48 w 66"/>
                <a:gd name="T23" fmla="*/ 6 h 89"/>
                <a:gd name="T24" fmla="*/ 30 w 66"/>
                <a:gd name="T25" fmla="*/ 0 h 89"/>
                <a:gd name="T26" fmla="*/ 30 w 66"/>
                <a:gd name="T27" fmla="*/ 0 h 89"/>
                <a:gd name="T28" fmla="*/ 36 w 66"/>
                <a:gd name="T29" fmla="*/ 83 h 89"/>
                <a:gd name="T30" fmla="*/ 24 w 66"/>
                <a:gd name="T31" fmla="*/ 77 h 89"/>
                <a:gd name="T32" fmla="*/ 18 w 66"/>
                <a:gd name="T33" fmla="*/ 65 h 89"/>
                <a:gd name="T34" fmla="*/ 12 w 66"/>
                <a:gd name="T35" fmla="*/ 47 h 89"/>
                <a:gd name="T36" fmla="*/ 12 w 66"/>
                <a:gd name="T37" fmla="*/ 35 h 89"/>
                <a:gd name="T38" fmla="*/ 18 w 66"/>
                <a:gd name="T39" fmla="*/ 12 h 89"/>
                <a:gd name="T40" fmla="*/ 30 w 66"/>
                <a:gd name="T41" fmla="*/ 6 h 89"/>
                <a:gd name="T42" fmla="*/ 42 w 66"/>
                <a:gd name="T43" fmla="*/ 12 h 89"/>
                <a:gd name="T44" fmla="*/ 48 w 66"/>
                <a:gd name="T45" fmla="*/ 18 h 89"/>
                <a:gd name="T46" fmla="*/ 54 w 66"/>
                <a:gd name="T47" fmla="*/ 47 h 89"/>
                <a:gd name="T48" fmla="*/ 54 w 66"/>
                <a:gd name="T49" fmla="*/ 65 h 89"/>
                <a:gd name="T50" fmla="*/ 48 w 66"/>
                <a:gd name="T51" fmla="*/ 77 h 89"/>
                <a:gd name="T52" fmla="*/ 36 w 66"/>
                <a:gd name="T53" fmla="*/ 83 h 89"/>
                <a:gd name="T54" fmla="*/ 36 w 66"/>
                <a:gd name="T55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6" h="89">
                  <a:moveTo>
                    <a:pt x="30" y="0"/>
                  </a:moveTo>
                  <a:lnTo>
                    <a:pt x="18" y="6"/>
                  </a:lnTo>
                  <a:lnTo>
                    <a:pt x="6" y="12"/>
                  </a:lnTo>
                  <a:lnTo>
                    <a:pt x="0" y="41"/>
                  </a:lnTo>
                  <a:lnTo>
                    <a:pt x="6" y="77"/>
                  </a:lnTo>
                  <a:lnTo>
                    <a:pt x="18" y="83"/>
                  </a:lnTo>
                  <a:lnTo>
                    <a:pt x="30" y="89"/>
                  </a:lnTo>
                  <a:lnTo>
                    <a:pt x="48" y="83"/>
                  </a:lnTo>
                  <a:lnTo>
                    <a:pt x="60" y="77"/>
                  </a:lnTo>
                  <a:lnTo>
                    <a:pt x="66" y="41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4" y="47"/>
                  </a:lnTo>
                  <a:lnTo>
                    <a:pt x="54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3" name="Freeform 123"/>
            <p:cNvSpPr>
              <a:spLocks noEditPoints="1"/>
            </p:cNvSpPr>
            <p:nvPr/>
          </p:nvSpPr>
          <p:spPr bwMode="auto">
            <a:xfrm>
              <a:off x="872" y="2072"/>
              <a:ext cx="22" cy="88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12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12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12 w 36"/>
                <a:gd name="T55" fmla="*/ 12 h 131"/>
                <a:gd name="T56" fmla="*/ 12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12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4" name="Freeform 124"/>
            <p:cNvSpPr>
              <a:spLocks/>
            </p:cNvSpPr>
            <p:nvPr/>
          </p:nvSpPr>
          <p:spPr bwMode="auto">
            <a:xfrm>
              <a:off x="897" y="2072"/>
              <a:ext cx="21" cy="88"/>
            </a:xfrm>
            <a:custGeom>
              <a:avLst/>
              <a:gdLst>
                <a:gd name="T0" fmla="*/ 0 w 35"/>
                <a:gd name="T1" fmla="*/ 131 h 131"/>
                <a:gd name="T2" fmla="*/ 35 w 35"/>
                <a:gd name="T3" fmla="*/ 131 h 131"/>
                <a:gd name="T4" fmla="*/ 35 w 35"/>
                <a:gd name="T5" fmla="*/ 125 h 131"/>
                <a:gd name="T6" fmla="*/ 29 w 35"/>
                <a:gd name="T7" fmla="*/ 125 h 131"/>
                <a:gd name="T8" fmla="*/ 29 w 35"/>
                <a:gd name="T9" fmla="*/ 113 h 131"/>
                <a:gd name="T10" fmla="*/ 29 w 35"/>
                <a:gd name="T11" fmla="*/ 0 h 131"/>
                <a:gd name="T12" fmla="*/ 23 w 35"/>
                <a:gd name="T13" fmla="*/ 0 h 131"/>
                <a:gd name="T14" fmla="*/ 11 w 35"/>
                <a:gd name="T15" fmla="*/ 6 h 131"/>
                <a:gd name="T16" fmla="*/ 0 w 35"/>
                <a:gd name="T17" fmla="*/ 6 h 131"/>
                <a:gd name="T18" fmla="*/ 0 w 35"/>
                <a:gd name="T19" fmla="*/ 12 h 131"/>
                <a:gd name="T20" fmla="*/ 5 w 35"/>
                <a:gd name="T21" fmla="*/ 12 h 131"/>
                <a:gd name="T22" fmla="*/ 5 w 35"/>
                <a:gd name="T23" fmla="*/ 12 h 131"/>
                <a:gd name="T24" fmla="*/ 11 w 35"/>
                <a:gd name="T25" fmla="*/ 12 h 131"/>
                <a:gd name="T26" fmla="*/ 11 w 35"/>
                <a:gd name="T27" fmla="*/ 24 h 131"/>
                <a:gd name="T28" fmla="*/ 11 w 35"/>
                <a:gd name="T29" fmla="*/ 113 h 131"/>
                <a:gd name="T30" fmla="*/ 11 w 35"/>
                <a:gd name="T31" fmla="*/ 125 h 131"/>
                <a:gd name="T32" fmla="*/ 0 w 35"/>
                <a:gd name="T33" fmla="*/ 125 h 131"/>
                <a:gd name="T34" fmla="*/ 0 w 35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131">
                  <a:moveTo>
                    <a:pt x="0" y="131"/>
                  </a:moveTo>
                  <a:lnTo>
                    <a:pt x="35" y="131"/>
                  </a:lnTo>
                  <a:lnTo>
                    <a:pt x="35" y="125"/>
                  </a:lnTo>
                  <a:lnTo>
                    <a:pt x="29" y="125"/>
                  </a:lnTo>
                  <a:lnTo>
                    <a:pt x="29" y="113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1" y="12"/>
                  </a:lnTo>
                  <a:lnTo>
                    <a:pt x="11" y="24"/>
                  </a:lnTo>
                  <a:lnTo>
                    <a:pt x="11" y="113"/>
                  </a:lnTo>
                  <a:lnTo>
                    <a:pt x="11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5" name="Freeform 125"/>
            <p:cNvSpPr>
              <a:spLocks/>
            </p:cNvSpPr>
            <p:nvPr/>
          </p:nvSpPr>
          <p:spPr bwMode="auto">
            <a:xfrm>
              <a:off x="953" y="2072"/>
              <a:ext cx="25" cy="88"/>
            </a:xfrm>
            <a:custGeom>
              <a:avLst/>
              <a:gdLst>
                <a:gd name="T0" fmla="*/ 0 w 42"/>
                <a:gd name="T1" fmla="*/ 131 h 131"/>
                <a:gd name="T2" fmla="*/ 42 w 42"/>
                <a:gd name="T3" fmla="*/ 131 h 131"/>
                <a:gd name="T4" fmla="*/ 42 w 42"/>
                <a:gd name="T5" fmla="*/ 125 h 131"/>
                <a:gd name="T6" fmla="*/ 36 w 42"/>
                <a:gd name="T7" fmla="*/ 125 h 131"/>
                <a:gd name="T8" fmla="*/ 30 w 42"/>
                <a:gd name="T9" fmla="*/ 113 h 131"/>
                <a:gd name="T10" fmla="*/ 30 w 42"/>
                <a:gd name="T11" fmla="*/ 0 h 131"/>
                <a:gd name="T12" fmla="*/ 30 w 42"/>
                <a:gd name="T13" fmla="*/ 0 h 131"/>
                <a:gd name="T14" fmla="*/ 0 w 42"/>
                <a:gd name="T15" fmla="*/ 18 h 131"/>
                <a:gd name="T16" fmla="*/ 0 w 42"/>
                <a:gd name="T17" fmla="*/ 18 h 131"/>
                <a:gd name="T18" fmla="*/ 12 w 42"/>
                <a:gd name="T19" fmla="*/ 18 h 131"/>
                <a:gd name="T20" fmla="*/ 12 w 42"/>
                <a:gd name="T21" fmla="*/ 18 h 131"/>
                <a:gd name="T22" fmla="*/ 18 w 42"/>
                <a:gd name="T23" fmla="*/ 24 h 131"/>
                <a:gd name="T24" fmla="*/ 18 w 42"/>
                <a:gd name="T25" fmla="*/ 24 h 131"/>
                <a:gd name="T26" fmla="*/ 18 w 42"/>
                <a:gd name="T27" fmla="*/ 113 h 131"/>
                <a:gd name="T28" fmla="*/ 12 w 42"/>
                <a:gd name="T29" fmla="*/ 125 h 131"/>
                <a:gd name="T30" fmla="*/ 0 w 42"/>
                <a:gd name="T31" fmla="*/ 125 h 131"/>
                <a:gd name="T32" fmla="*/ 0 w 42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131">
                  <a:moveTo>
                    <a:pt x="0" y="131"/>
                  </a:moveTo>
                  <a:lnTo>
                    <a:pt x="42" y="131"/>
                  </a:lnTo>
                  <a:lnTo>
                    <a:pt x="42" y="125"/>
                  </a:lnTo>
                  <a:lnTo>
                    <a:pt x="36" y="125"/>
                  </a:lnTo>
                  <a:lnTo>
                    <a:pt x="30" y="113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6" name="Freeform 126"/>
            <p:cNvSpPr>
              <a:spLocks/>
            </p:cNvSpPr>
            <p:nvPr/>
          </p:nvSpPr>
          <p:spPr bwMode="auto">
            <a:xfrm>
              <a:off x="2316" y="2072"/>
              <a:ext cx="57" cy="88"/>
            </a:xfrm>
            <a:custGeom>
              <a:avLst/>
              <a:gdLst>
                <a:gd name="T0" fmla="*/ 90 w 96"/>
                <a:gd name="T1" fmla="*/ 42 h 131"/>
                <a:gd name="T2" fmla="*/ 90 w 96"/>
                <a:gd name="T3" fmla="*/ 0 h 131"/>
                <a:gd name="T4" fmla="*/ 90 w 96"/>
                <a:gd name="T5" fmla="*/ 0 h 131"/>
                <a:gd name="T6" fmla="*/ 84 w 96"/>
                <a:gd name="T7" fmla="*/ 6 h 131"/>
                <a:gd name="T8" fmla="*/ 84 w 96"/>
                <a:gd name="T9" fmla="*/ 6 h 131"/>
                <a:gd name="T10" fmla="*/ 72 w 96"/>
                <a:gd name="T11" fmla="*/ 6 h 131"/>
                <a:gd name="T12" fmla="*/ 54 w 96"/>
                <a:gd name="T13" fmla="*/ 0 h 131"/>
                <a:gd name="T14" fmla="*/ 36 w 96"/>
                <a:gd name="T15" fmla="*/ 6 h 131"/>
                <a:gd name="T16" fmla="*/ 18 w 96"/>
                <a:gd name="T17" fmla="*/ 18 h 131"/>
                <a:gd name="T18" fmla="*/ 6 w 96"/>
                <a:gd name="T19" fmla="*/ 36 h 131"/>
                <a:gd name="T20" fmla="*/ 0 w 96"/>
                <a:gd name="T21" fmla="*/ 66 h 131"/>
                <a:gd name="T22" fmla="*/ 6 w 96"/>
                <a:gd name="T23" fmla="*/ 95 h 131"/>
                <a:gd name="T24" fmla="*/ 18 w 96"/>
                <a:gd name="T25" fmla="*/ 119 h 131"/>
                <a:gd name="T26" fmla="*/ 36 w 96"/>
                <a:gd name="T27" fmla="*/ 125 h 131"/>
                <a:gd name="T28" fmla="*/ 54 w 96"/>
                <a:gd name="T29" fmla="*/ 131 h 131"/>
                <a:gd name="T30" fmla="*/ 72 w 96"/>
                <a:gd name="T31" fmla="*/ 125 h 131"/>
                <a:gd name="T32" fmla="*/ 84 w 96"/>
                <a:gd name="T33" fmla="*/ 119 h 131"/>
                <a:gd name="T34" fmla="*/ 96 w 96"/>
                <a:gd name="T35" fmla="*/ 113 h 131"/>
                <a:gd name="T36" fmla="*/ 96 w 96"/>
                <a:gd name="T37" fmla="*/ 107 h 131"/>
                <a:gd name="T38" fmla="*/ 90 w 96"/>
                <a:gd name="T39" fmla="*/ 101 h 131"/>
                <a:gd name="T40" fmla="*/ 84 w 96"/>
                <a:gd name="T41" fmla="*/ 113 h 131"/>
                <a:gd name="T42" fmla="*/ 72 w 96"/>
                <a:gd name="T43" fmla="*/ 125 h 131"/>
                <a:gd name="T44" fmla="*/ 60 w 96"/>
                <a:gd name="T45" fmla="*/ 125 h 131"/>
                <a:gd name="T46" fmla="*/ 42 w 96"/>
                <a:gd name="T47" fmla="*/ 119 h 131"/>
                <a:gd name="T48" fmla="*/ 30 w 96"/>
                <a:gd name="T49" fmla="*/ 113 h 131"/>
                <a:gd name="T50" fmla="*/ 24 w 96"/>
                <a:gd name="T51" fmla="*/ 95 h 131"/>
                <a:gd name="T52" fmla="*/ 18 w 96"/>
                <a:gd name="T53" fmla="*/ 66 h 131"/>
                <a:gd name="T54" fmla="*/ 24 w 96"/>
                <a:gd name="T55" fmla="*/ 36 h 131"/>
                <a:gd name="T56" fmla="*/ 30 w 96"/>
                <a:gd name="T57" fmla="*/ 18 h 131"/>
                <a:gd name="T58" fmla="*/ 42 w 96"/>
                <a:gd name="T59" fmla="*/ 12 h 131"/>
                <a:gd name="T60" fmla="*/ 54 w 96"/>
                <a:gd name="T61" fmla="*/ 6 h 131"/>
                <a:gd name="T62" fmla="*/ 66 w 96"/>
                <a:gd name="T63" fmla="*/ 12 h 131"/>
                <a:gd name="T64" fmla="*/ 78 w 96"/>
                <a:gd name="T65" fmla="*/ 18 h 131"/>
                <a:gd name="T66" fmla="*/ 90 w 96"/>
                <a:gd name="T67" fmla="*/ 42 h 131"/>
                <a:gd name="T68" fmla="*/ 90 w 96"/>
                <a:gd name="T69" fmla="*/ 4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6" h="131">
                  <a:moveTo>
                    <a:pt x="90" y="42"/>
                  </a:moveTo>
                  <a:lnTo>
                    <a:pt x="90" y="0"/>
                  </a:lnTo>
                  <a:lnTo>
                    <a:pt x="90" y="0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72" y="6"/>
                  </a:lnTo>
                  <a:lnTo>
                    <a:pt x="54" y="0"/>
                  </a:ln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6" y="95"/>
                  </a:lnTo>
                  <a:lnTo>
                    <a:pt x="18" y="119"/>
                  </a:lnTo>
                  <a:lnTo>
                    <a:pt x="36" y="125"/>
                  </a:lnTo>
                  <a:lnTo>
                    <a:pt x="54" y="131"/>
                  </a:lnTo>
                  <a:lnTo>
                    <a:pt x="72" y="125"/>
                  </a:lnTo>
                  <a:lnTo>
                    <a:pt x="84" y="119"/>
                  </a:lnTo>
                  <a:lnTo>
                    <a:pt x="96" y="113"/>
                  </a:lnTo>
                  <a:lnTo>
                    <a:pt x="96" y="107"/>
                  </a:lnTo>
                  <a:lnTo>
                    <a:pt x="90" y="101"/>
                  </a:lnTo>
                  <a:lnTo>
                    <a:pt x="84" y="113"/>
                  </a:lnTo>
                  <a:lnTo>
                    <a:pt x="72" y="125"/>
                  </a:lnTo>
                  <a:lnTo>
                    <a:pt x="60" y="125"/>
                  </a:lnTo>
                  <a:lnTo>
                    <a:pt x="42" y="119"/>
                  </a:lnTo>
                  <a:lnTo>
                    <a:pt x="30" y="113"/>
                  </a:lnTo>
                  <a:lnTo>
                    <a:pt x="24" y="95"/>
                  </a:lnTo>
                  <a:lnTo>
                    <a:pt x="18" y="66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42" y="12"/>
                  </a:lnTo>
                  <a:lnTo>
                    <a:pt x="54" y="6"/>
                  </a:lnTo>
                  <a:lnTo>
                    <a:pt x="66" y="12"/>
                  </a:lnTo>
                  <a:lnTo>
                    <a:pt x="78" y="18"/>
                  </a:lnTo>
                  <a:lnTo>
                    <a:pt x="90" y="42"/>
                  </a:lnTo>
                  <a:lnTo>
                    <a:pt x="9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7" name="Freeform 127"/>
            <p:cNvSpPr>
              <a:spLocks noEditPoints="1"/>
            </p:cNvSpPr>
            <p:nvPr/>
          </p:nvSpPr>
          <p:spPr bwMode="auto">
            <a:xfrm>
              <a:off x="2377" y="2100"/>
              <a:ext cx="42" cy="60"/>
            </a:xfrm>
            <a:custGeom>
              <a:avLst/>
              <a:gdLst>
                <a:gd name="T0" fmla="*/ 36 w 71"/>
                <a:gd name="T1" fmla="*/ 0 h 89"/>
                <a:gd name="T2" fmla="*/ 24 w 71"/>
                <a:gd name="T3" fmla="*/ 6 h 89"/>
                <a:gd name="T4" fmla="*/ 12 w 71"/>
                <a:gd name="T5" fmla="*/ 12 h 89"/>
                <a:gd name="T6" fmla="*/ 6 w 71"/>
                <a:gd name="T7" fmla="*/ 24 h 89"/>
                <a:gd name="T8" fmla="*/ 0 w 71"/>
                <a:gd name="T9" fmla="*/ 41 h 89"/>
                <a:gd name="T10" fmla="*/ 6 w 71"/>
                <a:gd name="T11" fmla="*/ 59 h 89"/>
                <a:gd name="T12" fmla="*/ 12 w 71"/>
                <a:gd name="T13" fmla="*/ 77 h 89"/>
                <a:gd name="T14" fmla="*/ 24 w 71"/>
                <a:gd name="T15" fmla="*/ 83 h 89"/>
                <a:gd name="T16" fmla="*/ 36 w 71"/>
                <a:gd name="T17" fmla="*/ 89 h 89"/>
                <a:gd name="T18" fmla="*/ 53 w 71"/>
                <a:gd name="T19" fmla="*/ 83 h 89"/>
                <a:gd name="T20" fmla="*/ 65 w 71"/>
                <a:gd name="T21" fmla="*/ 77 h 89"/>
                <a:gd name="T22" fmla="*/ 71 w 71"/>
                <a:gd name="T23" fmla="*/ 41 h 89"/>
                <a:gd name="T24" fmla="*/ 71 w 71"/>
                <a:gd name="T25" fmla="*/ 24 h 89"/>
                <a:gd name="T26" fmla="*/ 59 w 71"/>
                <a:gd name="T27" fmla="*/ 12 h 89"/>
                <a:gd name="T28" fmla="*/ 48 w 71"/>
                <a:gd name="T29" fmla="*/ 6 h 89"/>
                <a:gd name="T30" fmla="*/ 36 w 71"/>
                <a:gd name="T31" fmla="*/ 0 h 89"/>
                <a:gd name="T32" fmla="*/ 36 w 71"/>
                <a:gd name="T33" fmla="*/ 0 h 89"/>
                <a:gd name="T34" fmla="*/ 36 w 71"/>
                <a:gd name="T35" fmla="*/ 83 h 89"/>
                <a:gd name="T36" fmla="*/ 24 w 71"/>
                <a:gd name="T37" fmla="*/ 77 h 89"/>
                <a:gd name="T38" fmla="*/ 18 w 71"/>
                <a:gd name="T39" fmla="*/ 65 h 89"/>
                <a:gd name="T40" fmla="*/ 18 w 71"/>
                <a:gd name="T41" fmla="*/ 47 h 89"/>
                <a:gd name="T42" fmla="*/ 18 w 71"/>
                <a:gd name="T43" fmla="*/ 35 h 89"/>
                <a:gd name="T44" fmla="*/ 24 w 71"/>
                <a:gd name="T45" fmla="*/ 12 h 89"/>
                <a:gd name="T46" fmla="*/ 36 w 71"/>
                <a:gd name="T47" fmla="*/ 6 h 89"/>
                <a:gd name="T48" fmla="*/ 42 w 71"/>
                <a:gd name="T49" fmla="*/ 12 h 89"/>
                <a:gd name="T50" fmla="*/ 48 w 71"/>
                <a:gd name="T51" fmla="*/ 18 h 89"/>
                <a:gd name="T52" fmla="*/ 53 w 71"/>
                <a:gd name="T53" fmla="*/ 47 h 89"/>
                <a:gd name="T54" fmla="*/ 53 w 71"/>
                <a:gd name="T55" fmla="*/ 65 h 89"/>
                <a:gd name="T56" fmla="*/ 48 w 71"/>
                <a:gd name="T57" fmla="*/ 77 h 89"/>
                <a:gd name="T58" fmla="*/ 36 w 71"/>
                <a:gd name="T59" fmla="*/ 83 h 89"/>
                <a:gd name="T60" fmla="*/ 36 w 71"/>
                <a:gd name="T61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1" h="89">
                  <a:moveTo>
                    <a:pt x="36" y="0"/>
                  </a:move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1"/>
                  </a:lnTo>
                  <a:lnTo>
                    <a:pt x="6" y="59"/>
                  </a:lnTo>
                  <a:lnTo>
                    <a:pt x="12" y="77"/>
                  </a:lnTo>
                  <a:lnTo>
                    <a:pt x="24" y="83"/>
                  </a:lnTo>
                  <a:lnTo>
                    <a:pt x="36" y="89"/>
                  </a:lnTo>
                  <a:lnTo>
                    <a:pt x="53" y="83"/>
                  </a:lnTo>
                  <a:lnTo>
                    <a:pt x="65" y="77"/>
                  </a:lnTo>
                  <a:lnTo>
                    <a:pt x="71" y="41"/>
                  </a:lnTo>
                  <a:lnTo>
                    <a:pt x="71" y="24"/>
                  </a:lnTo>
                  <a:lnTo>
                    <a:pt x="59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83"/>
                  </a:moveTo>
                  <a:lnTo>
                    <a:pt x="24" y="77"/>
                  </a:lnTo>
                  <a:lnTo>
                    <a:pt x="18" y="65"/>
                  </a:lnTo>
                  <a:lnTo>
                    <a:pt x="18" y="47"/>
                  </a:lnTo>
                  <a:lnTo>
                    <a:pt x="18" y="35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18"/>
                  </a:lnTo>
                  <a:lnTo>
                    <a:pt x="53" y="47"/>
                  </a:lnTo>
                  <a:lnTo>
                    <a:pt x="53" y="65"/>
                  </a:lnTo>
                  <a:lnTo>
                    <a:pt x="48" y="77"/>
                  </a:lnTo>
                  <a:lnTo>
                    <a:pt x="36" y="83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8" name="Freeform 128"/>
            <p:cNvSpPr>
              <a:spLocks noEditPoints="1"/>
            </p:cNvSpPr>
            <p:nvPr/>
          </p:nvSpPr>
          <p:spPr bwMode="auto">
            <a:xfrm>
              <a:off x="2422" y="2072"/>
              <a:ext cx="21" cy="88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24 w 36"/>
                <a:gd name="T7" fmla="*/ 119 h 131"/>
                <a:gd name="T8" fmla="*/ 24 w 36"/>
                <a:gd name="T9" fmla="*/ 107 h 131"/>
                <a:gd name="T10" fmla="*/ 24 w 36"/>
                <a:gd name="T11" fmla="*/ 42 h 131"/>
                <a:gd name="T12" fmla="*/ 24 w 36"/>
                <a:gd name="T13" fmla="*/ 42 h 131"/>
                <a:gd name="T14" fmla="*/ 12 w 36"/>
                <a:gd name="T15" fmla="*/ 48 h 131"/>
                <a:gd name="T16" fmla="*/ 0 w 36"/>
                <a:gd name="T17" fmla="*/ 54 h 131"/>
                <a:gd name="T18" fmla="*/ 0 w 36"/>
                <a:gd name="T19" fmla="*/ 54 h 131"/>
                <a:gd name="T20" fmla="*/ 6 w 36"/>
                <a:gd name="T21" fmla="*/ 54 h 131"/>
                <a:gd name="T22" fmla="*/ 6 w 36"/>
                <a:gd name="T23" fmla="*/ 54 h 131"/>
                <a:gd name="T24" fmla="*/ 12 w 36"/>
                <a:gd name="T25" fmla="*/ 54 h 131"/>
                <a:gd name="T26" fmla="*/ 12 w 36"/>
                <a:gd name="T27" fmla="*/ 66 h 131"/>
                <a:gd name="T28" fmla="*/ 12 w 36"/>
                <a:gd name="T29" fmla="*/ 107 h 131"/>
                <a:gd name="T30" fmla="*/ 12 w 36"/>
                <a:gd name="T31" fmla="*/ 119 h 131"/>
                <a:gd name="T32" fmla="*/ 6 w 36"/>
                <a:gd name="T33" fmla="*/ 125 h 131"/>
                <a:gd name="T34" fmla="*/ 0 w 36"/>
                <a:gd name="T35" fmla="*/ 125 h 131"/>
                <a:gd name="T36" fmla="*/ 0 w 36"/>
                <a:gd name="T37" fmla="*/ 131 h 131"/>
                <a:gd name="T38" fmla="*/ 6 w 36"/>
                <a:gd name="T39" fmla="*/ 12 h 131"/>
                <a:gd name="T40" fmla="*/ 12 w 36"/>
                <a:gd name="T41" fmla="*/ 18 h 131"/>
                <a:gd name="T42" fmla="*/ 18 w 36"/>
                <a:gd name="T43" fmla="*/ 18 h 131"/>
                <a:gd name="T44" fmla="*/ 24 w 36"/>
                <a:gd name="T45" fmla="*/ 18 h 131"/>
                <a:gd name="T46" fmla="*/ 24 w 36"/>
                <a:gd name="T47" fmla="*/ 12 h 131"/>
                <a:gd name="T48" fmla="*/ 24 w 36"/>
                <a:gd name="T49" fmla="*/ 6 h 131"/>
                <a:gd name="T50" fmla="*/ 18 w 36"/>
                <a:gd name="T51" fmla="*/ 0 h 131"/>
                <a:gd name="T52" fmla="*/ 12 w 36"/>
                <a:gd name="T53" fmla="*/ 6 h 131"/>
                <a:gd name="T54" fmla="*/ 6 w 36"/>
                <a:gd name="T55" fmla="*/ 12 h 131"/>
                <a:gd name="T56" fmla="*/ 6 w 36"/>
                <a:gd name="T57" fmla="*/ 1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24" y="119"/>
                  </a:lnTo>
                  <a:lnTo>
                    <a:pt x="24" y="10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12" y="107"/>
                  </a:lnTo>
                  <a:lnTo>
                    <a:pt x="12" y="119"/>
                  </a:lnTo>
                  <a:lnTo>
                    <a:pt x="6" y="125"/>
                  </a:lnTo>
                  <a:lnTo>
                    <a:pt x="0" y="125"/>
                  </a:lnTo>
                  <a:lnTo>
                    <a:pt x="0" y="131"/>
                  </a:lnTo>
                  <a:close/>
                  <a:moveTo>
                    <a:pt x="6" y="12"/>
                  </a:move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9" name="Freeform 129"/>
            <p:cNvSpPr>
              <a:spLocks/>
            </p:cNvSpPr>
            <p:nvPr/>
          </p:nvSpPr>
          <p:spPr bwMode="auto">
            <a:xfrm>
              <a:off x="2447" y="2072"/>
              <a:ext cx="21" cy="88"/>
            </a:xfrm>
            <a:custGeom>
              <a:avLst/>
              <a:gdLst>
                <a:gd name="T0" fmla="*/ 0 w 36"/>
                <a:gd name="T1" fmla="*/ 131 h 131"/>
                <a:gd name="T2" fmla="*/ 36 w 36"/>
                <a:gd name="T3" fmla="*/ 131 h 131"/>
                <a:gd name="T4" fmla="*/ 36 w 36"/>
                <a:gd name="T5" fmla="*/ 125 h 131"/>
                <a:gd name="T6" fmla="*/ 30 w 36"/>
                <a:gd name="T7" fmla="*/ 125 h 131"/>
                <a:gd name="T8" fmla="*/ 24 w 36"/>
                <a:gd name="T9" fmla="*/ 113 h 131"/>
                <a:gd name="T10" fmla="*/ 24 w 36"/>
                <a:gd name="T11" fmla="*/ 0 h 131"/>
                <a:gd name="T12" fmla="*/ 24 w 36"/>
                <a:gd name="T13" fmla="*/ 0 h 131"/>
                <a:gd name="T14" fmla="*/ 12 w 36"/>
                <a:gd name="T15" fmla="*/ 6 h 131"/>
                <a:gd name="T16" fmla="*/ 0 w 36"/>
                <a:gd name="T17" fmla="*/ 6 h 131"/>
                <a:gd name="T18" fmla="*/ 0 w 36"/>
                <a:gd name="T19" fmla="*/ 12 h 131"/>
                <a:gd name="T20" fmla="*/ 6 w 36"/>
                <a:gd name="T21" fmla="*/ 12 h 131"/>
                <a:gd name="T22" fmla="*/ 6 w 36"/>
                <a:gd name="T23" fmla="*/ 12 h 131"/>
                <a:gd name="T24" fmla="*/ 12 w 36"/>
                <a:gd name="T25" fmla="*/ 12 h 131"/>
                <a:gd name="T26" fmla="*/ 12 w 36"/>
                <a:gd name="T27" fmla="*/ 24 h 131"/>
                <a:gd name="T28" fmla="*/ 12 w 36"/>
                <a:gd name="T29" fmla="*/ 113 h 131"/>
                <a:gd name="T30" fmla="*/ 12 w 36"/>
                <a:gd name="T31" fmla="*/ 125 h 131"/>
                <a:gd name="T32" fmla="*/ 0 w 36"/>
                <a:gd name="T33" fmla="*/ 125 h 131"/>
                <a:gd name="T34" fmla="*/ 0 w 36"/>
                <a:gd name="T3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131">
                  <a:moveTo>
                    <a:pt x="0" y="131"/>
                  </a:moveTo>
                  <a:lnTo>
                    <a:pt x="36" y="131"/>
                  </a:lnTo>
                  <a:lnTo>
                    <a:pt x="36" y="125"/>
                  </a:lnTo>
                  <a:lnTo>
                    <a:pt x="30" y="125"/>
                  </a:lnTo>
                  <a:lnTo>
                    <a:pt x="24" y="113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24"/>
                  </a:lnTo>
                  <a:lnTo>
                    <a:pt x="12" y="113"/>
                  </a:lnTo>
                  <a:lnTo>
                    <a:pt x="12" y="125"/>
                  </a:lnTo>
                  <a:lnTo>
                    <a:pt x="0" y="12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0" name="Freeform 130"/>
            <p:cNvSpPr>
              <a:spLocks/>
            </p:cNvSpPr>
            <p:nvPr/>
          </p:nvSpPr>
          <p:spPr bwMode="auto">
            <a:xfrm>
              <a:off x="2496" y="2072"/>
              <a:ext cx="39" cy="88"/>
            </a:xfrm>
            <a:custGeom>
              <a:avLst/>
              <a:gdLst>
                <a:gd name="T0" fmla="*/ 66 w 66"/>
                <a:gd name="T1" fmla="*/ 101 h 131"/>
                <a:gd name="T2" fmla="*/ 66 w 66"/>
                <a:gd name="T3" fmla="*/ 101 h 131"/>
                <a:gd name="T4" fmla="*/ 60 w 66"/>
                <a:gd name="T5" fmla="*/ 113 h 131"/>
                <a:gd name="T6" fmla="*/ 54 w 66"/>
                <a:gd name="T7" fmla="*/ 113 h 131"/>
                <a:gd name="T8" fmla="*/ 12 w 66"/>
                <a:gd name="T9" fmla="*/ 113 h 131"/>
                <a:gd name="T10" fmla="*/ 42 w 66"/>
                <a:gd name="T11" fmla="*/ 83 h 131"/>
                <a:gd name="T12" fmla="*/ 54 w 66"/>
                <a:gd name="T13" fmla="*/ 60 h 131"/>
                <a:gd name="T14" fmla="*/ 60 w 66"/>
                <a:gd name="T15" fmla="*/ 36 h 131"/>
                <a:gd name="T16" fmla="*/ 54 w 66"/>
                <a:gd name="T17" fmla="*/ 12 h 131"/>
                <a:gd name="T18" fmla="*/ 30 w 66"/>
                <a:gd name="T19" fmla="*/ 0 h 131"/>
                <a:gd name="T20" fmla="*/ 12 w 66"/>
                <a:gd name="T21" fmla="*/ 12 h 131"/>
                <a:gd name="T22" fmla="*/ 0 w 66"/>
                <a:gd name="T23" fmla="*/ 36 h 131"/>
                <a:gd name="T24" fmla="*/ 0 w 66"/>
                <a:gd name="T25" fmla="*/ 42 h 131"/>
                <a:gd name="T26" fmla="*/ 12 w 66"/>
                <a:gd name="T27" fmla="*/ 24 h 131"/>
                <a:gd name="T28" fmla="*/ 24 w 66"/>
                <a:gd name="T29" fmla="*/ 18 h 131"/>
                <a:gd name="T30" fmla="*/ 42 w 66"/>
                <a:gd name="T31" fmla="*/ 24 h 131"/>
                <a:gd name="T32" fmla="*/ 48 w 66"/>
                <a:gd name="T33" fmla="*/ 42 h 131"/>
                <a:gd name="T34" fmla="*/ 42 w 66"/>
                <a:gd name="T35" fmla="*/ 66 h 131"/>
                <a:gd name="T36" fmla="*/ 24 w 66"/>
                <a:gd name="T37" fmla="*/ 89 h 131"/>
                <a:gd name="T38" fmla="*/ 0 w 66"/>
                <a:gd name="T39" fmla="*/ 125 h 131"/>
                <a:gd name="T40" fmla="*/ 0 w 66"/>
                <a:gd name="T41" fmla="*/ 131 h 131"/>
                <a:gd name="T42" fmla="*/ 60 w 66"/>
                <a:gd name="T43" fmla="*/ 131 h 131"/>
                <a:gd name="T44" fmla="*/ 66 w 66"/>
                <a:gd name="T45" fmla="*/ 10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" h="131">
                  <a:moveTo>
                    <a:pt x="66" y="101"/>
                  </a:moveTo>
                  <a:lnTo>
                    <a:pt x="66" y="101"/>
                  </a:lnTo>
                  <a:lnTo>
                    <a:pt x="60" y="113"/>
                  </a:lnTo>
                  <a:lnTo>
                    <a:pt x="54" y="113"/>
                  </a:lnTo>
                  <a:lnTo>
                    <a:pt x="12" y="113"/>
                  </a:lnTo>
                  <a:lnTo>
                    <a:pt x="42" y="83"/>
                  </a:lnTo>
                  <a:lnTo>
                    <a:pt x="54" y="60"/>
                  </a:lnTo>
                  <a:lnTo>
                    <a:pt x="60" y="36"/>
                  </a:lnTo>
                  <a:lnTo>
                    <a:pt x="54" y="12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24"/>
                  </a:lnTo>
                  <a:lnTo>
                    <a:pt x="24" y="18"/>
                  </a:lnTo>
                  <a:lnTo>
                    <a:pt x="42" y="24"/>
                  </a:lnTo>
                  <a:lnTo>
                    <a:pt x="48" y="42"/>
                  </a:lnTo>
                  <a:lnTo>
                    <a:pt x="42" y="66"/>
                  </a:lnTo>
                  <a:lnTo>
                    <a:pt x="24" y="89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60" y="131"/>
                  </a:lnTo>
                  <a:lnTo>
                    <a:pt x="66" y="10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1" name="Freeform 131"/>
            <p:cNvSpPr>
              <a:spLocks/>
            </p:cNvSpPr>
            <p:nvPr/>
          </p:nvSpPr>
          <p:spPr bwMode="auto">
            <a:xfrm>
              <a:off x="2994" y="1260"/>
              <a:ext cx="36" cy="52"/>
            </a:xfrm>
            <a:custGeom>
              <a:avLst/>
              <a:gdLst>
                <a:gd name="T0" fmla="*/ 0 w 60"/>
                <a:gd name="T1" fmla="*/ 6 h 77"/>
                <a:gd name="T2" fmla="*/ 12 w 60"/>
                <a:gd name="T3" fmla="*/ 6 h 77"/>
                <a:gd name="T4" fmla="*/ 12 w 60"/>
                <a:gd name="T5" fmla="*/ 24 h 77"/>
                <a:gd name="T6" fmla="*/ 18 w 60"/>
                <a:gd name="T7" fmla="*/ 30 h 77"/>
                <a:gd name="T8" fmla="*/ 18 w 60"/>
                <a:gd name="T9" fmla="*/ 48 h 77"/>
                <a:gd name="T10" fmla="*/ 18 w 60"/>
                <a:gd name="T11" fmla="*/ 59 h 77"/>
                <a:gd name="T12" fmla="*/ 18 w 60"/>
                <a:gd name="T13" fmla="*/ 71 h 77"/>
                <a:gd name="T14" fmla="*/ 18 w 60"/>
                <a:gd name="T15" fmla="*/ 77 h 77"/>
                <a:gd name="T16" fmla="*/ 18 w 60"/>
                <a:gd name="T17" fmla="*/ 77 h 77"/>
                <a:gd name="T18" fmla="*/ 24 w 60"/>
                <a:gd name="T19" fmla="*/ 71 h 77"/>
                <a:gd name="T20" fmla="*/ 36 w 60"/>
                <a:gd name="T21" fmla="*/ 59 h 77"/>
                <a:gd name="T22" fmla="*/ 42 w 60"/>
                <a:gd name="T23" fmla="*/ 54 h 77"/>
                <a:gd name="T24" fmla="*/ 48 w 60"/>
                <a:gd name="T25" fmla="*/ 36 h 77"/>
                <a:gd name="T26" fmla="*/ 60 w 60"/>
                <a:gd name="T27" fmla="*/ 24 h 77"/>
                <a:gd name="T28" fmla="*/ 60 w 60"/>
                <a:gd name="T29" fmla="*/ 6 h 77"/>
                <a:gd name="T30" fmla="*/ 60 w 60"/>
                <a:gd name="T31" fmla="*/ 0 h 77"/>
                <a:gd name="T32" fmla="*/ 54 w 60"/>
                <a:gd name="T33" fmla="*/ 0 h 77"/>
                <a:gd name="T34" fmla="*/ 48 w 60"/>
                <a:gd name="T35" fmla="*/ 0 h 77"/>
                <a:gd name="T36" fmla="*/ 48 w 60"/>
                <a:gd name="T37" fmla="*/ 0 h 77"/>
                <a:gd name="T38" fmla="*/ 54 w 60"/>
                <a:gd name="T39" fmla="*/ 12 h 77"/>
                <a:gd name="T40" fmla="*/ 54 w 60"/>
                <a:gd name="T41" fmla="*/ 18 h 77"/>
                <a:gd name="T42" fmla="*/ 54 w 60"/>
                <a:gd name="T43" fmla="*/ 24 h 77"/>
                <a:gd name="T44" fmla="*/ 48 w 60"/>
                <a:gd name="T45" fmla="*/ 36 h 77"/>
                <a:gd name="T46" fmla="*/ 36 w 60"/>
                <a:gd name="T47" fmla="*/ 59 h 77"/>
                <a:gd name="T48" fmla="*/ 30 w 60"/>
                <a:gd name="T49" fmla="*/ 59 h 77"/>
                <a:gd name="T50" fmla="*/ 30 w 60"/>
                <a:gd name="T51" fmla="*/ 30 h 77"/>
                <a:gd name="T52" fmla="*/ 24 w 60"/>
                <a:gd name="T53" fmla="*/ 0 h 77"/>
                <a:gd name="T54" fmla="*/ 24 w 60"/>
                <a:gd name="T55" fmla="*/ 0 h 77"/>
                <a:gd name="T56" fmla="*/ 18 w 60"/>
                <a:gd name="T57" fmla="*/ 0 h 77"/>
                <a:gd name="T58" fmla="*/ 12 w 60"/>
                <a:gd name="T59" fmla="*/ 0 h 77"/>
                <a:gd name="T60" fmla="*/ 0 w 60"/>
                <a:gd name="T61" fmla="*/ 0 h 77"/>
                <a:gd name="T62" fmla="*/ 0 w 60"/>
                <a:gd name="T63" fmla="*/ 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77">
                  <a:moveTo>
                    <a:pt x="0" y="6"/>
                  </a:moveTo>
                  <a:lnTo>
                    <a:pt x="12" y="6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8" y="48"/>
                  </a:lnTo>
                  <a:lnTo>
                    <a:pt x="18" y="59"/>
                  </a:lnTo>
                  <a:lnTo>
                    <a:pt x="18" y="71"/>
                  </a:lnTo>
                  <a:lnTo>
                    <a:pt x="18" y="77"/>
                  </a:lnTo>
                  <a:lnTo>
                    <a:pt x="18" y="77"/>
                  </a:lnTo>
                  <a:lnTo>
                    <a:pt x="24" y="71"/>
                  </a:lnTo>
                  <a:lnTo>
                    <a:pt x="36" y="59"/>
                  </a:lnTo>
                  <a:lnTo>
                    <a:pt x="42" y="54"/>
                  </a:lnTo>
                  <a:lnTo>
                    <a:pt x="48" y="36"/>
                  </a:lnTo>
                  <a:lnTo>
                    <a:pt x="60" y="24"/>
                  </a:lnTo>
                  <a:lnTo>
                    <a:pt x="60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12"/>
                  </a:lnTo>
                  <a:lnTo>
                    <a:pt x="54" y="18"/>
                  </a:lnTo>
                  <a:lnTo>
                    <a:pt x="54" y="24"/>
                  </a:lnTo>
                  <a:lnTo>
                    <a:pt x="48" y="36"/>
                  </a:lnTo>
                  <a:lnTo>
                    <a:pt x="36" y="59"/>
                  </a:lnTo>
                  <a:lnTo>
                    <a:pt x="30" y="59"/>
                  </a:lnTo>
                  <a:lnTo>
                    <a:pt x="30" y="3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2" name="Freeform 132"/>
            <p:cNvSpPr>
              <a:spLocks/>
            </p:cNvSpPr>
            <p:nvPr/>
          </p:nvSpPr>
          <p:spPr bwMode="auto">
            <a:xfrm>
              <a:off x="3033" y="1276"/>
              <a:ext cx="32" cy="64"/>
            </a:xfrm>
            <a:custGeom>
              <a:avLst/>
              <a:gdLst>
                <a:gd name="T0" fmla="*/ 54 w 54"/>
                <a:gd name="T1" fmla="*/ 77 h 95"/>
                <a:gd name="T2" fmla="*/ 54 w 54"/>
                <a:gd name="T3" fmla="*/ 77 h 95"/>
                <a:gd name="T4" fmla="*/ 48 w 54"/>
                <a:gd name="T5" fmla="*/ 89 h 95"/>
                <a:gd name="T6" fmla="*/ 42 w 54"/>
                <a:gd name="T7" fmla="*/ 89 h 95"/>
                <a:gd name="T8" fmla="*/ 12 w 54"/>
                <a:gd name="T9" fmla="*/ 89 h 95"/>
                <a:gd name="T10" fmla="*/ 30 w 54"/>
                <a:gd name="T11" fmla="*/ 59 h 95"/>
                <a:gd name="T12" fmla="*/ 42 w 54"/>
                <a:gd name="T13" fmla="*/ 47 h 95"/>
                <a:gd name="T14" fmla="*/ 48 w 54"/>
                <a:gd name="T15" fmla="*/ 30 h 95"/>
                <a:gd name="T16" fmla="*/ 42 w 54"/>
                <a:gd name="T17" fmla="*/ 6 h 95"/>
                <a:gd name="T18" fmla="*/ 24 w 54"/>
                <a:gd name="T19" fmla="*/ 0 h 95"/>
                <a:gd name="T20" fmla="*/ 12 w 54"/>
                <a:gd name="T21" fmla="*/ 6 h 95"/>
                <a:gd name="T22" fmla="*/ 6 w 54"/>
                <a:gd name="T23" fmla="*/ 18 h 95"/>
                <a:gd name="T24" fmla="*/ 0 w 54"/>
                <a:gd name="T25" fmla="*/ 30 h 95"/>
                <a:gd name="T26" fmla="*/ 6 w 54"/>
                <a:gd name="T27" fmla="*/ 30 h 95"/>
                <a:gd name="T28" fmla="*/ 12 w 54"/>
                <a:gd name="T29" fmla="*/ 18 h 95"/>
                <a:gd name="T30" fmla="*/ 18 w 54"/>
                <a:gd name="T31" fmla="*/ 12 h 95"/>
                <a:gd name="T32" fmla="*/ 30 w 54"/>
                <a:gd name="T33" fmla="*/ 12 h 95"/>
                <a:gd name="T34" fmla="*/ 36 w 54"/>
                <a:gd name="T35" fmla="*/ 18 h 95"/>
                <a:gd name="T36" fmla="*/ 36 w 54"/>
                <a:gd name="T37" fmla="*/ 35 h 95"/>
                <a:gd name="T38" fmla="*/ 30 w 54"/>
                <a:gd name="T39" fmla="*/ 47 h 95"/>
                <a:gd name="T40" fmla="*/ 24 w 54"/>
                <a:gd name="T41" fmla="*/ 71 h 95"/>
                <a:gd name="T42" fmla="*/ 0 w 54"/>
                <a:gd name="T43" fmla="*/ 95 h 95"/>
                <a:gd name="T44" fmla="*/ 0 w 54"/>
                <a:gd name="T45" fmla="*/ 95 h 95"/>
                <a:gd name="T46" fmla="*/ 48 w 54"/>
                <a:gd name="T47" fmla="*/ 95 h 95"/>
                <a:gd name="T48" fmla="*/ 54 w 54"/>
                <a:gd name="T49" fmla="*/ 7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" h="95">
                  <a:moveTo>
                    <a:pt x="54" y="77"/>
                  </a:moveTo>
                  <a:lnTo>
                    <a:pt x="54" y="77"/>
                  </a:lnTo>
                  <a:lnTo>
                    <a:pt x="48" y="89"/>
                  </a:lnTo>
                  <a:lnTo>
                    <a:pt x="42" y="89"/>
                  </a:lnTo>
                  <a:lnTo>
                    <a:pt x="12" y="89"/>
                  </a:lnTo>
                  <a:lnTo>
                    <a:pt x="30" y="59"/>
                  </a:lnTo>
                  <a:lnTo>
                    <a:pt x="42" y="47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30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6" y="18"/>
                  </a:lnTo>
                  <a:lnTo>
                    <a:pt x="36" y="35"/>
                  </a:lnTo>
                  <a:lnTo>
                    <a:pt x="30" y="47"/>
                  </a:lnTo>
                  <a:lnTo>
                    <a:pt x="24" y="7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48" y="95"/>
                  </a:lnTo>
                  <a:lnTo>
                    <a:pt x="54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3" name="Freeform 133"/>
            <p:cNvSpPr>
              <a:spLocks/>
            </p:cNvSpPr>
            <p:nvPr/>
          </p:nvSpPr>
          <p:spPr bwMode="auto">
            <a:xfrm>
              <a:off x="3008" y="1124"/>
              <a:ext cx="46" cy="64"/>
            </a:xfrm>
            <a:custGeom>
              <a:avLst/>
              <a:gdLst>
                <a:gd name="T0" fmla="*/ 30 w 78"/>
                <a:gd name="T1" fmla="*/ 42 h 95"/>
                <a:gd name="T2" fmla="*/ 0 w 78"/>
                <a:gd name="T3" fmla="*/ 42 h 95"/>
                <a:gd name="T4" fmla="*/ 0 w 78"/>
                <a:gd name="T5" fmla="*/ 53 h 95"/>
                <a:gd name="T6" fmla="*/ 30 w 78"/>
                <a:gd name="T7" fmla="*/ 53 h 95"/>
                <a:gd name="T8" fmla="*/ 30 w 78"/>
                <a:gd name="T9" fmla="*/ 95 h 95"/>
                <a:gd name="T10" fmla="*/ 42 w 78"/>
                <a:gd name="T11" fmla="*/ 95 h 95"/>
                <a:gd name="T12" fmla="*/ 42 w 78"/>
                <a:gd name="T13" fmla="*/ 53 h 95"/>
                <a:gd name="T14" fmla="*/ 78 w 78"/>
                <a:gd name="T15" fmla="*/ 53 h 95"/>
                <a:gd name="T16" fmla="*/ 78 w 78"/>
                <a:gd name="T17" fmla="*/ 42 h 95"/>
                <a:gd name="T18" fmla="*/ 42 w 78"/>
                <a:gd name="T19" fmla="*/ 42 h 95"/>
                <a:gd name="T20" fmla="*/ 42 w 78"/>
                <a:gd name="T21" fmla="*/ 0 h 95"/>
                <a:gd name="T22" fmla="*/ 30 w 78"/>
                <a:gd name="T23" fmla="*/ 0 h 95"/>
                <a:gd name="T24" fmla="*/ 30 w 78"/>
                <a:gd name="T25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5">
                  <a:moveTo>
                    <a:pt x="30" y="42"/>
                  </a:moveTo>
                  <a:lnTo>
                    <a:pt x="0" y="42"/>
                  </a:lnTo>
                  <a:lnTo>
                    <a:pt x="0" y="53"/>
                  </a:lnTo>
                  <a:lnTo>
                    <a:pt x="30" y="53"/>
                  </a:lnTo>
                  <a:lnTo>
                    <a:pt x="30" y="95"/>
                  </a:lnTo>
                  <a:lnTo>
                    <a:pt x="42" y="95"/>
                  </a:lnTo>
                  <a:lnTo>
                    <a:pt x="42" y="53"/>
                  </a:lnTo>
                  <a:lnTo>
                    <a:pt x="78" y="53"/>
                  </a:lnTo>
                  <a:lnTo>
                    <a:pt x="78" y="42"/>
                  </a:lnTo>
                  <a:lnTo>
                    <a:pt x="42" y="42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3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4" name="Rectangle 134"/>
            <p:cNvSpPr>
              <a:spLocks noChangeArrowheads="1"/>
            </p:cNvSpPr>
            <p:nvPr/>
          </p:nvSpPr>
          <p:spPr bwMode="auto">
            <a:xfrm>
              <a:off x="3005" y="1417"/>
              <a:ext cx="49" cy="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783" name="Object 3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399009"/>
              </p:ext>
            </p:extLst>
          </p:nvPr>
        </p:nvGraphicFramePr>
        <p:xfrm>
          <a:off x="6156176" y="1321163"/>
          <a:ext cx="28194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760" imgH="812520" progId="Equation.3">
                  <p:embed/>
                </p:oleObj>
              </mc:Choice>
              <mc:Fallback>
                <p:oleObj name="Equation" r:id="rId3" imgW="1193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1321163"/>
                        <a:ext cx="2819400" cy="1866900"/>
                      </a:xfrm>
                      <a:prstGeom prst="rect">
                        <a:avLst/>
                      </a:prstGeom>
                      <a:noFill/>
                      <a:ln w="63500" cmpd="thickThin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5" name="Text Box 305"/>
          <p:cNvSpPr txBox="1">
            <a:spLocks noChangeArrowheads="1"/>
          </p:cNvSpPr>
          <p:nvPr/>
        </p:nvSpPr>
        <p:spPr bwMode="auto">
          <a:xfrm>
            <a:off x="944065" y="381000"/>
            <a:ext cx="37173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</a:rPr>
              <a:t>The dot convention</a:t>
            </a:r>
          </a:p>
        </p:txBody>
      </p:sp>
      <p:grpSp>
        <p:nvGrpSpPr>
          <p:cNvPr id="305" name="Group 5"/>
          <p:cNvGrpSpPr>
            <a:grpSpLocks/>
          </p:cNvGrpSpPr>
          <p:nvPr/>
        </p:nvGrpSpPr>
        <p:grpSpPr bwMode="auto">
          <a:xfrm>
            <a:off x="3952249" y="1353442"/>
            <a:ext cx="2060575" cy="1756034"/>
            <a:chOff x="528" y="432"/>
            <a:chExt cx="1527" cy="1174"/>
          </a:xfrm>
        </p:grpSpPr>
        <p:sp>
          <p:nvSpPr>
            <p:cNvPr id="306" name="Text Box 6"/>
            <p:cNvSpPr txBox="1">
              <a:spLocks noChangeArrowheads="1"/>
            </p:cNvSpPr>
            <p:nvPr/>
          </p:nvSpPr>
          <p:spPr bwMode="auto">
            <a:xfrm>
              <a:off x="710" y="432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07" name="Line 7"/>
            <p:cNvSpPr>
              <a:spLocks noChangeShapeType="1"/>
            </p:cNvSpPr>
            <p:nvPr/>
          </p:nvSpPr>
          <p:spPr bwMode="auto">
            <a:xfrm flipV="1">
              <a:off x="1152" y="8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" name="Line 8"/>
            <p:cNvSpPr>
              <a:spLocks noChangeShapeType="1"/>
            </p:cNvSpPr>
            <p:nvPr/>
          </p:nvSpPr>
          <p:spPr bwMode="auto">
            <a:xfrm flipH="1" flipV="1">
              <a:off x="1152" y="139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Line 9"/>
            <p:cNvSpPr>
              <a:spLocks noChangeShapeType="1"/>
            </p:cNvSpPr>
            <p:nvPr/>
          </p:nvSpPr>
          <p:spPr bwMode="auto">
            <a:xfrm flipV="1">
              <a:off x="1416" y="139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" name="Line 10"/>
            <p:cNvSpPr>
              <a:spLocks noChangeShapeType="1"/>
            </p:cNvSpPr>
            <p:nvPr/>
          </p:nvSpPr>
          <p:spPr bwMode="auto">
            <a:xfrm flipV="1">
              <a:off x="1416" y="83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" name="Line 11"/>
            <p:cNvSpPr>
              <a:spLocks noChangeShapeType="1"/>
            </p:cNvSpPr>
            <p:nvPr/>
          </p:nvSpPr>
          <p:spPr bwMode="auto">
            <a:xfrm>
              <a:off x="672" y="81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" name="Line 12"/>
            <p:cNvSpPr>
              <a:spLocks noChangeShapeType="1"/>
            </p:cNvSpPr>
            <p:nvPr/>
          </p:nvSpPr>
          <p:spPr bwMode="auto">
            <a:xfrm>
              <a:off x="672" y="158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" name="Line 13"/>
            <p:cNvSpPr>
              <a:spLocks noChangeShapeType="1"/>
            </p:cNvSpPr>
            <p:nvPr/>
          </p:nvSpPr>
          <p:spPr bwMode="auto">
            <a:xfrm>
              <a:off x="1416" y="83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Line 14"/>
            <p:cNvSpPr>
              <a:spLocks noChangeShapeType="1"/>
            </p:cNvSpPr>
            <p:nvPr/>
          </p:nvSpPr>
          <p:spPr bwMode="auto">
            <a:xfrm>
              <a:off x="1416" y="158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" name="Text Box 15"/>
            <p:cNvSpPr txBox="1">
              <a:spLocks noChangeArrowheads="1"/>
            </p:cNvSpPr>
            <p:nvPr/>
          </p:nvSpPr>
          <p:spPr bwMode="auto">
            <a:xfrm>
              <a:off x="948" y="832"/>
              <a:ext cx="1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•</a:t>
              </a:r>
            </a:p>
          </p:txBody>
        </p:sp>
        <p:sp>
          <p:nvSpPr>
            <p:cNvPr id="316" name="Text Box 16"/>
            <p:cNvSpPr txBox="1">
              <a:spLocks noChangeArrowheads="1"/>
            </p:cNvSpPr>
            <p:nvPr/>
          </p:nvSpPr>
          <p:spPr bwMode="auto">
            <a:xfrm>
              <a:off x="1404" y="844"/>
              <a:ext cx="1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•</a:t>
              </a:r>
            </a:p>
          </p:txBody>
        </p:sp>
        <p:sp>
          <p:nvSpPr>
            <p:cNvPr id="317" name="Line 17"/>
            <p:cNvSpPr>
              <a:spLocks noChangeShapeType="1"/>
            </p:cNvSpPr>
            <p:nvPr/>
          </p:nvSpPr>
          <p:spPr bwMode="auto">
            <a:xfrm>
              <a:off x="672" y="74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" name="Text Box 18"/>
            <p:cNvSpPr txBox="1">
              <a:spLocks noChangeArrowheads="1"/>
            </p:cNvSpPr>
            <p:nvPr/>
          </p:nvSpPr>
          <p:spPr bwMode="auto">
            <a:xfrm>
              <a:off x="902" y="1056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L</a:t>
              </a:r>
              <a:r>
                <a:rPr kumimoji="1" lang="en-US" altLang="zh-CN" b="1" baseline="-25000" dirty="0">
                  <a:latin typeface="Times New Roman" pitchFamily="18" charset="0"/>
                </a:rPr>
                <a:t>1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319" name="Text Box 19"/>
            <p:cNvSpPr txBox="1">
              <a:spLocks noChangeArrowheads="1"/>
            </p:cNvSpPr>
            <p:nvPr/>
          </p:nvSpPr>
          <p:spPr bwMode="auto">
            <a:xfrm>
              <a:off x="1440" y="107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L</a:t>
              </a:r>
              <a:r>
                <a:rPr kumimoji="1" lang="en-US" altLang="zh-CN" b="1" baseline="-25000" dirty="0">
                  <a:latin typeface="Times New Roman" pitchFamily="18" charset="0"/>
                </a:rPr>
                <a:t>2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320" name="Text Box 20"/>
            <p:cNvSpPr txBox="1">
              <a:spLocks noChangeArrowheads="1"/>
            </p:cNvSpPr>
            <p:nvPr/>
          </p:nvSpPr>
          <p:spPr bwMode="auto">
            <a:xfrm>
              <a:off x="536" y="79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21" name="Text Box 21"/>
            <p:cNvSpPr txBox="1">
              <a:spLocks noChangeArrowheads="1"/>
            </p:cNvSpPr>
            <p:nvPr/>
          </p:nvSpPr>
          <p:spPr bwMode="auto">
            <a:xfrm>
              <a:off x="546" y="11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322" name="Text Box 22"/>
            <p:cNvSpPr txBox="1">
              <a:spLocks noChangeArrowheads="1"/>
            </p:cNvSpPr>
            <p:nvPr/>
          </p:nvSpPr>
          <p:spPr bwMode="auto">
            <a:xfrm>
              <a:off x="528" y="1030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v</a:t>
              </a:r>
              <a:r>
                <a:rPr kumimoji="1" lang="en-US" altLang="zh-CN" b="1" baseline="-25000" dirty="0">
                  <a:latin typeface="Times New Roman" pitchFamily="18" charset="0"/>
                </a:rPr>
                <a:t>1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323" name="Text Box 23"/>
            <p:cNvSpPr txBox="1">
              <a:spLocks noChangeArrowheads="1"/>
            </p:cNvSpPr>
            <p:nvPr/>
          </p:nvSpPr>
          <p:spPr bwMode="auto">
            <a:xfrm>
              <a:off x="1814" y="81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24" name="Text Box 24"/>
            <p:cNvSpPr txBox="1">
              <a:spLocks noChangeArrowheads="1"/>
            </p:cNvSpPr>
            <p:nvPr/>
          </p:nvSpPr>
          <p:spPr bwMode="auto">
            <a:xfrm>
              <a:off x="1812" y="122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325" name="Text Box 25"/>
            <p:cNvSpPr txBox="1">
              <a:spLocks noChangeArrowheads="1"/>
            </p:cNvSpPr>
            <p:nvPr/>
          </p:nvSpPr>
          <p:spPr bwMode="auto">
            <a:xfrm>
              <a:off x="1826" y="1078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v</a:t>
              </a:r>
              <a:r>
                <a:rPr kumimoji="1" lang="en-US" altLang="zh-CN" b="1" baseline="-25000" dirty="0">
                  <a:latin typeface="Times New Roman" pitchFamily="18" charset="0"/>
                </a:rPr>
                <a:t>2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326" name="Text Box 26"/>
            <p:cNvSpPr txBox="1">
              <a:spLocks noChangeArrowheads="1"/>
            </p:cNvSpPr>
            <p:nvPr/>
          </p:nvSpPr>
          <p:spPr bwMode="auto">
            <a:xfrm>
              <a:off x="1680" y="45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27" name="Text Box 27"/>
            <p:cNvSpPr txBox="1">
              <a:spLocks noChangeArrowheads="1"/>
            </p:cNvSpPr>
            <p:nvPr/>
          </p:nvSpPr>
          <p:spPr bwMode="auto">
            <a:xfrm>
              <a:off x="1152" y="514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M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grpSp>
          <p:nvGrpSpPr>
            <p:cNvPr id="328" name="Group 28"/>
            <p:cNvGrpSpPr>
              <a:grpSpLocks/>
            </p:cNvGrpSpPr>
            <p:nvPr/>
          </p:nvGrpSpPr>
          <p:grpSpPr bwMode="auto">
            <a:xfrm rot="5400000">
              <a:off x="991" y="1174"/>
              <a:ext cx="379" cy="57"/>
              <a:chOff x="1200" y="1584"/>
              <a:chExt cx="379" cy="45"/>
            </a:xfrm>
          </p:grpSpPr>
          <p:sp>
            <p:nvSpPr>
              <p:cNvPr id="341" name="Arc 2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2" name="Arc 3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3" name="Arc 3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4" name="Arc 3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9" name="Oval 33"/>
            <p:cNvSpPr>
              <a:spLocks noChangeArrowheads="1"/>
            </p:cNvSpPr>
            <p:nvPr/>
          </p:nvSpPr>
          <p:spPr bwMode="auto">
            <a:xfrm>
              <a:off x="624" y="79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" name="Oval 34"/>
            <p:cNvSpPr>
              <a:spLocks noChangeArrowheads="1"/>
            </p:cNvSpPr>
            <p:nvPr/>
          </p:nvSpPr>
          <p:spPr bwMode="auto">
            <a:xfrm>
              <a:off x="624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1" name="Group 35"/>
            <p:cNvGrpSpPr>
              <a:grpSpLocks/>
            </p:cNvGrpSpPr>
            <p:nvPr/>
          </p:nvGrpSpPr>
          <p:grpSpPr bwMode="auto">
            <a:xfrm rot="16200000" flipH="1">
              <a:off x="1201" y="1186"/>
              <a:ext cx="379" cy="57"/>
              <a:chOff x="1200" y="1584"/>
              <a:chExt cx="379" cy="45"/>
            </a:xfrm>
          </p:grpSpPr>
          <p:sp>
            <p:nvSpPr>
              <p:cNvPr id="337" name="Arc 3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" name="Arc 3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9" name="Arc 3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" name="Arc 3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2" name="Line 40"/>
            <p:cNvSpPr>
              <a:spLocks noChangeShapeType="1"/>
            </p:cNvSpPr>
            <p:nvPr/>
          </p:nvSpPr>
          <p:spPr bwMode="auto">
            <a:xfrm flipH="1">
              <a:off x="1632" y="7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3" name="Oval 41"/>
            <p:cNvSpPr>
              <a:spLocks noChangeArrowheads="1"/>
            </p:cNvSpPr>
            <p:nvPr/>
          </p:nvSpPr>
          <p:spPr bwMode="auto">
            <a:xfrm>
              <a:off x="1896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4" name="Oval 42"/>
            <p:cNvSpPr>
              <a:spLocks noChangeArrowheads="1"/>
            </p:cNvSpPr>
            <p:nvPr/>
          </p:nvSpPr>
          <p:spPr bwMode="auto">
            <a:xfrm>
              <a:off x="1890" y="81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" name="Arc 43"/>
            <p:cNvSpPr>
              <a:spLocks/>
            </p:cNvSpPr>
            <p:nvPr/>
          </p:nvSpPr>
          <p:spPr bwMode="auto">
            <a:xfrm flipH="1">
              <a:off x="1056" y="681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6" name="Arc 44"/>
            <p:cNvSpPr>
              <a:spLocks/>
            </p:cNvSpPr>
            <p:nvPr/>
          </p:nvSpPr>
          <p:spPr bwMode="auto">
            <a:xfrm>
              <a:off x="1362" y="689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5" name="Rectangle 97"/>
          <p:cNvSpPr txBox="1">
            <a:spLocks noChangeArrowheads="1"/>
          </p:cNvSpPr>
          <p:nvPr/>
        </p:nvSpPr>
        <p:spPr>
          <a:xfrm>
            <a:off x="395536" y="3752850"/>
            <a:ext cx="8169027" cy="2555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dots are placed beside each coil (inductor) so that if both currents are entering (or leaving) the dotted terminals, then the fluxes will</a:t>
            </a:r>
            <a:r>
              <a:rPr lang="zh-CN" altLang="en-US" sz="2800" b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be</a:t>
            </a:r>
            <a:r>
              <a:rPr lang="zh-CN" altLang="en-US" sz="2800" b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added.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We need dots on the schematic to know how the coils are physically oriented with respect to one another</a:t>
            </a:r>
          </a:p>
        </p:txBody>
      </p:sp>
    </p:spTree>
    <p:extLst>
      <p:ext uri="{BB962C8B-B14F-4D97-AF65-F5344CB8AC3E}">
        <p14:creationId xmlns:p14="http://schemas.microsoft.com/office/powerpoint/2010/main" val="2144228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5" grpId="0"/>
      <p:bldP spid="3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775509" y="1124744"/>
            <a:ext cx="8169275" cy="181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If a current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enters</a:t>
            </a:r>
            <a:r>
              <a:rPr kumimoji="1" lang="en-US" altLang="zh-CN" sz="2800" b="1" dirty="0">
                <a:latin typeface="Times New Roman" pitchFamily="18" charset="0"/>
              </a:rPr>
              <a:t> 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</a:rPr>
              <a:t>leaves</a:t>
            </a:r>
            <a:r>
              <a:rPr kumimoji="1" lang="en-US" altLang="zh-CN" sz="2800" b="1" dirty="0">
                <a:latin typeface="Times New Roman" pitchFamily="18" charset="0"/>
              </a:rPr>
              <a:t>) the dotted terminal of one coil, the reference polarity of the mutual voltage in the second coil is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positive</a:t>
            </a:r>
            <a:r>
              <a:rPr kumimoji="1" lang="en-US" altLang="zh-CN" sz="2800" b="1" dirty="0">
                <a:latin typeface="Times New Roman" pitchFamily="18" charset="0"/>
              </a:rPr>
              <a:t> 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</a:rPr>
              <a:t>negative</a:t>
            </a:r>
            <a:r>
              <a:rPr kumimoji="1" lang="en-US" altLang="zh-CN" sz="2800" b="1" dirty="0">
                <a:latin typeface="Times New Roman" pitchFamily="18" charset="0"/>
              </a:rPr>
              <a:t>)at the dotted terminal of the second coil.</a:t>
            </a:r>
          </a:p>
        </p:txBody>
      </p:sp>
      <p:sp>
        <p:nvSpPr>
          <p:cNvPr id="5" name="Text Box 305"/>
          <p:cNvSpPr txBox="1">
            <a:spLocks noChangeArrowheads="1"/>
          </p:cNvSpPr>
          <p:nvPr/>
        </p:nvSpPr>
        <p:spPr bwMode="auto">
          <a:xfrm>
            <a:off x="944065" y="381000"/>
            <a:ext cx="37173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</a:rPr>
              <a:t>The dot convention</a:t>
            </a:r>
          </a:p>
        </p:txBody>
      </p:sp>
      <p:pic>
        <p:nvPicPr>
          <p:cNvPr id="7" name="Picture 12" descr="ale63317_13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2942807"/>
            <a:ext cx="5791200" cy="2770188"/>
          </a:xfrm>
          <a:prstGeom prst="rect">
            <a:avLst/>
          </a:prstGeom>
        </p:spPr>
      </p:pic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2802747" y="5805487"/>
            <a:ext cx="411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ea typeface="宋体" charset="-122"/>
              </a:rPr>
              <a:t>Illustration of the dot convention</a:t>
            </a:r>
          </a:p>
        </p:txBody>
      </p:sp>
    </p:spTree>
    <p:extLst>
      <p:ext uri="{BB962C8B-B14F-4D97-AF65-F5344CB8AC3E}">
        <p14:creationId xmlns:p14="http://schemas.microsoft.com/office/powerpoint/2010/main" val="16902890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/>
      <p:bldP spid="5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619742" y="1340768"/>
            <a:ext cx="7783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Determine the sign of  the mutual voltage</a:t>
            </a:r>
            <a:endParaRPr kumimoji="1" lang="en-US" altLang="zh-CN" sz="2800" dirty="0">
              <a:latin typeface="Times New Roman" pitchFamily="18" charset="0"/>
            </a:endParaRPr>
          </a:p>
        </p:txBody>
      </p:sp>
      <p:graphicFrame>
        <p:nvGraphicFramePr>
          <p:cNvPr id="177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318521"/>
              </p:ext>
            </p:extLst>
          </p:nvPr>
        </p:nvGraphicFramePr>
        <p:xfrm>
          <a:off x="2903374" y="2702069"/>
          <a:ext cx="13319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3600" imgH="406080" progId="Equation.3">
                  <p:embed/>
                </p:oleObj>
              </mc:Choice>
              <mc:Fallback>
                <p:oleObj name="公式" r:id="rId2" imgW="723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374" y="2702069"/>
                        <a:ext cx="13319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873897"/>
              </p:ext>
            </p:extLst>
          </p:nvPr>
        </p:nvGraphicFramePr>
        <p:xfrm>
          <a:off x="2881670" y="4598550"/>
          <a:ext cx="14970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25480" imgH="406080" progId="Equation.3">
                  <p:embed/>
                </p:oleObj>
              </mc:Choice>
              <mc:Fallback>
                <p:oleObj name="公式" r:id="rId4" imgW="825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670" y="4598550"/>
                        <a:ext cx="149701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496653"/>
              </p:ext>
            </p:extLst>
          </p:nvPr>
        </p:nvGraphicFramePr>
        <p:xfrm>
          <a:off x="7020272" y="2665927"/>
          <a:ext cx="15811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25480" imgH="406080" progId="Equation.3">
                  <p:embed/>
                </p:oleObj>
              </mc:Choice>
              <mc:Fallback>
                <p:oleObj name="公式" r:id="rId4" imgW="825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2665927"/>
                        <a:ext cx="15811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582466"/>
              </p:ext>
            </p:extLst>
          </p:nvPr>
        </p:nvGraphicFramePr>
        <p:xfrm>
          <a:off x="7092280" y="4431631"/>
          <a:ext cx="1489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3600" imgH="406080" progId="Equation.3">
                  <p:embed/>
                </p:oleObj>
              </mc:Choice>
              <mc:Fallback>
                <p:oleObj name="公式" r:id="rId2" imgW="723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4431631"/>
                        <a:ext cx="1489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7159" name="Group 7"/>
          <p:cNvGrpSpPr>
            <a:grpSpLocks/>
          </p:cNvGrpSpPr>
          <p:nvPr/>
        </p:nvGrpSpPr>
        <p:grpSpPr bwMode="auto">
          <a:xfrm>
            <a:off x="622743" y="2069990"/>
            <a:ext cx="2046288" cy="1624012"/>
            <a:chOff x="2112" y="1248"/>
            <a:chExt cx="1055" cy="936"/>
          </a:xfrm>
        </p:grpSpPr>
        <p:graphicFrame>
          <p:nvGraphicFramePr>
            <p:cNvPr id="177160" name="Object 8"/>
            <p:cNvGraphicFramePr>
              <a:graphicFrameLocks noChangeAspect="1"/>
            </p:cNvGraphicFramePr>
            <p:nvPr/>
          </p:nvGraphicFramePr>
          <p:xfrm>
            <a:off x="2326" y="1632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14120" imgH="126720" progId="Equation.3">
                    <p:embed/>
                  </p:oleObj>
                </mc:Choice>
                <mc:Fallback>
                  <p:oleObj name="公式" r:id="rId6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6" y="1632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1" name="Object 9"/>
            <p:cNvGraphicFramePr>
              <a:graphicFrameLocks noChangeAspect="1"/>
            </p:cNvGraphicFramePr>
            <p:nvPr/>
          </p:nvGraphicFramePr>
          <p:xfrm>
            <a:off x="2688" y="1632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120" imgH="126720" progId="Equation.3">
                    <p:embed/>
                  </p:oleObj>
                </mc:Choice>
                <mc:Fallback>
                  <p:oleObj name="公式" r:id="rId8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632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2" name="Object 10"/>
            <p:cNvGraphicFramePr>
              <a:graphicFrameLocks noChangeAspect="1"/>
            </p:cNvGraphicFramePr>
            <p:nvPr/>
          </p:nvGraphicFramePr>
          <p:xfrm>
            <a:off x="2976" y="1536"/>
            <a:ext cx="191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440" imgH="571320" progId="Equation.3">
                    <p:embed/>
                  </p:oleObj>
                </mc:Choice>
                <mc:Fallback>
                  <p:oleObj name="公式" r:id="rId9" imgW="190440" imgH="571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536"/>
                          <a:ext cx="191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63" name="Line 11"/>
            <p:cNvSpPr>
              <a:spLocks noChangeShapeType="1"/>
            </p:cNvSpPr>
            <p:nvPr/>
          </p:nvSpPr>
          <p:spPr bwMode="auto">
            <a:xfrm flipH="1">
              <a:off x="2400" y="1536"/>
              <a:ext cx="14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4" name="Line 12"/>
            <p:cNvSpPr>
              <a:spLocks noChangeShapeType="1"/>
            </p:cNvSpPr>
            <p:nvPr/>
          </p:nvSpPr>
          <p:spPr bwMode="auto">
            <a:xfrm>
              <a:off x="2640" y="1536"/>
              <a:ext cx="14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165" name="Object 13"/>
            <p:cNvGraphicFramePr>
              <a:graphicFrameLocks noChangeAspect="1"/>
            </p:cNvGraphicFramePr>
            <p:nvPr/>
          </p:nvGraphicFramePr>
          <p:xfrm>
            <a:off x="2164" y="1248"/>
            <a:ext cx="1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6720" imgH="215640" progId="Equation.3">
                    <p:embed/>
                  </p:oleObj>
                </mc:Choice>
                <mc:Fallback>
                  <p:oleObj name="公式" r:id="rId11" imgW="1267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1248"/>
                          <a:ext cx="1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7166" name="Group 14"/>
            <p:cNvGrpSpPr>
              <a:grpSpLocks/>
            </p:cNvGrpSpPr>
            <p:nvPr/>
          </p:nvGrpSpPr>
          <p:grpSpPr bwMode="auto">
            <a:xfrm>
              <a:off x="2112" y="1488"/>
              <a:ext cx="960" cy="696"/>
              <a:chOff x="4475" y="1558"/>
              <a:chExt cx="1285" cy="1178"/>
            </a:xfrm>
          </p:grpSpPr>
          <p:grpSp>
            <p:nvGrpSpPr>
              <p:cNvPr id="177167" name="Group 15"/>
              <p:cNvGrpSpPr>
                <a:grpSpLocks/>
              </p:cNvGrpSpPr>
              <p:nvPr/>
            </p:nvGrpSpPr>
            <p:grpSpPr bwMode="auto">
              <a:xfrm>
                <a:off x="4962" y="1562"/>
                <a:ext cx="78" cy="1174"/>
                <a:chOff x="4962" y="1562"/>
                <a:chExt cx="123" cy="1473"/>
              </a:xfrm>
            </p:grpSpPr>
            <p:grpSp>
              <p:nvGrpSpPr>
                <p:cNvPr id="177168" name="Group 16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169" name="Freeform 17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0" name="Freeform 18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1" name="Freeform 19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172" name="Line 20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173" name="Line 21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174" name="Group 22"/>
              <p:cNvGrpSpPr>
                <a:grpSpLocks/>
              </p:cNvGrpSpPr>
              <p:nvPr/>
            </p:nvGrpSpPr>
            <p:grpSpPr bwMode="auto">
              <a:xfrm rot="-10800000">
                <a:off x="5202" y="1558"/>
                <a:ext cx="78" cy="1174"/>
                <a:chOff x="4962" y="1562"/>
                <a:chExt cx="123" cy="1473"/>
              </a:xfrm>
            </p:grpSpPr>
            <p:grpSp>
              <p:nvGrpSpPr>
                <p:cNvPr id="177175" name="Group 23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176" name="Freeform 24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7" name="Freeform 25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8" name="Freeform 26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179" name="Line 27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180" name="Line 28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7181" name="Line 29"/>
              <p:cNvSpPr>
                <a:spLocks noChangeShapeType="1"/>
              </p:cNvSpPr>
              <p:nvPr/>
            </p:nvSpPr>
            <p:spPr bwMode="auto">
              <a:xfrm>
                <a:off x="52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182" name="Line 30"/>
              <p:cNvSpPr>
                <a:spLocks noChangeShapeType="1"/>
              </p:cNvSpPr>
              <p:nvPr/>
            </p:nvSpPr>
            <p:spPr bwMode="auto">
              <a:xfrm>
                <a:off x="5276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183" name="Line 31"/>
              <p:cNvSpPr>
                <a:spLocks noChangeShapeType="1"/>
              </p:cNvSpPr>
              <p:nvPr/>
            </p:nvSpPr>
            <p:spPr bwMode="auto">
              <a:xfrm>
                <a:off x="4475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184" name="Line 32"/>
              <p:cNvSpPr>
                <a:spLocks noChangeShapeType="1"/>
              </p:cNvSpPr>
              <p:nvPr/>
            </p:nvSpPr>
            <p:spPr bwMode="auto">
              <a:xfrm>
                <a:off x="4512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7185" name="Line 33"/>
            <p:cNvSpPr>
              <a:spLocks noChangeShapeType="1"/>
            </p:cNvSpPr>
            <p:nvPr/>
          </p:nvSpPr>
          <p:spPr bwMode="auto">
            <a:xfrm>
              <a:off x="2208" y="1488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186" name="Object 34"/>
            <p:cNvGraphicFramePr>
              <a:graphicFrameLocks noChangeAspect="1"/>
            </p:cNvGraphicFramePr>
            <p:nvPr/>
          </p:nvGraphicFramePr>
          <p:xfrm>
            <a:off x="2496" y="1392"/>
            <a:ext cx="16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03040" imgH="164880" progId="Equation.3">
                    <p:embed/>
                  </p:oleObj>
                </mc:Choice>
                <mc:Fallback>
                  <p:oleObj name="公式" r:id="rId13" imgW="20304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92"/>
                          <a:ext cx="16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7187" name="Group 35"/>
          <p:cNvGrpSpPr>
            <a:grpSpLocks/>
          </p:cNvGrpSpPr>
          <p:nvPr/>
        </p:nvGrpSpPr>
        <p:grpSpPr bwMode="auto">
          <a:xfrm>
            <a:off x="622743" y="3948624"/>
            <a:ext cx="2141538" cy="1600200"/>
            <a:chOff x="2112" y="2847"/>
            <a:chExt cx="1104" cy="921"/>
          </a:xfrm>
        </p:grpSpPr>
        <p:graphicFrame>
          <p:nvGraphicFramePr>
            <p:cNvPr id="177188" name="Object 36"/>
            <p:cNvGraphicFramePr>
              <a:graphicFrameLocks noChangeAspect="1"/>
            </p:cNvGraphicFramePr>
            <p:nvPr/>
          </p:nvGraphicFramePr>
          <p:xfrm>
            <a:off x="2736" y="3504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120" imgH="126720" progId="Equation.3">
                    <p:embed/>
                  </p:oleObj>
                </mc:Choice>
                <mc:Fallback>
                  <p:oleObj name="公式" r:id="rId8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504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89" name="Object 37"/>
            <p:cNvGraphicFramePr>
              <a:graphicFrameLocks noChangeAspect="1"/>
            </p:cNvGraphicFramePr>
            <p:nvPr/>
          </p:nvGraphicFramePr>
          <p:xfrm>
            <a:off x="2304" y="3264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120" imgH="126720" progId="Equation.3">
                    <p:embed/>
                  </p:oleObj>
                </mc:Choice>
                <mc:Fallback>
                  <p:oleObj name="公式" r:id="rId8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264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90" name="Object 38"/>
            <p:cNvGraphicFramePr>
              <a:graphicFrameLocks noChangeAspect="1"/>
            </p:cNvGraphicFramePr>
            <p:nvPr/>
          </p:nvGraphicFramePr>
          <p:xfrm>
            <a:off x="2993" y="3072"/>
            <a:ext cx="223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440" imgH="571320" progId="Equation.3">
                    <p:embed/>
                  </p:oleObj>
                </mc:Choice>
                <mc:Fallback>
                  <p:oleObj name="公式" r:id="rId9" imgW="190440" imgH="571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3" y="3072"/>
                          <a:ext cx="223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91" name="Line 39"/>
            <p:cNvSpPr>
              <a:spLocks noChangeShapeType="1"/>
            </p:cNvSpPr>
            <p:nvPr/>
          </p:nvSpPr>
          <p:spPr bwMode="auto">
            <a:xfrm flipH="1">
              <a:off x="2352" y="3120"/>
              <a:ext cx="192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2" name="Line 40"/>
            <p:cNvSpPr>
              <a:spLocks noChangeShapeType="1"/>
            </p:cNvSpPr>
            <p:nvPr/>
          </p:nvSpPr>
          <p:spPr bwMode="auto">
            <a:xfrm>
              <a:off x="2688" y="3120"/>
              <a:ext cx="144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193" name="Object 41"/>
            <p:cNvGraphicFramePr>
              <a:graphicFrameLocks noChangeAspect="1"/>
            </p:cNvGraphicFramePr>
            <p:nvPr/>
          </p:nvGraphicFramePr>
          <p:xfrm>
            <a:off x="2177" y="2847"/>
            <a:ext cx="1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6720" imgH="215640" progId="Equation.3">
                    <p:embed/>
                  </p:oleObj>
                </mc:Choice>
                <mc:Fallback>
                  <p:oleObj name="公式" r:id="rId11" imgW="1267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2847"/>
                          <a:ext cx="1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7194" name="Group 42"/>
            <p:cNvGrpSpPr>
              <a:grpSpLocks/>
            </p:cNvGrpSpPr>
            <p:nvPr/>
          </p:nvGrpSpPr>
          <p:grpSpPr bwMode="auto">
            <a:xfrm>
              <a:off x="2112" y="3072"/>
              <a:ext cx="960" cy="696"/>
              <a:chOff x="4475" y="1558"/>
              <a:chExt cx="1285" cy="1178"/>
            </a:xfrm>
          </p:grpSpPr>
          <p:grpSp>
            <p:nvGrpSpPr>
              <p:cNvPr id="177195" name="Group 43"/>
              <p:cNvGrpSpPr>
                <a:grpSpLocks/>
              </p:cNvGrpSpPr>
              <p:nvPr/>
            </p:nvGrpSpPr>
            <p:grpSpPr bwMode="auto">
              <a:xfrm>
                <a:off x="4962" y="1562"/>
                <a:ext cx="78" cy="1174"/>
                <a:chOff x="4962" y="1562"/>
                <a:chExt cx="123" cy="1473"/>
              </a:xfrm>
            </p:grpSpPr>
            <p:grpSp>
              <p:nvGrpSpPr>
                <p:cNvPr id="177196" name="Group 44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197" name="Freeform 45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98" name="Freeform 46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99" name="Freeform 47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200" name="Line 48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01" name="Line 49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202" name="Group 50"/>
              <p:cNvGrpSpPr>
                <a:grpSpLocks/>
              </p:cNvGrpSpPr>
              <p:nvPr/>
            </p:nvGrpSpPr>
            <p:grpSpPr bwMode="auto">
              <a:xfrm rot="-10800000">
                <a:off x="5202" y="1558"/>
                <a:ext cx="78" cy="1174"/>
                <a:chOff x="4962" y="1562"/>
                <a:chExt cx="123" cy="1473"/>
              </a:xfrm>
            </p:grpSpPr>
            <p:grpSp>
              <p:nvGrpSpPr>
                <p:cNvPr id="177203" name="Group 51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204" name="Freeform 52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05" name="Freeform 53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06" name="Freeform 54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207" name="Line 55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08" name="Line 56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7209" name="Line 57"/>
              <p:cNvSpPr>
                <a:spLocks noChangeShapeType="1"/>
              </p:cNvSpPr>
              <p:nvPr/>
            </p:nvSpPr>
            <p:spPr bwMode="auto">
              <a:xfrm>
                <a:off x="52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10" name="Line 58"/>
              <p:cNvSpPr>
                <a:spLocks noChangeShapeType="1"/>
              </p:cNvSpPr>
              <p:nvPr/>
            </p:nvSpPr>
            <p:spPr bwMode="auto">
              <a:xfrm>
                <a:off x="5276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11" name="Line 59"/>
              <p:cNvSpPr>
                <a:spLocks noChangeShapeType="1"/>
              </p:cNvSpPr>
              <p:nvPr/>
            </p:nvSpPr>
            <p:spPr bwMode="auto">
              <a:xfrm>
                <a:off x="4475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12" name="Line 60"/>
              <p:cNvSpPr>
                <a:spLocks noChangeShapeType="1"/>
              </p:cNvSpPr>
              <p:nvPr/>
            </p:nvSpPr>
            <p:spPr bwMode="auto">
              <a:xfrm>
                <a:off x="4512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77213" name="Object 61"/>
            <p:cNvGraphicFramePr>
              <a:graphicFrameLocks noChangeAspect="1"/>
            </p:cNvGraphicFramePr>
            <p:nvPr/>
          </p:nvGraphicFramePr>
          <p:xfrm>
            <a:off x="2522" y="3024"/>
            <a:ext cx="16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3040" imgH="164880" progId="Equation.3">
                    <p:embed/>
                  </p:oleObj>
                </mc:Choice>
                <mc:Fallback>
                  <p:oleObj name="公式" r:id="rId15" imgW="20304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2" y="3024"/>
                          <a:ext cx="16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214" name="Line 62"/>
            <p:cNvSpPr>
              <a:spLocks noChangeShapeType="1"/>
            </p:cNvSpPr>
            <p:nvPr/>
          </p:nvSpPr>
          <p:spPr bwMode="auto">
            <a:xfrm>
              <a:off x="2160" y="307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7215" name="Group 63"/>
          <p:cNvGrpSpPr>
            <a:grpSpLocks/>
          </p:cNvGrpSpPr>
          <p:nvPr/>
        </p:nvGrpSpPr>
        <p:grpSpPr bwMode="auto">
          <a:xfrm>
            <a:off x="4770274" y="3910217"/>
            <a:ext cx="1984375" cy="1625600"/>
            <a:chOff x="4464" y="2784"/>
            <a:chExt cx="1023" cy="936"/>
          </a:xfrm>
        </p:grpSpPr>
        <p:graphicFrame>
          <p:nvGraphicFramePr>
            <p:cNvPr id="177216" name="Object 64"/>
            <p:cNvGraphicFramePr>
              <a:graphicFrameLocks noChangeAspect="1"/>
            </p:cNvGraphicFramePr>
            <p:nvPr/>
          </p:nvGraphicFramePr>
          <p:xfrm>
            <a:off x="5088" y="3456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4120" imgH="126720" progId="Equation.3">
                    <p:embed/>
                  </p:oleObj>
                </mc:Choice>
                <mc:Fallback>
                  <p:oleObj name="公式" r:id="rId16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456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217" name="Object 65"/>
            <p:cNvGraphicFramePr>
              <a:graphicFrameLocks noChangeAspect="1"/>
            </p:cNvGraphicFramePr>
            <p:nvPr/>
          </p:nvGraphicFramePr>
          <p:xfrm>
            <a:off x="4704" y="3456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4120" imgH="126720" progId="Equation.3">
                    <p:embed/>
                  </p:oleObj>
                </mc:Choice>
                <mc:Fallback>
                  <p:oleObj name="公式" r:id="rId16" imgW="1141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3456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218" name="Object 66"/>
            <p:cNvGraphicFramePr>
              <a:graphicFrameLocks noChangeAspect="1"/>
            </p:cNvGraphicFramePr>
            <p:nvPr/>
          </p:nvGraphicFramePr>
          <p:xfrm>
            <a:off x="5280" y="3072"/>
            <a:ext cx="207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90440" imgH="571320" progId="Equation.3">
                    <p:embed/>
                  </p:oleObj>
                </mc:Choice>
                <mc:Fallback>
                  <p:oleObj name="公式" r:id="rId17" imgW="190440" imgH="571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3072"/>
                          <a:ext cx="207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219" name="Line 67"/>
            <p:cNvSpPr>
              <a:spLocks noChangeShapeType="1"/>
            </p:cNvSpPr>
            <p:nvPr/>
          </p:nvSpPr>
          <p:spPr bwMode="auto">
            <a:xfrm>
              <a:off x="5040" y="3168"/>
              <a:ext cx="96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220" name="Object 68"/>
            <p:cNvGraphicFramePr>
              <a:graphicFrameLocks noChangeAspect="1"/>
            </p:cNvGraphicFramePr>
            <p:nvPr/>
          </p:nvGraphicFramePr>
          <p:xfrm>
            <a:off x="4560" y="2784"/>
            <a:ext cx="1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26720" imgH="215640" progId="Equation.3">
                    <p:embed/>
                  </p:oleObj>
                </mc:Choice>
                <mc:Fallback>
                  <p:oleObj name="公式" r:id="rId18" imgW="1267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784"/>
                          <a:ext cx="1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7221" name="Group 69"/>
            <p:cNvGrpSpPr>
              <a:grpSpLocks/>
            </p:cNvGrpSpPr>
            <p:nvPr/>
          </p:nvGrpSpPr>
          <p:grpSpPr bwMode="auto">
            <a:xfrm>
              <a:off x="4464" y="3024"/>
              <a:ext cx="960" cy="696"/>
              <a:chOff x="4475" y="1558"/>
              <a:chExt cx="1285" cy="1178"/>
            </a:xfrm>
          </p:grpSpPr>
          <p:grpSp>
            <p:nvGrpSpPr>
              <p:cNvPr id="177222" name="Group 70"/>
              <p:cNvGrpSpPr>
                <a:grpSpLocks/>
              </p:cNvGrpSpPr>
              <p:nvPr/>
            </p:nvGrpSpPr>
            <p:grpSpPr bwMode="auto">
              <a:xfrm>
                <a:off x="4962" y="1562"/>
                <a:ext cx="78" cy="1174"/>
                <a:chOff x="4962" y="1562"/>
                <a:chExt cx="123" cy="1473"/>
              </a:xfrm>
            </p:grpSpPr>
            <p:grpSp>
              <p:nvGrpSpPr>
                <p:cNvPr id="177223" name="Group 71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224" name="Freeform 72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25" name="Freeform 73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26" name="Freeform 74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227" name="Line 75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28" name="Line 76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229" name="Group 77"/>
              <p:cNvGrpSpPr>
                <a:grpSpLocks/>
              </p:cNvGrpSpPr>
              <p:nvPr/>
            </p:nvGrpSpPr>
            <p:grpSpPr bwMode="auto">
              <a:xfrm rot="-10800000">
                <a:off x="5202" y="1558"/>
                <a:ext cx="78" cy="1174"/>
                <a:chOff x="4962" y="1562"/>
                <a:chExt cx="123" cy="1473"/>
              </a:xfrm>
            </p:grpSpPr>
            <p:grpSp>
              <p:nvGrpSpPr>
                <p:cNvPr id="177230" name="Group 78"/>
                <p:cNvGrpSpPr>
                  <a:grpSpLocks/>
                </p:cNvGrpSpPr>
                <p:nvPr/>
              </p:nvGrpSpPr>
              <p:grpSpPr bwMode="auto">
                <a:xfrm rot="5447440">
                  <a:off x="4692" y="2235"/>
                  <a:ext cx="663" cy="123"/>
                  <a:chOff x="4390" y="1609"/>
                  <a:chExt cx="1012" cy="306"/>
                </a:xfrm>
              </p:grpSpPr>
              <p:sp>
                <p:nvSpPr>
                  <p:cNvPr id="177231" name="Freeform 79"/>
                  <p:cNvSpPr>
                    <a:spLocks/>
                  </p:cNvSpPr>
                  <p:nvPr/>
                </p:nvSpPr>
                <p:spPr bwMode="auto">
                  <a:xfrm>
                    <a:off x="4390" y="1609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32" name="Freeform 80"/>
                  <p:cNvSpPr>
                    <a:spLocks/>
                  </p:cNvSpPr>
                  <p:nvPr/>
                </p:nvSpPr>
                <p:spPr bwMode="auto">
                  <a:xfrm>
                    <a:off x="4730" y="1610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33" name="Freeform 81"/>
                  <p:cNvSpPr>
                    <a:spLocks/>
                  </p:cNvSpPr>
                  <p:nvPr/>
                </p:nvSpPr>
                <p:spPr bwMode="auto">
                  <a:xfrm>
                    <a:off x="5066" y="1621"/>
                    <a:ext cx="336" cy="294"/>
                  </a:xfrm>
                  <a:custGeom>
                    <a:avLst/>
                    <a:gdLst>
                      <a:gd name="T0" fmla="*/ 0 w 630"/>
                      <a:gd name="T1" fmla="*/ 274 h 294"/>
                      <a:gd name="T2" fmla="*/ 33 w 630"/>
                      <a:gd name="T3" fmla="*/ 157 h 294"/>
                      <a:gd name="T4" fmla="*/ 77 w 630"/>
                      <a:gd name="T5" fmla="*/ 102 h 294"/>
                      <a:gd name="T6" fmla="*/ 177 w 630"/>
                      <a:gd name="T7" fmla="*/ 24 h 294"/>
                      <a:gd name="T8" fmla="*/ 321 w 630"/>
                      <a:gd name="T9" fmla="*/ 2 h 294"/>
                      <a:gd name="T10" fmla="*/ 488 w 630"/>
                      <a:gd name="T11" fmla="*/ 35 h 294"/>
                      <a:gd name="T12" fmla="*/ 577 w 630"/>
                      <a:gd name="T13" fmla="*/ 135 h 294"/>
                      <a:gd name="T14" fmla="*/ 624 w 630"/>
                      <a:gd name="T15" fmla="*/ 274 h 294"/>
                      <a:gd name="T16" fmla="*/ 610 w 630"/>
                      <a:gd name="T17" fmla="*/ 257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30" h="294">
                        <a:moveTo>
                          <a:pt x="0" y="274"/>
                        </a:moveTo>
                        <a:cubicBezTo>
                          <a:pt x="5" y="255"/>
                          <a:pt x="20" y="186"/>
                          <a:pt x="33" y="157"/>
                        </a:cubicBezTo>
                        <a:cubicBezTo>
                          <a:pt x="46" y="128"/>
                          <a:pt x="53" y="124"/>
                          <a:pt x="77" y="102"/>
                        </a:cubicBezTo>
                        <a:cubicBezTo>
                          <a:pt x="101" y="80"/>
                          <a:pt x="136" y="41"/>
                          <a:pt x="177" y="24"/>
                        </a:cubicBezTo>
                        <a:cubicBezTo>
                          <a:pt x="218" y="7"/>
                          <a:pt x="269" y="0"/>
                          <a:pt x="321" y="2"/>
                        </a:cubicBezTo>
                        <a:cubicBezTo>
                          <a:pt x="373" y="4"/>
                          <a:pt x="445" y="13"/>
                          <a:pt x="488" y="35"/>
                        </a:cubicBezTo>
                        <a:cubicBezTo>
                          <a:pt x="531" y="57"/>
                          <a:pt x="554" y="95"/>
                          <a:pt x="577" y="135"/>
                        </a:cubicBezTo>
                        <a:cubicBezTo>
                          <a:pt x="600" y="175"/>
                          <a:pt x="618" y="254"/>
                          <a:pt x="624" y="274"/>
                        </a:cubicBezTo>
                        <a:cubicBezTo>
                          <a:pt x="630" y="294"/>
                          <a:pt x="613" y="261"/>
                          <a:pt x="610" y="25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234" name="Line 82"/>
                <p:cNvSpPr>
                  <a:spLocks noChangeShapeType="1"/>
                </p:cNvSpPr>
                <p:nvPr/>
              </p:nvSpPr>
              <p:spPr bwMode="auto">
                <a:xfrm rot="5447440">
                  <a:off x="4758" y="2827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35" name="Line 83"/>
                <p:cNvSpPr>
                  <a:spLocks noChangeShapeType="1"/>
                </p:cNvSpPr>
                <p:nvPr/>
              </p:nvSpPr>
              <p:spPr bwMode="auto">
                <a:xfrm rot="5447440">
                  <a:off x="4757" y="1771"/>
                  <a:ext cx="4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7236" name="Line 84"/>
              <p:cNvSpPr>
                <a:spLocks noChangeShapeType="1"/>
              </p:cNvSpPr>
              <p:nvPr/>
            </p:nvSpPr>
            <p:spPr bwMode="auto">
              <a:xfrm>
                <a:off x="52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7" name="Line 85"/>
              <p:cNvSpPr>
                <a:spLocks noChangeShapeType="1"/>
              </p:cNvSpPr>
              <p:nvPr/>
            </p:nvSpPr>
            <p:spPr bwMode="auto">
              <a:xfrm>
                <a:off x="5276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8" name="Line 86"/>
              <p:cNvSpPr>
                <a:spLocks noChangeShapeType="1"/>
              </p:cNvSpPr>
              <p:nvPr/>
            </p:nvSpPr>
            <p:spPr bwMode="auto">
              <a:xfrm>
                <a:off x="4475" y="156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9" name="Line 87"/>
              <p:cNvSpPr>
                <a:spLocks noChangeShapeType="1"/>
              </p:cNvSpPr>
              <p:nvPr/>
            </p:nvSpPr>
            <p:spPr bwMode="auto">
              <a:xfrm>
                <a:off x="4512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77240" name="Object 88"/>
            <p:cNvGraphicFramePr>
              <a:graphicFrameLocks noChangeAspect="1"/>
            </p:cNvGraphicFramePr>
            <p:nvPr/>
          </p:nvGraphicFramePr>
          <p:xfrm>
            <a:off x="4874" y="2928"/>
            <a:ext cx="16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3040" imgH="164880" progId="Equation.3">
                    <p:embed/>
                  </p:oleObj>
                </mc:Choice>
                <mc:Fallback>
                  <p:oleObj name="公式" r:id="rId15" imgW="20304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4" y="2928"/>
                          <a:ext cx="16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241" name="Line 89"/>
            <p:cNvSpPr>
              <a:spLocks noChangeShapeType="1"/>
            </p:cNvSpPr>
            <p:nvPr/>
          </p:nvSpPr>
          <p:spPr bwMode="auto">
            <a:xfrm flipH="1">
              <a:off x="4752" y="3168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2" name="Line 90"/>
            <p:cNvSpPr>
              <a:spLocks noChangeShapeType="1"/>
            </p:cNvSpPr>
            <p:nvPr/>
          </p:nvSpPr>
          <p:spPr bwMode="auto">
            <a:xfrm>
              <a:off x="4512" y="302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7243" name="Group 91"/>
          <p:cNvGrpSpPr>
            <a:grpSpLocks/>
          </p:cNvGrpSpPr>
          <p:nvPr/>
        </p:nvGrpSpPr>
        <p:grpSpPr bwMode="auto">
          <a:xfrm>
            <a:off x="4767009" y="2060488"/>
            <a:ext cx="2076450" cy="1625600"/>
            <a:chOff x="3456" y="1320"/>
            <a:chExt cx="1071" cy="936"/>
          </a:xfrm>
        </p:grpSpPr>
        <p:grpSp>
          <p:nvGrpSpPr>
            <p:cNvPr id="177244" name="Group 92"/>
            <p:cNvGrpSpPr>
              <a:grpSpLocks/>
            </p:cNvGrpSpPr>
            <p:nvPr/>
          </p:nvGrpSpPr>
          <p:grpSpPr bwMode="auto">
            <a:xfrm>
              <a:off x="3456" y="1320"/>
              <a:ext cx="1071" cy="936"/>
              <a:chOff x="4560" y="1248"/>
              <a:chExt cx="1071" cy="936"/>
            </a:xfrm>
          </p:grpSpPr>
          <p:graphicFrame>
            <p:nvGraphicFramePr>
              <p:cNvPr id="177245" name="Object 93"/>
              <p:cNvGraphicFramePr>
                <a:graphicFrameLocks noChangeAspect="1"/>
              </p:cNvGraphicFramePr>
              <p:nvPr/>
            </p:nvGraphicFramePr>
            <p:xfrm>
              <a:off x="4752" y="1968"/>
              <a:ext cx="12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14120" imgH="126720" progId="Equation.3">
                      <p:embed/>
                    </p:oleObj>
                  </mc:Choice>
                  <mc:Fallback>
                    <p:oleObj name="公式" r:id="rId16" imgW="114120" imgH="126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1968"/>
                            <a:ext cx="12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7246" name="Object 94"/>
              <p:cNvGraphicFramePr>
                <a:graphicFrameLocks noChangeAspect="1"/>
              </p:cNvGraphicFramePr>
              <p:nvPr/>
            </p:nvGraphicFramePr>
            <p:xfrm>
              <a:off x="5184" y="1632"/>
              <a:ext cx="12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14120" imgH="126720" progId="Equation.3">
                      <p:embed/>
                    </p:oleObj>
                  </mc:Choice>
                  <mc:Fallback>
                    <p:oleObj name="公式" r:id="rId19" imgW="114120" imgH="126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4" y="1632"/>
                            <a:ext cx="12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7247" name="Object 95"/>
              <p:cNvGraphicFramePr>
                <a:graphicFrameLocks noChangeAspect="1"/>
              </p:cNvGraphicFramePr>
              <p:nvPr/>
            </p:nvGraphicFramePr>
            <p:xfrm>
              <a:off x="5424" y="1540"/>
              <a:ext cx="207" cy="6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90440" imgH="571320" progId="Equation.3">
                      <p:embed/>
                    </p:oleObj>
                  </mc:Choice>
                  <mc:Fallback>
                    <p:oleObj name="公式" r:id="rId20" imgW="190440" imgH="5713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1540"/>
                            <a:ext cx="207" cy="6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7248" name="Line 96"/>
              <p:cNvSpPr>
                <a:spLocks noChangeShapeType="1"/>
              </p:cNvSpPr>
              <p:nvPr/>
            </p:nvSpPr>
            <p:spPr bwMode="auto">
              <a:xfrm>
                <a:off x="5088" y="1536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7249" name="Object 97"/>
              <p:cNvGraphicFramePr>
                <a:graphicFrameLocks noChangeAspect="1"/>
              </p:cNvGraphicFramePr>
              <p:nvPr/>
            </p:nvGraphicFramePr>
            <p:xfrm>
              <a:off x="4684" y="1248"/>
              <a:ext cx="14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26720" imgH="215640" progId="Equation.3">
                      <p:embed/>
                    </p:oleObj>
                  </mc:Choice>
                  <mc:Fallback>
                    <p:oleObj name="公式" r:id="rId21" imgW="12672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4" y="1248"/>
                            <a:ext cx="14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7250" name="Group 98"/>
              <p:cNvGrpSpPr>
                <a:grpSpLocks/>
              </p:cNvGrpSpPr>
              <p:nvPr/>
            </p:nvGrpSpPr>
            <p:grpSpPr bwMode="auto">
              <a:xfrm>
                <a:off x="4560" y="1488"/>
                <a:ext cx="960" cy="696"/>
                <a:chOff x="4475" y="1558"/>
                <a:chExt cx="1285" cy="1178"/>
              </a:xfrm>
            </p:grpSpPr>
            <p:grpSp>
              <p:nvGrpSpPr>
                <p:cNvPr id="177251" name="Group 99"/>
                <p:cNvGrpSpPr>
                  <a:grpSpLocks/>
                </p:cNvGrpSpPr>
                <p:nvPr/>
              </p:nvGrpSpPr>
              <p:grpSpPr bwMode="auto">
                <a:xfrm>
                  <a:off x="4962" y="1562"/>
                  <a:ext cx="78" cy="1174"/>
                  <a:chOff x="4962" y="1562"/>
                  <a:chExt cx="123" cy="1473"/>
                </a:xfrm>
              </p:grpSpPr>
              <p:grpSp>
                <p:nvGrpSpPr>
                  <p:cNvPr id="177252" name="Group 100"/>
                  <p:cNvGrpSpPr>
                    <a:grpSpLocks/>
                  </p:cNvGrpSpPr>
                  <p:nvPr/>
                </p:nvGrpSpPr>
                <p:grpSpPr bwMode="auto">
                  <a:xfrm rot="5447440">
                    <a:off x="4692" y="2235"/>
                    <a:ext cx="663" cy="123"/>
                    <a:chOff x="4390" y="1609"/>
                    <a:chExt cx="1012" cy="306"/>
                  </a:xfrm>
                </p:grpSpPr>
                <p:sp>
                  <p:nvSpPr>
                    <p:cNvPr id="177253" name="Freeform 101"/>
                    <p:cNvSpPr>
                      <a:spLocks/>
                    </p:cNvSpPr>
                    <p:nvPr/>
                  </p:nvSpPr>
                  <p:spPr bwMode="auto">
                    <a:xfrm>
                      <a:off x="4390" y="1609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7254" name="Freeform 102"/>
                    <p:cNvSpPr>
                      <a:spLocks/>
                    </p:cNvSpPr>
                    <p:nvPr/>
                  </p:nvSpPr>
                  <p:spPr bwMode="auto">
                    <a:xfrm>
                      <a:off x="4730" y="1610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7255" name="Freeform 103"/>
                    <p:cNvSpPr>
                      <a:spLocks/>
                    </p:cNvSpPr>
                    <p:nvPr/>
                  </p:nvSpPr>
                  <p:spPr bwMode="auto">
                    <a:xfrm>
                      <a:off x="5066" y="1621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77256" name="Line 104"/>
                  <p:cNvSpPr>
                    <a:spLocks noChangeShapeType="1"/>
                  </p:cNvSpPr>
                  <p:nvPr/>
                </p:nvSpPr>
                <p:spPr bwMode="auto">
                  <a:xfrm rot="5447440">
                    <a:off x="4758" y="2827"/>
                    <a:ext cx="41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57" name="Line 105"/>
                  <p:cNvSpPr>
                    <a:spLocks noChangeShapeType="1"/>
                  </p:cNvSpPr>
                  <p:nvPr/>
                </p:nvSpPr>
                <p:spPr bwMode="auto">
                  <a:xfrm rot="5447440">
                    <a:off x="4757" y="1771"/>
                    <a:ext cx="41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7258" name="Group 106"/>
                <p:cNvGrpSpPr>
                  <a:grpSpLocks/>
                </p:cNvGrpSpPr>
                <p:nvPr/>
              </p:nvGrpSpPr>
              <p:grpSpPr bwMode="auto">
                <a:xfrm rot="-10800000">
                  <a:off x="5202" y="1558"/>
                  <a:ext cx="78" cy="1174"/>
                  <a:chOff x="4962" y="1562"/>
                  <a:chExt cx="123" cy="1473"/>
                </a:xfrm>
              </p:grpSpPr>
              <p:grpSp>
                <p:nvGrpSpPr>
                  <p:cNvPr id="177259" name="Group 107"/>
                  <p:cNvGrpSpPr>
                    <a:grpSpLocks/>
                  </p:cNvGrpSpPr>
                  <p:nvPr/>
                </p:nvGrpSpPr>
                <p:grpSpPr bwMode="auto">
                  <a:xfrm rot="5447440">
                    <a:off x="4692" y="2235"/>
                    <a:ext cx="663" cy="123"/>
                    <a:chOff x="4390" y="1609"/>
                    <a:chExt cx="1012" cy="306"/>
                  </a:xfrm>
                </p:grpSpPr>
                <p:sp>
                  <p:nvSpPr>
                    <p:cNvPr id="177260" name="Freeform 108"/>
                    <p:cNvSpPr>
                      <a:spLocks/>
                    </p:cNvSpPr>
                    <p:nvPr/>
                  </p:nvSpPr>
                  <p:spPr bwMode="auto">
                    <a:xfrm>
                      <a:off x="4390" y="1609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7261" name="Freeform 109"/>
                    <p:cNvSpPr>
                      <a:spLocks/>
                    </p:cNvSpPr>
                    <p:nvPr/>
                  </p:nvSpPr>
                  <p:spPr bwMode="auto">
                    <a:xfrm>
                      <a:off x="4730" y="1610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7262" name="Freeform 110"/>
                    <p:cNvSpPr>
                      <a:spLocks/>
                    </p:cNvSpPr>
                    <p:nvPr/>
                  </p:nvSpPr>
                  <p:spPr bwMode="auto">
                    <a:xfrm>
                      <a:off x="5066" y="1621"/>
                      <a:ext cx="336" cy="294"/>
                    </a:xfrm>
                    <a:custGeom>
                      <a:avLst/>
                      <a:gdLst>
                        <a:gd name="T0" fmla="*/ 0 w 630"/>
                        <a:gd name="T1" fmla="*/ 274 h 294"/>
                        <a:gd name="T2" fmla="*/ 33 w 630"/>
                        <a:gd name="T3" fmla="*/ 157 h 294"/>
                        <a:gd name="T4" fmla="*/ 77 w 630"/>
                        <a:gd name="T5" fmla="*/ 102 h 294"/>
                        <a:gd name="T6" fmla="*/ 177 w 630"/>
                        <a:gd name="T7" fmla="*/ 24 h 294"/>
                        <a:gd name="T8" fmla="*/ 321 w 630"/>
                        <a:gd name="T9" fmla="*/ 2 h 294"/>
                        <a:gd name="T10" fmla="*/ 488 w 630"/>
                        <a:gd name="T11" fmla="*/ 35 h 294"/>
                        <a:gd name="T12" fmla="*/ 577 w 630"/>
                        <a:gd name="T13" fmla="*/ 135 h 294"/>
                        <a:gd name="T14" fmla="*/ 624 w 630"/>
                        <a:gd name="T15" fmla="*/ 274 h 294"/>
                        <a:gd name="T16" fmla="*/ 610 w 630"/>
                        <a:gd name="T17" fmla="*/ 257 h 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630" h="294">
                          <a:moveTo>
                            <a:pt x="0" y="274"/>
                          </a:moveTo>
                          <a:cubicBezTo>
                            <a:pt x="5" y="255"/>
                            <a:pt x="20" y="186"/>
                            <a:pt x="33" y="157"/>
                          </a:cubicBezTo>
                          <a:cubicBezTo>
                            <a:pt x="46" y="128"/>
                            <a:pt x="53" y="124"/>
                            <a:pt x="77" y="102"/>
                          </a:cubicBezTo>
                          <a:cubicBezTo>
                            <a:pt x="101" y="80"/>
                            <a:pt x="136" y="41"/>
                            <a:pt x="177" y="24"/>
                          </a:cubicBezTo>
                          <a:cubicBezTo>
                            <a:pt x="218" y="7"/>
                            <a:pt x="269" y="0"/>
                            <a:pt x="321" y="2"/>
                          </a:cubicBezTo>
                          <a:cubicBezTo>
                            <a:pt x="373" y="4"/>
                            <a:pt x="445" y="13"/>
                            <a:pt x="488" y="35"/>
                          </a:cubicBezTo>
                          <a:cubicBezTo>
                            <a:pt x="531" y="57"/>
                            <a:pt x="554" y="95"/>
                            <a:pt x="577" y="135"/>
                          </a:cubicBezTo>
                          <a:cubicBezTo>
                            <a:pt x="600" y="175"/>
                            <a:pt x="618" y="254"/>
                            <a:pt x="624" y="274"/>
                          </a:cubicBezTo>
                          <a:cubicBezTo>
                            <a:pt x="630" y="294"/>
                            <a:pt x="613" y="261"/>
                            <a:pt x="610" y="257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77263" name="Line 111"/>
                  <p:cNvSpPr>
                    <a:spLocks noChangeShapeType="1"/>
                  </p:cNvSpPr>
                  <p:nvPr/>
                </p:nvSpPr>
                <p:spPr bwMode="auto">
                  <a:xfrm rot="5447440">
                    <a:off x="4758" y="2827"/>
                    <a:ext cx="41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64" name="Line 112"/>
                  <p:cNvSpPr>
                    <a:spLocks noChangeShapeType="1"/>
                  </p:cNvSpPr>
                  <p:nvPr/>
                </p:nvSpPr>
                <p:spPr bwMode="auto">
                  <a:xfrm rot="5447440">
                    <a:off x="4757" y="1771"/>
                    <a:ext cx="41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7265" name="Line 113"/>
                <p:cNvSpPr>
                  <a:spLocks noChangeShapeType="1"/>
                </p:cNvSpPr>
                <p:nvPr/>
              </p:nvSpPr>
              <p:spPr bwMode="auto">
                <a:xfrm>
                  <a:off x="5280" y="2736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66" name="Line 114"/>
                <p:cNvSpPr>
                  <a:spLocks noChangeShapeType="1"/>
                </p:cNvSpPr>
                <p:nvPr/>
              </p:nvSpPr>
              <p:spPr bwMode="auto">
                <a:xfrm>
                  <a:off x="5276" y="156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67" name="Line 115"/>
                <p:cNvSpPr>
                  <a:spLocks noChangeShapeType="1"/>
                </p:cNvSpPr>
                <p:nvPr/>
              </p:nvSpPr>
              <p:spPr bwMode="auto">
                <a:xfrm>
                  <a:off x="4475" y="156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268" name="Line 116"/>
                <p:cNvSpPr>
                  <a:spLocks noChangeShapeType="1"/>
                </p:cNvSpPr>
                <p:nvPr/>
              </p:nvSpPr>
              <p:spPr bwMode="auto">
                <a:xfrm>
                  <a:off x="4512" y="2736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77269" name="Object 117"/>
              <p:cNvGraphicFramePr>
                <a:graphicFrameLocks noChangeAspect="1"/>
              </p:cNvGraphicFramePr>
              <p:nvPr/>
            </p:nvGraphicFramePr>
            <p:xfrm>
              <a:off x="4971" y="1392"/>
              <a:ext cx="165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03040" imgH="164880" progId="Equation.3">
                      <p:embed/>
                    </p:oleObj>
                  </mc:Choice>
                  <mc:Fallback>
                    <p:oleObj name="公式" r:id="rId22" imgW="20304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71" y="1392"/>
                            <a:ext cx="165" cy="1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7270" name="Line 118"/>
              <p:cNvSpPr>
                <a:spLocks noChangeShapeType="1"/>
              </p:cNvSpPr>
              <p:nvPr/>
            </p:nvSpPr>
            <p:spPr bwMode="auto">
              <a:xfrm flipH="1">
                <a:off x="4848" y="1488"/>
                <a:ext cx="144" cy="4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7271" name="Line 119"/>
            <p:cNvSpPr>
              <a:spLocks noChangeShapeType="1"/>
            </p:cNvSpPr>
            <p:nvPr/>
          </p:nvSpPr>
          <p:spPr bwMode="auto">
            <a:xfrm>
              <a:off x="3526" y="1569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" name="Text Box 16"/>
          <p:cNvSpPr txBox="1">
            <a:spLocks noChangeArrowheads="1"/>
          </p:cNvSpPr>
          <p:nvPr/>
        </p:nvSpPr>
        <p:spPr bwMode="auto">
          <a:xfrm>
            <a:off x="1036474" y="457200"/>
            <a:ext cx="373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Examples </a:t>
            </a:r>
          </a:p>
        </p:txBody>
      </p:sp>
      <p:sp>
        <p:nvSpPr>
          <p:cNvPr id="122" name="Text Box 49"/>
          <p:cNvSpPr txBox="1">
            <a:spLocks noChangeArrowheads="1"/>
          </p:cNvSpPr>
          <p:nvPr/>
        </p:nvSpPr>
        <p:spPr bwMode="auto">
          <a:xfrm>
            <a:off x="676358" y="5638800"/>
            <a:ext cx="731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</a:rPr>
              <a:t>How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to place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</a:rPr>
              <a:t>dots for two magnetically coupled coils?</a:t>
            </a:r>
          </a:p>
        </p:txBody>
      </p:sp>
    </p:spTree>
    <p:extLst>
      <p:ext uri="{BB962C8B-B14F-4D97-AF65-F5344CB8AC3E}">
        <p14:creationId xmlns:p14="http://schemas.microsoft.com/office/powerpoint/2010/main" val="3292246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/>
      <p:bldP spid="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827088" y="283442"/>
            <a:ext cx="8316912" cy="3042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</a:pPr>
            <a:r>
              <a:rPr lang="en-US" altLang="zh-CN" sz="2000" b="1" dirty="0">
                <a:sym typeface="Symbol" pitchFamily="18" charset="2"/>
              </a:rPr>
              <a:t>Steps: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</a:pPr>
            <a:r>
              <a:rPr lang="en-US" altLang="zh-CN" sz="2000" b="1" dirty="0">
                <a:sym typeface="Symbol" pitchFamily="18" charset="2"/>
              </a:rPr>
              <a:t>1.Assume a current enters one terminal of coil 1, place a dot at that terminal.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</a:pPr>
            <a:r>
              <a:rPr lang="en-US" altLang="zh-CN" sz="2000" b="1" dirty="0">
                <a:sym typeface="Symbol" pitchFamily="18" charset="2"/>
              </a:rPr>
              <a:t>2. Apply the right hand rule and find the direction of the flux that links coil 2.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</a:pPr>
            <a:r>
              <a:rPr lang="en-US" altLang="zh-CN" sz="2000" b="1" dirty="0">
                <a:sym typeface="Symbol" pitchFamily="18" charset="2"/>
              </a:rPr>
              <a:t>3. Use the right hand rule to determine the dotted terminal of coil 2 since the fluxes  will be added if both currents  enter the dotted terminals respectively, place a dot at that terminal for coil 2.</a:t>
            </a:r>
          </a:p>
        </p:txBody>
      </p:sp>
      <p:grpSp>
        <p:nvGrpSpPr>
          <p:cNvPr id="175110" name="Group 6"/>
          <p:cNvGrpSpPr>
            <a:grpSpLocks/>
          </p:cNvGrpSpPr>
          <p:nvPr/>
        </p:nvGrpSpPr>
        <p:grpSpPr bwMode="auto">
          <a:xfrm>
            <a:off x="1586062" y="3681479"/>
            <a:ext cx="2819400" cy="1685925"/>
            <a:chOff x="672" y="2256"/>
            <a:chExt cx="1776" cy="1062"/>
          </a:xfrm>
        </p:grpSpPr>
        <p:sp>
          <p:nvSpPr>
            <p:cNvPr id="175111" name="Rectangle 7"/>
            <p:cNvSpPr>
              <a:spLocks noChangeArrowheads="1"/>
            </p:cNvSpPr>
            <p:nvPr/>
          </p:nvSpPr>
          <p:spPr bwMode="auto">
            <a:xfrm>
              <a:off x="1087" y="2400"/>
              <a:ext cx="785" cy="91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Rectangle 8"/>
            <p:cNvSpPr>
              <a:spLocks noChangeArrowheads="1"/>
            </p:cNvSpPr>
            <p:nvPr/>
          </p:nvSpPr>
          <p:spPr bwMode="auto">
            <a:xfrm>
              <a:off x="1248" y="2563"/>
              <a:ext cx="432" cy="58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AutoShape 9"/>
            <p:cNvSpPr>
              <a:spLocks noChangeArrowheads="1"/>
            </p:cNvSpPr>
            <p:nvPr/>
          </p:nvSpPr>
          <p:spPr bwMode="auto">
            <a:xfrm>
              <a:off x="1152" y="2485"/>
              <a:ext cx="624" cy="731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Line 10"/>
            <p:cNvSpPr>
              <a:spLocks noChangeShapeType="1"/>
            </p:cNvSpPr>
            <p:nvPr/>
          </p:nvSpPr>
          <p:spPr bwMode="auto">
            <a:xfrm>
              <a:off x="1776" y="2835"/>
              <a:ext cx="0" cy="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115" name="Group 11"/>
            <p:cNvGrpSpPr>
              <a:grpSpLocks/>
            </p:cNvGrpSpPr>
            <p:nvPr/>
          </p:nvGrpSpPr>
          <p:grpSpPr bwMode="auto">
            <a:xfrm>
              <a:off x="862" y="2612"/>
              <a:ext cx="423" cy="450"/>
              <a:chOff x="862" y="2612"/>
              <a:chExt cx="423" cy="450"/>
            </a:xfrm>
          </p:grpSpPr>
          <p:sp>
            <p:nvSpPr>
              <p:cNvPr id="175116" name="Freeform 12"/>
              <p:cNvSpPr>
                <a:spLocks/>
              </p:cNvSpPr>
              <p:nvPr/>
            </p:nvSpPr>
            <p:spPr bwMode="auto">
              <a:xfrm>
                <a:off x="892" y="2626"/>
                <a:ext cx="348" cy="1"/>
              </a:xfrm>
              <a:custGeom>
                <a:avLst/>
                <a:gdLst>
                  <a:gd name="T0" fmla="*/ 0 w 739"/>
                  <a:gd name="T1" fmla="*/ 0 h 1"/>
                  <a:gd name="T2" fmla="*/ 739 w 73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39" h="1">
                    <a:moveTo>
                      <a:pt x="0" y="0"/>
                    </a:moveTo>
                    <a:lnTo>
                      <a:pt x="73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7" name="Line 13"/>
              <p:cNvSpPr>
                <a:spLocks noChangeShapeType="1"/>
              </p:cNvSpPr>
              <p:nvPr/>
            </p:nvSpPr>
            <p:spPr bwMode="auto">
              <a:xfrm>
                <a:off x="888" y="3036"/>
                <a:ext cx="204" cy="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8" name="Freeform 14"/>
              <p:cNvSpPr>
                <a:spLocks/>
              </p:cNvSpPr>
              <p:nvPr/>
            </p:nvSpPr>
            <p:spPr bwMode="auto">
              <a:xfrm>
                <a:off x="1239" y="2624"/>
                <a:ext cx="45" cy="36"/>
              </a:xfrm>
              <a:custGeom>
                <a:avLst/>
                <a:gdLst>
                  <a:gd name="T0" fmla="*/ 0 w 95"/>
                  <a:gd name="T1" fmla="*/ 0 h 60"/>
                  <a:gd name="T2" fmla="*/ 90 w 95"/>
                  <a:gd name="T3" fmla="*/ 18 h 60"/>
                  <a:gd name="T4" fmla="*/ 30 w 95"/>
                  <a:gd name="T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0">
                    <a:moveTo>
                      <a:pt x="0" y="0"/>
                    </a:moveTo>
                    <a:cubicBezTo>
                      <a:pt x="15" y="3"/>
                      <a:pt x="85" y="8"/>
                      <a:pt x="90" y="18"/>
                    </a:cubicBezTo>
                    <a:cubicBezTo>
                      <a:pt x="95" y="28"/>
                      <a:pt x="42" y="51"/>
                      <a:pt x="30" y="6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9" name="Freeform 15"/>
              <p:cNvSpPr>
                <a:spLocks/>
              </p:cNvSpPr>
              <p:nvPr/>
            </p:nvSpPr>
            <p:spPr bwMode="auto">
              <a:xfrm>
                <a:off x="1061" y="2697"/>
                <a:ext cx="223" cy="75"/>
              </a:xfrm>
              <a:custGeom>
                <a:avLst/>
                <a:gdLst>
                  <a:gd name="T0" fmla="*/ 62 w 474"/>
                  <a:gd name="T1" fmla="*/ 0 h 126"/>
                  <a:gd name="T2" fmla="*/ 2 w 474"/>
                  <a:gd name="T3" fmla="*/ 14 h 126"/>
                  <a:gd name="T4" fmla="*/ 73 w 474"/>
                  <a:gd name="T5" fmla="*/ 57 h 126"/>
                  <a:gd name="T6" fmla="*/ 416 w 474"/>
                  <a:gd name="T7" fmla="*/ 82 h 126"/>
                  <a:gd name="T8" fmla="*/ 422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2" y="0"/>
                    </a:moveTo>
                    <a:cubicBezTo>
                      <a:pt x="34" y="2"/>
                      <a:pt x="0" y="5"/>
                      <a:pt x="2" y="14"/>
                    </a:cubicBezTo>
                    <a:cubicBezTo>
                      <a:pt x="4" y="23"/>
                      <a:pt x="4" y="46"/>
                      <a:pt x="73" y="57"/>
                    </a:cubicBezTo>
                    <a:cubicBezTo>
                      <a:pt x="142" y="68"/>
                      <a:pt x="358" y="71"/>
                      <a:pt x="416" y="82"/>
                    </a:cubicBezTo>
                    <a:cubicBezTo>
                      <a:pt x="474" y="93"/>
                      <a:pt x="451" y="109"/>
                      <a:pt x="422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0" name="Freeform 16"/>
              <p:cNvSpPr>
                <a:spLocks/>
              </p:cNvSpPr>
              <p:nvPr/>
            </p:nvSpPr>
            <p:spPr bwMode="auto">
              <a:xfrm>
                <a:off x="1061" y="2801"/>
                <a:ext cx="223" cy="75"/>
              </a:xfrm>
              <a:custGeom>
                <a:avLst/>
                <a:gdLst>
                  <a:gd name="T0" fmla="*/ 61 w 474"/>
                  <a:gd name="T1" fmla="*/ 0 h 126"/>
                  <a:gd name="T2" fmla="*/ 1 w 474"/>
                  <a:gd name="T3" fmla="*/ 14 h 126"/>
                  <a:gd name="T4" fmla="*/ 69 w 474"/>
                  <a:gd name="T5" fmla="*/ 57 h 126"/>
                  <a:gd name="T6" fmla="*/ 415 w 474"/>
                  <a:gd name="T7" fmla="*/ 82 h 126"/>
                  <a:gd name="T8" fmla="*/ 421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1" y="0"/>
                    </a:moveTo>
                    <a:cubicBezTo>
                      <a:pt x="33" y="2"/>
                      <a:pt x="0" y="5"/>
                      <a:pt x="1" y="14"/>
                    </a:cubicBezTo>
                    <a:cubicBezTo>
                      <a:pt x="2" y="23"/>
                      <a:pt x="0" y="46"/>
                      <a:pt x="69" y="57"/>
                    </a:cubicBezTo>
                    <a:cubicBezTo>
                      <a:pt x="138" y="68"/>
                      <a:pt x="356" y="71"/>
                      <a:pt x="415" y="82"/>
                    </a:cubicBezTo>
                    <a:cubicBezTo>
                      <a:pt x="474" y="93"/>
                      <a:pt x="450" y="109"/>
                      <a:pt x="421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1" name="Freeform 17"/>
              <p:cNvSpPr>
                <a:spLocks/>
              </p:cNvSpPr>
              <p:nvPr/>
            </p:nvSpPr>
            <p:spPr bwMode="auto">
              <a:xfrm>
                <a:off x="1055" y="2913"/>
                <a:ext cx="230" cy="86"/>
              </a:xfrm>
              <a:custGeom>
                <a:avLst/>
                <a:gdLst>
                  <a:gd name="T0" fmla="*/ 51 w 487"/>
                  <a:gd name="T1" fmla="*/ 0 h 144"/>
                  <a:gd name="T2" fmla="*/ 12 w 487"/>
                  <a:gd name="T3" fmla="*/ 21 h 144"/>
                  <a:gd name="T4" fmla="*/ 69 w 487"/>
                  <a:gd name="T5" fmla="*/ 54 h 144"/>
                  <a:gd name="T6" fmla="*/ 427 w 487"/>
                  <a:gd name="T7" fmla="*/ 81 h 144"/>
                  <a:gd name="T8" fmla="*/ 429 w 487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144">
                    <a:moveTo>
                      <a:pt x="51" y="0"/>
                    </a:moveTo>
                    <a:cubicBezTo>
                      <a:pt x="45" y="3"/>
                      <a:pt x="9" y="12"/>
                      <a:pt x="12" y="21"/>
                    </a:cubicBezTo>
                    <a:cubicBezTo>
                      <a:pt x="15" y="30"/>
                      <a:pt x="0" y="44"/>
                      <a:pt x="69" y="54"/>
                    </a:cubicBezTo>
                    <a:cubicBezTo>
                      <a:pt x="138" y="64"/>
                      <a:pt x="367" y="66"/>
                      <a:pt x="427" y="81"/>
                    </a:cubicBezTo>
                    <a:cubicBezTo>
                      <a:pt x="487" y="96"/>
                      <a:pt x="429" y="131"/>
                      <a:pt x="429" y="144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2" name="Oval 18"/>
              <p:cNvSpPr>
                <a:spLocks noChangeArrowheads="1"/>
              </p:cNvSpPr>
              <p:nvPr/>
            </p:nvSpPr>
            <p:spPr bwMode="auto">
              <a:xfrm>
                <a:off x="862" y="2612"/>
                <a:ext cx="29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3" name="Oval 19"/>
              <p:cNvSpPr>
                <a:spLocks noChangeArrowheads="1"/>
              </p:cNvSpPr>
              <p:nvPr/>
            </p:nvSpPr>
            <p:spPr bwMode="auto">
              <a:xfrm>
                <a:off x="866" y="3022"/>
                <a:ext cx="28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124" name="Line 20"/>
            <p:cNvSpPr>
              <a:spLocks noChangeShapeType="1"/>
            </p:cNvSpPr>
            <p:nvPr/>
          </p:nvSpPr>
          <p:spPr bwMode="auto">
            <a:xfrm>
              <a:off x="861" y="2544"/>
              <a:ext cx="1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Text Box 21"/>
            <p:cNvSpPr txBox="1">
              <a:spLocks noChangeArrowheads="1"/>
            </p:cNvSpPr>
            <p:nvPr/>
          </p:nvSpPr>
          <p:spPr bwMode="auto">
            <a:xfrm>
              <a:off x="1296" y="2319"/>
              <a:ext cx="33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b="1" i="1">
                  <a:latin typeface="Times New Roman" pitchFamily="18" charset="0"/>
                  <a:sym typeface="Symbol" pitchFamily="18" charset="2"/>
                </a:rPr>
                <a:t>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5126" name="Text Box 22"/>
            <p:cNvSpPr txBox="1">
              <a:spLocks noChangeArrowheads="1"/>
            </p:cNvSpPr>
            <p:nvPr/>
          </p:nvSpPr>
          <p:spPr bwMode="auto">
            <a:xfrm>
              <a:off x="841" y="2256"/>
              <a:ext cx="304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b="1" i="1">
                  <a:latin typeface="Times New Roman" pitchFamily="18" charset="0"/>
                </a:rPr>
                <a:t>i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grpSp>
          <p:nvGrpSpPr>
            <p:cNvPr id="175127" name="Group 23"/>
            <p:cNvGrpSpPr>
              <a:grpSpLocks/>
            </p:cNvGrpSpPr>
            <p:nvPr/>
          </p:nvGrpSpPr>
          <p:grpSpPr bwMode="auto">
            <a:xfrm flipH="1">
              <a:off x="1632" y="2640"/>
              <a:ext cx="528" cy="432"/>
              <a:chOff x="862" y="2612"/>
              <a:chExt cx="423" cy="450"/>
            </a:xfrm>
          </p:grpSpPr>
          <p:sp>
            <p:nvSpPr>
              <p:cNvPr id="175128" name="Freeform 24"/>
              <p:cNvSpPr>
                <a:spLocks/>
              </p:cNvSpPr>
              <p:nvPr/>
            </p:nvSpPr>
            <p:spPr bwMode="auto">
              <a:xfrm>
                <a:off x="892" y="2626"/>
                <a:ext cx="348" cy="1"/>
              </a:xfrm>
              <a:custGeom>
                <a:avLst/>
                <a:gdLst>
                  <a:gd name="T0" fmla="*/ 0 w 739"/>
                  <a:gd name="T1" fmla="*/ 0 h 1"/>
                  <a:gd name="T2" fmla="*/ 739 w 73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39" h="1">
                    <a:moveTo>
                      <a:pt x="0" y="0"/>
                    </a:moveTo>
                    <a:lnTo>
                      <a:pt x="73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9" name="Line 25"/>
              <p:cNvSpPr>
                <a:spLocks noChangeShapeType="1"/>
              </p:cNvSpPr>
              <p:nvPr/>
            </p:nvSpPr>
            <p:spPr bwMode="auto">
              <a:xfrm>
                <a:off x="888" y="3036"/>
                <a:ext cx="204" cy="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0" name="Freeform 26"/>
              <p:cNvSpPr>
                <a:spLocks/>
              </p:cNvSpPr>
              <p:nvPr/>
            </p:nvSpPr>
            <p:spPr bwMode="auto">
              <a:xfrm>
                <a:off x="1239" y="2624"/>
                <a:ext cx="45" cy="36"/>
              </a:xfrm>
              <a:custGeom>
                <a:avLst/>
                <a:gdLst>
                  <a:gd name="T0" fmla="*/ 0 w 95"/>
                  <a:gd name="T1" fmla="*/ 0 h 60"/>
                  <a:gd name="T2" fmla="*/ 90 w 95"/>
                  <a:gd name="T3" fmla="*/ 18 h 60"/>
                  <a:gd name="T4" fmla="*/ 30 w 95"/>
                  <a:gd name="T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0">
                    <a:moveTo>
                      <a:pt x="0" y="0"/>
                    </a:moveTo>
                    <a:cubicBezTo>
                      <a:pt x="15" y="3"/>
                      <a:pt x="85" y="8"/>
                      <a:pt x="90" y="18"/>
                    </a:cubicBezTo>
                    <a:cubicBezTo>
                      <a:pt x="95" y="28"/>
                      <a:pt x="42" y="51"/>
                      <a:pt x="30" y="6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1" name="Freeform 27"/>
              <p:cNvSpPr>
                <a:spLocks/>
              </p:cNvSpPr>
              <p:nvPr/>
            </p:nvSpPr>
            <p:spPr bwMode="auto">
              <a:xfrm>
                <a:off x="1061" y="2697"/>
                <a:ext cx="223" cy="75"/>
              </a:xfrm>
              <a:custGeom>
                <a:avLst/>
                <a:gdLst>
                  <a:gd name="T0" fmla="*/ 62 w 474"/>
                  <a:gd name="T1" fmla="*/ 0 h 126"/>
                  <a:gd name="T2" fmla="*/ 2 w 474"/>
                  <a:gd name="T3" fmla="*/ 14 h 126"/>
                  <a:gd name="T4" fmla="*/ 73 w 474"/>
                  <a:gd name="T5" fmla="*/ 57 h 126"/>
                  <a:gd name="T6" fmla="*/ 416 w 474"/>
                  <a:gd name="T7" fmla="*/ 82 h 126"/>
                  <a:gd name="T8" fmla="*/ 422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2" y="0"/>
                    </a:moveTo>
                    <a:cubicBezTo>
                      <a:pt x="34" y="2"/>
                      <a:pt x="0" y="5"/>
                      <a:pt x="2" y="14"/>
                    </a:cubicBezTo>
                    <a:cubicBezTo>
                      <a:pt x="4" y="23"/>
                      <a:pt x="4" y="46"/>
                      <a:pt x="73" y="57"/>
                    </a:cubicBezTo>
                    <a:cubicBezTo>
                      <a:pt x="142" y="68"/>
                      <a:pt x="358" y="71"/>
                      <a:pt x="416" y="82"/>
                    </a:cubicBezTo>
                    <a:cubicBezTo>
                      <a:pt x="474" y="93"/>
                      <a:pt x="451" y="109"/>
                      <a:pt x="422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2" name="Freeform 28"/>
              <p:cNvSpPr>
                <a:spLocks/>
              </p:cNvSpPr>
              <p:nvPr/>
            </p:nvSpPr>
            <p:spPr bwMode="auto">
              <a:xfrm>
                <a:off x="1061" y="2801"/>
                <a:ext cx="223" cy="75"/>
              </a:xfrm>
              <a:custGeom>
                <a:avLst/>
                <a:gdLst>
                  <a:gd name="T0" fmla="*/ 61 w 474"/>
                  <a:gd name="T1" fmla="*/ 0 h 126"/>
                  <a:gd name="T2" fmla="*/ 1 w 474"/>
                  <a:gd name="T3" fmla="*/ 14 h 126"/>
                  <a:gd name="T4" fmla="*/ 69 w 474"/>
                  <a:gd name="T5" fmla="*/ 57 h 126"/>
                  <a:gd name="T6" fmla="*/ 415 w 474"/>
                  <a:gd name="T7" fmla="*/ 82 h 126"/>
                  <a:gd name="T8" fmla="*/ 421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1" y="0"/>
                    </a:moveTo>
                    <a:cubicBezTo>
                      <a:pt x="33" y="2"/>
                      <a:pt x="0" y="5"/>
                      <a:pt x="1" y="14"/>
                    </a:cubicBezTo>
                    <a:cubicBezTo>
                      <a:pt x="2" y="23"/>
                      <a:pt x="0" y="46"/>
                      <a:pt x="69" y="57"/>
                    </a:cubicBezTo>
                    <a:cubicBezTo>
                      <a:pt x="138" y="68"/>
                      <a:pt x="356" y="71"/>
                      <a:pt x="415" y="82"/>
                    </a:cubicBezTo>
                    <a:cubicBezTo>
                      <a:pt x="474" y="93"/>
                      <a:pt x="450" y="109"/>
                      <a:pt x="421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3" name="Freeform 29"/>
              <p:cNvSpPr>
                <a:spLocks/>
              </p:cNvSpPr>
              <p:nvPr/>
            </p:nvSpPr>
            <p:spPr bwMode="auto">
              <a:xfrm>
                <a:off x="1055" y="2913"/>
                <a:ext cx="230" cy="86"/>
              </a:xfrm>
              <a:custGeom>
                <a:avLst/>
                <a:gdLst>
                  <a:gd name="T0" fmla="*/ 51 w 487"/>
                  <a:gd name="T1" fmla="*/ 0 h 144"/>
                  <a:gd name="T2" fmla="*/ 12 w 487"/>
                  <a:gd name="T3" fmla="*/ 21 h 144"/>
                  <a:gd name="T4" fmla="*/ 69 w 487"/>
                  <a:gd name="T5" fmla="*/ 54 h 144"/>
                  <a:gd name="T6" fmla="*/ 427 w 487"/>
                  <a:gd name="T7" fmla="*/ 81 h 144"/>
                  <a:gd name="T8" fmla="*/ 429 w 487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144">
                    <a:moveTo>
                      <a:pt x="51" y="0"/>
                    </a:moveTo>
                    <a:cubicBezTo>
                      <a:pt x="45" y="3"/>
                      <a:pt x="9" y="12"/>
                      <a:pt x="12" y="21"/>
                    </a:cubicBezTo>
                    <a:cubicBezTo>
                      <a:pt x="15" y="30"/>
                      <a:pt x="0" y="44"/>
                      <a:pt x="69" y="54"/>
                    </a:cubicBezTo>
                    <a:cubicBezTo>
                      <a:pt x="138" y="64"/>
                      <a:pt x="367" y="66"/>
                      <a:pt x="427" y="81"/>
                    </a:cubicBezTo>
                    <a:cubicBezTo>
                      <a:pt x="487" y="96"/>
                      <a:pt x="429" y="131"/>
                      <a:pt x="429" y="144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4" name="Oval 30"/>
              <p:cNvSpPr>
                <a:spLocks noChangeArrowheads="1"/>
              </p:cNvSpPr>
              <p:nvPr/>
            </p:nvSpPr>
            <p:spPr bwMode="auto">
              <a:xfrm>
                <a:off x="862" y="2612"/>
                <a:ext cx="29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5" name="Oval 31"/>
              <p:cNvSpPr>
                <a:spLocks noChangeArrowheads="1"/>
              </p:cNvSpPr>
              <p:nvPr/>
            </p:nvSpPr>
            <p:spPr bwMode="auto">
              <a:xfrm>
                <a:off x="866" y="3022"/>
                <a:ext cx="28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136" name="Text Box 32"/>
            <p:cNvSpPr txBox="1">
              <a:spLocks noChangeArrowheads="1"/>
            </p:cNvSpPr>
            <p:nvPr/>
          </p:nvSpPr>
          <p:spPr bwMode="auto">
            <a:xfrm>
              <a:off x="672" y="249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75137" name="Text Box 33"/>
            <p:cNvSpPr txBox="1">
              <a:spLocks noChangeArrowheads="1"/>
            </p:cNvSpPr>
            <p:nvPr/>
          </p:nvSpPr>
          <p:spPr bwMode="auto">
            <a:xfrm>
              <a:off x="672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1'</a:t>
              </a:r>
            </a:p>
          </p:txBody>
        </p:sp>
        <p:sp>
          <p:nvSpPr>
            <p:cNvPr id="175138" name="Text Box 34"/>
            <p:cNvSpPr txBox="1">
              <a:spLocks noChangeArrowheads="1"/>
            </p:cNvSpPr>
            <p:nvPr/>
          </p:nvSpPr>
          <p:spPr bwMode="auto">
            <a:xfrm>
              <a:off x="2160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75139" name="Text Box 35"/>
            <p:cNvSpPr txBox="1">
              <a:spLocks noChangeArrowheads="1"/>
            </p:cNvSpPr>
            <p:nvPr/>
          </p:nvSpPr>
          <p:spPr bwMode="auto">
            <a:xfrm>
              <a:off x="2160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dirty="0">
                  <a:latin typeface="Times New Roman" pitchFamily="18" charset="0"/>
                </a:rPr>
                <a:t>2'</a:t>
              </a:r>
            </a:p>
          </p:txBody>
        </p:sp>
      </p:grpSp>
      <p:sp>
        <p:nvSpPr>
          <p:cNvPr id="175140" name="Text Box 36"/>
          <p:cNvSpPr txBox="1">
            <a:spLocks noChangeArrowheads="1"/>
          </p:cNvSpPr>
          <p:nvPr/>
        </p:nvSpPr>
        <p:spPr bwMode="auto">
          <a:xfrm>
            <a:off x="1619250" y="4265612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>
                <a:solidFill>
                  <a:srgbClr val="FF3300"/>
                </a:solidFill>
                <a:latin typeface="Times New Roman" pitchFamily="18" charset="0"/>
              </a:rPr>
              <a:t>*</a:t>
            </a:r>
          </a:p>
        </p:txBody>
      </p:sp>
      <p:sp>
        <p:nvSpPr>
          <p:cNvPr id="175141" name="Text Box 37"/>
          <p:cNvSpPr txBox="1">
            <a:spLocks noChangeArrowheads="1"/>
          </p:cNvSpPr>
          <p:nvPr/>
        </p:nvSpPr>
        <p:spPr bwMode="auto">
          <a:xfrm>
            <a:off x="3492500" y="42211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FF3300"/>
                </a:solidFill>
                <a:latin typeface="Times New Roman" pitchFamily="18" charset="0"/>
              </a:rPr>
              <a:t>*</a:t>
            </a:r>
          </a:p>
        </p:txBody>
      </p:sp>
      <p:grpSp>
        <p:nvGrpSpPr>
          <p:cNvPr id="175142" name="Group 38"/>
          <p:cNvGrpSpPr>
            <a:grpSpLocks/>
          </p:cNvGrpSpPr>
          <p:nvPr/>
        </p:nvGrpSpPr>
        <p:grpSpPr bwMode="auto">
          <a:xfrm>
            <a:off x="5598321" y="3933825"/>
            <a:ext cx="838200" cy="1143000"/>
            <a:chOff x="2352" y="3600"/>
            <a:chExt cx="528" cy="720"/>
          </a:xfrm>
        </p:grpSpPr>
        <p:sp>
          <p:nvSpPr>
            <p:cNvPr id="175143" name="Line 39"/>
            <p:cNvSpPr>
              <a:spLocks noChangeShapeType="1"/>
            </p:cNvSpPr>
            <p:nvPr/>
          </p:nvSpPr>
          <p:spPr bwMode="auto">
            <a:xfrm rot="-5400000">
              <a:off x="2668" y="3572"/>
              <a:ext cx="0" cy="55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AutoShape 40"/>
            <p:cNvSpPr>
              <a:spLocks noChangeArrowheads="1"/>
            </p:cNvSpPr>
            <p:nvPr/>
          </p:nvSpPr>
          <p:spPr bwMode="auto">
            <a:xfrm>
              <a:off x="2352" y="3600"/>
              <a:ext cx="528" cy="72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5145" name="Group 41"/>
          <p:cNvGrpSpPr>
            <a:grpSpLocks/>
          </p:cNvGrpSpPr>
          <p:nvPr/>
        </p:nvGrpSpPr>
        <p:grpSpPr bwMode="auto">
          <a:xfrm>
            <a:off x="5479258" y="3840729"/>
            <a:ext cx="1905000" cy="1295400"/>
            <a:chOff x="3216" y="3648"/>
            <a:chExt cx="1200" cy="816"/>
          </a:xfrm>
        </p:grpSpPr>
        <p:sp>
          <p:nvSpPr>
            <p:cNvPr id="175146" name="Line 42"/>
            <p:cNvSpPr>
              <a:spLocks noChangeShapeType="1"/>
            </p:cNvSpPr>
            <p:nvPr/>
          </p:nvSpPr>
          <p:spPr bwMode="auto">
            <a:xfrm rot="16200000" flipH="1">
              <a:off x="3868" y="3620"/>
              <a:ext cx="0" cy="55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AutoShape 43"/>
            <p:cNvSpPr>
              <a:spLocks noChangeArrowheads="1"/>
            </p:cNvSpPr>
            <p:nvPr/>
          </p:nvSpPr>
          <p:spPr bwMode="auto">
            <a:xfrm>
              <a:off x="3216" y="3648"/>
              <a:ext cx="1200" cy="81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5148" name="Group 44"/>
          <p:cNvGrpSpPr>
            <a:grpSpLocks/>
          </p:cNvGrpSpPr>
          <p:nvPr/>
        </p:nvGrpSpPr>
        <p:grpSpPr bwMode="auto">
          <a:xfrm>
            <a:off x="4814095" y="3739357"/>
            <a:ext cx="3505200" cy="1411287"/>
            <a:chOff x="2784" y="2513"/>
            <a:chExt cx="2208" cy="889"/>
          </a:xfrm>
        </p:grpSpPr>
        <p:sp>
          <p:nvSpPr>
            <p:cNvPr id="175149" name="Rectangle 45"/>
            <p:cNvSpPr>
              <a:spLocks noChangeArrowheads="1"/>
            </p:cNvSpPr>
            <p:nvPr/>
          </p:nvSpPr>
          <p:spPr bwMode="auto">
            <a:xfrm>
              <a:off x="3166" y="2513"/>
              <a:ext cx="1368" cy="889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Rectangle 46"/>
            <p:cNvSpPr>
              <a:spLocks noChangeArrowheads="1"/>
            </p:cNvSpPr>
            <p:nvPr/>
          </p:nvSpPr>
          <p:spPr bwMode="auto">
            <a:xfrm>
              <a:off x="3371" y="2686"/>
              <a:ext cx="373" cy="5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Rectangle 47"/>
            <p:cNvSpPr>
              <a:spLocks noChangeArrowheads="1"/>
            </p:cNvSpPr>
            <p:nvPr/>
          </p:nvSpPr>
          <p:spPr bwMode="auto">
            <a:xfrm>
              <a:off x="3951" y="2686"/>
              <a:ext cx="373" cy="5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152" name="Group 48"/>
            <p:cNvGrpSpPr>
              <a:grpSpLocks/>
            </p:cNvGrpSpPr>
            <p:nvPr/>
          </p:nvGrpSpPr>
          <p:grpSpPr bwMode="auto">
            <a:xfrm>
              <a:off x="2985" y="2734"/>
              <a:ext cx="451" cy="467"/>
              <a:chOff x="2985" y="2734"/>
              <a:chExt cx="451" cy="467"/>
            </a:xfrm>
          </p:grpSpPr>
          <p:sp>
            <p:nvSpPr>
              <p:cNvPr id="175153" name="Freeform 49"/>
              <p:cNvSpPr>
                <a:spLocks/>
              </p:cNvSpPr>
              <p:nvPr/>
            </p:nvSpPr>
            <p:spPr bwMode="auto">
              <a:xfrm>
                <a:off x="3104" y="2820"/>
                <a:ext cx="332" cy="88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4" name="Freeform 50"/>
              <p:cNvSpPr>
                <a:spLocks/>
              </p:cNvSpPr>
              <p:nvPr/>
            </p:nvSpPr>
            <p:spPr bwMode="auto">
              <a:xfrm>
                <a:off x="3101" y="2936"/>
                <a:ext cx="331" cy="89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5" name="Freeform 51"/>
              <p:cNvSpPr>
                <a:spLocks/>
              </p:cNvSpPr>
              <p:nvPr/>
            </p:nvSpPr>
            <p:spPr bwMode="auto">
              <a:xfrm>
                <a:off x="3104" y="3053"/>
                <a:ext cx="332" cy="88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6" name="Freeform 52"/>
              <p:cNvSpPr>
                <a:spLocks/>
              </p:cNvSpPr>
              <p:nvPr/>
            </p:nvSpPr>
            <p:spPr bwMode="auto">
              <a:xfrm>
                <a:off x="3032" y="2754"/>
                <a:ext cx="354" cy="2"/>
              </a:xfrm>
              <a:custGeom>
                <a:avLst/>
                <a:gdLst>
                  <a:gd name="T0" fmla="*/ 0 w 354"/>
                  <a:gd name="T1" fmla="*/ 2 h 2"/>
                  <a:gd name="T2" fmla="*/ 354 w 354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4" h="2">
                    <a:moveTo>
                      <a:pt x="0" y="2"/>
                    </a:moveTo>
                    <a:lnTo>
                      <a:pt x="35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7" name="Freeform 53"/>
              <p:cNvSpPr>
                <a:spLocks/>
              </p:cNvSpPr>
              <p:nvPr/>
            </p:nvSpPr>
            <p:spPr bwMode="auto">
              <a:xfrm>
                <a:off x="3032" y="3177"/>
                <a:ext cx="130" cy="3"/>
              </a:xfrm>
              <a:custGeom>
                <a:avLst/>
                <a:gdLst>
                  <a:gd name="T0" fmla="*/ 0 w 130"/>
                  <a:gd name="T1" fmla="*/ 3 h 3"/>
                  <a:gd name="T2" fmla="*/ 130 w 13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0" h="3">
                    <a:moveTo>
                      <a:pt x="0" y="3"/>
                    </a:moveTo>
                    <a:lnTo>
                      <a:pt x="13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8" name="Freeform 54"/>
              <p:cNvSpPr>
                <a:spLocks/>
              </p:cNvSpPr>
              <p:nvPr/>
            </p:nvSpPr>
            <p:spPr bwMode="auto">
              <a:xfrm>
                <a:off x="3375" y="2753"/>
                <a:ext cx="44" cy="28"/>
              </a:xfrm>
              <a:custGeom>
                <a:avLst/>
                <a:gdLst>
                  <a:gd name="T0" fmla="*/ 14 w 90"/>
                  <a:gd name="T1" fmla="*/ 1 h 53"/>
                  <a:gd name="T2" fmla="*/ 82 w 90"/>
                  <a:gd name="T3" fmla="*/ 7 h 53"/>
                  <a:gd name="T4" fmla="*/ 60 w 90"/>
                  <a:gd name="T5" fmla="*/ 45 h 53"/>
                  <a:gd name="T6" fmla="*/ 0 w 90"/>
                  <a:gd name="T7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53">
                    <a:moveTo>
                      <a:pt x="14" y="1"/>
                    </a:moveTo>
                    <a:cubicBezTo>
                      <a:pt x="44" y="0"/>
                      <a:pt x="74" y="0"/>
                      <a:pt x="82" y="7"/>
                    </a:cubicBezTo>
                    <a:cubicBezTo>
                      <a:pt x="90" y="14"/>
                      <a:pt x="74" y="37"/>
                      <a:pt x="60" y="45"/>
                    </a:cubicBezTo>
                    <a:cubicBezTo>
                      <a:pt x="46" y="53"/>
                      <a:pt x="23" y="53"/>
                      <a:pt x="0" y="5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9" name="Oval 55"/>
              <p:cNvSpPr>
                <a:spLocks noChangeArrowheads="1"/>
              </p:cNvSpPr>
              <p:nvPr/>
            </p:nvSpPr>
            <p:spPr bwMode="auto">
              <a:xfrm>
                <a:off x="2985" y="3159"/>
                <a:ext cx="39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0" name="Oval 56"/>
              <p:cNvSpPr>
                <a:spLocks noChangeArrowheads="1"/>
              </p:cNvSpPr>
              <p:nvPr/>
            </p:nvSpPr>
            <p:spPr bwMode="auto">
              <a:xfrm>
                <a:off x="2985" y="2734"/>
                <a:ext cx="39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5161" name="Group 57"/>
            <p:cNvGrpSpPr>
              <a:grpSpLocks/>
            </p:cNvGrpSpPr>
            <p:nvPr/>
          </p:nvGrpSpPr>
          <p:grpSpPr bwMode="auto">
            <a:xfrm>
              <a:off x="3600" y="2736"/>
              <a:ext cx="399" cy="432"/>
              <a:chOff x="3600" y="2736"/>
              <a:chExt cx="399" cy="432"/>
            </a:xfrm>
          </p:grpSpPr>
          <p:sp>
            <p:nvSpPr>
              <p:cNvPr id="175162" name="Freeform 58"/>
              <p:cNvSpPr>
                <a:spLocks/>
              </p:cNvSpPr>
              <p:nvPr/>
            </p:nvSpPr>
            <p:spPr bwMode="auto">
              <a:xfrm>
                <a:off x="3699" y="2822"/>
                <a:ext cx="300" cy="88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3" name="Freeform 59"/>
              <p:cNvSpPr>
                <a:spLocks/>
              </p:cNvSpPr>
              <p:nvPr/>
            </p:nvSpPr>
            <p:spPr bwMode="auto">
              <a:xfrm>
                <a:off x="3696" y="2938"/>
                <a:ext cx="299" cy="89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4" name="Freeform 60"/>
              <p:cNvSpPr>
                <a:spLocks/>
              </p:cNvSpPr>
              <p:nvPr/>
            </p:nvSpPr>
            <p:spPr bwMode="auto">
              <a:xfrm>
                <a:off x="3699" y="3055"/>
                <a:ext cx="300" cy="88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5" name="Freeform 61"/>
              <p:cNvSpPr>
                <a:spLocks/>
              </p:cNvSpPr>
              <p:nvPr/>
            </p:nvSpPr>
            <p:spPr bwMode="auto">
              <a:xfrm>
                <a:off x="3643" y="2756"/>
                <a:ext cx="320" cy="2"/>
              </a:xfrm>
              <a:custGeom>
                <a:avLst/>
                <a:gdLst>
                  <a:gd name="T0" fmla="*/ 0 w 354"/>
                  <a:gd name="T1" fmla="*/ 2 h 2"/>
                  <a:gd name="T2" fmla="*/ 354 w 354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4" h="2">
                    <a:moveTo>
                      <a:pt x="0" y="2"/>
                    </a:moveTo>
                    <a:lnTo>
                      <a:pt x="35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6" name="Freeform 62"/>
              <p:cNvSpPr>
                <a:spLocks/>
              </p:cNvSpPr>
              <p:nvPr/>
            </p:nvSpPr>
            <p:spPr bwMode="auto">
              <a:xfrm>
                <a:off x="3652" y="3156"/>
                <a:ext cx="96" cy="4"/>
              </a:xfrm>
              <a:custGeom>
                <a:avLst/>
                <a:gdLst>
                  <a:gd name="T0" fmla="*/ 0 w 96"/>
                  <a:gd name="T1" fmla="*/ 0 h 4"/>
                  <a:gd name="T2" fmla="*/ 96 w 96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6" h="4">
                    <a:moveTo>
                      <a:pt x="0" y="0"/>
                    </a:moveTo>
                    <a:lnTo>
                      <a:pt x="96" y="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7" name="Freeform 63"/>
              <p:cNvSpPr>
                <a:spLocks/>
              </p:cNvSpPr>
              <p:nvPr/>
            </p:nvSpPr>
            <p:spPr bwMode="auto">
              <a:xfrm>
                <a:off x="3944" y="2755"/>
                <a:ext cx="40" cy="28"/>
              </a:xfrm>
              <a:custGeom>
                <a:avLst/>
                <a:gdLst>
                  <a:gd name="T0" fmla="*/ 14 w 90"/>
                  <a:gd name="T1" fmla="*/ 1 h 53"/>
                  <a:gd name="T2" fmla="*/ 82 w 90"/>
                  <a:gd name="T3" fmla="*/ 7 h 53"/>
                  <a:gd name="T4" fmla="*/ 60 w 90"/>
                  <a:gd name="T5" fmla="*/ 45 h 53"/>
                  <a:gd name="T6" fmla="*/ 0 w 90"/>
                  <a:gd name="T7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53">
                    <a:moveTo>
                      <a:pt x="14" y="1"/>
                    </a:moveTo>
                    <a:cubicBezTo>
                      <a:pt x="44" y="0"/>
                      <a:pt x="74" y="0"/>
                      <a:pt x="82" y="7"/>
                    </a:cubicBezTo>
                    <a:cubicBezTo>
                      <a:pt x="90" y="14"/>
                      <a:pt x="74" y="37"/>
                      <a:pt x="60" y="45"/>
                    </a:cubicBezTo>
                    <a:cubicBezTo>
                      <a:pt x="46" y="53"/>
                      <a:pt x="23" y="53"/>
                      <a:pt x="0" y="5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8" name="Oval 64"/>
              <p:cNvSpPr>
                <a:spLocks noChangeArrowheads="1"/>
              </p:cNvSpPr>
              <p:nvPr/>
            </p:nvSpPr>
            <p:spPr bwMode="auto">
              <a:xfrm>
                <a:off x="3613" y="3126"/>
                <a:ext cx="35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9" name="Oval 65"/>
              <p:cNvSpPr>
                <a:spLocks noChangeArrowheads="1"/>
              </p:cNvSpPr>
              <p:nvPr/>
            </p:nvSpPr>
            <p:spPr bwMode="auto">
              <a:xfrm>
                <a:off x="3600" y="2736"/>
                <a:ext cx="35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5170" name="Group 66"/>
            <p:cNvGrpSpPr>
              <a:grpSpLocks/>
            </p:cNvGrpSpPr>
            <p:nvPr/>
          </p:nvGrpSpPr>
          <p:grpSpPr bwMode="auto">
            <a:xfrm>
              <a:off x="4272" y="2742"/>
              <a:ext cx="384" cy="426"/>
              <a:chOff x="4272" y="2742"/>
              <a:chExt cx="384" cy="426"/>
            </a:xfrm>
          </p:grpSpPr>
          <p:sp>
            <p:nvSpPr>
              <p:cNvPr id="175171" name="Freeform 67"/>
              <p:cNvSpPr>
                <a:spLocks/>
              </p:cNvSpPr>
              <p:nvPr/>
            </p:nvSpPr>
            <p:spPr bwMode="auto">
              <a:xfrm flipH="1" flipV="1">
                <a:off x="4272" y="3016"/>
                <a:ext cx="317" cy="56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2" name="Freeform 68"/>
              <p:cNvSpPr>
                <a:spLocks/>
              </p:cNvSpPr>
              <p:nvPr/>
            </p:nvSpPr>
            <p:spPr bwMode="auto">
              <a:xfrm flipH="1" flipV="1">
                <a:off x="4276" y="2925"/>
                <a:ext cx="317" cy="51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3" name="Freeform 69"/>
              <p:cNvSpPr>
                <a:spLocks/>
              </p:cNvSpPr>
              <p:nvPr/>
            </p:nvSpPr>
            <p:spPr bwMode="auto">
              <a:xfrm flipH="1" flipV="1">
                <a:off x="4272" y="2784"/>
                <a:ext cx="317" cy="65"/>
              </a:xfrm>
              <a:custGeom>
                <a:avLst/>
                <a:gdLst>
                  <a:gd name="T0" fmla="*/ 118 w 680"/>
                  <a:gd name="T1" fmla="*/ 0 h 169"/>
                  <a:gd name="T2" fmla="*/ 60 w 680"/>
                  <a:gd name="T3" fmla="*/ 13 h 169"/>
                  <a:gd name="T4" fmla="*/ 88 w 680"/>
                  <a:gd name="T5" fmla="*/ 60 h 169"/>
                  <a:gd name="T6" fmla="*/ 590 w 680"/>
                  <a:gd name="T7" fmla="*/ 90 h 169"/>
                  <a:gd name="T8" fmla="*/ 627 w 680"/>
                  <a:gd name="T9" fmla="*/ 148 h 169"/>
                  <a:gd name="T10" fmla="*/ 558 w 680"/>
                  <a:gd name="T11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0" h="169">
                    <a:moveTo>
                      <a:pt x="118" y="0"/>
                    </a:moveTo>
                    <a:cubicBezTo>
                      <a:pt x="108" y="2"/>
                      <a:pt x="65" y="3"/>
                      <a:pt x="60" y="13"/>
                    </a:cubicBezTo>
                    <a:cubicBezTo>
                      <a:pt x="55" y="23"/>
                      <a:pt x="0" y="47"/>
                      <a:pt x="88" y="60"/>
                    </a:cubicBezTo>
                    <a:cubicBezTo>
                      <a:pt x="176" y="73"/>
                      <a:pt x="500" y="75"/>
                      <a:pt x="590" y="90"/>
                    </a:cubicBezTo>
                    <a:cubicBezTo>
                      <a:pt x="680" y="105"/>
                      <a:pt x="632" y="135"/>
                      <a:pt x="627" y="148"/>
                    </a:cubicBezTo>
                    <a:cubicBezTo>
                      <a:pt x="622" y="161"/>
                      <a:pt x="572" y="165"/>
                      <a:pt x="558" y="169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4" name="Freeform 70"/>
              <p:cNvSpPr>
                <a:spLocks/>
              </p:cNvSpPr>
              <p:nvPr/>
            </p:nvSpPr>
            <p:spPr bwMode="auto">
              <a:xfrm flipH="1" flipV="1">
                <a:off x="4308" y="3146"/>
                <a:ext cx="320" cy="2"/>
              </a:xfrm>
              <a:custGeom>
                <a:avLst/>
                <a:gdLst>
                  <a:gd name="T0" fmla="*/ 0 w 354"/>
                  <a:gd name="T1" fmla="*/ 2 h 2"/>
                  <a:gd name="T2" fmla="*/ 354 w 354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4" h="2">
                    <a:moveTo>
                      <a:pt x="0" y="2"/>
                    </a:moveTo>
                    <a:lnTo>
                      <a:pt x="35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5" name="Freeform 71"/>
              <p:cNvSpPr>
                <a:spLocks/>
              </p:cNvSpPr>
              <p:nvPr/>
            </p:nvSpPr>
            <p:spPr bwMode="auto">
              <a:xfrm>
                <a:off x="4532" y="2764"/>
                <a:ext cx="88" cy="1"/>
              </a:xfrm>
              <a:custGeom>
                <a:avLst/>
                <a:gdLst>
                  <a:gd name="T0" fmla="*/ 88 w 88"/>
                  <a:gd name="T1" fmla="*/ 0 h 1"/>
                  <a:gd name="T2" fmla="*/ 0 w 8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8" h="1">
                    <a:moveTo>
                      <a:pt x="8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6" name="Freeform 72"/>
              <p:cNvSpPr>
                <a:spLocks/>
              </p:cNvSpPr>
              <p:nvPr/>
            </p:nvSpPr>
            <p:spPr bwMode="auto">
              <a:xfrm flipH="1" flipV="1">
                <a:off x="4287" y="3121"/>
                <a:ext cx="40" cy="28"/>
              </a:xfrm>
              <a:custGeom>
                <a:avLst/>
                <a:gdLst>
                  <a:gd name="T0" fmla="*/ 14 w 90"/>
                  <a:gd name="T1" fmla="*/ 1 h 53"/>
                  <a:gd name="T2" fmla="*/ 82 w 90"/>
                  <a:gd name="T3" fmla="*/ 7 h 53"/>
                  <a:gd name="T4" fmla="*/ 60 w 90"/>
                  <a:gd name="T5" fmla="*/ 45 h 53"/>
                  <a:gd name="T6" fmla="*/ 0 w 90"/>
                  <a:gd name="T7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53">
                    <a:moveTo>
                      <a:pt x="14" y="1"/>
                    </a:moveTo>
                    <a:cubicBezTo>
                      <a:pt x="44" y="0"/>
                      <a:pt x="74" y="0"/>
                      <a:pt x="82" y="7"/>
                    </a:cubicBezTo>
                    <a:cubicBezTo>
                      <a:pt x="90" y="14"/>
                      <a:pt x="74" y="37"/>
                      <a:pt x="60" y="45"/>
                    </a:cubicBezTo>
                    <a:cubicBezTo>
                      <a:pt x="46" y="53"/>
                      <a:pt x="23" y="53"/>
                      <a:pt x="0" y="5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7" name="Oval 73"/>
              <p:cNvSpPr>
                <a:spLocks noChangeArrowheads="1"/>
              </p:cNvSpPr>
              <p:nvPr/>
            </p:nvSpPr>
            <p:spPr bwMode="auto">
              <a:xfrm flipH="1" flipV="1">
                <a:off x="4621" y="2742"/>
                <a:ext cx="35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8" name="Oval 74"/>
              <p:cNvSpPr>
                <a:spLocks noChangeArrowheads="1"/>
              </p:cNvSpPr>
              <p:nvPr/>
            </p:nvSpPr>
            <p:spPr bwMode="auto">
              <a:xfrm flipH="1" flipV="1">
                <a:off x="4621" y="3126"/>
                <a:ext cx="35" cy="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179" name="Text Box 75"/>
            <p:cNvSpPr txBox="1">
              <a:spLocks noChangeArrowheads="1"/>
            </p:cNvSpPr>
            <p:nvPr/>
          </p:nvSpPr>
          <p:spPr bwMode="auto">
            <a:xfrm>
              <a:off x="2784" y="264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75180" name="Text Box 76"/>
            <p:cNvSpPr txBox="1">
              <a:spLocks noChangeArrowheads="1"/>
            </p:cNvSpPr>
            <p:nvPr/>
          </p:nvSpPr>
          <p:spPr bwMode="auto">
            <a:xfrm>
              <a:off x="2784" y="306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1'</a:t>
              </a:r>
            </a:p>
          </p:txBody>
        </p:sp>
        <p:sp>
          <p:nvSpPr>
            <p:cNvPr id="175181" name="Text Box 77"/>
            <p:cNvSpPr txBox="1">
              <a:spLocks noChangeArrowheads="1"/>
            </p:cNvSpPr>
            <p:nvPr/>
          </p:nvSpPr>
          <p:spPr bwMode="auto">
            <a:xfrm>
              <a:off x="3456" y="264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75182" name="Text Box 78"/>
            <p:cNvSpPr txBox="1">
              <a:spLocks noChangeArrowheads="1"/>
            </p:cNvSpPr>
            <p:nvPr/>
          </p:nvSpPr>
          <p:spPr bwMode="auto">
            <a:xfrm>
              <a:off x="3456" y="301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2'</a:t>
              </a:r>
            </a:p>
          </p:txBody>
        </p:sp>
        <p:sp>
          <p:nvSpPr>
            <p:cNvPr id="175183" name="Text Box 79"/>
            <p:cNvSpPr txBox="1">
              <a:spLocks noChangeArrowheads="1"/>
            </p:cNvSpPr>
            <p:nvPr/>
          </p:nvSpPr>
          <p:spPr bwMode="auto">
            <a:xfrm>
              <a:off x="4656" y="301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3'</a:t>
              </a:r>
            </a:p>
          </p:txBody>
        </p:sp>
        <p:sp>
          <p:nvSpPr>
            <p:cNvPr id="175184" name="Text Box 80"/>
            <p:cNvSpPr txBox="1">
              <a:spLocks noChangeArrowheads="1"/>
            </p:cNvSpPr>
            <p:nvPr/>
          </p:nvSpPr>
          <p:spPr bwMode="auto">
            <a:xfrm>
              <a:off x="4656" y="264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175185" name="Text Box 81"/>
          <p:cNvSpPr txBox="1">
            <a:spLocks noChangeArrowheads="1"/>
          </p:cNvSpPr>
          <p:nvPr/>
        </p:nvSpPr>
        <p:spPr bwMode="auto">
          <a:xfrm>
            <a:off x="5120483" y="40767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>
                <a:solidFill>
                  <a:srgbClr val="FF3300"/>
                </a:solidFill>
                <a:latin typeface="Times New Roman" pitchFamily="18" charset="0"/>
              </a:rPr>
              <a:t>*</a:t>
            </a:r>
          </a:p>
        </p:txBody>
      </p:sp>
      <p:sp>
        <p:nvSpPr>
          <p:cNvPr id="175186" name="Text Box 82"/>
          <p:cNvSpPr txBox="1">
            <a:spLocks noChangeArrowheads="1"/>
          </p:cNvSpPr>
          <p:nvPr/>
        </p:nvSpPr>
        <p:spPr bwMode="auto">
          <a:xfrm>
            <a:off x="5983288" y="4421981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FF3300"/>
                </a:solidFill>
                <a:latin typeface="Times New Roman" pitchFamily="18" charset="0"/>
              </a:rPr>
              <a:t>*</a:t>
            </a:r>
          </a:p>
        </p:txBody>
      </p:sp>
      <p:sp>
        <p:nvSpPr>
          <p:cNvPr id="175187" name="Text Box 83"/>
          <p:cNvSpPr txBox="1">
            <a:spLocks noChangeArrowheads="1"/>
          </p:cNvSpPr>
          <p:nvPr/>
        </p:nvSpPr>
        <p:spPr bwMode="auto">
          <a:xfrm>
            <a:off x="7592220" y="4683465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</a:t>
            </a:r>
            <a:endParaRPr kumimoji="1" lang="en-US" altLang="zh-CN" sz="20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75188" name="Text Box 84"/>
          <p:cNvSpPr txBox="1">
            <a:spLocks noChangeArrowheads="1"/>
          </p:cNvSpPr>
          <p:nvPr/>
        </p:nvSpPr>
        <p:spPr bwMode="auto">
          <a:xfrm>
            <a:off x="4954588" y="405867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</a:t>
            </a:r>
            <a:endParaRPr kumimoji="1" lang="en-US" altLang="zh-CN" sz="20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75189" name="Text Box 85"/>
          <p:cNvSpPr txBox="1">
            <a:spLocks noChangeArrowheads="1"/>
          </p:cNvSpPr>
          <p:nvPr/>
        </p:nvSpPr>
        <p:spPr bwMode="auto">
          <a:xfrm>
            <a:off x="5918995" y="4121944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 dirty="0">
                <a:solidFill>
                  <a:srgbClr val="660066"/>
                </a:solidFill>
                <a:latin typeface="Times New Roman" pitchFamily="18" charset="0"/>
                <a:sym typeface="Symbol" pitchFamily="18" charset="2"/>
              </a:rPr>
              <a:t></a:t>
            </a:r>
            <a:endParaRPr kumimoji="1" lang="en-US" altLang="zh-CN" sz="1800" b="1" dirty="0">
              <a:solidFill>
                <a:srgbClr val="660066"/>
              </a:solidFill>
              <a:latin typeface="Times New Roman" pitchFamily="18" charset="0"/>
            </a:endParaRPr>
          </a:p>
        </p:txBody>
      </p:sp>
      <p:sp>
        <p:nvSpPr>
          <p:cNvPr id="175190" name="Text Box 86"/>
          <p:cNvSpPr txBox="1">
            <a:spLocks noChangeArrowheads="1"/>
          </p:cNvSpPr>
          <p:nvPr/>
        </p:nvSpPr>
        <p:spPr bwMode="auto">
          <a:xfrm>
            <a:off x="7785896" y="4760119"/>
            <a:ext cx="45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660066"/>
                </a:solidFill>
                <a:latin typeface="Times New Roman" pitchFamily="18" charset="0"/>
                <a:sym typeface="Symbol" pitchFamily="18" charset="2"/>
              </a:rPr>
              <a:t></a:t>
            </a:r>
            <a:endParaRPr kumimoji="1" lang="en-US" altLang="zh-CN" sz="1800" b="1">
              <a:solidFill>
                <a:srgbClr val="660066"/>
              </a:solidFill>
              <a:latin typeface="Times New Roman" pitchFamily="18" charset="0"/>
            </a:endParaRPr>
          </a:p>
        </p:txBody>
      </p:sp>
      <p:grpSp>
        <p:nvGrpSpPr>
          <p:cNvPr id="175192" name="Group 88"/>
          <p:cNvGrpSpPr>
            <a:grpSpLocks/>
          </p:cNvGrpSpPr>
          <p:nvPr/>
        </p:nvGrpSpPr>
        <p:grpSpPr bwMode="auto">
          <a:xfrm>
            <a:off x="6487775" y="3952081"/>
            <a:ext cx="827088" cy="1084262"/>
            <a:chOff x="4807" y="3456"/>
            <a:chExt cx="521" cy="683"/>
          </a:xfrm>
        </p:grpSpPr>
        <p:sp>
          <p:nvSpPr>
            <p:cNvPr id="175193" name="AutoShape 89"/>
            <p:cNvSpPr>
              <a:spLocks noChangeArrowheads="1"/>
            </p:cNvSpPr>
            <p:nvPr/>
          </p:nvSpPr>
          <p:spPr bwMode="auto">
            <a:xfrm>
              <a:off x="4807" y="3456"/>
              <a:ext cx="521" cy="683"/>
            </a:xfrm>
            <a:prstGeom prst="flowChartAlternateProcess">
              <a:avLst/>
            </a:prstGeom>
            <a:noFill/>
            <a:ln w="19050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94" name="Line 90"/>
            <p:cNvSpPr>
              <a:spLocks noChangeShapeType="1"/>
            </p:cNvSpPr>
            <p:nvPr/>
          </p:nvSpPr>
          <p:spPr bwMode="auto">
            <a:xfrm>
              <a:off x="4992" y="3456"/>
              <a:ext cx="18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5196" name="Text Box 92"/>
          <p:cNvSpPr txBox="1">
            <a:spLocks noChangeArrowheads="1"/>
          </p:cNvSpPr>
          <p:nvPr/>
        </p:nvSpPr>
        <p:spPr bwMode="auto">
          <a:xfrm>
            <a:off x="467544" y="3317881"/>
            <a:ext cx="2484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For example:</a:t>
            </a:r>
          </a:p>
        </p:txBody>
      </p:sp>
      <p:sp>
        <p:nvSpPr>
          <p:cNvPr id="175197" name="Text Box 93"/>
          <p:cNvSpPr txBox="1">
            <a:spLocks noChangeArrowheads="1"/>
          </p:cNvSpPr>
          <p:nvPr/>
        </p:nvSpPr>
        <p:spPr bwMode="auto">
          <a:xfrm>
            <a:off x="619126" y="5374819"/>
            <a:ext cx="8389938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</a:t>
            </a:r>
            <a:r>
              <a:rPr lang="en-US" altLang="zh-CN" sz="2000" b="1" dirty="0"/>
              <a:t>If two or more coils are coupled with one another, the dot-pairs should be marked with different symbols. </a:t>
            </a:r>
          </a:p>
        </p:txBody>
      </p:sp>
    </p:spTree>
    <p:extLst>
      <p:ext uri="{BB962C8B-B14F-4D97-AF65-F5344CB8AC3E}">
        <p14:creationId xmlns:p14="http://schemas.microsoft.com/office/powerpoint/2010/main" val="3940128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5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5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5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5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5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5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7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5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5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5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5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5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5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5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5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5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5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8" grpId="0"/>
      <p:bldP spid="175140" grpId="0" autoUpdateAnimBg="0"/>
      <p:bldP spid="175141" grpId="0" autoUpdateAnimBg="0"/>
      <p:bldP spid="175185" grpId="0" autoUpdateAnimBg="0"/>
      <p:bldP spid="175186" grpId="0" autoUpdateAnimBg="0"/>
      <p:bldP spid="175187" grpId="0" autoUpdateAnimBg="0"/>
      <p:bldP spid="175188" grpId="0" autoUpdateAnimBg="0"/>
      <p:bldP spid="175189" grpId="0" autoUpdateAnimBg="0"/>
      <p:bldP spid="175190" grpId="0" autoUpdateAnimBg="0"/>
      <p:bldP spid="175196" grpId="0"/>
      <p:bldP spid="175197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 Box 2"/>
          <p:cNvSpPr txBox="1">
            <a:spLocks noChangeArrowheads="1"/>
          </p:cNvSpPr>
          <p:nvPr/>
        </p:nvSpPr>
        <p:spPr bwMode="auto">
          <a:xfrm>
            <a:off x="373719" y="1385661"/>
            <a:ext cx="58864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/>
              <a:t>When both coils are energized, the voltage of each coil can be found by superposition; in each coil, the induced voltage is the sum of its self-voltage plus the voltage mutually induced due to the current in the other coil.</a:t>
            </a:r>
          </a:p>
        </p:txBody>
      </p:sp>
      <p:graphicFrame>
        <p:nvGraphicFramePr>
          <p:cNvPr id="176131" name="Object 3"/>
          <p:cNvGraphicFramePr>
            <a:graphicFrameLocks noChangeAspect="1"/>
          </p:cNvGraphicFramePr>
          <p:nvPr/>
        </p:nvGraphicFramePr>
        <p:xfrm>
          <a:off x="1100138" y="4251325"/>
          <a:ext cx="774065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812520" progId="Equation.3">
                  <p:embed/>
                </p:oleObj>
              </mc:Choice>
              <mc:Fallback>
                <p:oleObj name="Equation" r:id="rId2" imgW="2819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251325"/>
                        <a:ext cx="774065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2" name="AutoShape 4"/>
          <p:cNvSpPr>
            <a:spLocks/>
          </p:cNvSpPr>
          <p:nvPr/>
        </p:nvSpPr>
        <p:spPr bwMode="auto">
          <a:xfrm>
            <a:off x="912813" y="4614863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6134" name="Group 6"/>
          <p:cNvGrpSpPr>
            <a:grpSpLocks/>
          </p:cNvGrpSpPr>
          <p:nvPr/>
        </p:nvGrpSpPr>
        <p:grpSpPr bwMode="auto">
          <a:xfrm>
            <a:off x="6324600" y="1117600"/>
            <a:ext cx="2516188" cy="1863725"/>
            <a:chOff x="528" y="432"/>
            <a:chExt cx="1585" cy="1174"/>
          </a:xfrm>
        </p:grpSpPr>
        <p:sp>
          <p:nvSpPr>
            <p:cNvPr id="176135" name="Text Box 7"/>
            <p:cNvSpPr txBox="1">
              <a:spLocks noChangeArrowheads="1"/>
            </p:cNvSpPr>
            <p:nvPr/>
          </p:nvSpPr>
          <p:spPr bwMode="auto">
            <a:xfrm>
              <a:off x="710" y="432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36" name="Line 8"/>
            <p:cNvSpPr>
              <a:spLocks noChangeShapeType="1"/>
            </p:cNvSpPr>
            <p:nvPr/>
          </p:nvSpPr>
          <p:spPr bwMode="auto">
            <a:xfrm flipV="1">
              <a:off x="1152" y="8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37" name="Line 9"/>
            <p:cNvSpPr>
              <a:spLocks noChangeShapeType="1"/>
            </p:cNvSpPr>
            <p:nvPr/>
          </p:nvSpPr>
          <p:spPr bwMode="auto">
            <a:xfrm flipH="1" flipV="1">
              <a:off x="1152" y="139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38" name="Line 10"/>
            <p:cNvSpPr>
              <a:spLocks noChangeShapeType="1"/>
            </p:cNvSpPr>
            <p:nvPr/>
          </p:nvSpPr>
          <p:spPr bwMode="auto">
            <a:xfrm flipV="1">
              <a:off x="1416" y="139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39" name="Line 11"/>
            <p:cNvSpPr>
              <a:spLocks noChangeShapeType="1"/>
            </p:cNvSpPr>
            <p:nvPr/>
          </p:nvSpPr>
          <p:spPr bwMode="auto">
            <a:xfrm flipV="1">
              <a:off x="1416" y="83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0" name="Line 12"/>
            <p:cNvSpPr>
              <a:spLocks noChangeShapeType="1"/>
            </p:cNvSpPr>
            <p:nvPr/>
          </p:nvSpPr>
          <p:spPr bwMode="auto">
            <a:xfrm>
              <a:off x="672" y="81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1" name="Line 13"/>
            <p:cNvSpPr>
              <a:spLocks noChangeShapeType="1"/>
            </p:cNvSpPr>
            <p:nvPr/>
          </p:nvSpPr>
          <p:spPr bwMode="auto">
            <a:xfrm>
              <a:off x="672" y="158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2" name="Line 14"/>
            <p:cNvSpPr>
              <a:spLocks noChangeShapeType="1"/>
            </p:cNvSpPr>
            <p:nvPr/>
          </p:nvSpPr>
          <p:spPr bwMode="auto">
            <a:xfrm>
              <a:off x="1416" y="83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3" name="Line 15"/>
            <p:cNvSpPr>
              <a:spLocks noChangeShapeType="1"/>
            </p:cNvSpPr>
            <p:nvPr/>
          </p:nvSpPr>
          <p:spPr bwMode="auto">
            <a:xfrm>
              <a:off x="1416" y="158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4" name="Text Box 16"/>
            <p:cNvSpPr txBox="1">
              <a:spLocks noChangeArrowheads="1"/>
            </p:cNvSpPr>
            <p:nvPr/>
          </p:nvSpPr>
          <p:spPr bwMode="auto">
            <a:xfrm>
              <a:off x="948" y="8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76145" name="Text Box 17"/>
            <p:cNvSpPr txBox="1">
              <a:spLocks noChangeArrowheads="1"/>
            </p:cNvSpPr>
            <p:nvPr/>
          </p:nvSpPr>
          <p:spPr bwMode="auto">
            <a:xfrm>
              <a:off x="1404" y="8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76146" name="Line 18"/>
            <p:cNvSpPr>
              <a:spLocks noChangeShapeType="1"/>
            </p:cNvSpPr>
            <p:nvPr/>
          </p:nvSpPr>
          <p:spPr bwMode="auto">
            <a:xfrm>
              <a:off x="672" y="74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7" name="Text Box 19"/>
            <p:cNvSpPr txBox="1">
              <a:spLocks noChangeArrowheads="1"/>
            </p:cNvSpPr>
            <p:nvPr/>
          </p:nvSpPr>
          <p:spPr bwMode="auto">
            <a:xfrm>
              <a:off x="902" y="1056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48" name="Text Box 20"/>
            <p:cNvSpPr txBox="1">
              <a:spLocks noChangeArrowheads="1"/>
            </p:cNvSpPr>
            <p:nvPr/>
          </p:nvSpPr>
          <p:spPr bwMode="auto">
            <a:xfrm>
              <a:off x="1440" y="107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49" name="Text Box 21"/>
            <p:cNvSpPr txBox="1">
              <a:spLocks noChangeArrowheads="1"/>
            </p:cNvSpPr>
            <p:nvPr/>
          </p:nvSpPr>
          <p:spPr bwMode="auto">
            <a:xfrm>
              <a:off x="536" y="79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6150" name="Text Box 22"/>
            <p:cNvSpPr txBox="1">
              <a:spLocks noChangeArrowheads="1"/>
            </p:cNvSpPr>
            <p:nvPr/>
          </p:nvSpPr>
          <p:spPr bwMode="auto">
            <a:xfrm>
              <a:off x="546" y="11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176151" name="Text Box 23"/>
            <p:cNvSpPr txBox="1">
              <a:spLocks noChangeArrowheads="1"/>
            </p:cNvSpPr>
            <p:nvPr/>
          </p:nvSpPr>
          <p:spPr bwMode="auto">
            <a:xfrm>
              <a:off x="528" y="1030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52" name="Text Box 24"/>
            <p:cNvSpPr txBox="1">
              <a:spLocks noChangeArrowheads="1"/>
            </p:cNvSpPr>
            <p:nvPr/>
          </p:nvSpPr>
          <p:spPr bwMode="auto">
            <a:xfrm>
              <a:off x="1814" y="81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6153" name="Text Box 25"/>
            <p:cNvSpPr txBox="1">
              <a:spLocks noChangeArrowheads="1"/>
            </p:cNvSpPr>
            <p:nvPr/>
          </p:nvSpPr>
          <p:spPr bwMode="auto">
            <a:xfrm>
              <a:off x="1812" y="122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176154" name="Text Box 26"/>
            <p:cNvSpPr txBox="1">
              <a:spLocks noChangeArrowheads="1"/>
            </p:cNvSpPr>
            <p:nvPr/>
          </p:nvSpPr>
          <p:spPr bwMode="auto">
            <a:xfrm>
              <a:off x="1826" y="107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55" name="Text Box 27"/>
            <p:cNvSpPr txBox="1">
              <a:spLocks noChangeArrowheads="1"/>
            </p:cNvSpPr>
            <p:nvPr/>
          </p:nvSpPr>
          <p:spPr bwMode="auto">
            <a:xfrm>
              <a:off x="1680" y="45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6156" name="Text Box 28"/>
            <p:cNvSpPr txBox="1">
              <a:spLocks noChangeArrowheads="1"/>
            </p:cNvSpPr>
            <p:nvPr/>
          </p:nvSpPr>
          <p:spPr bwMode="auto">
            <a:xfrm>
              <a:off x="1152" y="514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grpSp>
          <p:nvGrpSpPr>
            <p:cNvPr id="176157" name="Group 29"/>
            <p:cNvGrpSpPr>
              <a:grpSpLocks/>
            </p:cNvGrpSpPr>
            <p:nvPr/>
          </p:nvGrpSpPr>
          <p:grpSpPr bwMode="auto">
            <a:xfrm rot="5400000">
              <a:off x="991" y="1174"/>
              <a:ext cx="379" cy="57"/>
              <a:chOff x="1200" y="1584"/>
              <a:chExt cx="379" cy="45"/>
            </a:xfrm>
          </p:grpSpPr>
          <p:sp>
            <p:nvSpPr>
              <p:cNvPr id="176158" name="Arc 3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59" name="Arc 3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0" name="Arc 3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1" name="Arc 3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6162" name="Oval 34"/>
            <p:cNvSpPr>
              <a:spLocks noChangeArrowheads="1"/>
            </p:cNvSpPr>
            <p:nvPr/>
          </p:nvSpPr>
          <p:spPr bwMode="auto">
            <a:xfrm>
              <a:off x="624" y="79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63" name="Oval 35"/>
            <p:cNvSpPr>
              <a:spLocks noChangeArrowheads="1"/>
            </p:cNvSpPr>
            <p:nvPr/>
          </p:nvSpPr>
          <p:spPr bwMode="auto">
            <a:xfrm>
              <a:off x="624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6164" name="Group 36"/>
            <p:cNvGrpSpPr>
              <a:grpSpLocks/>
            </p:cNvGrpSpPr>
            <p:nvPr/>
          </p:nvGrpSpPr>
          <p:grpSpPr bwMode="auto">
            <a:xfrm rot="16200000" flipH="1">
              <a:off x="1201" y="1186"/>
              <a:ext cx="379" cy="57"/>
              <a:chOff x="1200" y="1584"/>
              <a:chExt cx="379" cy="45"/>
            </a:xfrm>
          </p:grpSpPr>
          <p:sp>
            <p:nvSpPr>
              <p:cNvPr id="176165" name="Arc 3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6" name="Arc 3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7" name="Arc 3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8" name="Arc 4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6169" name="Line 41"/>
            <p:cNvSpPr>
              <a:spLocks noChangeShapeType="1"/>
            </p:cNvSpPr>
            <p:nvPr/>
          </p:nvSpPr>
          <p:spPr bwMode="auto">
            <a:xfrm flipH="1">
              <a:off x="1632" y="7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70" name="Oval 42"/>
            <p:cNvSpPr>
              <a:spLocks noChangeArrowheads="1"/>
            </p:cNvSpPr>
            <p:nvPr/>
          </p:nvSpPr>
          <p:spPr bwMode="auto">
            <a:xfrm>
              <a:off x="1896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71" name="Oval 43"/>
            <p:cNvSpPr>
              <a:spLocks noChangeArrowheads="1"/>
            </p:cNvSpPr>
            <p:nvPr/>
          </p:nvSpPr>
          <p:spPr bwMode="auto">
            <a:xfrm>
              <a:off x="1890" y="81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72" name="Arc 44"/>
            <p:cNvSpPr>
              <a:spLocks/>
            </p:cNvSpPr>
            <p:nvPr/>
          </p:nvSpPr>
          <p:spPr bwMode="auto">
            <a:xfrm flipH="1">
              <a:off x="1056" y="681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73" name="Arc 45"/>
            <p:cNvSpPr>
              <a:spLocks/>
            </p:cNvSpPr>
            <p:nvPr/>
          </p:nvSpPr>
          <p:spPr bwMode="auto">
            <a:xfrm>
              <a:off x="1362" y="689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" name="Rectangle 5"/>
          <p:cNvSpPr>
            <a:spLocks noChangeArrowheads="1"/>
          </p:cNvSpPr>
          <p:nvPr/>
        </p:nvSpPr>
        <p:spPr bwMode="auto">
          <a:xfrm>
            <a:off x="957649" y="366939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kumimoji="1" lang="en-US" altLang="zh-CN" sz="3200" b="1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 The VCR of mutual coils</a:t>
            </a:r>
          </a:p>
        </p:txBody>
      </p:sp>
    </p:spTree>
    <p:extLst>
      <p:ext uri="{BB962C8B-B14F-4D97-AF65-F5344CB8AC3E}">
        <p14:creationId xmlns:p14="http://schemas.microsoft.com/office/powerpoint/2010/main" val="21732481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02" name="Group 2"/>
          <p:cNvGrpSpPr>
            <a:grpSpLocks/>
          </p:cNvGrpSpPr>
          <p:nvPr/>
        </p:nvGrpSpPr>
        <p:grpSpPr bwMode="auto">
          <a:xfrm>
            <a:off x="5614194" y="1258888"/>
            <a:ext cx="2516187" cy="1863725"/>
            <a:chOff x="528" y="432"/>
            <a:chExt cx="1585" cy="1174"/>
          </a:xfrm>
        </p:grpSpPr>
        <p:sp>
          <p:nvSpPr>
            <p:cNvPr id="179203" name="Text Box 3"/>
            <p:cNvSpPr txBox="1">
              <a:spLocks noChangeArrowheads="1"/>
            </p:cNvSpPr>
            <p:nvPr/>
          </p:nvSpPr>
          <p:spPr bwMode="auto">
            <a:xfrm>
              <a:off x="710" y="432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9204" name="Line 4"/>
            <p:cNvSpPr>
              <a:spLocks noChangeShapeType="1"/>
            </p:cNvSpPr>
            <p:nvPr/>
          </p:nvSpPr>
          <p:spPr bwMode="auto">
            <a:xfrm flipV="1">
              <a:off x="1152" y="8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05" name="Line 5"/>
            <p:cNvSpPr>
              <a:spLocks noChangeShapeType="1"/>
            </p:cNvSpPr>
            <p:nvPr/>
          </p:nvSpPr>
          <p:spPr bwMode="auto">
            <a:xfrm flipH="1" flipV="1">
              <a:off x="1152" y="139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06" name="Line 6"/>
            <p:cNvSpPr>
              <a:spLocks noChangeShapeType="1"/>
            </p:cNvSpPr>
            <p:nvPr/>
          </p:nvSpPr>
          <p:spPr bwMode="auto">
            <a:xfrm flipV="1">
              <a:off x="1416" y="139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07" name="Line 7"/>
            <p:cNvSpPr>
              <a:spLocks noChangeShapeType="1"/>
            </p:cNvSpPr>
            <p:nvPr/>
          </p:nvSpPr>
          <p:spPr bwMode="auto">
            <a:xfrm flipV="1">
              <a:off x="1416" y="83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08" name="Line 8"/>
            <p:cNvSpPr>
              <a:spLocks noChangeShapeType="1"/>
            </p:cNvSpPr>
            <p:nvPr/>
          </p:nvSpPr>
          <p:spPr bwMode="auto">
            <a:xfrm>
              <a:off x="672" y="81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09" name="Line 9"/>
            <p:cNvSpPr>
              <a:spLocks noChangeShapeType="1"/>
            </p:cNvSpPr>
            <p:nvPr/>
          </p:nvSpPr>
          <p:spPr bwMode="auto">
            <a:xfrm>
              <a:off x="672" y="158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0" name="Line 10"/>
            <p:cNvSpPr>
              <a:spLocks noChangeShapeType="1"/>
            </p:cNvSpPr>
            <p:nvPr/>
          </p:nvSpPr>
          <p:spPr bwMode="auto">
            <a:xfrm>
              <a:off x="1416" y="83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1" name="Line 11"/>
            <p:cNvSpPr>
              <a:spLocks noChangeShapeType="1"/>
            </p:cNvSpPr>
            <p:nvPr/>
          </p:nvSpPr>
          <p:spPr bwMode="auto">
            <a:xfrm>
              <a:off x="1416" y="158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2" name="Text Box 12"/>
            <p:cNvSpPr txBox="1">
              <a:spLocks noChangeArrowheads="1"/>
            </p:cNvSpPr>
            <p:nvPr/>
          </p:nvSpPr>
          <p:spPr bwMode="auto">
            <a:xfrm>
              <a:off x="948" y="8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79213" name="Text Box 13"/>
            <p:cNvSpPr txBox="1">
              <a:spLocks noChangeArrowheads="1"/>
            </p:cNvSpPr>
            <p:nvPr/>
          </p:nvSpPr>
          <p:spPr bwMode="auto">
            <a:xfrm>
              <a:off x="1404" y="8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79214" name="Line 14"/>
            <p:cNvSpPr>
              <a:spLocks noChangeShapeType="1"/>
            </p:cNvSpPr>
            <p:nvPr/>
          </p:nvSpPr>
          <p:spPr bwMode="auto">
            <a:xfrm>
              <a:off x="672" y="74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5" name="Text Box 15"/>
            <p:cNvSpPr txBox="1">
              <a:spLocks noChangeArrowheads="1"/>
            </p:cNvSpPr>
            <p:nvPr/>
          </p:nvSpPr>
          <p:spPr bwMode="auto">
            <a:xfrm>
              <a:off x="902" y="1056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Times New Roman" pitchFamily="18" charset="0"/>
                </a:rPr>
                <a:t>L</a:t>
              </a:r>
              <a:r>
                <a:rPr kumimoji="1" lang="en-US" altLang="zh-CN" b="1" baseline="-25000" dirty="0">
                  <a:latin typeface="Times New Roman" pitchFamily="18" charset="0"/>
                </a:rPr>
                <a:t>1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179216" name="Text Box 16"/>
            <p:cNvSpPr txBox="1">
              <a:spLocks noChangeArrowheads="1"/>
            </p:cNvSpPr>
            <p:nvPr/>
          </p:nvSpPr>
          <p:spPr bwMode="auto">
            <a:xfrm>
              <a:off x="1440" y="107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9217" name="Text Box 17"/>
            <p:cNvSpPr txBox="1">
              <a:spLocks noChangeArrowheads="1"/>
            </p:cNvSpPr>
            <p:nvPr/>
          </p:nvSpPr>
          <p:spPr bwMode="auto">
            <a:xfrm>
              <a:off x="536" y="79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9218" name="Text Box 18"/>
            <p:cNvSpPr txBox="1">
              <a:spLocks noChangeArrowheads="1"/>
            </p:cNvSpPr>
            <p:nvPr/>
          </p:nvSpPr>
          <p:spPr bwMode="auto">
            <a:xfrm>
              <a:off x="546" y="11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179219" name="Text Box 19"/>
            <p:cNvSpPr txBox="1">
              <a:spLocks noChangeArrowheads="1"/>
            </p:cNvSpPr>
            <p:nvPr/>
          </p:nvSpPr>
          <p:spPr bwMode="auto">
            <a:xfrm>
              <a:off x="528" y="1030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9220" name="Text Box 20"/>
            <p:cNvSpPr txBox="1">
              <a:spLocks noChangeArrowheads="1"/>
            </p:cNvSpPr>
            <p:nvPr/>
          </p:nvSpPr>
          <p:spPr bwMode="auto">
            <a:xfrm>
              <a:off x="1814" y="81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9221" name="Text Box 21"/>
            <p:cNvSpPr txBox="1">
              <a:spLocks noChangeArrowheads="1"/>
            </p:cNvSpPr>
            <p:nvPr/>
          </p:nvSpPr>
          <p:spPr bwMode="auto">
            <a:xfrm>
              <a:off x="1812" y="122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179222" name="Text Box 22"/>
            <p:cNvSpPr txBox="1">
              <a:spLocks noChangeArrowheads="1"/>
            </p:cNvSpPr>
            <p:nvPr/>
          </p:nvSpPr>
          <p:spPr bwMode="auto">
            <a:xfrm>
              <a:off x="1826" y="107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9223" name="Text Box 23"/>
            <p:cNvSpPr txBox="1">
              <a:spLocks noChangeArrowheads="1"/>
            </p:cNvSpPr>
            <p:nvPr/>
          </p:nvSpPr>
          <p:spPr bwMode="auto">
            <a:xfrm>
              <a:off x="1680" y="45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79224" name="Text Box 24"/>
            <p:cNvSpPr txBox="1">
              <a:spLocks noChangeArrowheads="1"/>
            </p:cNvSpPr>
            <p:nvPr/>
          </p:nvSpPr>
          <p:spPr bwMode="auto">
            <a:xfrm>
              <a:off x="1152" y="514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grpSp>
          <p:nvGrpSpPr>
            <p:cNvPr id="179225" name="Group 25"/>
            <p:cNvGrpSpPr>
              <a:grpSpLocks/>
            </p:cNvGrpSpPr>
            <p:nvPr/>
          </p:nvGrpSpPr>
          <p:grpSpPr bwMode="auto">
            <a:xfrm rot="5400000">
              <a:off x="991" y="1174"/>
              <a:ext cx="379" cy="57"/>
              <a:chOff x="1200" y="1584"/>
              <a:chExt cx="379" cy="45"/>
            </a:xfrm>
          </p:grpSpPr>
          <p:sp>
            <p:nvSpPr>
              <p:cNvPr id="179226" name="Arc 2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27" name="Arc 2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28" name="Arc 2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29" name="Arc 2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9230" name="Oval 30"/>
            <p:cNvSpPr>
              <a:spLocks noChangeArrowheads="1"/>
            </p:cNvSpPr>
            <p:nvPr/>
          </p:nvSpPr>
          <p:spPr bwMode="auto">
            <a:xfrm>
              <a:off x="624" y="79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1" name="Oval 31"/>
            <p:cNvSpPr>
              <a:spLocks noChangeArrowheads="1"/>
            </p:cNvSpPr>
            <p:nvPr/>
          </p:nvSpPr>
          <p:spPr bwMode="auto">
            <a:xfrm>
              <a:off x="624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9232" name="Group 32"/>
            <p:cNvGrpSpPr>
              <a:grpSpLocks/>
            </p:cNvGrpSpPr>
            <p:nvPr/>
          </p:nvGrpSpPr>
          <p:grpSpPr bwMode="auto">
            <a:xfrm rot="16200000" flipH="1">
              <a:off x="1201" y="1186"/>
              <a:ext cx="379" cy="57"/>
              <a:chOff x="1200" y="1584"/>
              <a:chExt cx="379" cy="45"/>
            </a:xfrm>
          </p:grpSpPr>
          <p:sp>
            <p:nvSpPr>
              <p:cNvPr id="179233" name="Arc 3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34" name="Arc 3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35" name="Arc 3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36" name="Arc 3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9237" name="Line 37"/>
            <p:cNvSpPr>
              <a:spLocks noChangeShapeType="1"/>
            </p:cNvSpPr>
            <p:nvPr/>
          </p:nvSpPr>
          <p:spPr bwMode="auto">
            <a:xfrm flipH="1">
              <a:off x="1632" y="7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8" name="Oval 38"/>
            <p:cNvSpPr>
              <a:spLocks noChangeArrowheads="1"/>
            </p:cNvSpPr>
            <p:nvPr/>
          </p:nvSpPr>
          <p:spPr bwMode="auto">
            <a:xfrm>
              <a:off x="1896" y="155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9" name="Oval 39"/>
            <p:cNvSpPr>
              <a:spLocks noChangeArrowheads="1"/>
            </p:cNvSpPr>
            <p:nvPr/>
          </p:nvSpPr>
          <p:spPr bwMode="auto">
            <a:xfrm>
              <a:off x="1890" y="81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40" name="Arc 40"/>
            <p:cNvSpPr>
              <a:spLocks/>
            </p:cNvSpPr>
            <p:nvPr/>
          </p:nvSpPr>
          <p:spPr bwMode="auto">
            <a:xfrm flipH="1">
              <a:off x="1056" y="681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41" name="Arc 41"/>
            <p:cNvSpPr>
              <a:spLocks/>
            </p:cNvSpPr>
            <p:nvPr/>
          </p:nvSpPr>
          <p:spPr bwMode="auto">
            <a:xfrm>
              <a:off x="1362" y="689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9242" name="Text Box 42"/>
          <p:cNvSpPr txBox="1">
            <a:spLocks noChangeArrowheads="1"/>
          </p:cNvSpPr>
          <p:nvPr/>
        </p:nvSpPr>
        <p:spPr bwMode="auto">
          <a:xfrm>
            <a:off x="695325" y="2803980"/>
            <a:ext cx="799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In frequency domain</a:t>
            </a:r>
          </a:p>
        </p:txBody>
      </p:sp>
      <p:grpSp>
        <p:nvGrpSpPr>
          <p:cNvPr id="179243" name="Group 43"/>
          <p:cNvGrpSpPr>
            <a:grpSpLocks/>
          </p:cNvGrpSpPr>
          <p:nvPr/>
        </p:nvGrpSpPr>
        <p:grpSpPr bwMode="auto">
          <a:xfrm>
            <a:off x="921296" y="3456780"/>
            <a:ext cx="3200400" cy="1220788"/>
            <a:chOff x="960" y="3379"/>
            <a:chExt cx="2016" cy="769"/>
          </a:xfrm>
        </p:grpSpPr>
        <p:graphicFrame>
          <p:nvGraphicFramePr>
            <p:cNvPr id="179244" name="Object 44"/>
            <p:cNvGraphicFramePr>
              <a:graphicFrameLocks noChangeAspect="1"/>
            </p:cNvGraphicFramePr>
            <p:nvPr/>
          </p:nvGraphicFramePr>
          <p:xfrm>
            <a:off x="1152" y="3379"/>
            <a:ext cx="1824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857320" imgH="1206360" progId="Equation.3">
                    <p:embed/>
                  </p:oleObj>
                </mc:Choice>
                <mc:Fallback>
                  <p:oleObj name="公式" r:id="rId2" imgW="2857320" imgH="1206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379"/>
                          <a:ext cx="1824" cy="7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45" name="AutoShape 45"/>
            <p:cNvSpPr>
              <a:spLocks/>
            </p:cNvSpPr>
            <p:nvPr/>
          </p:nvSpPr>
          <p:spPr bwMode="auto">
            <a:xfrm>
              <a:off x="960" y="351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9246" name="Group 46"/>
          <p:cNvGrpSpPr>
            <a:grpSpLocks/>
          </p:cNvGrpSpPr>
          <p:nvPr/>
        </p:nvGrpSpPr>
        <p:grpSpPr bwMode="auto">
          <a:xfrm>
            <a:off x="5111750" y="3911600"/>
            <a:ext cx="3516313" cy="2319338"/>
            <a:chOff x="3066" y="16"/>
            <a:chExt cx="2008" cy="1461"/>
          </a:xfrm>
        </p:grpSpPr>
        <p:sp>
          <p:nvSpPr>
            <p:cNvPr id="179247" name="Line 47"/>
            <p:cNvSpPr>
              <a:spLocks noChangeShapeType="1"/>
            </p:cNvSpPr>
            <p:nvPr/>
          </p:nvSpPr>
          <p:spPr bwMode="auto">
            <a:xfrm>
              <a:off x="3845" y="739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48" name="Line 48"/>
            <p:cNvSpPr>
              <a:spLocks noChangeShapeType="1"/>
            </p:cNvSpPr>
            <p:nvPr/>
          </p:nvSpPr>
          <p:spPr bwMode="auto">
            <a:xfrm>
              <a:off x="3851" y="324"/>
              <a:ext cx="0" cy="1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49" name="Line 49"/>
            <p:cNvSpPr>
              <a:spLocks noChangeShapeType="1"/>
            </p:cNvSpPr>
            <p:nvPr/>
          </p:nvSpPr>
          <p:spPr bwMode="auto">
            <a:xfrm>
              <a:off x="4223" y="766"/>
              <a:ext cx="0" cy="6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0" name="Line 50"/>
            <p:cNvSpPr>
              <a:spLocks noChangeShapeType="1"/>
            </p:cNvSpPr>
            <p:nvPr/>
          </p:nvSpPr>
          <p:spPr bwMode="auto">
            <a:xfrm>
              <a:off x="4224" y="324"/>
              <a:ext cx="0" cy="1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1" name="Line 51"/>
            <p:cNvSpPr>
              <a:spLocks noChangeShapeType="1"/>
            </p:cNvSpPr>
            <p:nvPr/>
          </p:nvSpPr>
          <p:spPr bwMode="auto">
            <a:xfrm>
              <a:off x="3421" y="324"/>
              <a:ext cx="426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2" name="Line 52"/>
            <p:cNvSpPr>
              <a:spLocks noChangeShapeType="1"/>
            </p:cNvSpPr>
            <p:nvPr/>
          </p:nvSpPr>
          <p:spPr bwMode="auto">
            <a:xfrm>
              <a:off x="4223" y="1369"/>
              <a:ext cx="4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3" name="Line 53"/>
            <p:cNvSpPr>
              <a:spLocks noChangeShapeType="1"/>
            </p:cNvSpPr>
            <p:nvPr/>
          </p:nvSpPr>
          <p:spPr bwMode="auto">
            <a:xfrm rot="5400000">
              <a:off x="4559" y="155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4" name="Text Box 54"/>
            <p:cNvSpPr txBox="1">
              <a:spLocks noChangeArrowheads="1"/>
            </p:cNvSpPr>
            <p:nvPr/>
          </p:nvSpPr>
          <p:spPr bwMode="auto">
            <a:xfrm>
              <a:off x="3405" y="479"/>
              <a:ext cx="3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179255" name="Line 55"/>
            <p:cNvSpPr>
              <a:spLocks noChangeShapeType="1"/>
            </p:cNvSpPr>
            <p:nvPr/>
          </p:nvSpPr>
          <p:spPr bwMode="auto">
            <a:xfrm>
              <a:off x="3410" y="268"/>
              <a:ext cx="2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9256" name="Group 56"/>
            <p:cNvGrpSpPr>
              <a:grpSpLocks/>
            </p:cNvGrpSpPr>
            <p:nvPr/>
          </p:nvGrpSpPr>
          <p:grpSpPr bwMode="auto">
            <a:xfrm rot="5400000">
              <a:off x="4120" y="618"/>
              <a:ext cx="253" cy="45"/>
              <a:chOff x="1200" y="1584"/>
              <a:chExt cx="379" cy="45"/>
            </a:xfrm>
          </p:grpSpPr>
          <p:sp>
            <p:nvSpPr>
              <p:cNvPr id="179257" name="Arc 5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58" name="Arc 5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59" name="Arc 5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60" name="Arc 6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9261" name="Oval 61"/>
            <p:cNvSpPr>
              <a:spLocks noChangeArrowheads="1"/>
            </p:cNvSpPr>
            <p:nvPr/>
          </p:nvSpPr>
          <p:spPr bwMode="auto">
            <a:xfrm>
              <a:off x="3383" y="307"/>
              <a:ext cx="38" cy="3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9262" name="Group 62"/>
            <p:cNvGrpSpPr>
              <a:grpSpLocks/>
            </p:cNvGrpSpPr>
            <p:nvPr/>
          </p:nvGrpSpPr>
          <p:grpSpPr bwMode="auto">
            <a:xfrm rot="16200000" flipH="1">
              <a:off x="3703" y="603"/>
              <a:ext cx="253" cy="44"/>
              <a:chOff x="1200" y="1584"/>
              <a:chExt cx="379" cy="45"/>
            </a:xfrm>
          </p:grpSpPr>
          <p:sp>
            <p:nvSpPr>
              <p:cNvPr id="179263" name="Arc 6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64" name="Arc 6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65" name="Arc 6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266" name="Arc 6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9267" name="Oval 67"/>
            <p:cNvSpPr>
              <a:spLocks noChangeArrowheads="1"/>
            </p:cNvSpPr>
            <p:nvPr/>
          </p:nvSpPr>
          <p:spPr bwMode="auto">
            <a:xfrm>
              <a:off x="4654" y="308"/>
              <a:ext cx="38" cy="3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8" name="Line 68"/>
            <p:cNvSpPr>
              <a:spLocks noChangeShapeType="1"/>
            </p:cNvSpPr>
            <p:nvPr/>
          </p:nvSpPr>
          <p:spPr bwMode="auto">
            <a:xfrm>
              <a:off x="4223" y="324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9" name="Oval 69"/>
            <p:cNvSpPr>
              <a:spLocks noChangeArrowheads="1"/>
            </p:cNvSpPr>
            <p:nvPr/>
          </p:nvSpPr>
          <p:spPr bwMode="auto">
            <a:xfrm>
              <a:off x="4666" y="1345"/>
              <a:ext cx="38" cy="3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9270" name="Object 70"/>
            <p:cNvGraphicFramePr>
              <a:graphicFrameLocks noChangeAspect="1"/>
            </p:cNvGraphicFramePr>
            <p:nvPr/>
          </p:nvGraphicFramePr>
          <p:xfrm>
            <a:off x="3393" y="16"/>
            <a:ext cx="1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3" y="16"/>
                          <a:ext cx="1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1" name="Object 71"/>
            <p:cNvGraphicFramePr>
              <a:graphicFrameLocks noChangeAspect="1"/>
            </p:cNvGraphicFramePr>
            <p:nvPr/>
          </p:nvGraphicFramePr>
          <p:xfrm>
            <a:off x="4514" y="22"/>
            <a:ext cx="19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79360" progId="Equation.3">
                    <p:embed/>
                  </p:oleObj>
                </mc:Choice>
                <mc:Fallback>
                  <p:oleObj name="公式" r:id="rId6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22"/>
                          <a:ext cx="192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72" name="Text Box 72"/>
            <p:cNvSpPr txBox="1">
              <a:spLocks noChangeArrowheads="1"/>
            </p:cNvSpPr>
            <p:nvPr/>
          </p:nvSpPr>
          <p:spPr bwMode="auto">
            <a:xfrm>
              <a:off x="4279" y="479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179273" name="Line 73"/>
            <p:cNvSpPr>
              <a:spLocks noChangeShapeType="1"/>
            </p:cNvSpPr>
            <p:nvPr/>
          </p:nvSpPr>
          <p:spPr bwMode="auto">
            <a:xfrm flipH="1">
              <a:off x="3427" y="1369"/>
              <a:ext cx="4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4" name="Oval 74"/>
            <p:cNvSpPr>
              <a:spLocks noChangeArrowheads="1"/>
            </p:cNvSpPr>
            <p:nvPr/>
          </p:nvSpPr>
          <p:spPr bwMode="auto">
            <a:xfrm flipH="1">
              <a:off x="3381" y="1348"/>
              <a:ext cx="38" cy="3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5" name="AutoShape 75"/>
            <p:cNvSpPr>
              <a:spLocks noChangeArrowheads="1"/>
            </p:cNvSpPr>
            <p:nvPr/>
          </p:nvSpPr>
          <p:spPr bwMode="auto">
            <a:xfrm>
              <a:off x="4143" y="904"/>
              <a:ext cx="146" cy="300"/>
            </a:xfrm>
            <a:prstGeom prst="diamond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6" name="AutoShape 76"/>
            <p:cNvSpPr>
              <a:spLocks noChangeArrowheads="1"/>
            </p:cNvSpPr>
            <p:nvPr/>
          </p:nvSpPr>
          <p:spPr bwMode="auto">
            <a:xfrm>
              <a:off x="3766" y="907"/>
              <a:ext cx="146" cy="300"/>
            </a:xfrm>
            <a:prstGeom prst="diamond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7" name="Text Box 77"/>
            <p:cNvSpPr txBox="1">
              <a:spLocks noChangeArrowheads="1"/>
            </p:cNvSpPr>
            <p:nvPr/>
          </p:nvSpPr>
          <p:spPr bwMode="auto">
            <a:xfrm>
              <a:off x="3658" y="702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9278" name="Text Box 78"/>
            <p:cNvSpPr txBox="1">
              <a:spLocks noChangeArrowheads="1"/>
            </p:cNvSpPr>
            <p:nvPr/>
          </p:nvSpPr>
          <p:spPr bwMode="auto">
            <a:xfrm>
              <a:off x="3646" y="1100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79279" name="Text Box 79"/>
            <p:cNvSpPr txBox="1">
              <a:spLocks noChangeArrowheads="1"/>
            </p:cNvSpPr>
            <p:nvPr/>
          </p:nvSpPr>
          <p:spPr bwMode="auto">
            <a:xfrm>
              <a:off x="4208" y="1099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79280" name="Text Box 80"/>
            <p:cNvSpPr txBox="1">
              <a:spLocks noChangeArrowheads="1"/>
            </p:cNvSpPr>
            <p:nvPr/>
          </p:nvSpPr>
          <p:spPr bwMode="auto">
            <a:xfrm>
              <a:off x="4205" y="724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graphicFrame>
          <p:nvGraphicFramePr>
            <p:cNvPr id="179281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3238192"/>
                </p:ext>
              </p:extLst>
            </p:nvPr>
          </p:nvGraphicFramePr>
          <p:xfrm>
            <a:off x="3264" y="921"/>
            <a:ext cx="51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07960" imgH="304560" progId="Equation.DSMT4">
                    <p:embed/>
                  </p:oleObj>
                </mc:Choice>
                <mc:Fallback>
                  <p:oleObj name="Equation" r:id="rId8" imgW="5079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921"/>
                          <a:ext cx="51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2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96314"/>
                </p:ext>
              </p:extLst>
            </p:nvPr>
          </p:nvGraphicFramePr>
          <p:xfrm>
            <a:off x="4314" y="883"/>
            <a:ext cx="505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82400" imgH="304560" progId="Equation.3">
                    <p:embed/>
                  </p:oleObj>
                </mc:Choice>
                <mc:Fallback>
                  <p:oleObj name="公式" r:id="rId10" imgW="4824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" y="883"/>
                          <a:ext cx="505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83" name="Text Box 83"/>
            <p:cNvSpPr txBox="1">
              <a:spLocks noChangeArrowheads="1"/>
            </p:cNvSpPr>
            <p:nvPr/>
          </p:nvSpPr>
          <p:spPr bwMode="auto">
            <a:xfrm>
              <a:off x="4783" y="195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9284" name="Text Box 84"/>
            <p:cNvSpPr txBox="1">
              <a:spLocks noChangeArrowheads="1"/>
            </p:cNvSpPr>
            <p:nvPr/>
          </p:nvSpPr>
          <p:spPr bwMode="auto">
            <a:xfrm>
              <a:off x="4819" y="1180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graphicFrame>
          <p:nvGraphicFramePr>
            <p:cNvPr id="179285" name="Object 85"/>
            <p:cNvGraphicFramePr>
              <a:graphicFrameLocks noChangeAspect="1"/>
            </p:cNvGraphicFramePr>
            <p:nvPr/>
          </p:nvGraphicFramePr>
          <p:xfrm>
            <a:off x="4841" y="671"/>
            <a:ext cx="233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600" imgH="279360" progId="Equation.3">
                    <p:embed/>
                  </p:oleObj>
                </mc:Choice>
                <mc:Fallback>
                  <p:oleObj name="公式" r:id="rId12" imgW="2286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" y="671"/>
                          <a:ext cx="233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86" name="Text Box 86"/>
            <p:cNvSpPr txBox="1">
              <a:spLocks noChangeArrowheads="1"/>
            </p:cNvSpPr>
            <p:nvPr/>
          </p:nvSpPr>
          <p:spPr bwMode="auto">
            <a:xfrm>
              <a:off x="3086" y="183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79287" name="Text Box 87"/>
            <p:cNvSpPr txBox="1">
              <a:spLocks noChangeArrowheads="1"/>
            </p:cNvSpPr>
            <p:nvPr/>
          </p:nvSpPr>
          <p:spPr bwMode="auto">
            <a:xfrm>
              <a:off x="3066" y="1189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graphicFrame>
          <p:nvGraphicFramePr>
            <p:cNvPr id="179288" name="Object 88"/>
            <p:cNvGraphicFramePr>
              <a:graphicFrameLocks noChangeAspect="1"/>
            </p:cNvGraphicFramePr>
            <p:nvPr/>
          </p:nvGraphicFramePr>
          <p:xfrm>
            <a:off x="3077" y="692"/>
            <a:ext cx="21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15640" imgH="279360" progId="Equation.3">
                    <p:embed/>
                  </p:oleObj>
                </mc:Choice>
                <mc:Fallback>
                  <p:oleObj name="公式" r:id="rId14" imgW="2156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7" y="692"/>
                          <a:ext cx="21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9289" name="Text Box 89"/>
          <p:cNvSpPr txBox="1">
            <a:spLocks noChangeArrowheads="1"/>
          </p:cNvSpPr>
          <p:nvPr/>
        </p:nvSpPr>
        <p:spPr bwMode="auto">
          <a:xfrm>
            <a:off x="914400" y="4859159"/>
            <a:ext cx="373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The mutual voltage can be represented by CCVS.</a:t>
            </a:r>
          </a:p>
        </p:txBody>
      </p:sp>
      <p:graphicFrame>
        <p:nvGraphicFramePr>
          <p:cNvPr id="179290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581257"/>
              </p:ext>
            </p:extLst>
          </p:nvPr>
        </p:nvGraphicFramePr>
        <p:xfrm>
          <a:off x="914400" y="1235076"/>
          <a:ext cx="33528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38000" imgH="812520" progId="Equation.3">
                  <p:embed/>
                </p:oleObj>
              </mc:Choice>
              <mc:Fallback>
                <p:oleObj name="Equation" r:id="rId16" imgW="1638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35076"/>
                        <a:ext cx="3352800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6734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42" grpId="0"/>
      <p:bldP spid="17928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1171575" y="4662488"/>
          <a:ext cx="549910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97000" imgH="723600" progId="Equation.3">
                  <p:embed/>
                </p:oleObj>
              </mc:Choice>
              <mc:Fallback>
                <p:oleObj name="公式" r:id="rId2" imgW="299700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662488"/>
                        <a:ext cx="5499100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4" name="Object 6"/>
          <p:cNvGraphicFramePr>
            <a:graphicFrameLocks noChangeAspect="1"/>
          </p:cNvGraphicFramePr>
          <p:nvPr/>
        </p:nvGraphicFramePr>
        <p:xfrm>
          <a:off x="1258888" y="5986463"/>
          <a:ext cx="47958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400" imgH="215640" progId="Equation.3">
                  <p:embed/>
                </p:oleObj>
              </mc:Choice>
              <mc:Fallback>
                <p:oleObj name="公式" r:id="rId4" imgW="2552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986463"/>
                        <a:ext cx="4795837" cy="4032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6056" name="Group 8"/>
          <p:cNvGrpSpPr>
            <a:grpSpLocks/>
          </p:cNvGrpSpPr>
          <p:nvPr/>
        </p:nvGrpSpPr>
        <p:grpSpPr bwMode="auto">
          <a:xfrm>
            <a:off x="1943100" y="1530350"/>
            <a:ext cx="2693988" cy="3248025"/>
            <a:chOff x="1465" y="931"/>
            <a:chExt cx="1697" cy="2046"/>
          </a:xfrm>
        </p:grpSpPr>
        <p:sp>
          <p:nvSpPr>
            <p:cNvPr id="386057" name="Line 9"/>
            <p:cNvSpPr>
              <a:spLocks noChangeShapeType="1"/>
            </p:cNvSpPr>
            <p:nvPr/>
          </p:nvSpPr>
          <p:spPr bwMode="auto">
            <a:xfrm>
              <a:off x="2238" y="1333"/>
              <a:ext cx="3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58" name="Line 10"/>
            <p:cNvSpPr>
              <a:spLocks noChangeShapeType="1"/>
            </p:cNvSpPr>
            <p:nvPr/>
          </p:nvSpPr>
          <p:spPr bwMode="auto">
            <a:xfrm>
              <a:off x="1634" y="122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59" name="Text Box 11"/>
            <p:cNvSpPr txBox="1">
              <a:spLocks noChangeArrowheads="1"/>
            </p:cNvSpPr>
            <p:nvPr/>
          </p:nvSpPr>
          <p:spPr bwMode="auto">
            <a:xfrm>
              <a:off x="1688" y="931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60" name="Text Box 12"/>
            <p:cNvSpPr txBox="1">
              <a:spLocks noChangeArrowheads="1"/>
            </p:cNvSpPr>
            <p:nvPr/>
          </p:nvSpPr>
          <p:spPr bwMode="auto">
            <a:xfrm>
              <a:off x="2562" y="126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86061" name="Text Box 13"/>
            <p:cNvSpPr txBox="1">
              <a:spLocks noChangeArrowheads="1"/>
            </p:cNvSpPr>
            <p:nvPr/>
          </p:nvSpPr>
          <p:spPr bwMode="auto">
            <a:xfrm>
              <a:off x="2553" y="19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86062" name="Text Box 14"/>
            <p:cNvSpPr txBox="1">
              <a:spLocks noChangeArrowheads="1"/>
            </p:cNvSpPr>
            <p:nvPr/>
          </p:nvSpPr>
          <p:spPr bwMode="auto">
            <a:xfrm>
              <a:off x="2060" y="2224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grpSp>
          <p:nvGrpSpPr>
            <p:cNvPr id="386063" name="Group 15"/>
            <p:cNvGrpSpPr>
              <a:grpSpLocks/>
            </p:cNvGrpSpPr>
            <p:nvPr/>
          </p:nvGrpSpPr>
          <p:grpSpPr bwMode="auto">
            <a:xfrm rot="5400000">
              <a:off x="2410" y="1614"/>
              <a:ext cx="379" cy="57"/>
              <a:chOff x="1200" y="1584"/>
              <a:chExt cx="379" cy="45"/>
            </a:xfrm>
          </p:grpSpPr>
          <p:sp>
            <p:nvSpPr>
              <p:cNvPr id="386064" name="Arc 1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65" name="Arc 1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66" name="Arc 1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67" name="Arc 1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6068" name="Oval 20"/>
            <p:cNvSpPr>
              <a:spLocks noChangeArrowheads="1"/>
            </p:cNvSpPr>
            <p:nvPr/>
          </p:nvSpPr>
          <p:spPr bwMode="auto">
            <a:xfrm>
              <a:off x="1552" y="129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69" name="Line 21"/>
            <p:cNvSpPr>
              <a:spLocks noChangeShapeType="1"/>
            </p:cNvSpPr>
            <p:nvPr/>
          </p:nvSpPr>
          <p:spPr bwMode="auto">
            <a:xfrm>
              <a:off x="1620" y="2665"/>
              <a:ext cx="3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6070" name="Group 22"/>
            <p:cNvGrpSpPr>
              <a:grpSpLocks/>
            </p:cNvGrpSpPr>
            <p:nvPr/>
          </p:nvGrpSpPr>
          <p:grpSpPr bwMode="auto">
            <a:xfrm rot="5400000">
              <a:off x="2401" y="2295"/>
              <a:ext cx="379" cy="57"/>
              <a:chOff x="1200" y="1584"/>
              <a:chExt cx="379" cy="45"/>
            </a:xfrm>
          </p:grpSpPr>
          <p:sp>
            <p:nvSpPr>
              <p:cNvPr id="386071" name="Arc 2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72" name="Arc 2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73" name="Arc 2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074" name="Arc 2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6075" name="Oval 27"/>
            <p:cNvSpPr>
              <a:spLocks noChangeArrowheads="1"/>
            </p:cNvSpPr>
            <p:nvPr/>
          </p:nvSpPr>
          <p:spPr bwMode="auto">
            <a:xfrm>
              <a:off x="1544" y="262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76" name="Arc 28"/>
            <p:cNvSpPr>
              <a:spLocks/>
            </p:cNvSpPr>
            <p:nvPr/>
          </p:nvSpPr>
          <p:spPr bwMode="auto">
            <a:xfrm rot="5400000">
              <a:off x="2672" y="1915"/>
              <a:ext cx="324" cy="28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9335"/>
                <a:gd name="T1" fmla="*/ 0 h 21600"/>
                <a:gd name="T2" fmla="*/ 19335 w 19335"/>
                <a:gd name="T3" fmla="*/ 11971 h 21600"/>
                <a:gd name="T4" fmla="*/ 0 w 193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335" h="21600" fill="none" extrusionOk="0">
                  <a:moveTo>
                    <a:pt x="-1" y="0"/>
                  </a:moveTo>
                  <a:cubicBezTo>
                    <a:pt x="8193" y="0"/>
                    <a:pt x="15682" y="4636"/>
                    <a:pt x="19335" y="11970"/>
                  </a:cubicBezTo>
                </a:path>
                <a:path w="19335" h="21600" stroke="0" extrusionOk="0">
                  <a:moveTo>
                    <a:pt x="-1" y="0"/>
                  </a:moveTo>
                  <a:cubicBezTo>
                    <a:pt x="8193" y="0"/>
                    <a:pt x="15682" y="4636"/>
                    <a:pt x="19335" y="119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77" name="Arc 29"/>
            <p:cNvSpPr>
              <a:spLocks/>
            </p:cNvSpPr>
            <p:nvPr/>
          </p:nvSpPr>
          <p:spPr bwMode="auto">
            <a:xfrm rot="5400000" flipH="1">
              <a:off x="2651" y="1463"/>
              <a:ext cx="347" cy="281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78" name="Text Box 30"/>
            <p:cNvSpPr txBox="1">
              <a:spLocks noChangeArrowheads="1"/>
            </p:cNvSpPr>
            <p:nvPr/>
          </p:nvSpPr>
          <p:spPr bwMode="auto">
            <a:xfrm>
              <a:off x="2292" y="196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86079" name="Text Box 31"/>
            <p:cNvSpPr txBox="1">
              <a:spLocks noChangeArrowheads="1"/>
            </p:cNvSpPr>
            <p:nvPr/>
          </p:nvSpPr>
          <p:spPr bwMode="auto">
            <a:xfrm>
              <a:off x="1712" y="238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386080" name="Text Box 32"/>
            <p:cNvSpPr txBox="1">
              <a:spLocks noChangeArrowheads="1"/>
            </p:cNvSpPr>
            <p:nvPr/>
          </p:nvSpPr>
          <p:spPr bwMode="auto">
            <a:xfrm>
              <a:off x="2874" y="1633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M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1" name="Rectangle 33"/>
            <p:cNvSpPr>
              <a:spLocks noChangeArrowheads="1"/>
            </p:cNvSpPr>
            <p:nvPr/>
          </p:nvSpPr>
          <p:spPr bwMode="auto">
            <a:xfrm>
              <a:off x="1952" y="2608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82" name="Rectangle 34"/>
            <p:cNvSpPr>
              <a:spLocks noChangeArrowheads="1"/>
            </p:cNvSpPr>
            <p:nvPr/>
          </p:nvSpPr>
          <p:spPr bwMode="auto">
            <a:xfrm>
              <a:off x="1934" y="1276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83" name="Line 35"/>
            <p:cNvSpPr>
              <a:spLocks noChangeShapeType="1"/>
            </p:cNvSpPr>
            <p:nvPr/>
          </p:nvSpPr>
          <p:spPr bwMode="auto">
            <a:xfrm>
              <a:off x="1620" y="1333"/>
              <a:ext cx="3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84" name="Text Box 36"/>
            <p:cNvSpPr txBox="1">
              <a:spLocks noChangeArrowheads="1"/>
            </p:cNvSpPr>
            <p:nvPr/>
          </p:nvSpPr>
          <p:spPr bwMode="auto">
            <a:xfrm>
              <a:off x="1964" y="970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5" name="Text Box 37"/>
            <p:cNvSpPr txBox="1">
              <a:spLocks noChangeArrowheads="1"/>
            </p:cNvSpPr>
            <p:nvPr/>
          </p:nvSpPr>
          <p:spPr bwMode="auto">
            <a:xfrm>
              <a:off x="1964" y="2689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6" name="Text Box 38"/>
            <p:cNvSpPr txBox="1">
              <a:spLocks noChangeArrowheads="1"/>
            </p:cNvSpPr>
            <p:nvPr/>
          </p:nvSpPr>
          <p:spPr bwMode="auto">
            <a:xfrm>
              <a:off x="2646" y="1495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7" name="Text Box 39"/>
            <p:cNvSpPr txBox="1">
              <a:spLocks noChangeArrowheads="1"/>
            </p:cNvSpPr>
            <p:nvPr/>
          </p:nvSpPr>
          <p:spPr bwMode="auto">
            <a:xfrm>
              <a:off x="2610" y="2176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8" name="Text Box 40"/>
            <p:cNvSpPr txBox="1">
              <a:spLocks noChangeArrowheads="1"/>
            </p:cNvSpPr>
            <p:nvPr/>
          </p:nvSpPr>
          <p:spPr bwMode="auto">
            <a:xfrm>
              <a:off x="2060" y="1495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89" name="Text Box 41"/>
            <p:cNvSpPr txBox="1">
              <a:spLocks noChangeArrowheads="1"/>
            </p:cNvSpPr>
            <p:nvPr/>
          </p:nvSpPr>
          <p:spPr bwMode="auto">
            <a:xfrm>
              <a:off x="1736" y="13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86090" name="Text Box 42"/>
            <p:cNvSpPr txBox="1">
              <a:spLocks noChangeArrowheads="1"/>
            </p:cNvSpPr>
            <p:nvPr/>
          </p:nvSpPr>
          <p:spPr bwMode="auto">
            <a:xfrm>
              <a:off x="2286" y="174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386091" name="Text Box 43"/>
            <p:cNvSpPr txBox="1">
              <a:spLocks noChangeArrowheads="1"/>
            </p:cNvSpPr>
            <p:nvPr/>
          </p:nvSpPr>
          <p:spPr bwMode="auto">
            <a:xfrm>
              <a:off x="1465" y="181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092" name="Text Box 44"/>
            <p:cNvSpPr txBox="1">
              <a:spLocks noChangeArrowheads="1"/>
            </p:cNvSpPr>
            <p:nvPr/>
          </p:nvSpPr>
          <p:spPr bwMode="auto">
            <a:xfrm>
              <a:off x="1472" y="1345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86093" name="Text Box 45"/>
            <p:cNvSpPr txBox="1">
              <a:spLocks noChangeArrowheads="1"/>
            </p:cNvSpPr>
            <p:nvPr/>
          </p:nvSpPr>
          <p:spPr bwMode="auto">
            <a:xfrm>
              <a:off x="1466" y="2349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386094" name="Line 46"/>
            <p:cNvSpPr>
              <a:spLocks noChangeShapeType="1"/>
            </p:cNvSpPr>
            <p:nvPr/>
          </p:nvSpPr>
          <p:spPr bwMode="auto">
            <a:xfrm flipH="1">
              <a:off x="2570" y="1327"/>
              <a:ext cx="0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95" name="Line 47"/>
            <p:cNvSpPr>
              <a:spLocks noChangeShapeType="1"/>
            </p:cNvSpPr>
            <p:nvPr/>
          </p:nvSpPr>
          <p:spPr bwMode="auto">
            <a:xfrm>
              <a:off x="2570" y="1838"/>
              <a:ext cx="0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96" name="Line 48"/>
            <p:cNvSpPr>
              <a:spLocks noChangeShapeType="1"/>
            </p:cNvSpPr>
            <p:nvPr/>
          </p:nvSpPr>
          <p:spPr bwMode="auto">
            <a:xfrm>
              <a:off x="2562" y="2513"/>
              <a:ext cx="0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097" name="Line 49"/>
            <p:cNvSpPr>
              <a:spLocks noChangeShapeType="1"/>
            </p:cNvSpPr>
            <p:nvPr/>
          </p:nvSpPr>
          <p:spPr bwMode="auto">
            <a:xfrm>
              <a:off x="2256" y="2665"/>
              <a:ext cx="3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6098" name="AutoShape 50"/>
          <p:cNvSpPr>
            <a:spLocks noChangeArrowheads="1"/>
          </p:cNvSpPr>
          <p:nvPr/>
        </p:nvSpPr>
        <p:spPr bwMode="auto">
          <a:xfrm>
            <a:off x="4703763" y="3059113"/>
            <a:ext cx="809625" cy="333375"/>
          </a:xfrm>
          <a:prstGeom prst="rightArrow">
            <a:avLst>
              <a:gd name="adj1" fmla="val 50000"/>
              <a:gd name="adj2" fmla="val 60714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6099" name="Group 51"/>
          <p:cNvGrpSpPr>
            <a:grpSpLocks/>
          </p:cNvGrpSpPr>
          <p:nvPr/>
        </p:nvGrpSpPr>
        <p:grpSpPr bwMode="auto">
          <a:xfrm>
            <a:off x="5819775" y="1520825"/>
            <a:ext cx="1997075" cy="2800350"/>
            <a:chOff x="3907" y="925"/>
            <a:chExt cx="1258" cy="1764"/>
          </a:xfrm>
        </p:grpSpPr>
        <p:sp>
          <p:nvSpPr>
            <p:cNvPr id="386100" name="Line 52"/>
            <p:cNvSpPr>
              <a:spLocks noChangeShapeType="1"/>
            </p:cNvSpPr>
            <p:nvPr/>
          </p:nvSpPr>
          <p:spPr bwMode="auto">
            <a:xfrm>
              <a:off x="4064" y="1327"/>
              <a:ext cx="7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01" name="Line 53"/>
            <p:cNvSpPr>
              <a:spLocks noChangeShapeType="1"/>
            </p:cNvSpPr>
            <p:nvPr/>
          </p:nvSpPr>
          <p:spPr bwMode="auto">
            <a:xfrm>
              <a:off x="4147" y="1219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02" name="Text Box 54"/>
            <p:cNvSpPr txBox="1">
              <a:spLocks noChangeArrowheads="1"/>
            </p:cNvSpPr>
            <p:nvPr/>
          </p:nvSpPr>
          <p:spPr bwMode="auto">
            <a:xfrm>
              <a:off x="4195" y="925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103" name="Oval 55"/>
            <p:cNvSpPr>
              <a:spLocks noChangeArrowheads="1"/>
            </p:cNvSpPr>
            <p:nvPr/>
          </p:nvSpPr>
          <p:spPr bwMode="auto">
            <a:xfrm>
              <a:off x="3990" y="129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6104" name="Group 56"/>
            <p:cNvGrpSpPr>
              <a:grpSpLocks/>
            </p:cNvGrpSpPr>
            <p:nvPr/>
          </p:nvGrpSpPr>
          <p:grpSpPr bwMode="auto">
            <a:xfrm rot="5400000">
              <a:off x="4608" y="2253"/>
              <a:ext cx="379" cy="57"/>
              <a:chOff x="1200" y="1584"/>
              <a:chExt cx="379" cy="45"/>
            </a:xfrm>
          </p:grpSpPr>
          <p:sp>
            <p:nvSpPr>
              <p:cNvPr id="386105" name="Arc 5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106" name="Arc 5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107" name="Arc 5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6108" name="Arc 6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6109" name="Oval 61"/>
            <p:cNvSpPr>
              <a:spLocks noChangeArrowheads="1"/>
            </p:cNvSpPr>
            <p:nvPr/>
          </p:nvSpPr>
          <p:spPr bwMode="auto">
            <a:xfrm>
              <a:off x="3978" y="262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10" name="Rectangle 62"/>
            <p:cNvSpPr>
              <a:spLocks noChangeArrowheads="1"/>
            </p:cNvSpPr>
            <p:nvPr/>
          </p:nvSpPr>
          <p:spPr bwMode="auto">
            <a:xfrm rot="5400000">
              <a:off x="4621" y="1618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11" name="Text Box 63"/>
            <p:cNvSpPr txBox="1">
              <a:spLocks noChangeArrowheads="1"/>
            </p:cNvSpPr>
            <p:nvPr/>
          </p:nvSpPr>
          <p:spPr bwMode="auto">
            <a:xfrm>
              <a:off x="4853" y="1535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112" name="Text Box 64"/>
            <p:cNvSpPr txBox="1">
              <a:spLocks noChangeArrowheads="1"/>
            </p:cNvSpPr>
            <p:nvPr/>
          </p:nvSpPr>
          <p:spPr bwMode="auto">
            <a:xfrm>
              <a:off x="4853" y="2134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113" name="Text Box 65"/>
            <p:cNvSpPr txBox="1">
              <a:spLocks noChangeArrowheads="1"/>
            </p:cNvSpPr>
            <p:nvPr/>
          </p:nvSpPr>
          <p:spPr bwMode="auto">
            <a:xfrm>
              <a:off x="3907" y="184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86114" name="Text Box 66"/>
            <p:cNvSpPr txBox="1">
              <a:spLocks noChangeArrowheads="1"/>
            </p:cNvSpPr>
            <p:nvPr/>
          </p:nvSpPr>
          <p:spPr bwMode="auto">
            <a:xfrm>
              <a:off x="3907" y="133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86115" name="Text Box 67"/>
            <p:cNvSpPr txBox="1">
              <a:spLocks noChangeArrowheads="1"/>
            </p:cNvSpPr>
            <p:nvPr/>
          </p:nvSpPr>
          <p:spPr bwMode="auto">
            <a:xfrm>
              <a:off x="3907" y="231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386116" name="Line 68"/>
            <p:cNvSpPr>
              <a:spLocks noChangeShapeType="1"/>
            </p:cNvSpPr>
            <p:nvPr/>
          </p:nvSpPr>
          <p:spPr bwMode="auto">
            <a:xfrm flipH="1">
              <a:off x="4777" y="1321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17" name="Line 69"/>
            <p:cNvSpPr>
              <a:spLocks noChangeShapeType="1"/>
            </p:cNvSpPr>
            <p:nvPr/>
          </p:nvSpPr>
          <p:spPr bwMode="auto">
            <a:xfrm flipH="1">
              <a:off x="4777" y="1832"/>
              <a:ext cx="0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18" name="Line 70"/>
            <p:cNvSpPr>
              <a:spLocks noChangeShapeType="1"/>
            </p:cNvSpPr>
            <p:nvPr/>
          </p:nvSpPr>
          <p:spPr bwMode="auto">
            <a:xfrm>
              <a:off x="4768" y="2464"/>
              <a:ext cx="1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19" name="Line 71"/>
            <p:cNvSpPr>
              <a:spLocks noChangeShapeType="1"/>
            </p:cNvSpPr>
            <p:nvPr/>
          </p:nvSpPr>
          <p:spPr bwMode="auto">
            <a:xfrm>
              <a:off x="4046" y="2659"/>
              <a:ext cx="7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6120" name="Text Box 72"/>
          <p:cNvSpPr txBox="1">
            <a:spLocks noChangeArrowheads="1"/>
          </p:cNvSpPr>
          <p:nvPr/>
        </p:nvSpPr>
        <p:spPr bwMode="auto">
          <a:xfrm>
            <a:off x="881856" y="1196975"/>
            <a:ext cx="5913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1. Series-aiding connection</a:t>
            </a:r>
            <a:endParaRPr lang="zh-CN" altLang="en-US" sz="2400" b="1" dirty="0"/>
          </a:p>
        </p:txBody>
      </p:sp>
      <p:sp>
        <p:nvSpPr>
          <p:cNvPr id="386121" name="Text Box 73"/>
          <p:cNvSpPr txBox="1">
            <a:spLocks noChangeArrowheads="1"/>
          </p:cNvSpPr>
          <p:nvPr/>
        </p:nvSpPr>
        <p:spPr bwMode="auto">
          <a:xfrm>
            <a:off x="936625" y="332656"/>
            <a:ext cx="59134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Dot convention for coils in series</a:t>
            </a:r>
          </a:p>
        </p:txBody>
      </p:sp>
    </p:spTree>
    <p:extLst>
      <p:ext uri="{BB962C8B-B14F-4D97-AF65-F5344CB8AC3E}">
        <p14:creationId xmlns:p14="http://schemas.microsoft.com/office/powerpoint/2010/main" val="2958667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6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6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98" grpId="0" animBg="1"/>
      <p:bldP spid="386120" grpId="0" autoUpdateAnimBg="0"/>
      <p:bldP spid="38612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24" name="Group 4"/>
          <p:cNvGrpSpPr>
            <a:grpSpLocks/>
          </p:cNvGrpSpPr>
          <p:nvPr/>
        </p:nvGrpSpPr>
        <p:grpSpPr bwMode="auto">
          <a:xfrm>
            <a:off x="579438" y="1177925"/>
            <a:ext cx="2601912" cy="3248025"/>
            <a:chOff x="1465" y="288"/>
            <a:chExt cx="1639" cy="2046"/>
          </a:xfrm>
        </p:grpSpPr>
        <p:sp>
          <p:nvSpPr>
            <p:cNvPr id="184325" name="Line 5"/>
            <p:cNvSpPr>
              <a:spLocks noChangeShapeType="1"/>
            </p:cNvSpPr>
            <p:nvPr/>
          </p:nvSpPr>
          <p:spPr bwMode="auto">
            <a:xfrm>
              <a:off x="2238" y="690"/>
              <a:ext cx="3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26" name="Line 6"/>
            <p:cNvSpPr>
              <a:spLocks noChangeShapeType="1"/>
            </p:cNvSpPr>
            <p:nvPr/>
          </p:nvSpPr>
          <p:spPr bwMode="auto">
            <a:xfrm>
              <a:off x="1634" y="58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27" name="Text Box 7"/>
            <p:cNvSpPr txBox="1">
              <a:spLocks noChangeArrowheads="1"/>
            </p:cNvSpPr>
            <p:nvPr/>
          </p:nvSpPr>
          <p:spPr bwMode="auto">
            <a:xfrm>
              <a:off x="1688" y="28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28" name="Text Box 8"/>
            <p:cNvSpPr txBox="1">
              <a:spLocks noChangeArrowheads="1"/>
            </p:cNvSpPr>
            <p:nvPr/>
          </p:nvSpPr>
          <p:spPr bwMode="auto">
            <a:xfrm>
              <a:off x="2562" y="61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84329" name="Text Box 9"/>
            <p:cNvSpPr txBox="1">
              <a:spLocks noChangeArrowheads="1"/>
            </p:cNvSpPr>
            <p:nvPr/>
          </p:nvSpPr>
          <p:spPr bwMode="auto">
            <a:xfrm>
              <a:off x="2577" y="18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84330" name="Text Box 10"/>
            <p:cNvSpPr txBox="1">
              <a:spLocks noChangeArrowheads="1"/>
            </p:cNvSpPr>
            <p:nvPr/>
          </p:nvSpPr>
          <p:spPr bwMode="auto">
            <a:xfrm>
              <a:off x="2060" y="158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grpSp>
          <p:nvGrpSpPr>
            <p:cNvPr id="184331" name="Group 11"/>
            <p:cNvGrpSpPr>
              <a:grpSpLocks/>
            </p:cNvGrpSpPr>
            <p:nvPr/>
          </p:nvGrpSpPr>
          <p:grpSpPr bwMode="auto">
            <a:xfrm rot="5400000">
              <a:off x="2410" y="971"/>
              <a:ext cx="379" cy="57"/>
              <a:chOff x="1200" y="1584"/>
              <a:chExt cx="379" cy="45"/>
            </a:xfrm>
          </p:grpSpPr>
          <p:sp>
            <p:nvSpPr>
              <p:cNvPr id="184332" name="Arc 1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33" name="Arc 1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34" name="Arc 1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35" name="Arc 1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336" name="Oval 16"/>
            <p:cNvSpPr>
              <a:spLocks noChangeArrowheads="1"/>
            </p:cNvSpPr>
            <p:nvPr/>
          </p:nvSpPr>
          <p:spPr bwMode="auto">
            <a:xfrm>
              <a:off x="1552" y="64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37" name="Line 17"/>
            <p:cNvSpPr>
              <a:spLocks noChangeShapeType="1"/>
            </p:cNvSpPr>
            <p:nvPr/>
          </p:nvSpPr>
          <p:spPr bwMode="auto">
            <a:xfrm>
              <a:off x="1620" y="2022"/>
              <a:ext cx="3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4338" name="Group 18"/>
            <p:cNvGrpSpPr>
              <a:grpSpLocks/>
            </p:cNvGrpSpPr>
            <p:nvPr/>
          </p:nvGrpSpPr>
          <p:grpSpPr bwMode="auto">
            <a:xfrm rot="5400000">
              <a:off x="2401" y="1652"/>
              <a:ext cx="379" cy="57"/>
              <a:chOff x="1200" y="1584"/>
              <a:chExt cx="379" cy="45"/>
            </a:xfrm>
          </p:grpSpPr>
          <p:sp>
            <p:nvSpPr>
              <p:cNvPr id="184339" name="Arc 1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40" name="Arc 2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41" name="Arc 2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42" name="Arc 2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343" name="Oval 23"/>
            <p:cNvSpPr>
              <a:spLocks noChangeArrowheads="1"/>
            </p:cNvSpPr>
            <p:nvPr/>
          </p:nvSpPr>
          <p:spPr bwMode="auto">
            <a:xfrm>
              <a:off x="1544" y="197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44" name="Arc 24"/>
            <p:cNvSpPr>
              <a:spLocks/>
            </p:cNvSpPr>
            <p:nvPr/>
          </p:nvSpPr>
          <p:spPr bwMode="auto">
            <a:xfrm rot="5400000">
              <a:off x="2573" y="1555"/>
              <a:ext cx="525" cy="28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765"/>
                <a:gd name="T1" fmla="*/ 0 h 21600"/>
                <a:gd name="T2" fmla="*/ 20765 w 20765"/>
                <a:gd name="T3" fmla="*/ 15652 h 21600"/>
                <a:gd name="T4" fmla="*/ 0 w 2076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65" h="21600" fill="none" extrusionOk="0">
                  <a:moveTo>
                    <a:pt x="-1" y="0"/>
                  </a:moveTo>
                  <a:cubicBezTo>
                    <a:pt x="9638" y="0"/>
                    <a:pt x="18110" y="6386"/>
                    <a:pt x="20764" y="15652"/>
                  </a:cubicBezTo>
                </a:path>
                <a:path w="20765" h="21600" stroke="0" extrusionOk="0">
                  <a:moveTo>
                    <a:pt x="-1" y="0"/>
                  </a:moveTo>
                  <a:cubicBezTo>
                    <a:pt x="9638" y="0"/>
                    <a:pt x="18110" y="6386"/>
                    <a:pt x="20764" y="1565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45" name="Arc 25"/>
            <p:cNvSpPr>
              <a:spLocks/>
            </p:cNvSpPr>
            <p:nvPr/>
          </p:nvSpPr>
          <p:spPr bwMode="auto">
            <a:xfrm rot="5400000" flipH="1">
              <a:off x="2563" y="907"/>
              <a:ext cx="550" cy="281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1322"/>
                <a:gd name="T1" fmla="*/ 0 h 21109"/>
                <a:gd name="T2" fmla="*/ 21322 w 21322"/>
                <a:gd name="T3" fmla="*/ 17653 h 21109"/>
                <a:gd name="T4" fmla="*/ 0 w 21322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22" h="21109" fill="none" extrusionOk="0">
                  <a:moveTo>
                    <a:pt x="4579" y="0"/>
                  </a:moveTo>
                  <a:cubicBezTo>
                    <a:pt x="13258" y="1883"/>
                    <a:pt x="19900" y="8886"/>
                    <a:pt x="21321" y="17653"/>
                  </a:cubicBezTo>
                </a:path>
                <a:path w="21322" h="21109" stroke="0" extrusionOk="0">
                  <a:moveTo>
                    <a:pt x="4579" y="0"/>
                  </a:moveTo>
                  <a:cubicBezTo>
                    <a:pt x="13258" y="1883"/>
                    <a:pt x="19900" y="8886"/>
                    <a:pt x="21321" y="17653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46" name="Text Box 26"/>
            <p:cNvSpPr txBox="1">
              <a:spLocks noChangeArrowheads="1"/>
            </p:cNvSpPr>
            <p:nvPr/>
          </p:nvSpPr>
          <p:spPr bwMode="auto">
            <a:xfrm>
              <a:off x="2292" y="132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84347" name="Text Box 27"/>
            <p:cNvSpPr txBox="1">
              <a:spLocks noChangeArrowheads="1"/>
            </p:cNvSpPr>
            <p:nvPr/>
          </p:nvSpPr>
          <p:spPr bwMode="auto">
            <a:xfrm>
              <a:off x="1712" y="174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84348" name="Text Box 28"/>
            <p:cNvSpPr txBox="1">
              <a:spLocks noChangeArrowheads="1"/>
            </p:cNvSpPr>
            <p:nvPr/>
          </p:nvSpPr>
          <p:spPr bwMode="auto">
            <a:xfrm>
              <a:off x="2816" y="1195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M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49" name="Rectangle 29"/>
            <p:cNvSpPr>
              <a:spLocks noChangeArrowheads="1"/>
            </p:cNvSpPr>
            <p:nvPr/>
          </p:nvSpPr>
          <p:spPr bwMode="auto">
            <a:xfrm>
              <a:off x="1952" y="1965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50" name="Rectangle 30"/>
            <p:cNvSpPr>
              <a:spLocks noChangeArrowheads="1"/>
            </p:cNvSpPr>
            <p:nvPr/>
          </p:nvSpPr>
          <p:spPr bwMode="auto">
            <a:xfrm>
              <a:off x="1934" y="633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51" name="Line 31"/>
            <p:cNvSpPr>
              <a:spLocks noChangeShapeType="1"/>
            </p:cNvSpPr>
            <p:nvPr/>
          </p:nvSpPr>
          <p:spPr bwMode="auto">
            <a:xfrm>
              <a:off x="1620" y="690"/>
              <a:ext cx="3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52" name="Text Box 32"/>
            <p:cNvSpPr txBox="1">
              <a:spLocks noChangeArrowheads="1"/>
            </p:cNvSpPr>
            <p:nvPr/>
          </p:nvSpPr>
          <p:spPr bwMode="auto">
            <a:xfrm>
              <a:off x="1964" y="327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53" name="Text Box 33"/>
            <p:cNvSpPr txBox="1">
              <a:spLocks noChangeArrowheads="1"/>
            </p:cNvSpPr>
            <p:nvPr/>
          </p:nvSpPr>
          <p:spPr bwMode="auto">
            <a:xfrm>
              <a:off x="1964" y="2046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54" name="Text Box 34"/>
            <p:cNvSpPr txBox="1">
              <a:spLocks noChangeArrowheads="1"/>
            </p:cNvSpPr>
            <p:nvPr/>
          </p:nvSpPr>
          <p:spPr bwMode="auto">
            <a:xfrm>
              <a:off x="2646" y="852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55" name="Text Box 35"/>
            <p:cNvSpPr txBox="1">
              <a:spLocks noChangeArrowheads="1"/>
            </p:cNvSpPr>
            <p:nvPr/>
          </p:nvSpPr>
          <p:spPr bwMode="auto">
            <a:xfrm>
              <a:off x="2610" y="1533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56" name="Text Box 36"/>
            <p:cNvSpPr txBox="1">
              <a:spLocks noChangeArrowheads="1"/>
            </p:cNvSpPr>
            <p:nvPr/>
          </p:nvSpPr>
          <p:spPr bwMode="auto">
            <a:xfrm>
              <a:off x="2060" y="852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57" name="Text Box 37"/>
            <p:cNvSpPr txBox="1">
              <a:spLocks noChangeArrowheads="1"/>
            </p:cNvSpPr>
            <p:nvPr/>
          </p:nvSpPr>
          <p:spPr bwMode="auto">
            <a:xfrm>
              <a:off x="1736" y="657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84358" name="Text Box 38"/>
            <p:cNvSpPr txBox="1">
              <a:spLocks noChangeArrowheads="1"/>
            </p:cNvSpPr>
            <p:nvPr/>
          </p:nvSpPr>
          <p:spPr bwMode="auto">
            <a:xfrm>
              <a:off x="2286" y="110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84359" name="Text Box 39"/>
            <p:cNvSpPr txBox="1">
              <a:spLocks noChangeArrowheads="1"/>
            </p:cNvSpPr>
            <p:nvPr/>
          </p:nvSpPr>
          <p:spPr bwMode="auto">
            <a:xfrm>
              <a:off x="1465" y="117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60" name="Text Box 40"/>
            <p:cNvSpPr txBox="1">
              <a:spLocks noChangeArrowheads="1"/>
            </p:cNvSpPr>
            <p:nvPr/>
          </p:nvSpPr>
          <p:spPr bwMode="auto">
            <a:xfrm>
              <a:off x="1472" y="70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84361" name="Text Box 41"/>
            <p:cNvSpPr txBox="1">
              <a:spLocks noChangeArrowheads="1"/>
            </p:cNvSpPr>
            <p:nvPr/>
          </p:nvSpPr>
          <p:spPr bwMode="auto">
            <a:xfrm>
              <a:off x="1466" y="170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84362" name="Line 42"/>
            <p:cNvSpPr>
              <a:spLocks noChangeShapeType="1"/>
            </p:cNvSpPr>
            <p:nvPr/>
          </p:nvSpPr>
          <p:spPr bwMode="auto">
            <a:xfrm flipH="1">
              <a:off x="2570" y="684"/>
              <a:ext cx="0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3" name="Line 43"/>
            <p:cNvSpPr>
              <a:spLocks noChangeShapeType="1"/>
            </p:cNvSpPr>
            <p:nvPr/>
          </p:nvSpPr>
          <p:spPr bwMode="auto">
            <a:xfrm>
              <a:off x="2570" y="1195"/>
              <a:ext cx="0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4" name="Line 44"/>
            <p:cNvSpPr>
              <a:spLocks noChangeShapeType="1"/>
            </p:cNvSpPr>
            <p:nvPr/>
          </p:nvSpPr>
          <p:spPr bwMode="auto">
            <a:xfrm>
              <a:off x="2562" y="1870"/>
              <a:ext cx="0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5" name="Line 45"/>
            <p:cNvSpPr>
              <a:spLocks noChangeShapeType="1"/>
            </p:cNvSpPr>
            <p:nvPr/>
          </p:nvSpPr>
          <p:spPr bwMode="auto">
            <a:xfrm>
              <a:off x="2256" y="2022"/>
              <a:ext cx="3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366" name="AutoShape 46"/>
          <p:cNvSpPr>
            <a:spLocks noChangeArrowheads="1"/>
          </p:cNvSpPr>
          <p:nvPr/>
        </p:nvSpPr>
        <p:spPr bwMode="auto">
          <a:xfrm>
            <a:off x="3181350" y="2643188"/>
            <a:ext cx="809625" cy="333375"/>
          </a:xfrm>
          <a:prstGeom prst="rightArrow">
            <a:avLst>
              <a:gd name="adj1" fmla="val 50000"/>
              <a:gd name="adj2" fmla="val 60714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4367" name="Group 47"/>
          <p:cNvGrpSpPr>
            <a:grpSpLocks/>
          </p:cNvGrpSpPr>
          <p:nvPr/>
        </p:nvGrpSpPr>
        <p:grpSpPr bwMode="auto">
          <a:xfrm>
            <a:off x="4064000" y="1177925"/>
            <a:ext cx="1997075" cy="2800350"/>
            <a:chOff x="3907" y="925"/>
            <a:chExt cx="1258" cy="1764"/>
          </a:xfrm>
        </p:grpSpPr>
        <p:sp>
          <p:nvSpPr>
            <p:cNvPr id="184368" name="Line 48"/>
            <p:cNvSpPr>
              <a:spLocks noChangeShapeType="1"/>
            </p:cNvSpPr>
            <p:nvPr/>
          </p:nvSpPr>
          <p:spPr bwMode="auto">
            <a:xfrm>
              <a:off x="4064" y="1327"/>
              <a:ext cx="7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9" name="Line 49"/>
            <p:cNvSpPr>
              <a:spLocks noChangeShapeType="1"/>
            </p:cNvSpPr>
            <p:nvPr/>
          </p:nvSpPr>
          <p:spPr bwMode="auto">
            <a:xfrm>
              <a:off x="4147" y="1219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70" name="Text Box 50"/>
            <p:cNvSpPr txBox="1">
              <a:spLocks noChangeArrowheads="1"/>
            </p:cNvSpPr>
            <p:nvPr/>
          </p:nvSpPr>
          <p:spPr bwMode="auto">
            <a:xfrm>
              <a:off x="4195" y="925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71" name="Oval 51"/>
            <p:cNvSpPr>
              <a:spLocks noChangeArrowheads="1"/>
            </p:cNvSpPr>
            <p:nvPr/>
          </p:nvSpPr>
          <p:spPr bwMode="auto">
            <a:xfrm>
              <a:off x="3990" y="129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4372" name="Group 52"/>
            <p:cNvGrpSpPr>
              <a:grpSpLocks/>
            </p:cNvGrpSpPr>
            <p:nvPr/>
          </p:nvGrpSpPr>
          <p:grpSpPr bwMode="auto">
            <a:xfrm rot="5400000">
              <a:off x="4608" y="2253"/>
              <a:ext cx="379" cy="57"/>
              <a:chOff x="1200" y="1584"/>
              <a:chExt cx="379" cy="45"/>
            </a:xfrm>
          </p:grpSpPr>
          <p:sp>
            <p:nvSpPr>
              <p:cNvPr id="184373" name="Arc 5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74" name="Arc 5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75" name="Arc 5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376" name="Arc 5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377" name="Oval 57"/>
            <p:cNvSpPr>
              <a:spLocks noChangeArrowheads="1"/>
            </p:cNvSpPr>
            <p:nvPr/>
          </p:nvSpPr>
          <p:spPr bwMode="auto">
            <a:xfrm>
              <a:off x="3978" y="262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78" name="Rectangle 58"/>
            <p:cNvSpPr>
              <a:spLocks noChangeArrowheads="1"/>
            </p:cNvSpPr>
            <p:nvPr/>
          </p:nvSpPr>
          <p:spPr bwMode="auto">
            <a:xfrm rot="5400000">
              <a:off x="4621" y="1618"/>
              <a:ext cx="304" cy="1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79" name="Text Box 59"/>
            <p:cNvSpPr txBox="1">
              <a:spLocks noChangeArrowheads="1"/>
            </p:cNvSpPr>
            <p:nvPr/>
          </p:nvSpPr>
          <p:spPr bwMode="auto">
            <a:xfrm>
              <a:off x="4853" y="1535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R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80" name="Text Box 60"/>
            <p:cNvSpPr txBox="1">
              <a:spLocks noChangeArrowheads="1"/>
            </p:cNvSpPr>
            <p:nvPr/>
          </p:nvSpPr>
          <p:spPr bwMode="auto">
            <a:xfrm>
              <a:off x="4853" y="2134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L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81" name="Text Box 61"/>
            <p:cNvSpPr txBox="1">
              <a:spLocks noChangeArrowheads="1"/>
            </p:cNvSpPr>
            <p:nvPr/>
          </p:nvSpPr>
          <p:spPr bwMode="auto">
            <a:xfrm>
              <a:off x="3907" y="184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84382" name="Text Box 62"/>
            <p:cNvSpPr txBox="1">
              <a:spLocks noChangeArrowheads="1"/>
            </p:cNvSpPr>
            <p:nvPr/>
          </p:nvSpPr>
          <p:spPr bwMode="auto">
            <a:xfrm>
              <a:off x="3907" y="133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84383" name="Text Box 63"/>
            <p:cNvSpPr txBox="1">
              <a:spLocks noChangeArrowheads="1"/>
            </p:cNvSpPr>
            <p:nvPr/>
          </p:nvSpPr>
          <p:spPr bwMode="auto">
            <a:xfrm>
              <a:off x="3907" y="231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84384" name="Line 64"/>
            <p:cNvSpPr>
              <a:spLocks noChangeShapeType="1"/>
            </p:cNvSpPr>
            <p:nvPr/>
          </p:nvSpPr>
          <p:spPr bwMode="auto">
            <a:xfrm flipH="1">
              <a:off x="4777" y="1321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85" name="Line 65"/>
            <p:cNvSpPr>
              <a:spLocks noChangeShapeType="1"/>
            </p:cNvSpPr>
            <p:nvPr/>
          </p:nvSpPr>
          <p:spPr bwMode="auto">
            <a:xfrm flipH="1">
              <a:off x="4777" y="1832"/>
              <a:ext cx="0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86" name="Line 66"/>
            <p:cNvSpPr>
              <a:spLocks noChangeShapeType="1"/>
            </p:cNvSpPr>
            <p:nvPr/>
          </p:nvSpPr>
          <p:spPr bwMode="auto">
            <a:xfrm>
              <a:off x="4768" y="2464"/>
              <a:ext cx="1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87" name="Line 67"/>
            <p:cNvSpPr>
              <a:spLocks noChangeShapeType="1"/>
            </p:cNvSpPr>
            <p:nvPr/>
          </p:nvSpPr>
          <p:spPr bwMode="auto">
            <a:xfrm>
              <a:off x="4046" y="2659"/>
              <a:ext cx="7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84388" name="Object 68"/>
          <p:cNvGraphicFramePr>
            <a:graphicFrameLocks noChangeAspect="1"/>
          </p:cNvGraphicFramePr>
          <p:nvPr/>
        </p:nvGraphicFramePr>
        <p:xfrm>
          <a:off x="1190625" y="4879975"/>
          <a:ext cx="47958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52400" imgH="215640" progId="Equation.3">
                  <p:embed/>
                </p:oleObj>
              </mc:Choice>
              <mc:Fallback>
                <p:oleObj name="公式" r:id="rId2" imgW="2552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4879975"/>
                        <a:ext cx="4795838" cy="4032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9" name="Object 69"/>
          <p:cNvGraphicFramePr>
            <a:graphicFrameLocks noChangeAspect="1"/>
          </p:cNvGraphicFramePr>
          <p:nvPr/>
        </p:nvGraphicFramePr>
        <p:xfrm>
          <a:off x="6149975" y="1717675"/>
          <a:ext cx="27717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698400" progId="Equation.3">
                  <p:embed/>
                </p:oleObj>
              </mc:Choice>
              <mc:Fallback>
                <p:oleObj name="Equation" r:id="rId4" imgW="15112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1717675"/>
                        <a:ext cx="277177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0" name="Object 70"/>
          <p:cNvGraphicFramePr>
            <a:graphicFrameLocks noChangeAspect="1"/>
          </p:cNvGraphicFramePr>
          <p:nvPr/>
        </p:nvGraphicFramePr>
        <p:xfrm>
          <a:off x="4273550" y="5322888"/>
          <a:ext cx="21336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06360" imgH="355320" progId="Equation.3">
                  <p:embed/>
                </p:oleObj>
              </mc:Choice>
              <mc:Fallback>
                <p:oleObj name="公式" r:id="rId6" imgW="12063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5322888"/>
                        <a:ext cx="21336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2" name="Object 72"/>
          <p:cNvGraphicFramePr>
            <a:graphicFrameLocks noChangeAspect="1"/>
          </p:cNvGraphicFramePr>
          <p:nvPr/>
        </p:nvGraphicFramePr>
        <p:xfrm>
          <a:off x="1382713" y="5454650"/>
          <a:ext cx="25257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560" imgH="215640" progId="Equation.3">
                  <p:embed/>
                </p:oleObj>
              </mc:Choice>
              <mc:Fallback>
                <p:oleObj name="公式" r:id="rId8" imgW="1447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5454650"/>
                        <a:ext cx="252571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3" name="Object 73"/>
          <p:cNvGraphicFramePr>
            <a:graphicFrameLocks noChangeAspect="1"/>
          </p:cNvGraphicFramePr>
          <p:nvPr/>
        </p:nvGraphicFramePr>
        <p:xfrm>
          <a:off x="1373188" y="4227513"/>
          <a:ext cx="7034212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70200" imgH="355320" progId="Equation.3">
                  <p:embed/>
                </p:oleObj>
              </mc:Choice>
              <mc:Fallback>
                <p:oleObj name="Equation" r:id="rId10" imgW="36702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4227513"/>
                        <a:ext cx="7034212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4" name="Text Box 74"/>
          <p:cNvSpPr txBox="1">
            <a:spLocks noChangeArrowheads="1"/>
          </p:cNvSpPr>
          <p:nvPr/>
        </p:nvSpPr>
        <p:spPr bwMode="auto">
          <a:xfrm>
            <a:off x="919388" y="432707"/>
            <a:ext cx="66769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2.  Series-opposing connection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041411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4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4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4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4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4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4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6" grpId="0" animBg="1"/>
      <p:bldP spid="18439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ext Box 2"/>
          <p:cNvSpPr txBox="1">
            <a:spLocks noChangeArrowheads="1"/>
          </p:cNvSpPr>
          <p:nvPr/>
        </p:nvSpPr>
        <p:spPr bwMode="auto">
          <a:xfrm>
            <a:off x="818356" y="1122938"/>
            <a:ext cx="79263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1. Parallel-aiding connection </a:t>
            </a:r>
            <a:endParaRPr lang="zh-CN" altLang="en-US" sz="2400" b="1" dirty="0"/>
          </a:p>
          <a:p>
            <a:endParaRPr kumimoji="1" lang="en-US" altLang="zh-CN" b="1" dirty="0">
              <a:solidFill>
                <a:srgbClr val="3333FF"/>
              </a:solidFill>
              <a:latin typeface="Times New Roman" pitchFamily="18" charset="0"/>
            </a:endParaRPr>
          </a:p>
        </p:txBody>
      </p:sp>
      <p:graphicFrame>
        <p:nvGraphicFramePr>
          <p:cNvPr id="199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402828"/>
              </p:ext>
            </p:extLst>
          </p:nvPr>
        </p:nvGraphicFramePr>
        <p:xfrm>
          <a:off x="4946650" y="1666875"/>
          <a:ext cx="2354263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4520" imgH="393480" progId="Equation.3">
                  <p:embed/>
                </p:oleObj>
              </mc:Choice>
              <mc:Fallback>
                <p:oleObj name="公式" r:id="rId2" imgW="124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1666875"/>
                        <a:ext cx="2354263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4" name="AutoShape 4"/>
          <p:cNvSpPr>
            <a:spLocks/>
          </p:cNvSpPr>
          <p:nvPr/>
        </p:nvSpPr>
        <p:spPr bwMode="auto">
          <a:xfrm>
            <a:off x="4629150" y="2003426"/>
            <a:ext cx="304800" cy="1438275"/>
          </a:xfrm>
          <a:prstGeom prst="leftBrace">
            <a:avLst>
              <a:gd name="adj1" fmla="val 3932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9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187951"/>
              </p:ext>
            </p:extLst>
          </p:nvPr>
        </p:nvGraphicFramePr>
        <p:xfrm>
          <a:off x="1282700" y="4293096"/>
          <a:ext cx="27336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444240" progId="Equation.3">
                  <p:embed/>
                </p:oleObj>
              </mc:Choice>
              <mc:Fallback>
                <p:oleObj name="公式" r:id="rId4" imgW="1371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4293096"/>
                        <a:ext cx="27336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135523"/>
              </p:ext>
            </p:extLst>
          </p:nvPr>
        </p:nvGraphicFramePr>
        <p:xfrm>
          <a:off x="5148064" y="4293096"/>
          <a:ext cx="304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12800" imgH="444240" progId="Equation.3">
                  <p:embed/>
                </p:oleObj>
              </mc:Choice>
              <mc:Fallback>
                <p:oleObj name="公式" r:id="rId6" imgW="1612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293096"/>
                        <a:ext cx="304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7" name="Text Box 7"/>
          <p:cNvSpPr txBox="1">
            <a:spLocks noChangeArrowheads="1"/>
          </p:cNvSpPr>
          <p:nvPr/>
        </p:nvSpPr>
        <p:spPr bwMode="auto">
          <a:xfrm>
            <a:off x="4927600" y="3135312"/>
            <a:ext cx="1265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dirty="0">
                <a:latin typeface="Times New Roman" pitchFamily="18" charset="0"/>
              </a:rPr>
              <a:t> = </a:t>
            </a:r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latin typeface="Times New Roman" pitchFamily="18" charset="0"/>
              </a:rPr>
              <a:t> +</a:t>
            </a:r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itchFamily="18" charset="0"/>
              </a:rPr>
              <a:t>2 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199688" name="Text Box 8"/>
          <p:cNvSpPr txBox="1">
            <a:spLocks noChangeArrowheads="1"/>
          </p:cNvSpPr>
          <p:nvPr/>
        </p:nvSpPr>
        <p:spPr bwMode="auto">
          <a:xfrm>
            <a:off x="1282700" y="3563938"/>
            <a:ext cx="44759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/>
              <a:t>Solve the equations, we get</a:t>
            </a:r>
          </a:p>
        </p:txBody>
      </p:sp>
      <p:grpSp>
        <p:nvGrpSpPr>
          <p:cNvPr id="199690" name="Group 10"/>
          <p:cNvGrpSpPr>
            <a:grpSpLocks/>
          </p:cNvGrpSpPr>
          <p:nvPr/>
        </p:nvGrpSpPr>
        <p:grpSpPr bwMode="auto">
          <a:xfrm>
            <a:off x="1278731" y="1638300"/>
            <a:ext cx="2776538" cy="1933575"/>
            <a:chOff x="768" y="840"/>
            <a:chExt cx="1749" cy="1218"/>
          </a:xfrm>
        </p:grpSpPr>
        <p:sp>
          <p:nvSpPr>
            <p:cNvPr id="199691" name="Line 11"/>
            <p:cNvSpPr>
              <a:spLocks noChangeShapeType="1"/>
            </p:cNvSpPr>
            <p:nvPr/>
          </p:nvSpPr>
          <p:spPr bwMode="auto">
            <a:xfrm>
              <a:off x="1680" y="1832"/>
              <a:ext cx="0" cy="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2" name="Line 12"/>
            <p:cNvSpPr>
              <a:spLocks noChangeShapeType="1"/>
            </p:cNvSpPr>
            <p:nvPr/>
          </p:nvSpPr>
          <p:spPr bwMode="auto">
            <a:xfrm>
              <a:off x="1680" y="12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3" name="Line 13"/>
            <p:cNvSpPr>
              <a:spLocks noChangeShapeType="1"/>
            </p:cNvSpPr>
            <p:nvPr/>
          </p:nvSpPr>
          <p:spPr bwMode="auto">
            <a:xfrm>
              <a:off x="2160" y="1814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4" name="Line 14"/>
            <p:cNvSpPr>
              <a:spLocks noChangeShapeType="1"/>
            </p:cNvSpPr>
            <p:nvPr/>
          </p:nvSpPr>
          <p:spPr bwMode="auto">
            <a:xfrm>
              <a:off x="2160" y="1212"/>
              <a:ext cx="0" cy="2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5" name="Line 15"/>
            <p:cNvSpPr>
              <a:spLocks noChangeShapeType="1"/>
            </p:cNvSpPr>
            <p:nvPr/>
          </p:nvSpPr>
          <p:spPr bwMode="auto">
            <a:xfrm>
              <a:off x="912" y="1212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6" name="Line 16"/>
            <p:cNvSpPr>
              <a:spLocks noChangeShapeType="1"/>
            </p:cNvSpPr>
            <p:nvPr/>
          </p:nvSpPr>
          <p:spPr bwMode="auto">
            <a:xfrm>
              <a:off x="912" y="2040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7" name="Line 17"/>
            <p:cNvSpPr>
              <a:spLocks noChangeShapeType="1"/>
            </p:cNvSpPr>
            <p:nvPr/>
          </p:nvSpPr>
          <p:spPr bwMode="auto">
            <a:xfrm>
              <a:off x="1614" y="124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8" name="Line 18"/>
            <p:cNvSpPr>
              <a:spLocks noChangeShapeType="1"/>
            </p:cNvSpPr>
            <p:nvPr/>
          </p:nvSpPr>
          <p:spPr bwMode="auto">
            <a:xfrm>
              <a:off x="2256" y="12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699" name="Text Box 19"/>
            <p:cNvSpPr txBox="1">
              <a:spLocks noChangeArrowheads="1"/>
            </p:cNvSpPr>
            <p:nvPr/>
          </p:nvSpPr>
          <p:spPr bwMode="auto">
            <a:xfrm>
              <a:off x="1658" y="12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99700" name="Text Box 20"/>
            <p:cNvSpPr txBox="1">
              <a:spLocks noChangeArrowheads="1"/>
            </p:cNvSpPr>
            <p:nvPr/>
          </p:nvSpPr>
          <p:spPr bwMode="auto">
            <a:xfrm>
              <a:off x="1968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99701" name="Text Box 21"/>
            <p:cNvSpPr txBox="1">
              <a:spLocks noChangeArrowheads="1"/>
            </p:cNvSpPr>
            <p:nvPr/>
          </p:nvSpPr>
          <p:spPr bwMode="auto">
            <a:xfrm>
              <a:off x="1776" y="840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99702" name="Text Box 22"/>
            <p:cNvSpPr txBox="1">
              <a:spLocks noChangeArrowheads="1"/>
            </p:cNvSpPr>
            <p:nvPr/>
          </p:nvSpPr>
          <p:spPr bwMode="auto">
            <a:xfrm>
              <a:off x="2234" y="1142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99703" name="Text Box 23"/>
            <p:cNvSpPr txBox="1">
              <a:spLocks noChangeArrowheads="1"/>
            </p:cNvSpPr>
            <p:nvPr/>
          </p:nvSpPr>
          <p:spPr bwMode="auto">
            <a:xfrm>
              <a:off x="1380" y="116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99704" name="Text Box 24"/>
            <p:cNvSpPr txBox="1">
              <a:spLocks noChangeArrowheads="1"/>
            </p:cNvSpPr>
            <p:nvPr/>
          </p:nvSpPr>
          <p:spPr bwMode="auto">
            <a:xfrm>
              <a:off x="1388" y="1490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99705" name="Text Box 25"/>
            <p:cNvSpPr txBox="1">
              <a:spLocks noChangeArrowheads="1"/>
            </p:cNvSpPr>
            <p:nvPr/>
          </p:nvSpPr>
          <p:spPr bwMode="auto">
            <a:xfrm>
              <a:off x="2220" y="1476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199706" name="Text Box 26"/>
            <p:cNvSpPr txBox="1">
              <a:spLocks noChangeArrowheads="1"/>
            </p:cNvSpPr>
            <p:nvPr/>
          </p:nvSpPr>
          <p:spPr bwMode="auto">
            <a:xfrm>
              <a:off x="768" y="149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199707" name="Text Box 27"/>
            <p:cNvSpPr txBox="1">
              <a:spLocks noChangeArrowheads="1"/>
            </p:cNvSpPr>
            <p:nvPr/>
          </p:nvSpPr>
          <p:spPr bwMode="auto">
            <a:xfrm>
              <a:off x="954" y="85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99708" name="Line 28"/>
            <p:cNvSpPr>
              <a:spLocks noChangeShapeType="1"/>
            </p:cNvSpPr>
            <p:nvPr/>
          </p:nvSpPr>
          <p:spPr bwMode="auto">
            <a:xfrm>
              <a:off x="900" y="113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9709" name="Group 29"/>
            <p:cNvGrpSpPr>
              <a:grpSpLocks/>
            </p:cNvGrpSpPr>
            <p:nvPr/>
          </p:nvGrpSpPr>
          <p:grpSpPr bwMode="auto">
            <a:xfrm rot="5400000">
              <a:off x="1994" y="1593"/>
              <a:ext cx="379" cy="57"/>
              <a:chOff x="1200" y="1584"/>
              <a:chExt cx="379" cy="45"/>
            </a:xfrm>
          </p:grpSpPr>
          <p:sp>
            <p:nvSpPr>
              <p:cNvPr id="199710" name="Arc 3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1" name="Arc 3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2" name="Arc 3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3" name="Arc 3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9714" name="Oval 34"/>
            <p:cNvSpPr>
              <a:spLocks noChangeArrowheads="1"/>
            </p:cNvSpPr>
            <p:nvPr/>
          </p:nvSpPr>
          <p:spPr bwMode="auto">
            <a:xfrm>
              <a:off x="856" y="118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9715" name="Group 35"/>
            <p:cNvGrpSpPr>
              <a:grpSpLocks/>
            </p:cNvGrpSpPr>
            <p:nvPr/>
          </p:nvGrpSpPr>
          <p:grpSpPr bwMode="auto">
            <a:xfrm rot="5400000">
              <a:off x="1517" y="1614"/>
              <a:ext cx="379" cy="57"/>
              <a:chOff x="1200" y="1584"/>
              <a:chExt cx="379" cy="45"/>
            </a:xfrm>
          </p:grpSpPr>
          <p:sp>
            <p:nvSpPr>
              <p:cNvPr id="199716" name="Arc 3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7" name="Arc 3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8" name="Arc 3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719" name="Arc 3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9720" name="Arc 40"/>
            <p:cNvSpPr>
              <a:spLocks/>
            </p:cNvSpPr>
            <p:nvPr/>
          </p:nvSpPr>
          <p:spPr bwMode="auto">
            <a:xfrm rot="10800000" flipV="1">
              <a:off x="1675" y="1012"/>
              <a:ext cx="195" cy="205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721" name="Text Box 41"/>
            <p:cNvSpPr txBox="1">
              <a:spLocks noChangeArrowheads="1"/>
            </p:cNvSpPr>
            <p:nvPr/>
          </p:nvSpPr>
          <p:spPr bwMode="auto">
            <a:xfrm>
              <a:off x="768" y="12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99722" name="Text Box 42"/>
            <p:cNvSpPr txBox="1">
              <a:spLocks noChangeArrowheads="1"/>
            </p:cNvSpPr>
            <p:nvPr/>
          </p:nvSpPr>
          <p:spPr bwMode="auto">
            <a:xfrm>
              <a:off x="780" y="17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199723" name="Arc 43"/>
            <p:cNvSpPr>
              <a:spLocks/>
            </p:cNvSpPr>
            <p:nvPr/>
          </p:nvSpPr>
          <p:spPr bwMode="auto">
            <a:xfrm rot="-10800000" flipH="1" flipV="1">
              <a:off x="1968" y="1015"/>
              <a:ext cx="195" cy="205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724" name="Oval 44"/>
            <p:cNvSpPr>
              <a:spLocks noChangeArrowheads="1"/>
            </p:cNvSpPr>
            <p:nvPr/>
          </p:nvSpPr>
          <p:spPr bwMode="auto">
            <a:xfrm>
              <a:off x="856" y="201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997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442206"/>
              </p:ext>
            </p:extLst>
          </p:nvPr>
        </p:nvGraphicFramePr>
        <p:xfrm>
          <a:off x="4946650" y="2335213"/>
          <a:ext cx="23780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57120" imgH="393480" progId="Equation.3">
                  <p:embed/>
                </p:oleObj>
              </mc:Choice>
              <mc:Fallback>
                <p:oleObj name="公式" r:id="rId8" imgW="1257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2335213"/>
                        <a:ext cx="237807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73"/>
          <p:cNvSpPr txBox="1">
            <a:spLocks noChangeArrowheads="1"/>
          </p:cNvSpPr>
          <p:nvPr/>
        </p:nvSpPr>
        <p:spPr bwMode="auto">
          <a:xfrm>
            <a:off x="936625" y="332656"/>
            <a:ext cx="68037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Dot convention for coils in parallel</a:t>
            </a:r>
          </a:p>
        </p:txBody>
      </p:sp>
      <p:graphicFrame>
        <p:nvGraphicFramePr>
          <p:cNvPr id="46" name="Object 47">
            <a:extLst>
              <a:ext uri="{FF2B5EF4-FFF2-40B4-BE49-F238E27FC236}">
                <a16:creationId xmlns:a16="http://schemas.microsoft.com/office/drawing/2014/main" id="{5D14713E-978B-DAD2-B4C0-9F6EDEAED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295058"/>
              </p:ext>
            </p:extLst>
          </p:nvPr>
        </p:nvGraphicFramePr>
        <p:xfrm>
          <a:off x="1379238" y="5443239"/>
          <a:ext cx="16573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99920" imgH="253800" progId="Equation.3">
                  <p:embed/>
                </p:oleObj>
              </mc:Choice>
              <mc:Fallback>
                <p:oleObj name="公式" r:id="rId10" imgW="799920" imgH="253800" progId="Equation.3">
                  <p:embed/>
                  <p:pic>
                    <p:nvPicPr>
                      <p:cNvPr id="45" name="Object 47">
                        <a:extLst>
                          <a:ext uri="{FF2B5EF4-FFF2-40B4-BE49-F238E27FC236}">
                            <a16:creationId xmlns:a16="http://schemas.microsoft.com/office/drawing/2014/main" id="{53B4002F-031B-BB3B-EE74-6D3D135C9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238" y="5443239"/>
                        <a:ext cx="16573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9">
            <a:extLst>
              <a:ext uri="{FF2B5EF4-FFF2-40B4-BE49-F238E27FC236}">
                <a16:creationId xmlns:a16="http://schemas.microsoft.com/office/drawing/2014/main" id="{604E4DC2-92F9-860C-9C59-75AA690D2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899017"/>
              </p:ext>
            </p:extLst>
          </p:nvPr>
        </p:nvGraphicFramePr>
        <p:xfrm>
          <a:off x="3956051" y="5398789"/>
          <a:ext cx="22367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79280" imgH="253800" progId="Equation.3">
                  <p:embed/>
                </p:oleObj>
              </mc:Choice>
              <mc:Fallback>
                <p:oleObj name="公式" r:id="rId12" imgW="1079280" imgH="253800" progId="Equation.3">
                  <p:embed/>
                  <p:pic>
                    <p:nvPicPr>
                      <p:cNvPr id="47" name="Object 49">
                        <a:extLst>
                          <a:ext uri="{FF2B5EF4-FFF2-40B4-BE49-F238E27FC236}">
                            <a16:creationId xmlns:a16="http://schemas.microsoft.com/office/drawing/2014/main" id="{3FA7E0FE-8926-F2D5-CCCB-4D023F8A7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1" y="5398789"/>
                        <a:ext cx="22367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0839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utoUpdateAnimBg="0"/>
      <p:bldP spid="199684" grpId="0" animBg="1"/>
      <p:bldP spid="199687" grpId="0" autoUpdateAnimBg="0"/>
      <p:bldP spid="19968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332650"/>
              </p:ext>
            </p:extLst>
          </p:nvPr>
        </p:nvGraphicFramePr>
        <p:xfrm>
          <a:off x="4921250" y="1218282"/>
          <a:ext cx="2354263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4520" imgH="393480" progId="Equation.3">
                  <p:embed/>
                </p:oleObj>
              </mc:Choice>
              <mc:Fallback>
                <p:oleObj name="公式" r:id="rId2" imgW="124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1218282"/>
                        <a:ext cx="2354263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AutoShape 4"/>
          <p:cNvSpPr>
            <a:spLocks/>
          </p:cNvSpPr>
          <p:nvPr/>
        </p:nvSpPr>
        <p:spPr bwMode="auto">
          <a:xfrm>
            <a:off x="4616450" y="1549275"/>
            <a:ext cx="304800" cy="1438275"/>
          </a:xfrm>
          <a:prstGeom prst="leftBrace">
            <a:avLst>
              <a:gd name="adj1" fmla="val 3932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0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478520"/>
              </p:ext>
            </p:extLst>
          </p:nvPr>
        </p:nvGraphicFramePr>
        <p:xfrm>
          <a:off x="1397000" y="3813353"/>
          <a:ext cx="27336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444240" progId="Equation.3">
                  <p:embed/>
                </p:oleObj>
              </mc:Choice>
              <mc:Fallback>
                <p:oleObj name="公式" r:id="rId4" imgW="1371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3813353"/>
                        <a:ext cx="27336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605794"/>
              </p:ext>
            </p:extLst>
          </p:nvPr>
        </p:nvGraphicFramePr>
        <p:xfrm>
          <a:off x="4662488" y="3874915"/>
          <a:ext cx="304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12800" imgH="444240" progId="Equation.3">
                  <p:embed/>
                </p:oleObj>
              </mc:Choice>
              <mc:Fallback>
                <p:oleObj name="公式" r:id="rId6" imgW="1612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3874915"/>
                        <a:ext cx="304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4921250" y="2694193"/>
            <a:ext cx="1265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dirty="0">
                <a:latin typeface="Times New Roman" pitchFamily="18" charset="0"/>
              </a:rPr>
              <a:t> = </a:t>
            </a:r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latin typeface="Times New Roman" pitchFamily="18" charset="0"/>
              </a:rPr>
              <a:t> +</a:t>
            </a:r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itchFamily="18" charset="0"/>
              </a:rPr>
              <a:t>2 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1270000" y="3305175"/>
            <a:ext cx="44759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/>
              <a:t>Solve the equations, we get</a:t>
            </a:r>
          </a:p>
        </p:txBody>
      </p:sp>
      <p:grpSp>
        <p:nvGrpSpPr>
          <p:cNvPr id="200713" name="Group 9"/>
          <p:cNvGrpSpPr>
            <a:grpSpLocks/>
          </p:cNvGrpSpPr>
          <p:nvPr/>
        </p:nvGrpSpPr>
        <p:grpSpPr bwMode="auto">
          <a:xfrm>
            <a:off x="1206500" y="1311150"/>
            <a:ext cx="2776538" cy="1981200"/>
            <a:chOff x="760" y="534"/>
            <a:chExt cx="1749" cy="1248"/>
          </a:xfrm>
        </p:grpSpPr>
        <p:sp>
          <p:nvSpPr>
            <p:cNvPr id="200714" name="Line 10"/>
            <p:cNvSpPr>
              <a:spLocks noChangeShapeType="1"/>
            </p:cNvSpPr>
            <p:nvPr/>
          </p:nvSpPr>
          <p:spPr bwMode="auto">
            <a:xfrm>
              <a:off x="1672" y="1526"/>
              <a:ext cx="0" cy="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15" name="Line 11"/>
            <p:cNvSpPr>
              <a:spLocks noChangeShapeType="1"/>
            </p:cNvSpPr>
            <p:nvPr/>
          </p:nvSpPr>
          <p:spPr bwMode="auto">
            <a:xfrm>
              <a:off x="1672" y="90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16" name="Line 12"/>
            <p:cNvSpPr>
              <a:spLocks noChangeShapeType="1"/>
            </p:cNvSpPr>
            <p:nvPr/>
          </p:nvSpPr>
          <p:spPr bwMode="auto">
            <a:xfrm>
              <a:off x="2152" y="1508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17" name="Line 13"/>
            <p:cNvSpPr>
              <a:spLocks noChangeShapeType="1"/>
            </p:cNvSpPr>
            <p:nvPr/>
          </p:nvSpPr>
          <p:spPr bwMode="auto">
            <a:xfrm>
              <a:off x="2152" y="906"/>
              <a:ext cx="0" cy="2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18" name="Line 14"/>
            <p:cNvSpPr>
              <a:spLocks noChangeShapeType="1"/>
            </p:cNvSpPr>
            <p:nvPr/>
          </p:nvSpPr>
          <p:spPr bwMode="auto">
            <a:xfrm>
              <a:off x="904" y="906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19" name="Line 15"/>
            <p:cNvSpPr>
              <a:spLocks noChangeShapeType="1"/>
            </p:cNvSpPr>
            <p:nvPr/>
          </p:nvSpPr>
          <p:spPr bwMode="auto">
            <a:xfrm>
              <a:off x="904" y="173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20" name="Line 16"/>
            <p:cNvSpPr>
              <a:spLocks noChangeShapeType="1"/>
            </p:cNvSpPr>
            <p:nvPr/>
          </p:nvSpPr>
          <p:spPr bwMode="auto">
            <a:xfrm>
              <a:off x="1606" y="94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21" name="Line 17"/>
            <p:cNvSpPr>
              <a:spLocks noChangeShapeType="1"/>
            </p:cNvSpPr>
            <p:nvPr/>
          </p:nvSpPr>
          <p:spPr bwMode="auto">
            <a:xfrm>
              <a:off x="2248" y="91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22" name="Text Box 18"/>
            <p:cNvSpPr txBox="1">
              <a:spLocks noChangeArrowheads="1"/>
            </p:cNvSpPr>
            <p:nvPr/>
          </p:nvSpPr>
          <p:spPr bwMode="auto">
            <a:xfrm>
              <a:off x="1650" y="9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0723" name="Text Box 19"/>
            <p:cNvSpPr txBox="1">
              <a:spLocks noChangeArrowheads="1"/>
            </p:cNvSpPr>
            <p:nvPr/>
          </p:nvSpPr>
          <p:spPr bwMode="auto">
            <a:xfrm>
              <a:off x="2116" y="14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0724" name="Text Box 20"/>
            <p:cNvSpPr txBox="1">
              <a:spLocks noChangeArrowheads="1"/>
            </p:cNvSpPr>
            <p:nvPr/>
          </p:nvSpPr>
          <p:spPr bwMode="auto">
            <a:xfrm>
              <a:off x="1768" y="534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200725" name="Text Box 21"/>
            <p:cNvSpPr txBox="1">
              <a:spLocks noChangeArrowheads="1"/>
            </p:cNvSpPr>
            <p:nvPr/>
          </p:nvSpPr>
          <p:spPr bwMode="auto">
            <a:xfrm>
              <a:off x="2226" y="83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0726" name="Text Box 22"/>
            <p:cNvSpPr txBox="1">
              <a:spLocks noChangeArrowheads="1"/>
            </p:cNvSpPr>
            <p:nvPr/>
          </p:nvSpPr>
          <p:spPr bwMode="auto">
            <a:xfrm>
              <a:off x="1372" y="85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0727" name="Text Box 23"/>
            <p:cNvSpPr txBox="1">
              <a:spLocks noChangeArrowheads="1"/>
            </p:cNvSpPr>
            <p:nvPr/>
          </p:nvSpPr>
          <p:spPr bwMode="auto">
            <a:xfrm>
              <a:off x="1380" y="118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0728" name="Text Box 24"/>
            <p:cNvSpPr txBox="1">
              <a:spLocks noChangeArrowheads="1"/>
            </p:cNvSpPr>
            <p:nvPr/>
          </p:nvSpPr>
          <p:spPr bwMode="auto">
            <a:xfrm>
              <a:off x="2212" y="1170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0729" name="Text Box 25"/>
            <p:cNvSpPr txBox="1">
              <a:spLocks noChangeArrowheads="1"/>
            </p:cNvSpPr>
            <p:nvPr/>
          </p:nvSpPr>
          <p:spPr bwMode="auto">
            <a:xfrm>
              <a:off x="760" y="118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200730" name="Text Box 26"/>
            <p:cNvSpPr txBox="1">
              <a:spLocks noChangeArrowheads="1"/>
            </p:cNvSpPr>
            <p:nvPr/>
          </p:nvSpPr>
          <p:spPr bwMode="auto">
            <a:xfrm>
              <a:off x="946" y="55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200731" name="Line 27"/>
            <p:cNvSpPr>
              <a:spLocks noChangeShapeType="1"/>
            </p:cNvSpPr>
            <p:nvPr/>
          </p:nvSpPr>
          <p:spPr bwMode="auto">
            <a:xfrm>
              <a:off x="892" y="82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0732" name="Group 28"/>
            <p:cNvGrpSpPr>
              <a:grpSpLocks/>
            </p:cNvGrpSpPr>
            <p:nvPr/>
          </p:nvGrpSpPr>
          <p:grpSpPr bwMode="auto">
            <a:xfrm rot="5400000">
              <a:off x="1986" y="1287"/>
              <a:ext cx="379" cy="57"/>
              <a:chOff x="1200" y="1584"/>
              <a:chExt cx="379" cy="45"/>
            </a:xfrm>
          </p:grpSpPr>
          <p:sp>
            <p:nvSpPr>
              <p:cNvPr id="200733" name="Arc 2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4" name="Arc 3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5" name="Arc 3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6" name="Arc 3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37" name="Oval 33"/>
            <p:cNvSpPr>
              <a:spLocks noChangeArrowheads="1"/>
            </p:cNvSpPr>
            <p:nvPr/>
          </p:nvSpPr>
          <p:spPr bwMode="auto">
            <a:xfrm>
              <a:off x="848" y="88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0738" name="Group 34"/>
            <p:cNvGrpSpPr>
              <a:grpSpLocks/>
            </p:cNvGrpSpPr>
            <p:nvPr/>
          </p:nvGrpSpPr>
          <p:grpSpPr bwMode="auto">
            <a:xfrm rot="5400000">
              <a:off x="1509" y="1308"/>
              <a:ext cx="379" cy="57"/>
              <a:chOff x="1200" y="1584"/>
              <a:chExt cx="379" cy="45"/>
            </a:xfrm>
          </p:grpSpPr>
          <p:sp>
            <p:nvSpPr>
              <p:cNvPr id="200739" name="Arc 3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40" name="Arc 3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41" name="Arc 3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42" name="Arc 3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43" name="Arc 39"/>
            <p:cNvSpPr>
              <a:spLocks/>
            </p:cNvSpPr>
            <p:nvPr/>
          </p:nvSpPr>
          <p:spPr bwMode="auto">
            <a:xfrm rot="10800000" flipV="1">
              <a:off x="1667" y="706"/>
              <a:ext cx="195" cy="205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44" name="Text Box 40"/>
            <p:cNvSpPr txBox="1">
              <a:spLocks noChangeArrowheads="1"/>
            </p:cNvSpPr>
            <p:nvPr/>
          </p:nvSpPr>
          <p:spPr bwMode="auto">
            <a:xfrm>
              <a:off x="760" y="90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0745" name="Text Box 41"/>
            <p:cNvSpPr txBox="1">
              <a:spLocks noChangeArrowheads="1"/>
            </p:cNvSpPr>
            <p:nvPr/>
          </p:nvSpPr>
          <p:spPr bwMode="auto">
            <a:xfrm>
              <a:off x="772" y="144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sp>
          <p:nvSpPr>
            <p:cNvPr id="200746" name="Arc 42"/>
            <p:cNvSpPr>
              <a:spLocks/>
            </p:cNvSpPr>
            <p:nvPr/>
          </p:nvSpPr>
          <p:spPr bwMode="auto">
            <a:xfrm rot="-10800000" flipH="1" flipV="1">
              <a:off x="1960" y="709"/>
              <a:ext cx="195" cy="205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47" name="Oval 43"/>
            <p:cNvSpPr>
              <a:spLocks noChangeArrowheads="1"/>
            </p:cNvSpPr>
            <p:nvPr/>
          </p:nvSpPr>
          <p:spPr bwMode="auto">
            <a:xfrm>
              <a:off x="848" y="170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0074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767336"/>
              </p:ext>
            </p:extLst>
          </p:nvPr>
        </p:nvGraphicFramePr>
        <p:xfrm>
          <a:off x="4921250" y="1891938"/>
          <a:ext cx="23780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57120" imgH="393480" progId="Equation.3">
                  <p:embed/>
                </p:oleObj>
              </mc:Choice>
              <mc:Fallback>
                <p:oleObj name="公式" r:id="rId8" imgW="1257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1891938"/>
                        <a:ext cx="237807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2"/>
          <p:cNvSpPr txBox="1">
            <a:spLocks noChangeArrowheads="1"/>
          </p:cNvSpPr>
          <p:nvPr/>
        </p:nvSpPr>
        <p:spPr bwMode="auto">
          <a:xfrm>
            <a:off x="805656" y="382111"/>
            <a:ext cx="79263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2. Parallel-opposing connection </a:t>
            </a:r>
            <a:endParaRPr lang="zh-CN" altLang="en-US" sz="2400" b="1" dirty="0"/>
          </a:p>
          <a:p>
            <a:endParaRPr kumimoji="1" lang="en-US" altLang="zh-CN" b="1" dirty="0">
              <a:solidFill>
                <a:srgbClr val="3333FF"/>
              </a:solidFill>
              <a:latin typeface="Times New Roman" pitchFamily="18" charset="0"/>
            </a:endParaRPr>
          </a:p>
        </p:txBody>
      </p:sp>
      <p:graphicFrame>
        <p:nvGraphicFramePr>
          <p:cNvPr id="45" name="Object 47">
            <a:extLst>
              <a:ext uri="{FF2B5EF4-FFF2-40B4-BE49-F238E27FC236}">
                <a16:creationId xmlns:a16="http://schemas.microsoft.com/office/drawing/2014/main" id="{53B4002F-031B-BB3B-EE74-6D3D135C9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391899"/>
              </p:ext>
            </p:extLst>
          </p:nvPr>
        </p:nvGraphicFramePr>
        <p:xfrm>
          <a:off x="1383506" y="5070352"/>
          <a:ext cx="16573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99920" imgH="253800" progId="Equation.3">
                  <p:embed/>
                </p:oleObj>
              </mc:Choice>
              <mc:Fallback>
                <p:oleObj name="公式" r:id="rId10" imgW="799920" imgH="253800" progId="Equation.3">
                  <p:embed/>
                  <p:pic>
                    <p:nvPicPr>
                      <p:cNvPr id="199727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506" y="5070352"/>
                        <a:ext cx="16573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9">
            <a:extLst>
              <a:ext uri="{FF2B5EF4-FFF2-40B4-BE49-F238E27FC236}">
                <a16:creationId xmlns:a16="http://schemas.microsoft.com/office/drawing/2014/main" id="{3FA7E0FE-8926-F2D5-CCCB-4D023F8A7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950688"/>
              </p:ext>
            </p:extLst>
          </p:nvPr>
        </p:nvGraphicFramePr>
        <p:xfrm>
          <a:off x="3832617" y="5047581"/>
          <a:ext cx="22367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79280" imgH="253800" progId="Equation.3">
                  <p:embed/>
                </p:oleObj>
              </mc:Choice>
              <mc:Fallback>
                <p:oleObj name="公式" r:id="rId12" imgW="1079280" imgH="253800" progId="Equation.3">
                  <p:embed/>
                  <p:pic>
                    <p:nvPicPr>
                      <p:cNvPr id="19972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17" y="5047581"/>
                        <a:ext cx="22367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70705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nimBg="1"/>
      <p:bldP spid="200711" grpId="0" autoUpdateAnimBg="0"/>
      <p:bldP spid="20071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5943600" y="1714277"/>
            <a:ext cx="2819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 dirty="0">
                <a:solidFill>
                  <a:srgbClr val="FF3300"/>
                </a:solidFill>
                <a:ea typeface="宋体" charset="-122"/>
              </a:rPr>
              <a:t>Time-domain </a:t>
            </a:r>
            <a:r>
              <a:rPr lang="en-US" altLang="zh-CN" sz="2000" dirty="0">
                <a:ea typeface="宋体" charset="-122"/>
              </a:rPr>
              <a:t>analysis of a circuit containing coupled coils.</a:t>
            </a:r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6019800" y="4632325"/>
            <a:ext cx="2743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 dirty="0">
                <a:solidFill>
                  <a:srgbClr val="FF3300"/>
                </a:solidFill>
                <a:ea typeface="宋体" charset="-122"/>
              </a:rPr>
              <a:t>Frequency-domain </a:t>
            </a:r>
            <a:r>
              <a:rPr lang="en-US" altLang="zh-CN" sz="2000" dirty="0">
                <a:ea typeface="宋体" charset="-122"/>
              </a:rPr>
              <a:t>analysis of a circuit containing coupled coils</a:t>
            </a:r>
          </a:p>
        </p:txBody>
      </p:sp>
      <p:pic>
        <p:nvPicPr>
          <p:cNvPr id="104459" name="Picture 11" descr="ale63317_13007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430" y="1196752"/>
            <a:ext cx="5046663" cy="1828800"/>
          </a:xfrm>
        </p:spPr>
      </p:pic>
      <p:pic>
        <p:nvPicPr>
          <p:cNvPr id="104460" name="Picture 12" descr="ale63317_1300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4114800"/>
            <a:ext cx="5292725" cy="1828800"/>
          </a:xfrm>
        </p:spPr>
      </p:pic>
    </p:spTree>
    <p:extLst>
      <p:ext uri="{BB962C8B-B14F-4D97-AF65-F5344CB8AC3E}">
        <p14:creationId xmlns:p14="http://schemas.microsoft.com/office/powerpoint/2010/main" val="404695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/>
      <p:bldP spid="1044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956" y="1340768"/>
            <a:ext cx="8305800" cy="792088"/>
          </a:xfrm>
        </p:spPr>
        <p:txBody>
          <a:bodyPr/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    Calculate the </a:t>
            </a:r>
            <a:r>
              <a:rPr lang="en-US" altLang="zh-CN" sz="2400" dirty="0" err="1">
                <a:ea typeface="宋体" charset="-122"/>
              </a:rPr>
              <a:t>phasor</a:t>
            </a:r>
            <a:r>
              <a:rPr lang="en-US" altLang="zh-CN" sz="2400" dirty="0">
                <a:ea typeface="宋体" charset="-122"/>
              </a:rPr>
              <a:t> currents </a:t>
            </a:r>
            <a:r>
              <a:rPr lang="en-US" altLang="zh-CN" sz="2400" b="1" dirty="0">
                <a:ea typeface="宋体" charset="-122"/>
              </a:rPr>
              <a:t>I</a:t>
            </a:r>
            <a:r>
              <a:rPr lang="en-US" altLang="zh-CN" sz="2400" baseline="-25000" dirty="0">
                <a:ea typeface="宋体" charset="-122"/>
              </a:rPr>
              <a:t>1</a:t>
            </a:r>
            <a:r>
              <a:rPr lang="en-US" altLang="zh-CN" sz="2400" dirty="0">
                <a:ea typeface="宋体" charset="-122"/>
              </a:rPr>
              <a:t> and </a:t>
            </a:r>
            <a:r>
              <a:rPr lang="en-US" altLang="zh-CN" sz="2400" b="1" dirty="0">
                <a:ea typeface="宋体" charset="-122"/>
              </a:rPr>
              <a:t>I</a:t>
            </a:r>
            <a:r>
              <a:rPr lang="en-US" altLang="zh-CN" sz="2400" baseline="-25000" dirty="0">
                <a:ea typeface="宋体" charset="-122"/>
              </a:rPr>
              <a:t>2</a:t>
            </a:r>
            <a:r>
              <a:rPr lang="en-US" altLang="zh-CN" sz="2400" dirty="0">
                <a:ea typeface="宋体" charset="-122"/>
              </a:rPr>
              <a:t> in the circuit  shown below.</a:t>
            </a:r>
          </a:p>
        </p:txBody>
      </p:sp>
      <p:pic>
        <p:nvPicPr>
          <p:cNvPr id="105479" name="Picture 7" descr="ale63317_13009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3608" y="1988840"/>
            <a:ext cx="6248400" cy="1920875"/>
          </a:xfrm>
        </p:spPr>
      </p:pic>
      <p:graphicFrame>
        <p:nvGraphicFramePr>
          <p:cNvPr id="105480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08538" y="5773738"/>
          <a:ext cx="36576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6880" imgH="215640" progId="Equation.3">
                  <p:embed/>
                </p:oleObj>
              </mc:Choice>
              <mc:Fallback>
                <p:oleObj name="Equation" r:id="rId3" imgW="2666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5773738"/>
                        <a:ext cx="36576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4113213" y="5746750"/>
            <a:ext cx="9032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95288" indent="-395288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 err="1">
                <a:ea typeface="宋体" charset="-122"/>
              </a:rPr>
              <a:t>Ans</a:t>
            </a:r>
            <a:r>
              <a:rPr lang="en-US" altLang="zh-CN" sz="2000" dirty="0">
                <a:ea typeface="宋体" charset="-122"/>
              </a:rPr>
              <a:t>:</a:t>
            </a:r>
          </a:p>
        </p:txBody>
      </p:sp>
      <p:sp>
        <p:nvSpPr>
          <p:cNvPr id="3" name="矩形 2"/>
          <p:cNvSpPr/>
          <p:nvPr/>
        </p:nvSpPr>
        <p:spPr>
          <a:xfrm>
            <a:off x="1043608" y="516789"/>
            <a:ext cx="206338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928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1251F6F-4F46-8078-6E8A-8EACAAA947FA}"/>
                  </a:ext>
                </a:extLst>
              </p14:cNvPr>
              <p14:cNvContentPartPr/>
              <p14:nvPr/>
            </p14:nvContentPartPr>
            <p14:xfrm>
              <a:off x="144360" y="594360"/>
              <a:ext cx="5630400" cy="2475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1251F6F-4F46-8078-6E8A-8EACAAA947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000" y="585000"/>
                <a:ext cx="5649120" cy="249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038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19200"/>
            <a:ext cx="8153400" cy="1143000"/>
          </a:xfrm>
        </p:spPr>
        <p:txBody>
          <a:bodyPr/>
          <a:lstStyle/>
          <a:p>
            <a:pPr marL="395288" indent="-395288">
              <a:lnSpc>
                <a:spcPct val="90000"/>
              </a:lnSpc>
            </a:pPr>
            <a:r>
              <a:rPr lang="en-US" altLang="zh-CN" sz="2400" dirty="0">
                <a:ea typeface="宋体" charset="-122"/>
              </a:rPr>
              <a:t>The coupling coefficient, k, is a measure of the magnetic coupling between two coils; 0≤k≤1.</a:t>
            </a:r>
          </a:p>
        </p:txBody>
      </p:sp>
      <p:pic>
        <p:nvPicPr>
          <p:cNvPr id="106506" name="Picture 10" descr="ale63317_1301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944688"/>
            <a:ext cx="2590800" cy="2246312"/>
          </a:xfrm>
        </p:spPr>
      </p:pic>
      <p:graphicFrame>
        <p:nvGraphicFramePr>
          <p:cNvPr id="106508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10200" y="2963863"/>
          <a:ext cx="21336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253800" progId="Equation.3">
                  <p:embed/>
                </p:oleObj>
              </mc:Choice>
              <mc:Fallback>
                <p:oleObj name="Equation" r:id="rId3" imgW="825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963863"/>
                        <a:ext cx="2133600" cy="657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051720" y="4437112"/>
            <a:ext cx="47525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ea typeface="宋体" charset="-122"/>
              </a:rPr>
              <a:t>k = 1        perfectly coupled;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ea typeface="宋体" charset="-122"/>
              </a:rPr>
              <a:t>k &lt; 0.5      loosely coupled;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ea typeface="宋体" charset="-122"/>
              </a:rPr>
              <a:t>k &gt; 0.5      tightly coupled.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93D924-0E55-5169-D196-ECE9367530BA}"/>
              </a:ext>
            </a:extLst>
          </p:cNvPr>
          <p:cNvSpPr txBox="1"/>
          <p:nvPr/>
        </p:nvSpPr>
        <p:spPr>
          <a:xfrm>
            <a:off x="755576" y="260648"/>
            <a:ext cx="8424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Arial Black" pitchFamily="34" charset="0"/>
                <a:ea typeface="宋体" charset="-122"/>
              </a:rPr>
              <a:t>13.3 Energy in a Coupled Circuit </a:t>
            </a:r>
            <a:endParaRPr kumimoji="1" lang="zh-CN" altLang="en-US" sz="3600" b="1" dirty="0">
              <a:latin typeface="Arial Black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601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 descr="ale63317_13014">
            <a:extLst>
              <a:ext uri="{FF2B5EF4-FFF2-40B4-BE49-F238E27FC236}">
                <a16:creationId xmlns:a16="http://schemas.microsoft.com/office/drawing/2014/main" id="{847A0999-8EFD-495F-BF41-780940EC3F9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536" y="1268760"/>
            <a:ext cx="2590800" cy="2246312"/>
          </a:xfr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00C8D9C-720F-4442-AB7F-06360DD1B711}"/>
              </a:ext>
            </a:extLst>
          </p:cNvPr>
          <p:cNvSpPr txBox="1"/>
          <p:nvPr/>
        </p:nvSpPr>
        <p:spPr>
          <a:xfrm>
            <a:off x="385304" y="357301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Review:</a:t>
            </a:r>
            <a:endParaRPr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317D322-D7BE-4A47-B65C-A7BC07BDF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3789040"/>
            <a:ext cx="1257300" cy="6096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870CFF2-508B-4FA6-998A-967D0FE3E4B2}"/>
              </a:ext>
            </a:extLst>
          </p:cNvPr>
          <p:cNvSpPr txBox="1"/>
          <p:nvPr/>
        </p:nvSpPr>
        <p:spPr>
          <a:xfrm>
            <a:off x="251520" y="3898561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Energy stored in an inductor: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3ED148-9757-4A0A-BD81-8390CD86BDE1}"/>
              </a:ext>
            </a:extLst>
          </p:cNvPr>
          <p:cNvSpPr txBox="1"/>
          <p:nvPr/>
        </p:nvSpPr>
        <p:spPr>
          <a:xfrm>
            <a:off x="323528" y="439864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:0~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581226E-FA4F-4B3B-94A9-5618AACD3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677184"/>
            <a:ext cx="2009775" cy="54292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EC011FF-FBCE-49AD-8211-C343136094DD}"/>
              </a:ext>
            </a:extLst>
          </p:cNvPr>
          <p:cNvSpPr txBox="1"/>
          <p:nvPr/>
        </p:nvSpPr>
        <p:spPr>
          <a:xfrm>
            <a:off x="251520" y="479715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power in coil 1: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4DC413-3086-475A-BFC2-C0F796832795}"/>
              </a:ext>
            </a:extLst>
          </p:cNvPr>
          <p:cNvSpPr txBox="1"/>
          <p:nvPr/>
        </p:nvSpPr>
        <p:spPr>
          <a:xfrm>
            <a:off x="273335" y="5315513"/>
            <a:ext cx="2314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energy stored in the circuit: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837D969-D496-4D67-B1FF-83AC56D01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5628358"/>
            <a:ext cx="3143250" cy="66675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B949D3D-501F-44F8-8CA4-8E5DE39BBDAE}"/>
              </a:ext>
            </a:extLst>
          </p:cNvPr>
          <p:cNvSpPr txBox="1"/>
          <p:nvPr/>
        </p:nvSpPr>
        <p:spPr>
          <a:xfrm>
            <a:off x="4537704" y="126876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:0~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059386-DB3A-4193-BF3F-238A261541FF}"/>
              </a:ext>
            </a:extLst>
          </p:cNvPr>
          <p:cNvSpPr txBox="1"/>
          <p:nvPr/>
        </p:nvSpPr>
        <p:spPr>
          <a:xfrm>
            <a:off x="4322424" y="17768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mutual voltage induced in coil 1:</a:t>
            </a:r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2727E37-6647-441F-8729-CF7F6DE69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232" y="1886381"/>
            <a:ext cx="1310428" cy="46162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2C161A5-8245-4A19-BC81-DCD3A966894A}"/>
              </a:ext>
            </a:extLst>
          </p:cNvPr>
          <p:cNvSpPr txBox="1"/>
          <p:nvPr/>
        </p:nvSpPr>
        <p:spPr>
          <a:xfrm>
            <a:off x="4211960" y="2580452"/>
            <a:ext cx="4320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mutual voltage induced in coil 2 is zero since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does not change.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35AD5E-CC20-4740-A994-B6A106A09595}"/>
              </a:ext>
            </a:extLst>
          </p:cNvPr>
          <p:cNvSpPr txBox="1"/>
          <p:nvPr/>
        </p:nvSpPr>
        <p:spPr>
          <a:xfrm>
            <a:off x="4249672" y="335496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power in the coils: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BE53705-282A-4830-A23E-373C47A9C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599" y="3757682"/>
            <a:ext cx="3905250" cy="561975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26E62AFD-F958-473B-B836-95F48E30C76E}"/>
              </a:ext>
            </a:extLst>
          </p:cNvPr>
          <p:cNvSpPr txBox="1"/>
          <p:nvPr/>
        </p:nvSpPr>
        <p:spPr>
          <a:xfrm>
            <a:off x="4690914" y="4214448"/>
            <a:ext cx="4665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energy stored in the circuit: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4E0470C-7565-4D65-980D-3D69809E5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814" y="4610509"/>
            <a:ext cx="39719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4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8" grpId="0"/>
      <p:bldP spid="19" grpId="0"/>
      <p:bldP spid="22" grpId="0"/>
      <p:bldP spid="23" grpId="0"/>
      <p:bldP spid="29" grpId="0"/>
      <p:bldP spid="30" grpId="0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30C8951-23B0-4462-8873-B3A34A00534F}"/>
              </a:ext>
            </a:extLst>
          </p:cNvPr>
          <p:cNvSpPr txBox="1"/>
          <p:nvPr/>
        </p:nvSpPr>
        <p:spPr>
          <a:xfrm>
            <a:off x="395536" y="1395164"/>
            <a:ext cx="36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total energy stored in the coils when both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have reached constant values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7C0DE7-1125-46DE-BD2B-15652610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556791"/>
            <a:ext cx="3829050" cy="6000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1E9810D-E906-437C-869C-C0214939941C}"/>
              </a:ext>
            </a:extLst>
          </p:cNvPr>
          <p:cNvSpPr txBox="1"/>
          <p:nvPr/>
        </p:nvSpPr>
        <p:spPr>
          <a:xfrm>
            <a:off x="395536" y="2420888"/>
            <a:ext cx="3960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Reverse the order by which the currents reach their final values, the total energy stored in the coils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C24ACA-E97E-4D1C-8BE2-D913114E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68" y="2563465"/>
            <a:ext cx="2905125" cy="6381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CA1D676-71F5-4F3E-9E5E-0DC5540995FF}"/>
              </a:ext>
            </a:extLst>
          </p:cNvPr>
          <p:cNvSpPr txBox="1"/>
          <p:nvPr/>
        </p:nvSpPr>
        <p:spPr>
          <a:xfrm>
            <a:off x="380720" y="3558769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total energy should be the same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1FB586C-0FEE-4FAB-AE84-32918B3E9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043" y="3566151"/>
            <a:ext cx="1533525" cy="3619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67BA3E3-4EE4-4B44-98A0-E6F760BF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184" y="3432801"/>
            <a:ext cx="2800350" cy="6286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FED2FBD-6C16-438F-A440-B06C27391FD9}"/>
              </a:ext>
            </a:extLst>
          </p:cNvPr>
          <p:cNvSpPr txBox="1"/>
          <p:nvPr/>
        </p:nvSpPr>
        <p:spPr>
          <a:xfrm>
            <a:off x="323527" y="4122828"/>
            <a:ext cx="7488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one current enters one dotted terminal, the other current leaves the other dotted terminal, the mutual voltage is negative, the mutual energy MI</a:t>
            </a:r>
            <a:r>
              <a:rPr lang="en-US" altLang="zh-CN" baseline="-25000" dirty="0"/>
              <a:t>1</a:t>
            </a:r>
            <a:r>
              <a:rPr lang="en-US" altLang="zh-CN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is also negative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69C7F05-7F1A-4B00-B5CF-E77E65D25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067" y="4783685"/>
            <a:ext cx="2657475" cy="6477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F515205-80AC-4F43-9C42-30398C3B7D21}"/>
              </a:ext>
            </a:extLst>
          </p:cNvPr>
          <p:cNvSpPr txBox="1"/>
          <p:nvPr/>
        </p:nvSpPr>
        <p:spPr>
          <a:xfrm>
            <a:off x="323527" y="5373216"/>
            <a:ext cx="3816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general expression of the instantaneous energy stored in the circuit</a:t>
            </a: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93E4DCB-DA33-4FA1-AD3B-809DA1F15A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44" y="5313416"/>
            <a:ext cx="32289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5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7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9421365-DB2B-4B7D-81FC-060862FB1223}"/>
              </a:ext>
            </a:extLst>
          </p:cNvPr>
          <p:cNvSpPr txBox="1"/>
          <p:nvPr/>
        </p:nvSpPr>
        <p:spPr>
          <a:xfrm>
            <a:off x="539553" y="134076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energy stored in the circuit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C9DDC3-292E-4FE9-B1FD-DBACFF020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124744"/>
            <a:ext cx="3790950" cy="10191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2E8435-4C06-42C5-B56B-4F542ABE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916832"/>
            <a:ext cx="5829300" cy="9429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3A6E5AB-F79B-43AF-9AAE-3A93BB5EB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91" y="2708920"/>
            <a:ext cx="2276475" cy="8286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CAE181-DC2D-4C3B-A3CE-B21938508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111" y="3537595"/>
            <a:ext cx="2124075" cy="6381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C54B6FD-93F8-4AC7-BCBD-B3481092102F}"/>
              </a:ext>
            </a:extLst>
          </p:cNvPr>
          <p:cNvSpPr txBox="1"/>
          <p:nvPr/>
        </p:nvSpPr>
        <p:spPr>
          <a:xfrm>
            <a:off x="683568" y="4484226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Coefficient  of coupling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/>
              <a:t>: the extent to which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/>
              <a:t> approaches the upper limit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A306B08-6AA8-4350-AD3B-CD3E7D027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712" y="5039702"/>
            <a:ext cx="1990725" cy="8382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E479596-D92D-44A0-8E32-DB67B48C8D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984" y="4853558"/>
            <a:ext cx="2819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8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305800" cy="1524000"/>
          </a:xfrm>
        </p:spPr>
        <p:txBody>
          <a:bodyPr/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    Consider the circuit below. Determine the coupling coefficient. Calculate the energy stored in the coupled inductors at time t = 1s if v=60cos(4t +30°) V.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4405313" y="5517232"/>
            <a:ext cx="441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95288" indent="-395288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 err="1">
                <a:ea typeface="宋体" charset="-122"/>
              </a:rPr>
              <a:t>Ans</a:t>
            </a:r>
            <a:r>
              <a:rPr lang="en-US" altLang="zh-CN" sz="2000" dirty="0">
                <a:ea typeface="宋体" charset="-122"/>
              </a:rPr>
              <a:t>: </a:t>
            </a:r>
            <a:r>
              <a:rPr lang="en-US" altLang="zh-CN" sz="2000" i="1" dirty="0">
                <a:ea typeface="宋体" charset="-122"/>
              </a:rPr>
              <a:t>k</a:t>
            </a:r>
            <a:r>
              <a:rPr lang="en-US" altLang="zh-CN" sz="2000" dirty="0">
                <a:ea typeface="宋体" charset="-122"/>
              </a:rPr>
              <a:t>=0.56; </a:t>
            </a:r>
            <a:r>
              <a:rPr lang="en-US" altLang="zh-CN" sz="2000" i="1" dirty="0">
                <a:ea typeface="宋体" charset="-122"/>
              </a:rPr>
              <a:t>w(1)</a:t>
            </a:r>
            <a:r>
              <a:rPr lang="en-US" altLang="zh-CN" sz="2000" dirty="0">
                <a:ea typeface="宋体" charset="-122"/>
              </a:rPr>
              <a:t>=20.73J</a:t>
            </a:r>
          </a:p>
        </p:txBody>
      </p:sp>
      <p:pic>
        <p:nvPicPr>
          <p:cNvPr id="107530" name="Picture 10" descr="ale63317_130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6413" y="2348880"/>
            <a:ext cx="5257800" cy="2300287"/>
          </a:xfrm>
        </p:spPr>
      </p:pic>
      <p:sp>
        <p:nvSpPr>
          <p:cNvPr id="107531" name="Line 11"/>
          <p:cNvSpPr>
            <a:spLocks noChangeShapeType="1"/>
          </p:cNvSpPr>
          <p:nvPr/>
        </p:nvSpPr>
        <p:spPr bwMode="auto">
          <a:xfrm>
            <a:off x="2313675" y="4620773"/>
            <a:ext cx="1828800" cy="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32" name="Line 12"/>
          <p:cNvSpPr>
            <a:spLocks noChangeShapeType="1"/>
          </p:cNvSpPr>
          <p:nvPr/>
        </p:nvSpPr>
        <p:spPr bwMode="auto">
          <a:xfrm>
            <a:off x="4716016" y="4653136"/>
            <a:ext cx="1600200" cy="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43608" y="516789"/>
            <a:ext cx="206338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88944569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30" name="Rectangle 146"/>
          <p:cNvSpPr>
            <a:spLocks noGrp="1" noChangeArrowheads="1"/>
          </p:cNvSpPr>
          <p:nvPr>
            <p:ph type="body" idx="1"/>
          </p:nvPr>
        </p:nvSpPr>
        <p:spPr>
          <a:xfrm>
            <a:off x="395536" y="1881820"/>
            <a:ext cx="8229600" cy="4355492"/>
          </a:xfrm>
        </p:spPr>
        <p:txBody>
          <a:bodyPr/>
          <a:lstStyle/>
          <a:p>
            <a:r>
              <a:rPr lang="en-US" altLang="zh-CN" sz="2800" dirty="0">
                <a:ea typeface="宋体" charset="-122"/>
              </a:rPr>
              <a:t>It is an electrical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device</a:t>
            </a:r>
            <a:r>
              <a:rPr lang="en-US" altLang="zh-CN" sz="2800" dirty="0">
                <a:ea typeface="宋体" charset="-122"/>
              </a:rPr>
              <a:t> designed on the basis of the concept of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magnetic coupling</a:t>
            </a:r>
          </a:p>
          <a:p>
            <a:pPr marL="0" indent="0">
              <a:buNone/>
            </a:pPr>
            <a:endParaRPr lang="en-US" altLang="zh-CN" sz="2800" u="sng" dirty="0">
              <a:solidFill>
                <a:srgbClr val="FF3300"/>
              </a:solidFill>
              <a:ea typeface="宋体" charset="-122"/>
            </a:endParaRPr>
          </a:p>
          <a:p>
            <a:r>
              <a:rPr lang="en-US" altLang="zh-CN" sz="2800" dirty="0">
                <a:ea typeface="宋体" charset="-122"/>
              </a:rPr>
              <a:t>It uses magnetically coupled coils to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transfer energy</a:t>
            </a:r>
            <a:r>
              <a:rPr lang="en-US" altLang="zh-CN" sz="2800" dirty="0">
                <a:ea typeface="宋体" charset="-122"/>
              </a:rPr>
              <a:t> from one circuit to another</a:t>
            </a:r>
          </a:p>
          <a:p>
            <a:pPr marL="0" indent="0">
              <a:buNone/>
            </a:pPr>
            <a:endParaRPr lang="en-US" altLang="zh-CN" sz="2800" dirty="0">
              <a:ea typeface="宋体" charset="-122"/>
            </a:endParaRPr>
          </a:p>
          <a:p>
            <a:r>
              <a:rPr lang="en-US" altLang="zh-CN" sz="2800" dirty="0">
                <a:ea typeface="宋体" charset="-122"/>
              </a:rPr>
              <a:t>It is the key circuit element for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stepping up</a:t>
            </a:r>
            <a:r>
              <a:rPr lang="en-US" altLang="zh-CN" sz="2800" dirty="0">
                <a:ea typeface="宋体" charset="-122"/>
              </a:rPr>
              <a:t> or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stepping down</a:t>
            </a:r>
            <a:r>
              <a:rPr lang="en-US" altLang="zh-CN" sz="2800" dirty="0">
                <a:ea typeface="宋体" charset="-122"/>
              </a:rPr>
              <a:t> ac voltages or currents,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impedance matching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u="sng" dirty="0">
                <a:solidFill>
                  <a:srgbClr val="FF3300"/>
                </a:solidFill>
                <a:ea typeface="宋体" charset="-122"/>
              </a:rPr>
              <a:t>isolation</a:t>
            </a:r>
            <a:r>
              <a:rPr lang="en-US" altLang="zh-CN" sz="2800" dirty="0">
                <a:ea typeface="宋体" charset="-122"/>
              </a:rPr>
              <a:t>, etc.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1268760"/>
            <a:ext cx="56477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What is a transformer? </a:t>
            </a:r>
            <a:endParaRPr kumimoji="1" lang="zh-CN" altLang="en-US" sz="3200" b="1" dirty="0">
              <a:solidFill>
                <a:srgbClr val="00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27584" y="260648"/>
            <a:ext cx="7793038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r>
              <a:rPr lang="en-US" altLang="zh-CN" sz="4000" kern="1200" dirty="0">
                <a:latin typeface="Arial Black" pitchFamily="34" charset="0"/>
                <a:ea typeface="宋体" charset="-122"/>
                <a:cs typeface="+mn-cs"/>
              </a:rPr>
              <a:t>13.4    Linear Transformers </a:t>
            </a:r>
          </a:p>
        </p:txBody>
      </p:sp>
    </p:spTree>
    <p:extLst>
      <p:ext uri="{BB962C8B-B14F-4D97-AF65-F5344CB8AC3E}">
        <p14:creationId xmlns:p14="http://schemas.microsoft.com/office/powerpoint/2010/main" val="2739008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8388" y="1674735"/>
            <a:ext cx="683414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27584" y="260648"/>
            <a:ext cx="7793038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r>
              <a:rPr lang="en-US" altLang="zh-CN" sz="4000" kern="1200" dirty="0">
                <a:latin typeface="Arial Black" pitchFamily="34" charset="0"/>
                <a:ea typeface="宋体" charset="-122"/>
                <a:cs typeface="+mn-cs"/>
              </a:rPr>
              <a:t> Linear Transformers 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10658" y="1139825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>
                <a:ea typeface="宋体" charset="-122"/>
              </a:rPr>
              <a:t>It is generally a four-terminal device comprising two (or more) magnetically coupled coils</a:t>
            </a:r>
          </a:p>
        </p:txBody>
      </p:sp>
    </p:spTree>
    <p:extLst>
      <p:ext uri="{BB962C8B-B14F-4D97-AF65-F5344CB8AC3E}">
        <p14:creationId xmlns:p14="http://schemas.microsoft.com/office/powerpoint/2010/main" val="802091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410" name="Group 2"/>
          <p:cNvGrpSpPr>
            <a:grpSpLocks/>
          </p:cNvGrpSpPr>
          <p:nvPr/>
        </p:nvGrpSpPr>
        <p:grpSpPr bwMode="auto">
          <a:xfrm>
            <a:off x="533400" y="736600"/>
            <a:ext cx="5238750" cy="1844675"/>
            <a:chOff x="852" y="895"/>
            <a:chExt cx="3300" cy="1162"/>
          </a:xfrm>
        </p:grpSpPr>
        <p:sp>
          <p:nvSpPr>
            <p:cNvPr id="401411" name="Line 3"/>
            <p:cNvSpPr>
              <a:spLocks noChangeShapeType="1"/>
            </p:cNvSpPr>
            <p:nvPr/>
          </p:nvSpPr>
          <p:spPr bwMode="auto">
            <a:xfrm flipH="1">
              <a:off x="2098" y="1780"/>
              <a:ext cx="2" cy="2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2" name="Line 4"/>
            <p:cNvSpPr>
              <a:spLocks noChangeShapeType="1"/>
            </p:cNvSpPr>
            <p:nvPr/>
          </p:nvSpPr>
          <p:spPr bwMode="auto">
            <a:xfrm>
              <a:off x="2095" y="1270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3" name="Line 5"/>
            <p:cNvSpPr>
              <a:spLocks noChangeShapeType="1"/>
            </p:cNvSpPr>
            <p:nvPr/>
          </p:nvSpPr>
          <p:spPr bwMode="auto">
            <a:xfrm flipH="1">
              <a:off x="2438" y="1806"/>
              <a:ext cx="0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4" name="Line 6"/>
            <p:cNvSpPr>
              <a:spLocks noChangeShapeType="1"/>
            </p:cNvSpPr>
            <p:nvPr/>
          </p:nvSpPr>
          <p:spPr bwMode="auto">
            <a:xfrm>
              <a:off x="2439" y="1283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5" name="Line 7"/>
            <p:cNvSpPr>
              <a:spLocks noChangeShapeType="1"/>
            </p:cNvSpPr>
            <p:nvPr/>
          </p:nvSpPr>
          <p:spPr bwMode="auto">
            <a:xfrm flipV="1">
              <a:off x="1795" y="1273"/>
              <a:ext cx="303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6" name="Line 8"/>
            <p:cNvSpPr>
              <a:spLocks noChangeShapeType="1"/>
            </p:cNvSpPr>
            <p:nvPr/>
          </p:nvSpPr>
          <p:spPr bwMode="auto">
            <a:xfrm flipV="1">
              <a:off x="2439" y="2051"/>
              <a:ext cx="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7" name="Line 9"/>
            <p:cNvSpPr>
              <a:spLocks noChangeShapeType="1"/>
            </p:cNvSpPr>
            <p:nvPr/>
          </p:nvSpPr>
          <p:spPr bwMode="auto">
            <a:xfrm>
              <a:off x="3415" y="1292"/>
              <a:ext cx="0" cy="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18" name="Text Box 10"/>
            <p:cNvSpPr txBox="1">
              <a:spLocks noChangeArrowheads="1"/>
            </p:cNvSpPr>
            <p:nvPr/>
          </p:nvSpPr>
          <p:spPr bwMode="auto">
            <a:xfrm>
              <a:off x="2063" y="126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401419" name="Text Box 11"/>
            <p:cNvSpPr txBox="1">
              <a:spLocks noChangeArrowheads="1"/>
            </p:cNvSpPr>
            <p:nvPr/>
          </p:nvSpPr>
          <p:spPr bwMode="auto">
            <a:xfrm>
              <a:off x="2251" y="1279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dirty="0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401420" name="Text Box 12"/>
            <p:cNvSpPr txBox="1">
              <a:spLocks noChangeArrowheads="1"/>
            </p:cNvSpPr>
            <p:nvPr/>
          </p:nvSpPr>
          <p:spPr bwMode="auto">
            <a:xfrm>
              <a:off x="1672" y="1526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21" name="Line 13"/>
            <p:cNvSpPr>
              <a:spLocks noChangeShapeType="1"/>
            </p:cNvSpPr>
            <p:nvPr/>
          </p:nvSpPr>
          <p:spPr bwMode="auto">
            <a:xfrm>
              <a:off x="1268" y="1193"/>
              <a:ext cx="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1422" name="Group 14"/>
            <p:cNvGrpSpPr>
              <a:grpSpLocks/>
            </p:cNvGrpSpPr>
            <p:nvPr/>
          </p:nvGrpSpPr>
          <p:grpSpPr bwMode="auto">
            <a:xfrm rot="16200000" flipH="1">
              <a:off x="2274" y="1633"/>
              <a:ext cx="299" cy="49"/>
              <a:chOff x="1200" y="1584"/>
              <a:chExt cx="379" cy="45"/>
            </a:xfrm>
          </p:grpSpPr>
          <p:sp>
            <p:nvSpPr>
              <p:cNvPr id="401423" name="Arc 1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24" name="Arc 1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25" name="Arc 1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26" name="Arc 1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1427" name="Group 19"/>
            <p:cNvGrpSpPr>
              <a:grpSpLocks/>
            </p:cNvGrpSpPr>
            <p:nvPr/>
          </p:nvGrpSpPr>
          <p:grpSpPr bwMode="auto">
            <a:xfrm rot="5400000">
              <a:off x="1975" y="1621"/>
              <a:ext cx="299" cy="48"/>
              <a:chOff x="1200" y="1584"/>
              <a:chExt cx="379" cy="45"/>
            </a:xfrm>
          </p:grpSpPr>
          <p:sp>
            <p:nvSpPr>
              <p:cNvPr id="401428" name="Arc 2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29" name="Arc 2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30" name="Arc 2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431" name="Arc 2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1432" name="Arc 24"/>
            <p:cNvSpPr>
              <a:spLocks/>
            </p:cNvSpPr>
            <p:nvPr/>
          </p:nvSpPr>
          <p:spPr bwMode="auto">
            <a:xfrm rot="10800000" flipV="1">
              <a:off x="2060" y="1124"/>
              <a:ext cx="166" cy="163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33" name="Arc 25"/>
            <p:cNvSpPr>
              <a:spLocks/>
            </p:cNvSpPr>
            <p:nvPr/>
          </p:nvSpPr>
          <p:spPr bwMode="auto">
            <a:xfrm rot="-10800000" flipH="1" flipV="1">
              <a:off x="2286" y="1127"/>
              <a:ext cx="167" cy="162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34" name="Line 26"/>
            <p:cNvSpPr>
              <a:spLocks noChangeShapeType="1"/>
            </p:cNvSpPr>
            <p:nvPr/>
          </p:nvSpPr>
          <p:spPr bwMode="auto">
            <a:xfrm>
              <a:off x="2438" y="1283"/>
              <a:ext cx="316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1435" name="Object 27"/>
            <p:cNvGraphicFramePr>
              <a:graphicFrameLocks noChangeAspect="1"/>
            </p:cNvGraphicFramePr>
            <p:nvPr/>
          </p:nvGraphicFramePr>
          <p:xfrm>
            <a:off x="1306" y="895"/>
            <a:ext cx="19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77480" imgH="279360" progId="Equation.3">
                    <p:embed/>
                  </p:oleObj>
                </mc:Choice>
                <mc:Fallback>
                  <p:oleObj name="公式" r:id="rId2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6" y="895"/>
                          <a:ext cx="19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1436" name="Object 28"/>
            <p:cNvGraphicFramePr>
              <a:graphicFrameLocks noChangeAspect="1"/>
            </p:cNvGraphicFramePr>
            <p:nvPr/>
          </p:nvGraphicFramePr>
          <p:xfrm>
            <a:off x="3445" y="1234"/>
            <a:ext cx="209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40" imgH="279360" progId="Equation.3">
                    <p:embed/>
                  </p:oleObj>
                </mc:Choice>
                <mc:Fallback>
                  <p:oleObj name="公式" r:id="rId4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5" y="1234"/>
                          <a:ext cx="209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1437" name="Text Box 29"/>
            <p:cNvSpPr txBox="1">
              <a:spLocks noChangeArrowheads="1"/>
            </p:cNvSpPr>
            <p:nvPr/>
          </p:nvSpPr>
          <p:spPr bwMode="auto">
            <a:xfrm>
              <a:off x="2433" y="1514"/>
              <a:ext cx="4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38" name="Text Box 30"/>
            <p:cNvSpPr txBox="1">
              <a:spLocks noChangeArrowheads="1"/>
            </p:cNvSpPr>
            <p:nvPr/>
          </p:nvSpPr>
          <p:spPr bwMode="auto">
            <a:xfrm>
              <a:off x="2015" y="906"/>
              <a:ext cx="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39" name="Line 31"/>
            <p:cNvSpPr>
              <a:spLocks noChangeShapeType="1"/>
            </p:cNvSpPr>
            <p:nvPr/>
          </p:nvSpPr>
          <p:spPr bwMode="auto">
            <a:xfrm flipH="1">
              <a:off x="1227" y="2050"/>
              <a:ext cx="86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0" name="Text Box 32"/>
            <p:cNvSpPr txBox="1">
              <a:spLocks noChangeArrowheads="1"/>
            </p:cNvSpPr>
            <p:nvPr/>
          </p:nvSpPr>
          <p:spPr bwMode="auto">
            <a:xfrm>
              <a:off x="1043" y="124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401441" name="Text Box 33"/>
            <p:cNvSpPr txBox="1">
              <a:spLocks noChangeArrowheads="1"/>
            </p:cNvSpPr>
            <p:nvPr/>
          </p:nvSpPr>
          <p:spPr bwMode="auto">
            <a:xfrm>
              <a:off x="1037" y="1642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graphicFrame>
          <p:nvGraphicFramePr>
            <p:cNvPr id="401442" name="Object 34"/>
            <p:cNvGraphicFramePr>
              <a:graphicFrameLocks noChangeAspect="1"/>
            </p:cNvGraphicFramePr>
            <p:nvPr/>
          </p:nvGraphicFramePr>
          <p:xfrm>
            <a:off x="852" y="1382"/>
            <a:ext cx="25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600" imgH="279360" progId="Equation.3">
                    <p:embed/>
                  </p:oleObj>
                </mc:Choice>
                <mc:Fallback>
                  <p:oleObj name="公式" r:id="rId6" imgW="2286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1382"/>
                          <a:ext cx="25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1443" name="Rectangle 35"/>
            <p:cNvSpPr>
              <a:spLocks noChangeArrowheads="1"/>
            </p:cNvSpPr>
            <p:nvPr/>
          </p:nvSpPr>
          <p:spPr bwMode="auto">
            <a:xfrm>
              <a:off x="1568" y="1237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4" name="Oval 36"/>
            <p:cNvSpPr>
              <a:spLocks noChangeArrowheads="1"/>
            </p:cNvSpPr>
            <p:nvPr/>
          </p:nvSpPr>
          <p:spPr bwMode="auto">
            <a:xfrm>
              <a:off x="1113" y="1488"/>
              <a:ext cx="227" cy="22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5" name="Line 37"/>
            <p:cNvSpPr>
              <a:spLocks noChangeShapeType="1"/>
            </p:cNvSpPr>
            <p:nvPr/>
          </p:nvSpPr>
          <p:spPr bwMode="auto">
            <a:xfrm>
              <a:off x="1227" y="1264"/>
              <a:ext cx="0" cy="7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6" name="Line 38"/>
            <p:cNvSpPr>
              <a:spLocks noChangeShapeType="1"/>
            </p:cNvSpPr>
            <p:nvPr/>
          </p:nvSpPr>
          <p:spPr bwMode="auto">
            <a:xfrm flipH="1">
              <a:off x="1227" y="1269"/>
              <a:ext cx="34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7" name="Rectangle 39"/>
            <p:cNvSpPr>
              <a:spLocks noChangeArrowheads="1"/>
            </p:cNvSpPr>
            <p:nvPr/>
          </p:nvSpPr>
          <p:spPr bwMode="auto">
            <a:xfrm>
              <a:off x="2754" y="1248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8" name="Rectangle 40"/>
            <p:cNvSpPr>
              <a:spLocks noChangeArrowheads="1"/>
            </p:cNvSpPr>
            <p:nvPr/>
          </p:nvSpPr>
          <p:spPr bwMode="auto">
            <a:xfrm rot="5400000">
              <a:off x="3197" y="1614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49" name="Line 41"/>
            <p:cNvSpPr>
              <a:spLocks noChangeShapeType="1"/>
            </p:cNvSpPr>
            <p:nvPr/>
          </p:nvSpPr>
          <p:spPr bwMode="auto">
            <a:xfrm>
              <a:off x="3314" y="1761"/>
              <a:ext cx="0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50" name="Line 42"/>
            <p:cNvSpPr>
              <a:spLocks noChangeShapeType="1"/>
            </p:cNvSpPr>
            <p:nvPr/>
          </p:nvSpPr>
          <p:spPr bwMode="auto">
            <a:xfrm flipV="1">
              <a:off x="3314" y="1289"/>
              <a:ext cx="0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51" name="Line 43"/>
            <p:cNvSpPr>
              <a:spLocks noChangeShapeType="1"/>
            </p:cNvSpPr>
            <p:nvPr/>
          </p:nvSpPr>
          <p:spPr bwMode="auto">
            <a:xfrm>
              <a:off x="2981" y="1289"/>
              <a:ext cx="3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52" name="Text Box 44"/>
            <p:cNvSpPr txBox="1">
              <a:spLocks noChangeArrowheads="1"/>
            </p:cNvSpPr>
            <p:nvPr/>
          </p:nvSpPr>
          <p:spPr bwMode="auto">
            <a:xfrm>
              <a:off x="1568" y="995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R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53" name="Text Box 45"/>
            <p:cNvSpPr txBox="1">
              <a:spLocks noChangeArrowheads="1"/>
            </p:cNvSpPr>
            <p:nvPr/>
          </p:nvSpPr>
          <p:spPr bwMode="auto">
            <a:xfrm>
              <a:off x="2745" y="995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R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54" name="Text Box 46"/>
            <p:cNvSpPr txBox="1">
              <a:spLocks noChangeArrowheads="1"/>
            </p:cNvSpPr>
            <p:nvPr/>
          </p:nvSpPr>
          <p:spPr bwMode="auto">
            <a:xfrm>
              <a:off x="3338" y="1549"/>
              <a:ext cx="8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Z=R+</a:t>
              </a:r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</a:rPr>
                <a:t>X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</p:grpSp>
      <p:graphicFrame>
        <p:nvGraphicFramePr>
          <p:cNvPr id="401455" name="Object 47"/>
          <p:cNvGraphicFramePr>
            <a:graphicFrameLocks noChangeAspect="1"/>
          </p:cNvGraphicFramePr>
          <p:nvPr/>
        </p:nvGraphicFramePr>
        <p:xfrm>
          <a:off x="646113" y="2863850"/>
          <a:ext cx="389255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304560" progId="Equation.3">
                  <p:embed/>
                </p:oleObj>
              </mc:Choice>
              <mc:Fallback>
                <p:oleObj name="Equation" r:id="rId8" imgW="1866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2863850"/>
                        <a:ext cx="389255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56" name="Object 48"/>
          <p:cNvGraphicFramePr>
            <a:graphicFrameLocks noChangeAspect="1"/>
          </p:cNvGraphicFramePr>
          <p:nvPr/>
        </p:nvGraphicFramePr>
        <p:xfrm>
          <a:off x="584200" y="3516313"/>
          <a:ext cx="45307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71520" imgH="304560" progId="Equation.3">
                  <p:embed/>
                </p:oleObj>
              </mc:Choice>
              <mc:Fallback>
                <p:oleObj name="公式" r:id="rId10" imgW="21715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516313"/>
                        <a:ext cx="453072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457" name="AutoShape 49"/>
          <p:cNvSpPr>
            <a:spLocks/>
          </p:cNvSpPr>
          <p:nvPr/>
        </p:nvSpPr>
        <p:spPr bwMode="auto">
          <a:xfrm>
            <a:off x="433388" y="3121025"/>
            <a:ext cx="133350" cy="1009650"/>
          </a:xfrm>
          <a:prstGeom prst="leftBrace">
            <a:avLst>
              <a:gd name="adj1" fmla="val 6309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1458" name="Text Box 50"/>
          <p:cNvSpPr txBox="1">
            <a:spLocks noChangeArrowheads="1"/>
          </p:cNvSpPr>
          <p:nvPr/>
        </p:nvSpPr>
        <p:spPr bwMode="auto">
          <a:xfrm>
            <a:off x="905201" y="262164"/>
            <a:ext cx="62663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  <a:ea typeface="隶书" pitchFamily="49" charset="-122"/>
              </a:rPr>
              <a:t>Equivalent circuit for primary winding </a:t>
            </a:r>
          </a:p>
        </p:txBody>
      </p:sp>
      <p:graphicFrame>
        <p:nvGraphicFramePr>
          <p:cNvPr id="40145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577545"/>
              </p:ext>
            </p:extLst>
          </p:nvPr>
        </p:nvGraphicFramePr>
        <p:xfrm>
          <a:off x="857818" y="4725144"/>
          <a:ext cx="6489700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11480" imgH="736560" progId="Equation.3">
                  <p:embed/>
                </p:oleObj>
              </mc:Choice>
              <mc:Fallback>
                <p:oleObj name="公式" r:id="rId12" imgW="311148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18" y="4725144"/>
                        <a:ext cx="6489700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460" name="Text Box 52"/>
          <p:cNvSpPr txBox="1">
            <a:spLocks noChangeArrowheads="1"/>
          </p:cNvSpPr>
          <p:nvPr/>
        </p:nvSpPr>
        <p:spPr bwMode="auto">
          <a:xfrm>
            <a:off x="433388" y="4400550"/>
            <a:ext cx="7561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i="1" dirty="0">
                <a:latin typeface="Times New Roman" pitchFamily="18" charset="0"/>
              </a:rPr>
              <a:t>Z</a:t>
            </a:r>
            <a:r>
              <a:rPr kumimoji="1" lang="en-US" altLang="zh-CN" b="1" baseline="-25000" dirty="0">
                <a:latin typeface="Times New Roman" pitchFamily="18" charset="0"/>
              </a:rPr>
              <a:t>11</a:t>
            </a:r>
            <a:r>
              <a:rPr kumimoji="1" lang="en-US" altLang="zh-CN" b="1" dirty="0">
                <a:latin typeface="Times New Roman" pitchFamily="18" charset="0"/>
              </a:rPr>
              <a:t>=</a:t>
            </a:r>
            <a:r>
              <a:rPr kumimoji="1" lang="en-US" altLang="zh-CN" b="1" i="1" dirty="0">
                <a:latin typeface="Times New Roman" pitchFamily="18" charset="0"/>
              </a:rPr>
              <a:t>R</a:t>
            </a:r>
            <a:r>
              <a:rPr kumimoji="1" lang="en-US" altLang="zh-CN" b="1" baseline="-25000" dirty="0">
                <a:latin typeface="Times New Roman" pitchFamily="18" charset="0"/>
              </a:rPr>
              <a:t>1</a:t>
            </a:r>
            <a:r>
              <a:rPr kumimoji="1" lang="en-US" altLang="zh-CN" b="1" dirty="0">
                <a:latin typeface="Times New Roman" pitchFamily="18" charset="0"/>
              </a:rPr>
              <a:t>+j</a:t>
            </a:r>
            <a:r>
              <a:rPr kumimoji="1" lang="en-US" altLang="zh-CN" b="1" i="1" dirty="0">
                <a:latin typeface="Times New Roman" pitchFamily="18" charset="0"/>
                <a:sym typeface="Symbol" pitchFamily="18" charset="2"/>
              </a:rPr>
              <a:t> L</a:t>
            </a:r>
            <a:r>
              <a:rPr kumimoji="1" lang="en-US" altLang="zh-CN" b="1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zh-CN" altLang="en-US" b="1" dirty="0">
                <a:latin typeface="Times New Roman" pitchFamily="18" charset="0"/>
                <a:sym typeface="Symbol" pitchFamily="18" charset="2"/>
              </a:rPr>
              <a:t>， </a:t>
            </a:r>
            <a:r>
              <a:rPr kumimoji="1" lang="en-US" altLang="zh-CN" b="1" i="1" dirty="0">
                <a:latin typeface="Times New Roman" pitchFamily="18" charset="0"/>
              </a:rPr>
              <a:t>Z</a:t>
            </a:r>
            <a:r>
              <a:rPr kumimoji="1" lang="en-US" altLang="zh-CN" b="1" baseline="-25000" dirty="0">
                <a:latin typeface="Times New Roman" pitchFamily="18" charset="0"/>
              </a:rPr>
              <a:t>22</a:t>
            </a:r>
            <a:r>
              <a:rPr kumimoji="1" lang="en-US" altLang="zh-CN" b="1" dirty="0">
                <a:latin typeface="Times New Roman" pitchFamily="18" charset="0"/>
              </a:rPr>
              <a:t>=(</a:t>
            </a:r>
            <a:r>
              <a:rPr kumimoji="1" lang="en-US" altLang="zh-CN" b="1" i="1" dirty="0">
                <a:latin typeface="Times New Roman" pitchFamily="18" charset="0"/>
              </a:rPr>
              <a:t>R</a:t>
            </a:r>
            <a:r>
              <a:rPr kumimoji="1" lang="en-US" altLang="zh-CN" b="1" baseline="-25000" dirty="0">
                <a:latin typeface="Times New Roman" pitchFamily="18" charset="0"/>
              </a:rPr>
              <a:t>2</a:t>
            </a:r>
            <a:r>
              <a:rPr kumimoji="1" lang="en-US" altLang="zh-CN" b="1" dirty="0">
                <a:latin typeface="Times New Roman" pitchFamily="18" charset="0"/>
              </a:rPr>
              <a:t>+</a:t>
            </a:r>
            <a:r>
              <a:rPr kumimoji="1" lang="en-US" altLang="zh-CN" b="1" i="1" dirty="0">
                <a:latin typeface="Times New Roman" pitchFamily="18" charset="0"/>
              </a:rPr>
              <a:t>R</a:t>
            </a:r>
            <a:r>
              <a:rPr kumimoji="1" lang="en-US" altLang="zh-CN" b="1" dirty="0">
                <a:latin typeface="Times New Roman" pitchFamily="18" charset="0"/>
              </a:rPr>
              <a:t>)+j(</a:t>
            </a:r>
            <a:r>
              <a:rPr kumimoji="1" lang="en-US" altLang="zh-CN" b="1" i="1" dirty="0">
                <a:latin typeface="Times New Roman" pitchFamily="18" charset="0"/>
                <a:sym typeface="Symbol" pitchFamily="18" charset="2"/>
              </a:rPr>
              <a:t> L</a:t>
            </a:r>
            <a:r>
              <a:rPr kumimoji="1" lang="en-US" altLang="zh-CN" b="1" baseline="-25000" dirty="0"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+</a:t>
            </a:r>
            <a:r>
              <a:rPr kumimoji="1" lang="en-US" altLang="zh-CN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zh-CN" altLang="en-US" b="1" dirty="0">
                <a:latin typeface="Times New Roman" pitchFamily="18" charset="0"/>
                <a:sym typeface="Symbol" pitchFamily="18" charset="2"/>
              </a:rPr>
              <a:t>， </a:t>
            </a:r>
            <a:r>
              <a:rPr kumimoji="1" lang="en-US" altLang="zh-CN" b="1" i="1" dirty="0">
                <a:latin typeface="Times New Roman" pitchFamily="18" charset="0"/>
              </a:rPr>
              <a:t>Z</a:t>
            </a:r>
            <a:r>
              <a:rPr kumimoji="1" lang="en-US" altLang="zh-CN" b="1" i="1" baseline="-25000" dirty="0">
                <a:latin typeface="Times New Roman" pitchFamily="18" charset="0"/>
              </a:rPr>
              <a:t>M</a:t>
            </a:r>
            <a:r>
              <a:rPr kumimoji="1" lang="en-US" altLang="zh-CN" b="1" dirty="0">
                <a:latin typeface="Times New Roman" pitchFamily="18" charset="0"/>
              </a:rPr>
              <a:t>=j</a:t>
            </a:r>
            <a:r>
              <a:rPr kumimoji="1" lang="en-US" altLang="zh-CN" b="1" i="1" dirty="0">
                <a:latin typeface="Times New Roman" pitchFamily="18" charset="0"/>
                <a:sym typeface="Symbol" pitchFamily="18" charset="2"/>
              </a:rPr>
              <a:t></a:t>
            </a:r>
            <a:r>
              <a:rPr kumimoji="1" lang="en-US" altLang="zh-CN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i="1" dirty="0">
                <a:latin typeface="Times New Roman" pitchFamily="18" charset="0"/>
                <a:sym typeface="Symbol" pitchFamily="18" charset="2"/>
              </a:rPr>
              <a:t>M</a:t>
            </a:r>
          </a:p>
        </p:txBody>
      </p:sp>
      <p:grpSp>
        <p:nvGrpSpPr>
          <p:cNvPr id="401461" name="Group 53"/>
          <p:cNvGrpSpPr>
            <a:grpSpLocks/>
          </p:cNvGrpSpPr>
          <p:nvPr/>
        </p:nvGrpSpPr>
        <p:grpSpPr bwMode="auto">
          <a:xfrm>
            <a:off x="5889625" y="822325"/>
            <a:ext cx="2874963" cy="1844675"/>
            <a:chOff x="3600" y="870"/>
            <a:chExt cx="1811" cy="1162"/>
          </a:xfrm>
        </p:grpSpPr>
        <p:sp>
          <p:nvSpPr>
            <p:cNvPr id="401462" name="Line 54"/>
            <p:cNvSpPr>
              <a:spLocks noChangeShapeType="1"/>
            </p:cNvSpPr>
            <p:nvPr/>
          </p:nvSpPr>
          <p:spPr bwMode="auto">
            <a:xfrm flipH="1">
              <a:off x="4846" y="1730"/>
              <a:ext cx="2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63" name="Line 55"/>
            <p:cNvSpPr>
              <a:spLocks noChangeShapeType="1"/>
            </p:cNvSpPr>
            <p:nvPr/>
          </p:nvSpPr>
          <p:spPr bwMode="auto">
            <a:xfrm>
              <a:off x="4843" y="1251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64" name="Line 56"/>
            <p:cNvSpPr>
              <a:spLocks noChangeShapeType="1"/>
            </p:cNvSpPr>
            <p:nvPr/>
          </p:nvSpPr>
          <p:spPr bwMode="auto">
            <a:xfrm flipV="1">
              <a:off x="4543" y="1248"/>
              <a:ext cx="303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65" name="Line 57"/>
            <p:cNvSpPr>
              <a:spLocks noChangeShapeType="1"/>
            </p:cNvSpPr>
            <p:nvPr/>
          </p:nvSpPr>
          <p:spPr bwMode="auto">
            <a:xfrm>
              <a:off x="4016" y="1168"/>
              <a:ext cx="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1466" name="Object 58"/>
            <p:cNvGraphicFramePr>
              <a:graphicFrameLocks noChangeAspect="1"/>
            </p:cNvGraphicFramePr>
            <p:nvPr/>
          </p:nvGraphicFramePr>
          <p:xfrm>
            <a:off x="4054" y="870"/>
            <a:ext cx="19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7480" imgH="279360" progId="Equation.3">
                    <p:embed/>
                  </p:oleObj>
                </mc:Choice>
                <mc:Fallback>
                  <p:oleObj name="公式" r:id="rId1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4" y="870"/>
                          <a:ext cx="19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1467" name="Line 59"/>
            <p:cNvSpPr>
              <a:spLocks noChangeShapeType="1"/>
            </p:cNvSpPr>
            <p:nvPr/>
          </p:nvSpPr>
          <p:spPr bwMode="auto">
            <a:xfrm flipH="1">
              <a:off x="3975" y="2025"/>
              <a:ext cx="86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68" name="Text Box 60"/>
            <p:cNvSpPr txBox="1">
              <a:spLocks noChangeArrowheads="1"/>
            </p:cNvSpPr>
            <p:nvPr/>
          </p:nvSpPr>
          <p:spPr bwMode="auto">
            <a:xfrm>
              <a:off x="3773" y="1221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401469" name="Text Box 61"/>
            <p:cNvSpPr txBox="1">
              <a:spLocks noChangeArrowheads="1"/>
            </p:cNvSpPr>
            <p:nvPr/>
          </p:nvSpPr>
          <p:spPr bwMode="auto">
            <a:xfrm>
              <a:off x="3785" y="1659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graphicFrame>
          <p:nvGraphicFramePr>
            <p:cNvPr id="401470" name="Object 62"/>
            <p:cNvGraphicFramePr>
              <a:graphicFrameLocks noChangeAspect="1"/>
            </p:cNvGraphicFramePr>
            <p:nvPr/>
          </p:nvGraphicFramePr>
          <p:xfrm>
            <a:off x="3600" y="1357"/>
            <a:ext cx="25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28600" imgH="279360" progId="Equation.3">
                    <p:embed/>
                  </p:oleObj>
                </mc:Choice>
                <mc:Fallback>
                  <p:oleObj name="公式" r:id="rId15" imgW="2286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357"/>
                          <a:ext cx="25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1471" name="Rectangle 63"/>
            <p:cNvSpPr>
              <a:spLocks noChangeArrowheads="1"/>
            </p:cNvSpPr>
            <p:nvPr/>
          </p:nvSpPr>
          <p:spPr bwMode="auto">
            <a:xfrm>
              <a:off x="4316" y="1212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72" name="Oval 64"/>
            <p:cNvSpPr>
              <a:spLocks noChangeArrowheads="1"/>
            </p:cNvSpPr>
            <p:nvPr/>
          </p:nvSpPr>
          <p:spPr bwMode="auto">
            <a:xfrm>
              <a:off x="3855" y="1487"/>
              <a:ext cx="227" cy="22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73" name="Line 65"/>
            <p:cNvSpPr>
              <a:spLocks noChangeShapeType="1"/>
            </p:cNvSpPr>
            <p:nvPr/>
          </p:nvSpPr>
          <p:spPr bwMode="auto">
            <a:xfrm flipH="1">
              <a:off x="3975" y="1244"/>
              <a:ext cx="34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74" name="Rectangle 66"/>
            <p:cNvSpPr>
              <a:spLocks noChangeArrowheads="1"/>
            </p:cNvSpPr>
            <p:nvPr/>
          </p:nvSpPr>
          <p:spPr bwMode="auto">
            <a:xfrm rot="5400000">
              <a:off x="4734" y="1577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75" name="Text Box 67"/>
            <p:cNvSpPr txBox="1">
              <a:spLocks noChangeArrowheads="1"/>
            </p:cNvSpPr>
            <p:nvPr/>
          </p:nvSpPr>
          <p:spPr bwMode="auto">
            <a:xfrm>
              <a:off x="4316" y="970"/>
              <a:ext cx="3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Z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1476" name="Freeform 68"/>
            <p:cNvSpPr>
              <a:spLocks/>
            </p:cNvSpPr>
            <p:nvPr/>
          </p:nvSpPr>
          <p:spPr bwMode="auto">
            <a:xfrm>
              <a:off x="3972" y="1241"/>
              <a:ext cx="3" cy="787"/>
            </a:xfrm>
            <a:custGeom>
              <a:avLst/>
              <a:gdLst>
                <a:gd name="T0" fmla="*/ 3 w 3"/>
                <a:gd name="T1" fmla="*/ 0 h 787"/>
                <a:gd name="T2" fmla="*/ 0 w 3"/>
                <a:gd name="T3" fmla="*/ 787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787">
                  <a:moveTo>
                    <a:pt x="3" y="0"/>
                  </a:moveTo>
                  <a:lnTo>
                    <a:pt x="0" y="78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1477" name="Object 69"/>
            <p:cNvGraphicFramePr>
              <a:graphicFrameLocks noChangeAspect="1"/>
            </p:cNvGraphicFramePr>
            <p:nvPr/>
          </p:nvGraphicFramePr>
          <p:xfrm>
            <a:off x="4941" y="1400"/>
            <a:ext cx="47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495000" imgH="457200" progId="Equation.3">
                    <p:embed/>
                  </p:oleObj>
                </mc:Choice>
                <mc:Fallback>
                  <p:oleObj name="公式" r:id="rId16" imgW="495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1" y="1400"/>
                          <a:ext cx="47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78" name="AutoShape 70"/>
          <p:cNvSpPr>
            <a:spLocks noChangeArrowheads="1"/>
          </p:cNvSpPr>
          <p:nvPr/>
        </p:nvSpPr>
        <p:spPr bwMode="auto">
          <a:xfrm>
            <a:off x="5438775" y="1774825"/>
            <a:ext cx="450850" cy="96838"/>
          </a:xfrm>
          <a:prstGeom prst="rightArrow">
            <a:avLst>
              <a:gd name="adj1" fmla="val 50000"/>
              <a:gd name="adj2" fmla="val 11639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1479" name="AutoShape 71"/>
          <p:cNvSpPr>
            <a:spLocks noChangeArrowheads="1"/>
          </p:cNvSpPr>
          <p:nvPr/>
        </p:nvSpPr>
        <p:spPr bwMode="auto">
          <a:xfrm>
            <a:off x="5105400" y="3419475"/>
            <a:ext cx="450850" cy="96838"/>
          </a:xfrm>
          <a:prstGeom prst="rightArrow">
            <a:avLst>
              <a:gd name="adj1" fmla="val 50000"/>
              <a:gd name="adj2" fmla="val 11639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1480" name="Object 72"/>
          <p:cNvGraphicFramePr>
            <a:graphicFrameLocks noChangeAspect="1"/>
          </p:cNvGraphicFramePr>
          <p:nvPr/>
        </p:nvGraphicFramePr>
        <p:xfrm>
          <a:off x="5584825" y="2911475"/>
          <a:ext cx="3132138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88760" imgH="660240" progId="Equation.3">
                  <p:embed/>
                </p:oleObj>
              </mc:Choice>
              <mc:Fallback>
                <p:oleObj name="公式" r:id="rId18" imgW="168876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5" y="2911475"/>
                        <a:ext cx="3132138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9706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1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1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1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1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40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0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40148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0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57" grpId="0" animBg="1"/>
      <p:bldP spid="401460" grpId="0" autoUpdateAnimBg="0"/>
      <p:bldP spid="401478" grpId="0" animBg="1"/>
      <p:bldP spid="40147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434" name="Object 2"/>
          <p:cNvGraphicFramePr>
            <a:graphicFrameLocks noChangeAspect="1"/>
          </p:cNvGraphicFramePr>
          <p:nvPr/>
        </p:nvGraphicFramePr>
        <p:xfrm>
          <a:off x="1150938" y="188913"/>
          <a:ext cx="2195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698400" progId="Equation.DSMT4">
                  <p:embed/>
                </p:oleObj>
              </mc:Choice>
              <mc:Fallback>
                <p:oleObj name="Equation" r:id="rId2" imgW="10792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188913"/>
                        <a:ext cx="2195512" cy="14890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6600">
                              <a:alpha val="21001"/>
                            </a:srgbClr>
                          </a:gs>
                          <a:gs pos="100000">
                            <a:srgbClr val="FF6600">
                              <a:gamma/>
                              <a:tint val="0"/>
                              <a:invGamma/>
                              <a:alpha val="0"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2435" name="Group 3"/>
          <p:cNvGrpSpPr>
            <a:grpSpLocks/>
          </p:cNvGrpSpPr>
          <p:nvPr/>
        </p:nvGrpSpPr>
        <p:grpSpPr bwMode="auto">
          <a:xfrm>
            <a:off x="5040313" y="0"/>
            <a:ext cx="2874962" cy="1844675"/>
            <a:chOff x="3600" y="870"/>
            <a:chExt cx="1811" cy="1162"/>
          </a:xfrm>
        </p:grpSpPr>
        <p:sp>
          <p:nvSpPr>
            <p:cNvPr id="402436" name="Line 4"/>
            <p:cNvSpPr>
              <a:spLocks noChangeShapeType="1"/>
            </p:cNvSpPr>
            <p:nvPr/>
          </p:nvSpPr>
          <p:spPr bwMode="auto">
            <a:xfrm flipH="1">
              <a:off x="4846" y="1730"/>
              <a:ext cx="2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37" name="Line 5"/>
            <p:cNvSpPr>
              <a:spLocks noChangeShapeType="1"/>
            </p:cNvSpPr>
            <p:nvPr/>
          </p:nvSpPr>
          <p:spPr bwMode="auto">
            <a:xfrm>
              <a:off x="4843" y="1251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38" name="Line 6"/>
            <p:cNvSpPr>
              <a:spLocks noChangeShapeType="1"/>
            </p:cNvSpPr>
            <p:nvPr/>
          </p:nvSpPr>
          <p:spPr bwMode="auto">
            <a:xfrm flipV="1">
              <a:off x="4543" y="1248"/>
              <a:ext cx="303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39" name="Line 7"/>
            <p:cNvSpPr>
              <a:spLocks noChangeShapeType="1"/>
            </p:cNvSpPr>
            <p:nvPr/>
          </p:nvSpPr>
          <p:spPr bwMode="auto">
            <a:xfrm>
              <a:off x="4016" y="1168"/>
              <a:ext cx="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2440" name="Object 8"/>
            <p:cNvGraphicFramePr>
              <a:graphicFrameLocks noChangeAspect="1"/>
            </p:cNvGraphicFramePr>
            <p:nvPr/>
          </p:nvGraphicFramePr>
          <p:xfrm>
            <a:off x="4054" y="870"/>
            <a:ext cx="19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4" y="870"/>
                          <a:ext cx="19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2441" name="Line 9"/>
            <p:cNvSpPr>
              <a:spLocks noChangeShapeType="1"/>
            </p:cNvSpPr>
            <p:nvPr/>
          </p:nvSpPr>
          <p:spPr bwMode="auto">
            <a:xfrm flipH="1">
              <a:off x="3975" y="2025"/>
              <a:ext cx="86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42" name="Text Box 10"/>
            <p:cNvSpPr txBox="1">
              <a:spLocks noChangeArrowheads="1"/>
            </p:cNvSpPr>
            <p:nvPr/>
          </p:nvSpPr>
          <p:spPr bwMode="auto">
            <a:xfrm>
              <a:off x="3773" y="1221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402443" name="Text Box 11"/>
            <p:cNvSpPr txBox="1">
              <a:spLocks noChangeArrowheads="1"/>
            </p:cNvSpPr>
            <p:nvPr/>
          </p:nvSpPr>
          <p:spPr bwMode="auto">
            <a:xfrm>
              <a:off x="3785" y="1659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–</a:t>
              </a:r>
            </a:p>
          </p:txBody>
        </p:sp>
        <p:graphicFrame>
          <p:nvGraphicFramePr>
            <p:cNvPr id="402444" name="Object 12"/>
            <p:cNvGraphicFramePr>
              <a:graphicFrameLocks noChangeAspect="1"/>
            </p:cNvGraphicFramePr>
            <p:nvPr/>
          </p:nvGraphicFramePr>
          <p:xfrm>
            <a:off x="3600" y="1357"/>
            <a:ext cx="25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600" imgH="279360" progId="Equation.3">
                    <p:embed/>
                  </p:oleObj>
                </mc:Choice>
                <mc:Fallback>
                  <p:oleObj name="公式" r:id="rId6" imgW="2286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357"/>
                          <a:ext cx="25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2445" name="Rectangle 13"/>
            <p:cNvSpPr>
              <a:spLocks noChangeArrowheads="1"/>
            </p:cNvSpPr>
            <p:nvPr/>
          </p:nvSpPr>
          <p:spPr bwMode="auto">
            <a:xfrm>
              <a:off x="4316" y="1212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46" name="Oval 14"/>
            <p:cNvSpPr>
              <a:spLocks noChangeArrowheads="1"/>
            </p:cNvSpPr>
            <p:nvPr/>
          </p:nvSpPr>
          <p:spPr bwMode="auto">
            <a:xfrm>
              <a:off x="3855" y="1487"/>
              <a:ext cx="227" cy="22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47" name="Line 15"/>
            <p:cNvSpPr>
              <a:spLocks noChangeShapeType="1"/>
            </p:cNvSpPr>
            <p:nvPr/>
          </p:nvSpPr>
          <p:spPr bwMode="auto">
            <a:xfrm flipH="1">
              <a:off x="3975" y="1244"/>
              <a:ext cx="34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48" name="Rectangle 16"/>
            <p:cNvSpPr>
              <a:spLocks noChangeArrowheads="1"/>
            </p:cNvSpPr>
            <p:nvPr/>
          </p:nvSpPr>
          <p:spPr bwMode="auto">
            <a:xfrm rot="5400000">
              <a:off x="4734" y="1577"/>
              <a:ext cx="227" cy="7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449" name="Text Box 17"/>
            <p:cNvSpPr txBox="1">
              <a:spLocks noChangeArrowheads="1"/>
            </p:cNvSpPr>
            <p:nvPr/>
          </p:nvSpPr>
          <p:spPr bwMode="auto">
            <a:xfrm>
              <a:off x="4316" y="970"/>
              <a:ext cx="3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Z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402450" name="Freeform 18"/>
            <p:cNvSpPr>
              <a:spLocks/>
            </p:cNvSpPr>
            <p:nvPr/>
          </p:nvSpPr>
          <p:spPr bwMode="auto">
            <a:xfrm>
              <a:off x="3972" y="1241"/>
              <a:ext cx="3" cy="787"/>
            </a:xfrm>
            <a:custGeom>
              <a:avLst/>
              <a:gdLst>
                <a:gd name="T0" fmla="*/ 3 w 3"/>
                <a:gd name="T1" fmla="*/ 0 h 787"/>
                <a:gd name="T2" fmla="*/ 0 w 3"/>
                <a:gd name="T3" fmla="*/ 787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787">
                  <a:moveTo>
                    <a:pt x="3" y="0"/>
                  </a:moveTo>
                  <a:lnTo>
                    <a:pt x="0" y="78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2451" name="Object 19"/>
            <p:cNvGraphicFramePr>
              <a:graphicFrameLocks noChangeAspect="1"/>
            </p:cNvGraphicFramePr>
            <p:nvPr/>
          </p:nvGraphicFramePr>
          <p:xfrm>
            <a:off x="4941" y="1400"/>
            <a:ext cx="47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95000" imgH="457200" progId="Equation.3">
                    <p:embed/>
                  </p:oleObj>
                </mc:Choice>
                <mc:Fallback>
                  <p:oleObj name="公式" r:id="rId8" imgW="495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1" y="1400"/>
                          <a:ext cx="47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2452" name="Text Box 20"/>
          <p:cNvSpPr txBox="1">
            <a:spLocks noChangeArrowheads="1"/>
          </p:cNvSpPr>
          <p:nvPr/>
        </p:nvSpPr>
        <p:spPr bwMode="auto">
          <a:xfrm>
            <a:off x="251520" y="2875190"/>
            <a:ext cx="84969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FF0000"/>
                </a:solidFill>
                <a:ea typeface="宋体" charset="-122"/>
              </a:rPr>
              <a:t>Reflected impedance</a:t>
            </a:r>
            <a:r>
              <a:rPr kumimoji="1" lang="en-US" altLang="zh-CN" sz="2400" dirty="0">
                <a:ea typeface="宋体" charset="-122"/>
              </a:rPr>
              <a:t>, which reflects the secondary impedances into the primary</a:t>
            </a:r>
          </a:p>
        </p:txBody>
      </p:sp>
      <p:graphicFrame>
        <p:nvGraphicFramePr>
          <p:cNvPr id="4024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47528"/>
              </p:ext>
            </p:extLst>
          </p:nvPr>
        </p:nvGraphicFramePr>
        <p:xfrm>
          <a:off x="177800" y="3706813"/>
          <a:ext cx="50419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28720" imgH="457200" progId="Equation.DSMT4">
                  <p:embed/>
                </p:oleObj>
              </mc:Choice>
              <mc:Fallback>
                <p:oleObj name="Equation" r:id="rId10" imgW="2628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3706813"/>
                        <a:ext cx="50419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296782"/>
              </p:ext>
            </p:extLst>
          </p:nvPr>
        </p:nvGraphicFramePr>
        <p:xfrm>
          <a:off x="107504" y="4837113"/>
          <a:ext cx="50958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81000" imgH="457200" progId="Equation.DSMT4">
                  <p:embed/>
                </p:oleObj>
              </mc:Choice>
              <mc:Fallback>
                <p:oleObj name="Equation" r:id="rId12" imgW="278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4837113"/>
                        <a:ext cx="50958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58138"/>
              </p:ext>
            </p:extLst>
          </p:nvPr>
        </p:nvGraphicFramePr>
        <p:xfrm>
          <a:off x="655638" y="5589588"/>
          <a:ext cx="79184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32040" imgH="241200" progId="Equation.DSMT4">
                  <p:embed/>
                </p:oleObj>
              </mc:Choice>
              <mc:Fallback>
                <p:oleObj name="Equation" r:id="rId14" imgW="3632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5589588"/>
                        <a:ext cx="79184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443459"/>
              </p:ext>
            </p:extLst>
          </p:nvPr>
        </p:nvGraphicFramePr>
        <p:xfrm>
          <a:off x="152400" y="1928813"/>
          <a:ext cx="83597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94160" imgH="482400" progId="Equation.DSMT4">
                  <p:embed/>
                </p:oleObj>
              </mc:Choice>
              <mc:Fallback>
                <p:oleObj name="Equation" r:id="rId16" imgW="4394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28813"/>
                        <a:ext cx="83597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460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2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2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2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2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5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00" name="Picture 8" descr="ale63317_1302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420888"/>
            <a:ext cx="6781800" cy="2055813"/>
          </a:xfrm>
        </p:spPr>
      </p:pic>
      <p:sp>
        <p:nvSpPr>
          <p:cNvPr id="11059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268760"/>
            <a:ext cx="7488832" cy="1524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   In the circuit below, calculate the input impedance and current I</a:t>
            </a:r>
            <a:r>
              <a:rPr lang="en-US" altLang="zh-CN" sz="2400" baseline="-25000" dirty="0">
                <a:ea typeface="宋体" charset="-122"/>
              </a:rPr>
              <a:t>1</a:t>
            </a:r>
            <a:r>
              <a:rPr lang="en-US" altLang="zh-CN" sz="2400" dirty="0">
                <a:ea typeface="宋体" charset="-122"/>
              </a:rPr>
              <a:t>. Take Z</a:t>
            </a:r>
            <a:r>
              <a:rPr lang="en-US" altLang="zh-CN" sz="2400" baseline="-25000" dirty="0">
                <a:ea typeface="宋体" charset="-122"/>
              </a:rPr>
              <a:t>1</a:t>
            </a:r>
            <a:r>
              <a:rPr lang="en-US" altLang="zh-CN" sz="2400" dirty="0">
                <a:ea typeface="宋体" charset="-122"/>
              </a:rPr>
              <a:t>=60-</a:t>
            </a:r>
            <a:r>
              <a:rPr lang="en-US" altLang="zh-CN" sz="2400" i="1" dirty="0">
                <a:ea typeface="宋体" charset="-122"/>
              </a:rPr>
              <a:t>j</a:t>
            </a:r>
            <a:r>
              <a:rPr lang="en-US" altLang="zh-CN" sz="2400" dirty="0">
                <a:ea typeface="宋体" charset="-122"/>
              </a:rPr>
              <a:t>100Ω, Z</a:t>
            </a:r>
            <a:r>
              <a:rPr lang="en-US" altLang="zh-CN" sz="2400" baseline="-25000" dirty="0">
                <a:ea typeface="宋体" charset="-122"/>
              </a:rPr>
              <a:t>2</a:t>
            </a:r>
            <a:r>
              <a:rPr lang="en-US" altLang="zh-CN" sz="2400" dirty="0">
                <a:ea typeface="宋体" charset="-122"/>
              </a:rPr>
              <a:t>=30+</a:t>
            </a:r>
            <a:r>
              <a:rPr lang="en-US" altLang="zh-CN" sz="2400" i="1" dirty="0">
                <a:ea typeface="宋体" charset="-122"/>
              </a:rPr>
              <a:t>j</a:t>
            </a:r>
            <a:r>
              <a:rPr lang="en-US" altLang="zh-CN" sz="2400" dirty="0">
                <a:ea typeface="宋体" charset="-122"/>
              </a:rPr>
              <a:t>40Ω, and Z</a:t>
            </a:r>
            <a:r>
              <a:rPr lang="en-US" altLang="zh-CN" sz="2400" i="1" baseline="-25000" dirty="0">
                <a:ea typeface="宋体" charset="-122"/>
              </a:rPr>
              <a:t>L</a:t>
            </a:r>
            <a:r>
              <a:rPr lang="en-US" altLang="zh-CN" sz="2400" dirty="0">
                <a:ea typeface="宋体" charset="-122"/>
              </a:rPr>
              <a:t>=80+j60Ω.</a:t>
            </a:r>
          </a:p>
        </p:txBody>
      </p:sp>
      <p:sp>
        <p:nvSpPr>
          <p:cNvPr id="110601" name="Rectangle 9"/>
          <p:cNvSpPr>
            <a:spLocks noChangeArrowheads="1"/>
          </p:cNvSpPr>
          <p:nvPr/>
        </p:nvSpPr>
        <p:spPr bwMode="auto">
          <a:xfrm>
            <a:off x="533400" y="5808663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>
                <a:ea typeface="宋体" charset="-122"/>
              </a:rPr>
              <a:t>Ans: </a:t>
            </a:r>
          </a:p>
        </p:txBody>
      </p:sp>
      <p:graphicFrame>
        <p:nvGraphicFramePr>
          <p:cNvPr id="110602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1430338" y="5807075"/>
          <a:ext cx="4648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41320" imgH="215640" progId="Equation.3">
                  <p:embed/>
                </p:oleObj>
              </mc:Choice>
              <mc:Fallback>
                <p:oleObj name="Equation" r:id="rId3" imgW="2641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5807075"/>
                        <a:ext cx="46482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4" name="Line 12"/>
          <p:cNvSpPr>
            <a:spLocks noChangeShapeType="1"/>
          </p:cNvSpPr>
          <p:nvPr/>
        </p:nvSpPr>
        <p:spPr bwMode="auto">
          <a:xfrm>
            <a:off x="2286000" y="4437112"/>
            <a:ext cx="2286000" cy="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>
            <a:off x="5105400" y="4437112"/>
            <a:ext cx="2133600" cy="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43608" y="516789"/>
            <a:ext cx="206338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408596624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796925" y="408219"/>
            <a:ext cx="7560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  <a:ea typeface="隶书" pitchFamily="49" charset="-122"/>
              </a:rPr>
              <a:t>The equivalent T circuit of a linear transformer</a:t>
            </a:r>
          </a:p>
        </p:txBody>
      </p:sp>
      <p:grpSp>
        <p:nvGrpSpPr>
          <p:cNvPr id="204803" name="Group 3"/>
          <p:cNvGrpSpPr>
            <a:grpSpLocks/>
          </p:cNvGrpSpPr>
          <p:nvPr/>
        </p:nvGrpSpPr>
        <p:grpSpPr bwMode="auto">
          <a:xfrm>
            <a:off x="3281363" y="1436688"/>
            <a:ext cx="2516187" cy="1863725"/>
            <a:chOff x="533" y="1135"/>
            <a:chExt cx="1585" cy="1174"/>
          </a:xfrm>
        </p:grpSpPr>
        <p:sp>
          <p:nvSpPr>
            <p:cNvPr id="204804" name="Text Box 4"/>
            <p:cNvSpPr txBox="1">
              <a:spLocks noChangeArrowheads="1"/>
            </p:cNvSpPr>
            <p:nvPr/>
          </p:nvSpPr>
          <p:spPr bwMode="auto">
            <a:xfrm>
              <a:off x="715" y="113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05" name="Line 5"/>
            <p:cNvSpPr>
              <a:spLocks noChangeShapeType="1"/>
            </p:cNvSpPr>
            <p:nvPr/>
          </p:nvSpPr>
          <p:spPr bwMode="auto">
            <a:xfrm flipV="1">
              <a:off x="1157" y="1519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6" name="Line 6"/>
            <p:cNvSpPr>
              <a:spLocks noChangeShapeType="1"/>
            </p:cNvSpPr>
            <p:nvPr/>
          </p:nvSpPr>
          <p:spPr bwMode="auto">
            <a:xfrm flipH="1" flipV="1">
              <a:off x="1157" y="2095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7" name="Line 7"/>
            <p:cNvSpPr>
              <a:spLocks noChangeShapeType="1"/>
            </p:cNvSpPr>
            <p:nvPr/>
          </p:nvSpPr>
          <p:spPr bwMode="auto">
            <a:xfrm flipV="1">
              <a:off x="1421" y="2099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8" name="Line 8"/>
            <p:cNvSpPr>
              <a:spLocks noChangeShapeType="1"/>
            </p:cNvSpPr>
            <p:nvPr/>
          </p:nvSpPr>
          <p:spPr bwMode="auto">
            <a:xfrm flipV="1">
              <a:off x="1421" y="15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9" name="Line 9"/>
            <p:cNvSpPr>
              <a:spLocks noChangeShapeType="1"/>
            </p:cNvSpPr>
            <p:nvPr/>
          </p:nvSpPr>
          <p:spPr bwMode="auto">
            <a:xfrm>
              <a:off x="677" y="1519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0" name="Line 10"/>
            <p:cNvSpPr>
              <a:spLocks noChangeShapeType="1"/>
            </p:cNvSpPr>
            <p:nvPr/>
          </p:nvSpPr>
          <p:spPr bwMode="auto">
            <a:xfrm>
              <a:off x="677" y="2287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1" name="Line 11"/>
            <p:cNvSpPr>
              <a:spLocks noChangeShapeType="1"/>
            </p:cNvSpPr>
            <p:nvPr/>
          </p:nvSpPr>
          <p:spPr bwMode="auto">
            <a:xfrm>
              <a:off x="1421" y="1541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2" name="Line 12"/>
            <p:cNvSpPr>
              <a:spLocks noChangeShapeType="1"/>
            </p:cNvSpPr>
            <p:nvPr/>
          </p:nvSpPr>
          <p:spPr bwMode="auto">
            <a:xfrm>
              <a:off x="1421" y="228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3" name="Text Box 13"/>
            <p:cNvSpPr txBox="1">
              <a:spLocks noChangeArrowheads="1"/>
            </p:cNvSpPr>
            <p:nvPr/>
          </p:nvSpPr>
          <p:spPr bwMode="auto">
            <a:xfrm>
              <a:off x="953" y="153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4814" name="Text Box 14"/>
            <p:cNvSpPr txBox="1">
              <a:spLocks noChangeArrowheads="1"/>
            </p:cNvSpPr>
            <p:nvPr/>
          </p:nvSpPr>
          <p:spPr bwMode="auto">
            <a:xfrm>
              <a:off x="1424" y="15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4815" name="Line 15"/>
            <p:cNvSpPr>
              <a:spLocks noChangeShapeType="1"/>
            </p:cNvSpPr>
            <p:nvPr/>
          </p:nvSpPr>
          <p:spPr bwMode="auto">
            <a:xfrm>
              <a:off x="677" y="144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6" name="Text Box 16"/>
            <p:cNvSpPr txBox="1">
              <a:spLocks noChangeArrowheads="1"/>
            </p:cNvSpPr>
            <p:nvPr/>
          </p:nvSpPr>
          <p:spPr bwMode="auto">
            <a:xfrm>
              <a:off x="907" y="1759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17" name="Text Box 17"/>
            <p:cNvSpPr txBox="1">
              <a:spLocks noChangeArrowheads="1"/>
            </p:cNvSpPr>
            <p:nvPr/>
          </p:nvSpPr>
          <p:spPr bwMode="auto">
            <a:xfrm>
              <a:off x="1445" y="178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18" name="Text Box 18"/>
            <p:cNvSpPr txBox="1">
              <a:spLocks noChangeArrowheads="1"/>
            </p:cNvSpPr>
            <p:nvPr/>
          </p:nvSpPr>
          <p:spPr bwMode="auto">
            <a:xfrm>
              <a:off x="541" y="1501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4819" name="Text Box 19"/>
            <p:cNvSpPr txBox="1">
              <a:spLocks noChangeArrowheads="1"/>
            </p:cNvSpPr>
            <p:nvPr/>
          </p:nvSpPr>
          <p:spPr bwMode="auto">
            <a:xfrm>
              <a:off x="551" y="190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204820" name="Text Box 20"/>
            <p:cNvSpPr txBox="1">
              <a:spLocks noChangeArrowheads="1"/>
            </p:cNvSpPr>
            <p:nvPr/>
          </p:nvSpPr>
          <p:spPr bwMode="auto">
            <a:xfrm>
              <a:off x="533" y="1733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21" name="Text Box 21"/>
            <p:cNvSpPr txBox="1">
              <a:spLocks noChangeArrowheads="1"/>
            </p:cNvSpPr>
            <p:nvPr/>
          </p:nvSpPr>
          <p:spPr bwMode="auto">
            <a:xfrm>
              <a:off x="1819" y="151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4822" name="Text Box 22"/>
            <p:cNvSpPr txBox="1">
              <a:spLocks noChangeArrowheads="1"/>
            </p:cNvSpPr>
            <p:nvPr/>
          </p:nvSpPr>
          <p:spPr bwMode="auto">
            <a:xfrm>
              <a:off x="1817" y="192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204823" name="Text Box 23"/>
            <p:cNvSpPr txBox="1">
              <a:spLocks noChangeArrowheads="1"/>
            </p:cNvSpPr>
            <p:nvPr/>
          </p:nvSpPr>
          <p:spPr bwMode="auto">
            <a:xfrm>
              <a:off x="1831" y="178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24" name="Text Box 24"/>
            <p:cNvSpPr txBox="1">
              <a:spLocks noChangeArrowheads="1"/>
            </p:cNvSpPr>
            <p:nvPr/>
          </p:nvSpPr>
          <p:spPr bwMode="auto">
            <a:xfrm>
              <a:off x="1543" y="115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25" name="Text Box 25"/>
            <p:cNvSpPr txBox="1">
              <a:spLocks noChangeArrowheads="1"/>
            </p:cNvSpPr>
            <p:nvPr/>
          </p:nvSpPr>
          <p:spPr bwMode="auto">
            <a:xfrm>
              <a:off x="1157" y="1217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grpSp>
          <p:nvGrpSpPr>
            <p:cNvPr id="204826" name="Group 26"/>
            <p:cNvGrpSpPr>
              <a:grpSpLocks/>
            </p:cNvGrpSpPr>
            <p:nvPr/>
          </p:nvGrpSpPr>
          <p:grpSpPr bwMode="auto">
            <a:xfrm rot="5400000">
              <a:off x="996" y="1877"/>
              <a:ext cx="379" cy="57"/>
              <a:chOff x="1200" y="1584"/>
              <a:chExt cx="379" cy="45"/>
            </a:xfrm>
          </p:grpSpPr>
          <p:sp>
            <p:nvSpPr>
              <p:cNvPr id="204827" name="Arc 2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28" name="Arc 2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29" name="Arc 2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30" name="Arc 3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31" name="Oval 31"/>
            <p:cNvSpPr>
              <a:spLocks noChangeArrowheads="1"/>
            </p:cNvSpPr>
            <p:nvPr/>
          </p:nvSpPr>
          <p:spPr bwMode="auto">
            <a:xfrm>
              <a:off x="629" y="149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32" name="Oval 32"/>
            <p:cNvSpPr>
              <a:spLocks noChangeArrowheads="1"/>
            </p:cNvSpPr>
            <p:nvPr/>
          </p:nvSpPr>
          <p:spPr bwMode="auto">
            <a:xfrm>
              <a:off x="629" y="226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4833" name="Group 33"/>
            <p:cNvGrpSpPr>
              <a:grpSpLocks/>
            </p:cNvGrpSpPr>
            <p:nvPr/>
          </p:nvGrpSpPr>
          <p:grpSpPr bwMode="auto">
            <a:xfrm rot="16200000" flipH="1">
              <a:off x="1206" y="1889"/>
              <a:ext cx="379" cy="57"/>
              <a:chOff x="1200" y="1584"/>
              <a:chExt cx="379" cy="45"/>
            </a:xfrm>
          </p:grpSpPr>
          <p:sp>
            <p:nvSpPr>
              <p:cNvPr id="204834" name="Arc 34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35" name="Arc 35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36" name="Arc 36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37" name="Arc 37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38" name="Line 38"/>
            <p:cNvSpPr>
              <a:spLocks noChangeShapeType="1"/>
            </p:cNvSpPr>
            <p:nvPr/>
          </p:nvSpPr>
          <p:spPr bwMode="auto">
            <a:xfrm flipH="1">
              <a:off x="1543" y="148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39" name="Oval 39"/>
            <p:cNvSpPr>
              <a:spLocks noChangeArrowheads="1"/>
            </p:cNvSpPr>
            <p:nvPr/>
          </p:nvSpPr>
          <p:spPr bwMode="auto">
            <a:xfrm>
              <a:off x="1901" y="226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40" name="Oval 40"/>
            <p:cNvSpPr>
              <a:spLocks noChangeArrowheads="1"/>
            </p:cNvSpPr>
            <p:nvPr/>
          </p:nvSpPr>
          <p:spPr bwMode="auto">
            <a:xfrm>
              <a:off x="1895" y="151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41" name="Arc 41"/>
            <p:cNvSpPr>
              <a:spLocks/>
            </p:cNvSpPr>
            <p:nvPr/>
          </p:nvSpPr>
          <p:spPr bwMode="auto">
            <a:xfrm flipH="1">
              <a:off x="1061" y="1384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42" name="Arc 42"/>
            <p:cNvSpPr>
              <a:spLocks/>
            </p:cNvSpPr>
            <p:nvPr/>
          </p:nvSpPr>
          <p:spPr bwMode="auto">
            <a:xfrm>
              <a:off x="1367" y="1392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43" name="Group 43"/>
          <p:cNvGrpSpPr>
            <a:grpSpLocks/>
          </p:cNvGrpSpPr>
          <p:nvPr/>
        </p:nvGrpSpPr>
        <p:grpSpPr bwMode="auto">
          <a:xfrm>
            <a:off x="374651" y="1495425"/>
            <a:ext cx="2551112" cy="1866900"/>
            <a:chOff x="421" y="2621"/>
            <a:chExt cx="1607" cy="1176"/>
          </a:xfrm>
        </p:grpSpPr>
        <p:sp>
          <p:nvSpPr>
            <p:cNvPr id="204844" name="Text Box 44"/>
            <p:cNvSpPr txBox="1">
              <a:spLocks noChangeArrowheads="1"/>
            </p:cNvSpPr>
            <p:nvPr/>
          </p:nvSpPr>
          <p:spPr bwMode="auto">
            <a:xfrm>
              <a:off x="699" y="2640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latin typeface="Times New Roman" pitchFamily="18" charset="0"/>
                </a:rPr>
                <a:t>–M</a:t>
              </a:r>
            </a:p>
          </p:txBody>
        </p:sp>
        <p:grpSp>
          <p:nvGrpSpPr>
            <p:cNvPr id="204845" name="Group 45"/>
            <p:cNvGrpSpPr>
              <a:grpSpLocks/>
            </p:cNvGrpSpPr>
            <p:nvPr/>
          </p:nvGrpSpPr>
          <p:grpSpPr bwMode="auto">
            <a:xfrm flipH="1">
              <a:off x="1406" y="2925"/>
              <a:ext cx="379" cy="57"/>
              <a:chOff x="1200" y="1584"/>
              <a:chExt cx="379" cy="45"/>
            </a:xfrm>
          </p:grpSpPr>
          <p:sp>
            <p:nvSpPr>
              <p:cNvPr id="204846" name="Arc 4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47" name="Arc 4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48" name="Arc 4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49" name="Arc 4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4850" name="Group 50"/>
            <p:cNvGrpSpPr>
              <a:grpSpLocks/>
            </p:cNvGrpSpPr>
            <p:nvPr/>
          </p:nvGrpSpPr>
          <p:grpSpPr bwMode="auto">
            <a:xfrm flipH="1">
              <a:off x="640" y="2939"/>
              <a:ext cx="379" cy="57"/>
              <a:chOff x="1200" y="1584"/>
              <a:chExt cx="379" cy="45"/>
            </a:xfrm>
          </p:grpSpPr>
          <p:sp>
            <p:nvSpPr>
              <p:cNvPr id="204851" name="Arc 51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52" name="Arc 52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53" name="Arc 53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54" name="Arc 54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55" name="Line 55"/>
            <p:cNvSpPr>
              <a:spLocks noChangeShapeType="1"/>
            </p:cNvSpPr>
            <p:nvPr/>
          </p:nvSpPr>
          <p:spPr bwMode="auto">
            <a:xfrm>
              <a:off x="1009" y="2982"/>
              <a:ext cx="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856" name="Group 56"/>
            <p:cNvGrpSpPr>
              <a:grpSpLocks/>
            </p:cNvGrpSpPr>
            <p:nvPr/>
          </p:nvGrpSpPr>
          <p:grpSpPr bwMode="auto">
            <a:xfrm rot="5400000">
              <a:off x="1052" y="3398"/>
              <a:ext cx="379" cy="57"/>
              <a:chOff x="1200" y="1584"/>
              <a:chExt cx="379" cy="45"/>
            </a:xfrm>
          </p:grpSpPr>
          <p:sp>
            <p:nvSpPr>
              <p:cNvPr id="204857" name="Arc 5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58" name="Arc 5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59" name="Arc 5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60" name="Arc 6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61" name="Line 61"/>
            <p:cNvSpPr>
              <a:spLocks noChangeShapeType="1"/>
            </p:cNvSpPr>
            <p:nvPr/>
          </p:nvSpPr>
          <p:spPr bwMode="auto">
            <a:xfrm>
              <a:off x="1207" y="2982"/>
              <a:ext cx="0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2" name="Line 62"/>
            <p:cNvSpPr>
              <a:spLocks noChangeShapeType="1"/>
            </p:cNvSpPr>
            <p:nvPr/>
          </p:nvSpPr>
          <p:spPr bwMode="auto">
            <a:xfrm>
              <a:off x="1216" y="3606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3" name="Line 63"/>
            <p:cNvSpPr>
              <a:spLocks noChangeShapeType="1"/>
            </p:cNvSpPr>
            <p:nvPr/>
          </p:nvSpPr>
          <p:spPr bwMode="auto">
            <a:xfrm>
              <a:off x="499" y="3768"/>
              <a:ext cx="1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4" name="Line 64"/>
            <p:cNvSpPr>
              <a:spLocks noChangeShapeType="1"/>
            </p:cNvSpPr>
            <p:nvPr/>
          </p:nvSpPr>
          <p:spPr bwMode="auto">
            <a:xfrm>
              <a:off x="470" y="2982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5" name="Line 65"/>
            <p:cNvSpPr>
              <a:spLocks noChangeShapeType="1"/>
            </p:cNvSpPr>
            <p:nvPr/>
          </p:nvSpPr>
          <p:spPr bwMode="auto">
            <a:xfrm>
              <a:off x="1785" y="2987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6" name="Oval 66"/>
            <p:cNvSpPr>
              <a:spLocks noChangeArrowheads="1"/>
            </p:cNvSpPr>
            <p:nvPr/>
          </p:nvSpPr>
          <p:spPr bwMode="auto">
            <a:xfrm>
              <a:off x="421" y="295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67" name="Oval 67"/>
            <p:cNvSpPr>
              <a:spLocks noChangeArrowheads="1"/>
            </p:cNvSpPr>
            <p:nvPr/>
          </p:nvSpPr>
          <p:spPr bwMode="auto">
            <a:xfrm>
              <a:off x="439" y="374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68" name="Oval 68"/>
            <p:cNvSpPr>
              <a:spLocks noChangeArrowheads="1"/>
            </p:cNvSpPr>
            <p:nvPr/>
          </p:nvSpPr>
          <p:spPr bwMode="auto">
            <a:xfrm>
              <a:off x="1971" y="296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69" name="Oval 69"/>
            <p:cNvSpPr>
              <a:spLocks noChangeArrowheads="1"/>
            </p:cNvSpPr>
            <p:nvPr/>
          </p:nvSpPr>
          <p:spPr bwMode="auto">
            <a:xfrm>
              <a:off x="1980" y="374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70" name="Text Box 70"/>
            <p:cNvSpPr txBox="1">
              <a:spLocks noChangeArrowheads="1"/>
            </p:cNvSpPr>
            <p:nvPr/>
          </p:nvSpPr>
          <p:spPr bwMode="auto">
            <a:xfrm>
              <a:off x="442" y="267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71" name="Text Box 71"/>
            <p:cNvSpPr txBox="1">
              <a:spLocks noChangeArrowheads="1"/>
            </p:cNvSpPr>
            <p:nvPr/>
          </p:nvSpPr>
          <p:spPr bwMode="auto">
            <a:xfrm>
              <a:off x="1768" y="26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872" name="Text Box 72"/>
            <p:cNvSpPr txBox="1">
              <a:spLocks noChangeArrowheads="1"/>
            </p:cNvSpPr>
            <p:nvPr/>
          </p:nvSpPr>
          <p:spPr bwMode="auto">
            <a:xfrm>
              <a:off x="1213" y="3000"/>
              <a:ext cx="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 </a:t>
              </a:r>
              <a:r>
                <a:rPr kumimoji="1" lang="en-US" altLang="zh-CN" b="1">
                  <a:latin typeface="Times New Roman" pitchFamily="18" charset="0"/>
                </a:rPr>
                <a:t>+</a:t>
              </a:r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4873" name="Text Box 73"/>
            <p:cNvSpPr txBox="1">
              <a:spLocks noChangeArrowheads="1"/>
            </p:cNvSpPr>
            <p:nvPr/>
          </p:nvSpPr>
          <p:spPr bwMode="auto">
            <a:xfrm>
              <a:off x="1349" y="2621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latin typeface="Times New Roman" pitchFamily="18" charset="0"/>
                </a:rPr>
                <a:t>–M</a:t>
              </a:r>
            </a:p>
          </p:txBody>
        </p:sp>
        <p:sp>
          <p:nvSpPr>
            <p:cNvPr id="204874" name="Text Box 74"/>
            <p:cNvSpPr txBox="1">
              <a:spLocks noChangeArrowheads="1"/>
            </p:cNvSpPr>
            <p:nvPr/>
          </p:nvSpPr>
          <p:spPr bwMode="auto">
            <a:xfrm>
              <a:off x="907" y="3328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latin typeface="Times New Roman" pitchFamily="18" charset="0"/>
                </a:rPr>
                <a:t>M</a:t>
              </a:r>
            </a:p>
          </p:txBody>
        </p:sp>
      </p:grpSp>
      <p:grpSp>
        <p:nvGrpSpPr>
          <p:cNvPr id="204875" name="Group 75"/>
          <p:cNvGrpSpPr>
            <a:grpSpLocks/>
          </p:cNvGrpSpPr>
          <p:nvPr/>
        </p:nvGrpSpPr>
        <p:grpSpPr bwMode="auto">
          <a:xfrm>
            <a:off x="6122988" y="1517426"/>
            <a:ext cx="2551112" cy="1795463"/>
            <a:chOff x="421" y="2666"/>
            <a:chExt cx="1607" cy="1131"/>
          </a:xfrm>
        </p:grpSpPr>
        <p:sp>
          <p:nvSpPr>
            <p:cNvPr id="204876" name="Text Box 76"/>
            <p:cNvSpPr txBox="1">
              <a:spLocks noChangeArrowheads="1"/>
            </p:cNvSpPr>
            <p:nvPr/>
          </p:nvSpPr>
          <p:spPr bwMode="auto">
            <a:xfrm>
              <a:off x="495" y="3463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latin typeface="Times New Roman" pitchFamily="18" charset="0"/>
                </a:rPr>
                <a:t>–M</a:t>
              </a:r>
            </a:p>
          </p:txBody>
        </p:sp>
        <p:grpSp>
          <p:nvGrpSpPr>
            <p:cNvPr id="204877" name="Group 77"/>
            <p:cNvGrpSpPr>
              <a:grpSpLocks/>
            </p:cNvGrpSpPr>
            <p:nvPr/>
          </p:nvGrpSpPr>
          <p:grpSpPr bwMode="auto">
            <a:xfrm flipH="1">
              <a:off x="1439" y="3730"/>
              <a:ext cx="379" cy="57"/>
              <a:chOff x="1200" y="1584"/>
              <a:chExt cx="379" cy="45"/>
            </a:xfrm>
          </p:grpSpPr>
          <p:sp>
            <p:nvSpPr>
              <p:cNvPr id="204878" name="Arc 7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79" name="Arc 7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80" name="Arc 8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81" name="Arc 8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4882" name="Group 82"/>
            <p:cNvGrpSpPr>
              <a:grpSpLocks/>
            </p:cNvGrpSpPr>
            <p:nvPr/>
          </p:nvGrpSpPr>
          <p:grpSpPr bwMode="auto">
            <a:xfrm flipH="1">
              <a:off x="648" y="3726"/>
              <a:ext cx="379" cy="57"/>
              <a:chOff x="1200" y="1584"/>
              <a:chExt cx="379" cy="45"/>
            </a:xfrm>
          </p:grpSpPr>
          <p:sp>
            <p:nvSpPr>
              <p:cNvPr id="204883" name="Arc 8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84" name="Arc 8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85" name="Arc 8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86" name="Arc 8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87" name="Line 87"/>
            <p:cNvSpPr>
              <a:spLocks noChangeShapeType="1"/>
            </p:cNvSpPr>
            <p:nvPr/>
          </p:nvSpPr>
          <p:spPr bwMode="auto">
            <a:xfrm>
              <a:off x="1037" y="3774"/>
              <a:ext cx="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888" name="Group 88"/>
            <p:cNvGrpSpPr>
              <a:grpSpLocks/>
            </p:cNvGrpSpPr>
            <p:nvPr/>
          </p:nvGrpSpPr>
          <p:grpSpPr bwMode="auto">
            <a:xfrm rot="5400000">
              <a:off x="1052" y="3398"/>
              <a:ext cx="379" cy="57"/>
              <a:chOff x="1200" y="1584"/>
              <a:chExt cx="379" cy="45"/>
            </a:xfrm>
          </p:grpSpPr>
          <p:sp>
            <p:nvSpPr>
              <p:cNvPr id="204889" name="Arc 8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90" name="Arc 9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91" name="Arc 9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92" name="Arc 9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893" name="Line 93"/>
            <p:cNvSpPr>
              <a:spLocks noChangeShapeType="1"/>
            </p:cNvSpPr>
            <p:nvPr/>
          </p:nvSpPr>
          <p:spPr bwMode="auto">
            <a:xfrm>
              <a:off x="1207" y="2982"/>
              <a:ext cx="0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4" name="Line 94"/>
            <p:cNvSpPr>
              <a:spLocks noChangeShapeType="1"/>
            </p:cNvSpPr>
            <p:nvPr/>
          </p:nvSpPr>
          <p:spPr bwMode="auto">
            <a:xfrm>
              <a:off x="1216" y="3606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5" name="Line 95"/>
            <p:cNvSpPr>
              <a:spLocks noChangeShapeType="1"/>
            </p:cNvSpPr>
            <p:nvPr/>
          </p:nvSpPr>
          <p:spPr bwMode="auto">
            <a:xfrm>
              <a:off x="475" y="2982"/>
              <a:ext cx="1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6" name="Line 96"/>
            <p:cNvSpPr>
              <a:spLocks noChangeShapeType="1"/>
            </p:cNvSpPr>
            <p:nvPr/>
          </p:nvSpPr>
          <p:spPr bwMode="auto">
            <a:xfrm>
              <a:off x="470" y="2982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7" name="Line 97"/>
            <p:cNvSpPr>
              <a:spLocks noChangeShapeType="1"/>
            </p:cNvSpPr>
            <p:nvPr/>
          </p:nvSpPr>
          <p:spPr bwMode="auto">
            <a:xfrm>
              <a:off x="1785" y="2987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8" name="Oval 98"/>
            <p:cNvSpPr>
              <a:spLocks noChangeArrowheads="1"/>
            </p:cNvSpPr>
            <p:nvPr/>
          </p:nvSpPr>
          <p:spPr bwMode="auto">
            <a:xfrm>
              <a:off x="421" y="295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99" name="Oval 99"/>
            <p:cNvSpPr>
              <a:spLocks noChangeArrowheads="1"/>
            </p:cNvSpPr>
            <p:nvPr/>
          </p:nvSpPr>
          <p:spPr bwMode="auto">
            <a:xfrm>
              <a:off x="439" y="374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0" name="Oval 100"/>
            <p:cNvSpPr>
              <a:spLocks noChangeArrowheads="1"/>
            </p:cNvSpPr>
            <p:nvPr/>
          </p:nvSpPr>
          <p:spPr bwMode="auto">
            <a:xfrm>
              <a:off x="1971" y="296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1" name="Oval 101"/>
            <p:cNvSpPr>
              <a:spLocks noChangeArrowheads="1"/>
            </p:cNvSpPr>
            <p:nvPr/>
          </p:nvSpPr>
          <p:spPr bwMode="auto">
            <a:xfrm>
              <a:off x="1980" y="374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2" name="Text Box 102"/>
            <p:cNvSpPr txBox="1">
              <a:spLocks noChangeArrowheads="1"/>
            </p:cNvSpPr>
            <p:nvPr/>
          </p:nvSpPr>
          <p:spPr bwMode="auto">
            <a:xfrm>
              <a:off x="442" y="267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03" name="Text Box 103"/>
            <p:cNvSpPr txBox="1">
              <a:spLocks noChangeArrowheads="1"/>
            </p:cNvSpPr>
            <p:nvPr/>
          </p:nvSpPr>
          <p:spPr bwMode="auto">
            <a:xfrm>
              <a:off x="1768" y="26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04" name="Text Box 104"/>
            <p:cNvSpPr txBox="1">
              <a:spLocks noChangeArrowheads="1"/>
            </p:cNvSpPr>
            <p:nvPr/>
          </p:nvSpPr>
          <p:spPr bwMode="auto">
            <a:xfrm>
              <a:off x="1213" y="3000"/>
              <a:ext cx="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 </a:t>
              </a:r>
              <a:r>
                <a:rPr kumimoji="1" lang="en-US" altLang="zh-CN" b="1">
                  <a:latin typeface="Times New Roman" pitchFamily="18" charset="0"/>
                </a:rPr>
                <a:t>+</a:t>
              </a:r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4905" name="Text Box 105"/>
            <p:cNvSpPr txBox="1">
              <a:spLocks noChangeArrowheads="1"/>
            </p:cNvSpPr>
            <p:nvPr/>
          </p:nvSpPr>
          <p:spPr bwMode="auto">
            <a:xfrm>
              <a:off x="1398" y="3463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latin typeface="Times New Roman" pitchFamily="18" charset="0"/>
                </a:rPr>
                <a:t>–M</a:t>
              </a:r>
            </a:p>
          </p:txBody>
        </p:sp>
        <p:sp>
          <p:nvSpPr>
            <p:cNvPr id="204906" name="Text Box 106"/>
            <p:cNvSpPr txBox="1">
              <a:spLocks noChangeArrowheads="1"/>
            </p:cNvSpPr>
            <p:nvPr/>
          </p:nvSpPr>
          <p:spPr bwMode="auto">
            <a:xfrm>
              <a:off x="953" y="3220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204907" name="Line 107"/>
            <p:cNvSpPr>
              <a:spLocks noChangeShapeType="1"/>
            </p:cNvSpPr>
            <p:nvPr/>
          </p:nvSpPr>
          <p:spPr bwMode="auto">
            <a:xfrm>
              <a:off x="468" y="3774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8" name="Line 108"/>
            <p:cNvSpPr>
              <a:spLocks noChangeShapeType="1"/>
            </p:cNvSpPr>
            <p:nvPr/>
          </p:nvSpPr>
          <p:spPr bwMode="auto">
            <a:xfrm>
              <a:off x="1819" y="3774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909" name="Group 109"/>
          <p:cNvGrpSpPr>
            <a:grpSpLocks/>
          </p:cNvGrpSpPr>
          <p:nvPr/>
        </p:nvGrpSpPr>
        <p:grpSpPr bwMode="auto">
          <a:xfrm>
            <a:off x="3219905" y="3840957"/>
            <a:ext cx="2516187" cy="1905000"/>
            <a:chOff x="533" y="1135"/>
            <a:chExt cx="1585" cy="1200"/>
          </a:xfrm>
        </p:grpSpPr>
        <p:sp>
          <p:nvSpPr>
            <p:cNvPr id="204910" name="Text Box 110"/>
            <p:cNvSpPr txBox="1">
              <a:spLocks noChangeArrowheads="1"/>
            </p:cNvSpPr>
            <p:nvPr/>
          </p:nvSpPr>
          <p:spPr bwMode="auto">
            <a:xfrm>
              <a:off x="715" y="113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11" name="Line 111"/>
            <p:cNvSpPr>
              <a:spLocks noChangeShapeType="1"/>
            </p:cNvSpPr>
            <p:nvPr/>
          </p:nvSpPr>
          <p:spPr bwMode="auto">
            <a:xfrm flipV="1">
              <a:off x="1157" y="1519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2" name="Line 112"/>
            <p:cNvSpPr>
              <a:spLocks noChangeShapeType="1"/>
            </p:cNvSpPr>
            <p:nvPr/>
          </p:nvSpPr>
          <p:spPr bwMode="auto">
            <a:xfrm flipH="1" flipV="1">
              <a:off x="1157" y="2095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3" name="Line 113"/>
            <p:cNvSpPr>
              <a:spLocks noChangeShapeType="1"/>
            </p:cNvSpPr>
            <p:nvPr/>
          </p:nvSpPr>
          <p:spPr bwMode="auto">
            <a:xfrm flipV="1">
              <a:off x="1421" y="2099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4" name="Line 114"/>
            <p:cNvSpPr>
              <a:spLocks noChangeShapeType="1"/>
            </p:cNvSpPr>
            <p:nvPr/>
          </p:nvSpPr>
          <p:spPr bwMode="auto">
            <a:xfrm flipV="1">
              <a:off x="1421" y="15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5" name="Line 115"/>
            <p:cNvSpPr>
              <a:spLocks noChangeShapeType="1"/>
            </p:cNvSpPr>
            <p:nvPr/>
          </p:nvSpPr>
          <p:spPr bwMode="auto">
            <a:xfrm>
              <a:off x="677" y="1519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6" name="Line 116"/>
            <p:cNvSpPr>
              <a:spLocks noChangeShapeType="1"/>
            </p:cNvSpPr>
            <p:nvPr/>
          </p:nvSpPr>
          <p:spPr bwMode="auto">
            <a:xfrm>
              <a:off x="677" y="2287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7" name="Line 117"/>
            <p:cNvSpPr>
              <a:spLocks noChangeShapeType="1"/>
            </p:cNvSpPr>
            <p:nvPr/>
          </p:nvSpPr>
          <p:spPr bwMode="auto">
            <a:xfrm>
              <a:off x="1421" y="1541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8" name="Line 118"/>
            <p:cNvSpPr>
              <a:spLocks noChangeShapeType="1"/>
            </p:cNvSpPr>
            <p:nvPr/>
          </p:nvSpPr>
          <p:spPr bwMode="auto">
            <a:xfrm>
              <a:off x="1421" y="228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9" name="Text Box 119"/>
            <p:cNvSpPr txBox="1">
              <a:spLocks noChangeArrowheads="1"/>
            </p:cNvSpPr>
            <p:nvPr/>
          </p:nvSpPr>
          <p:spPr bwMode="auto">
            <a:xfrm>
              <a:off x="953" y="153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4920" name="Text Box 120"/>
            <p:cNvSpPr txBox="1">
              <a:spLocks noChangeArrowheads="1"/>
            </p:cNvSpPr>
            <p:nvPr/>
          </p:nvSpPr>
          <p:spPr bwMode="auto">
            <a:xfrm>
              <a:off x="1398" y="20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4921" name="Line 121"/>
            <p:cNvSpPr>
              <a:spLocks noChangeShapeType="1"/>
            </p:cNvSpPr>
            <p:nvPr/>
          </p:nvSpPr>
          <p:spPr bwMode="auto">
            <a:xfrm>
              <a:off x="677" y="144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22" name="Text Box 122"/>
            <p:cNvSpPr txBox="1">
              <a:spLocks noChangeArrowheads="1"/>
            </p:cNvSpPr>
            <p:nvPr/>
          </p:nvSpPr>
          <p:spPr bwMode="auto">
            <a:xfrm>
              <a:off x="907" y="1759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23" name="Text Box 123"/>
            <p:cNvSpPr txBox="1">
              <a:spLocks noChangeArrowheads="1"/>
            </p:cNvSpPr>
            <p:nvPr/>
          </p:nvSpPr>
          <p:spPr bwMode="auto">
            <a:xfrm>
              <a:off x="1445" y="178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24" name="Text Box 124"/>
            <p:cNvSpPr txBox="1">
              <a:spLocks noChangeArrowheads="1"/>
            </p:cNvSpPr>
            <p:nvPr/>
          </p:nvSpPr>
          <p:spPr bwMode="auto">
            <a:xfrm>
              <a:off x="541" y="1501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4925" name="Text Box 125"/>
            <p:cNvSpPr txBox="1">
              <a:spLocks noChangeArrowheads="1"/>
            </p:cNvSpPr>
            <p:nvPr/>
          </p:nvSpPr>
          <p:spPr bwMode="auto">
            <a:xfrm>
              <a:off x="551" y="190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204926" name="Text Box 126"/>
            <p:cNvSpPr txBox="1">
              <a:spLocks noChangeArrowheads="1"/>
            </p:cNvSpPr>
            <p:nvPr/>
          </p:nvSpPr>
          <p:spPr bwMode="auto">
            <a:xfrm>
              <a:off x="533" y="1733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27" name="Text Box 127"/>
            <p:cNvSpPr txBox="1">
              <a:spLocks noChangeArrowheads="1"/>
            </p:cNvSpPr>
            <p:nvPr/>
          </p:nvSpPr>
          <p:spPr bwMode="auto">
            <a:xfrm>
              <a:off x="1819" y="151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4928" name="Text Box 128"/>
            <p:cNvSpPr txBox="1">
              <a:spLocks noChangeArrowheads="1"/>
            </p:cNvSpPr>
            <p:nvPr/>
          </p:nvSpPr>
          <p:spPr bwMode="auto">
            <a:xfrm>
              <a:off x="1817" y="192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_</a:t>
              </a:r>
            </a:p>
          </p:txBody>
        </p:sp>
        <p:sp>
          <p:nvSpPr>
            <p:cNvPr id="204929" name="Text Box 129"/>
            <p:cNvSpPr txBox="1">
              <a:spLocks noChangeArrowheads="1"/>
            </p:cNvSpPr>
            <p:nvPr/>
          </p:nvSpPr>
          <p:spPr bwMode="auto">
            <a:xfrm>
              <a:off x="1831" y="178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u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30" name="Text Box 130"/>
            <p:cNvSpPr txBox="1">
              <a:spLocks noChangeArrowheads="1"/>
            </p:cNvSpPr>
            <p:nvPr/>
          </p:nvSpPr>
          <p:spPr bwMode="auto">
            <a:xfrm>
              <a:off x="1543" y="115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31" name="Text Box 131"/>
            <p:cNvSpPr txBox="1">
              <a:spLocks noChangeArrowheads="1"/>
            </p:cNvSpPr>
            <p:nvPr/>
          </p:nvSpPr>
          <p:spPr bwMode="auto">
            <a:xfrm>
              <a:off x="1157" y="1217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grpSp>
          <p:nvGrpSpPr>
            <p:cNvPr id="204932" name="Group 132"/>
            <p:cNvGrpSpPr>
              <a:grpSpLocks/>
            </p:cNvGrpSpPr>
            <p:nvPr/>
          </p:nvGrpSpPr>
          <p:grpSpPr bwMode="auto">
            <a:xfrm rot="5400000">
              <a:off x="996" y="1877"/>
              <a:ext cx="379" cy="57"/>
              <a:chOff x="1200" y="1584"/>
              <a:chExt cx="379" cy="45"/>
            </a:xfrm>
          </p:grpSpPr>
          <p:sp>
            <p:nvSpPr>
              <p:cNvPr id="204933" name="Arc 13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34" name="Arc 13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35" name="Arc 13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36" name="Arc 13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937" name="Oval 137"/>
            <p:cNvSpPr>
              <a:spLocks noChangeArrowheads="1"/>
            </p:cNvSpPr>
            <p:nvPr/>
          </p:nvSpPr>
          <p:spPr bwMode="auto">
            <a:xfrm>
              <a:off x="629" y="149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38" name="Oval 138"/>
            <p:cNvSpPr>
              <a:spLocks noChangeArrowheads="1"/>
            </p:cNvSpPr>
            <p:nvPr/>
          </p:nvSpPr>
          <p:spPr bwMode="auto">
            <a:xfrm>
              <a:off x="629" y="226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4939" name="Group 139"/>
            <p:cNvGrpSpPr>
              <a:grpSpLocks/>
            </p:cNvGrpSpPr>
            <p:nvPr/>
          </p:nvGrpSpPr>
          <p:grpSpPr bwMode="auto">
            <a:xfrm rot="16200000" flipH="1">
              <a:off x="1206" y="1889"/>
              <a:ext cx="379" cy="57"/>
              <a:chOff x="1200" y="1584"/>
              <a:chExt cx="379" cy="45"/>
            </a:xfrm>
          </p:grpSpPr>
          <p:sp>
            <p:nvSpPr>
              <p:cNvPr id="204940" name="Arc 14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41" name="Arc 14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42" name="Arc 14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43" name="Arc 14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944" name="Line 144"/>
            <p:cNvSpPr>
              <a:spLocks noChangeShapeType="1"/>
            </p:cNvSpPr>
            <p:nvPr/>
          </p:nvSpPr>
          <p:spPr bwMode="auto">
            <a:xfrm flipH="1">
              <a:off x="1543" y="148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5" name="Oval 145"/>
            <p:cNvSpPr>
              <a:spLocks noChangeArrowheads="1"/>
            </p:cNvSpPr>
            <p:nvPr/>
          </p:nvSpPr>
          <p:spPr bwMode="auto">
            <a:xfrm>
              <a:off x="1901" y="226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6" name="Oval 146"/>
            <p:cNvSpPr>
              <a:spLocks noChangeArrowheads="1"/>
            </p:cNvSpPr>
            <p:nvPr/>
          </p:nvSpPr>
          <p:spPr bwMode="auto">
            <a:xfrm>
              <a:off x="1895" y="151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7" name="Arc 147"/>
            <p:cNvSpPr>
              <a:spLocks/>
            </p:cNvSpPr>
            <p:nvPr/>
          </p:nvSpPr>
          <p:spPr bwMode="auto">
            <a:xfrm flipH="1">
              <a:off x="1061" y="1384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8" name="Arc 148"/>
            <p:cNvSpPr>
              <a:spLocks/>
            </p:cNvSpPr>
            <p:nvPr/>
          </p:nvSpPr>
          <p:spPr bwMode="auto">
            <a:xfrm>
              <a:off x="1367" y="1392"/>
              <a:ext cx="148" cy="131"/>
            </a:xfrm>
            <a:custGeom>
              <a:avLst/>
              <a:gdLst>
                <a:gd name="G0" fmla="+- 1539 0 0"/>
                <a:gd name="G1" fmla="+- 21600 0 0"/>
                <a:gd name="G2" fmla="+- 21600 0 0"/>
                <a:gd name="T0" fmla="*/ 0 w 22702"/>
                <a:gd name="T1" fmla="*/ 55 h 21600"/>
                <a:gd name="T2" fmla="*/ 22702 w 22702"/>
                <a:gd name="T3" fmla="*/ 17276 h 21600"/>
                <a:gd name="T4" fmla="*/ 1539 w 227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02" h="21600" fill="none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</a:path>
                <a:path w="22702" h="21600" stroke="0" extrusionOk="0">
                  <a:moveTo>
                    <a:pt x="-1" y="54"/>
                  </a:moveTo>
                  <a:cubicBezTo>
                    <a:pt x="512" y="18"/>
                    <a:pt x="1025" y="-1"/>
                    <a:pt x="1539" y="0"/>
                  </a:cubicBezTo>
                  <a:cubicBezTo>
                    <a:pt x="11801" y="0"/>
                    <a:pt x="20647" y="7221"/>
                    <a:pt x="22701" y="17276"/>
                  </a:cubicBezTo>
                  <a:lnTo>
                    <a:pt x="1539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949" name="Group 149"/>
          <p:cNvGrpSpPr>
            <a:grpSpLocks/>
          </p:cNvGrpSpPr>
          <p:nvPr/>
        </p:nvGrpSpPr>
        <p:grpSpPr bwMode="auto">
          <a:xfrm>
            <a:off x="6237288" y="3950494"/>
            <a:ext cx="2551112" cy="1795463"/>
            <a:chOff x="421" y="2666"/>
            <a:chExt cx="1607" cy="1131"/>
          </a:xfrm>
        </p:grpSpPr>
        <p:sp>
          <p:nvSpPr>
            <p:cNvPr id="204950" name="Text Box 150"/>
            <p:cNvSpPr txBox="1">
              <a:spLocks noChangeArrowheads="1"/>
            </p:cNvSpPr>
            <p:nvPr/>
          </p:nvSpPr>
          <p:spPr bwMode="auto">
            <a:xfrm>
              <a:off x="495" y="3463"/>
              <a:ext cx="5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latin typeface="Times New Roman" pitchFamily="18" charset="0"/>
                </a:rPr>
                <a:t>+M</a:t>
              </a:r>
            </a:p>
          </p:txBody>
        </p:sp>
        <p:grpSp>
          <p:nvGrpSpPr>
            <p:cNvPr id="204951" name="Group 151"/>
            <p:cNvGrpSpPr>
              <a:grpSpLocks/>
            </p:cNvGrpSpPr>
            <p:nvPr/>
          </p:nvGrpSpPr>
          <p:grpSpPr bwMode="auto">
            <a:xfrm flipH="1">
              <a:off x="1439" y="3730"/>
              <a:ext cx="379" cy="57"/>
              <a:chOff x="1200" y="1584"/>
              <a:chExt cx="379" cy="45"/>
            </a:xfrm>
          </p:grpSpPr>
          <p:sp>
            <p:nvSpPr>
              <p:cNvPr id="204952" name="Arc 15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3" name="Arc 15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4" name="Arc 15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5" name="Arc 15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4956" name="Group 156"/>
            <p:cNvGrpSpPr>
              <a:grpSpLocks/>
            </p:cNvGrpSpPr>
            <p:nvPr/>
          </p:nvGrpSpPr>
          <p:grpSpPr bwMode="auto">
            <a:xfrm flipH="1">
              <a:off x="648" y="3726"/>
              <a:ext cx="379" cy="57"/>
              <a:chOff x="1200" y="1584"/>
              <a:chExt cx="379" cy="45"/>
            </a:xfrm>
          </p:grpSpPr>
          <p:sp>
            <p:nvSpPr>
              <p:cNvPr id="204957" name="Arc 15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8" name="Arc 15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9" name="Arc 15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60" name="Arc 16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961" name="Line 161"/>
            <p:cNvSpPr>
              <a:spLocks noChangeShapeType="1"/>
            </p:cNvSpPr>
            <p:nvPr/>
          </p:nvSpPr>
          <p:spPr bwMode="auto">
            <a:xfrm>
              <a:off x="1037" y="3774"/>
              <a:ext cx="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962" name="Group 162"/>
            <p:cNvGrpSpPr>
              <a:grpSpLocks/>
            </p:cNvGrpSpPr>
            <p:nvPr/>
          </p:nvGrpSpPr>
          <p:grpSpPr bwMode="auto">
            <a:xfrm rot="5400000">
              <a:off x="1052" y="3398"/>
              <a:ext cx="379" cy="57"/>
              <a:chOff x="1200" y="1584"/>
              <a:chExt cx="379" cy="45"/>
            </a:xfrm>
          </p:grpSpPr>
          <p:sp>
            <p:nvSpPr>
              <p:cNvPr id="204963" name="Arc 16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64" name="Arc 16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65" name="Arc 16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66" name="Arc 16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967" name="Line 167"/>
            <p:cNvSpPr>
              <a:spLocks noChangeShapeType="1"/>
            </p:cNvSpPr>
            <p:nvPr/>
          </p:nvSpPr>
          <p:spPr bwMode="auto">
            <a:xfrm>
              <a:off x="1207" y="2982"/>
              <a:ext cx="0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8" name="Line 168"/>
            <p:cNvSpPr>
              <a:spLocks noChangeShapeType="1"/>
            </p:cNvSpPr>
            <p:nvPr/>
          </p:nvSpPr>
          <p:spPr bwMode="auto">
            <a:xfrm>
              <a:off x="1216" y="3606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9" name="Line 169"/>
            <p:cNvSpPr>
              <a:spLocks noChangeShapeType="1"/>
            </p:cNvSpPr>
            <p:nvPr/>
          </p:nvSpPr>
          <p:spPr bwMode="auto">
            <a:xfrm>
              <a:off x="475" y="2982"/>
              <a:ext cx="1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0" name="Line 170"/>
            <p:cNvSpPr>
              <a:spLocks noChangeShapeType="1"/>
            </p:cNvSpPr>
            <p:nvPr/>
          </p:nvSpPr>
          <p:spPr bwMode="auto">
            <a:xfrm>
              <a:off x="470" y="2982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1" name="Line 171"/>
            <p:cNvSpPr>
              <a:spLocks noChangeShapeType="1"/>
            </p:cNvSpPr>
            <p:nvPr/>
          </p:nvSpPr>
          <p:spPr bwMode="auto">
            <a:xfrm>
              <a:off x="1785" y="2987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2" name="Oval 172"/>
            <p:cNvSpPr>
              <a:spLocks noChangeArrowheads="1"/>
            </p:cNvSpPr>
            <p:nvPr/>
          </p:nvSpPr>
          <p:spPr bwMode="auto">
            <a:xfrm>
              <a:off x="421" y="295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3" name="Oval 173"/>
            <p:cNvSpPr>
              <a:spLocks noChangeArrowheads="1"/>
            </p:cNvSpPr>
            <p:nvPr/>
          </p:nvSpPr>
          <p:spPr bwMode="auto">
            <a:xfrm>
              <a:off x="439" y="374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4" name="Oval 174"/>
            <p:cNvSpPr>
              <a:spLocks noChangeArrowheads="1"/>
            </p:cNvSpPr>
            <p:nvPr/>
          </p:nvSpPr>
          <p:spPr bwMode="auto">
            <a:xfrm>
              <a:off x="1971" y="296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5" name="Oval 175"/>
            <p:cNvSpPr>
              <a:spLocks noChangeArrowheads="1"/>
            </p:cNvSpPr>
            <p:nvPr/>
          </p:nvSpPr>
          <p:spPr bwMode="auto">
            <a:xfrm>
              <a:off x="1980" y="374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6" name="Text Box 176"/>
            <p:cNvSpPr txBox="1">
              <a:spLocks noChangeArrowheads="1"/>
            </p:cNvSpPr>
            <p:nvPr/>
          </p:nvSpPr>
          <p:spPr bwMode="auto">
            <a:xfrm>
              <a:off x="442" y="267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77" name="Text Box 177"/>
            <p:cNvSpPr txBox="1">
              <a:spLocks noChangeArrowheads="1"/>
            </p:cNvSpPr>
            <p:nvPr/>
          </p:nvSpPr>
          <p:spPr bwMode="auto">
            <a:xfrm>
              <a:off x="1768" y="26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4978" name="Text Box 178"/>
            <p:cNvSpPr txBox="1">
              <a:spLocks noChangeArrowheads="1"/>
            </p:cNvSpPr>
            <p:nvPr/>
          </p:nvSpPr>
          <p:spPr bwMode="auto">
            <a:xfrm>
              <a:off x="1213" y="3000"/>
              <a:ext cx="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 </a:t>
              </a:r>
              <a:r>
                <a:rPr kumimoji="1" lang="en-US" altLang="zh-CN" b="1">
                  <a:latin typeface="Times New Roman" pitchFamily="18" charset="0"/>
                </a:rPr>
                <a:t>+</a:t>
              </a:r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4979" name="Text Box 179"/>
            <p:cNvSpPr txBox="1">
              <a:spLocks noChangeArrowheads="1"/>
            </p:cNvSpPr>
            <p:nvPr/>
          </p:nvSpPr>
          <p:spPr bwMode="auto">
            <a:xfrm>
              <a:off x="1398" y="3463"/>
              <a:ext cx="5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latin typeface="Times New Roman" pitchFamily="18" charset="0"/>
                </a:rPr>
                <a:t>+M</a:t>
              </a:r>
            </a:p>
          </p:txBody>
        </p:sp>
        <p:sp>
          <p:nvSpPr>
            <p:cNvPr id="204980" name="Text Box 180"/>
            <p:cNvSpPr txBox="1">
              <a:spLocks noChangeArrowheads="1"/>
            </p:cNvSpPr>
            <p:nvPr/>
          </p:nvSpPr>
          <p:spPr bwMode="auto">
            <a:xfrm>
              <a:off x="953" y="3220"/>
              <a:ext cx="3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latin typeface="Times New Roman" pitchFamily="18" charset="0"/>
                </a:rPr>
                <a:t>-M</a:t>
              </a:r>
            </a:p>
          </p:txBody>
        </p:sp>
        <p:sp>
          <p:nvSpPr>
            <p:cNvPr id="204981" name="Line 181"/>
            <p:cNvSpPr>
              <a:spLocks noChangeShapeType="1"/>
            </p:cNvSpPr>
            <p:nvPr/>
          </p:nvSpPr>
          <p:spPr bwMode="auto">
            <a:xfrm>
              <a:off x="468" y="3774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2" name="Line 182"/>
            <p:cNvSpPr>
              <a:spLocks noChangeShapeType="1"/>
            </p:cNvSpPr>
            <p:nvPr/>
          </p:nvSpPr>
          <p:spPr bwMode="auto">
            <a:xfrm>
              <a:off x="1819" y="3774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983" name="Group 183"/>
          <p:cNvGrpSpPr>
            <a:grpSpLocks/>
          </p:cNvGrpSpPr>
          <p:nvPr/>
        </p:nvGrpSpPr>
        <p:grpSpPr bwMode="auto">
          <a:xfrm>
            <a:off x="355600" y="3963194"/>
            <a:ext cx="2551113" cy="1866900"/>
            <a:chOff x="421" y="2621"/>
            <a:chExt cx="1607" cy="1176"/>
          </a:xfrm>
        </p:grpSpPr>
        <p:sp>
          <p:nvSpPr>
            <p:cNvPr id="204984" name="Text Box 184"/>
            <p:cNvSpPr txBox="1">
              <a:spLocks noChangeArrowheads="1"/>
            </p:cNvSpPr>
            <p:nvPr/>
          </p:nvSpPr>
          <p:spPr bwMode="auto">
            <a:xfrm>
              <a:off x="699" y="2640"/>
              <a:ext cx="5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latin typeface="Times New Roman" pitchFamily="18" charset="0"/>
                </a:rPr>
                <a:t>+M</a:t>
              </a:r>
            </a:p>
          </p:txBody>
        </p:sp>
        <p:grpSp>
          <p:nvGrpSpPr>
            <p:cNvPr id="204985" name="Group 185"/>
            <p:cNvGrpSpPr>
              <a:grpSpLocks/>
            </p:cNvGrpSpPr>
            <p:nvPr/>
          </p:nvGrpSpPr>
          <p:grpSpPr bwMode="auto">
            <a:xfrm flipH="1">
              <a:off x="1406" y="2925"/>
              <a:ext cx="379" cy="57"/>
              <a:chOff x="1200" y="1584"/>
              <a:chExt cx="379" cy="45"/>
            </a:xfrm>
          </p:grpSpPr>
          <p:sp>
            <p:nvSpPr>
              <p:cNvPr id="204986" name="Arc 18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87" name="Arc 18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88" name="Arc 18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89" name="Arc 18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4990" name="Group 190"/>
            <p:cNvGrpSpPr>
              <a:grpSpLocks/>
            </p:cNvGrpSpPr>
            <p:nvPr/>
          </p:nvGrpSpPr>
          <p:grpSpPr bwMode="auto">
            <a:xfrm flipH="1">
              <a:off x="640" y="2939"/>
              <a:ext cx="379" cy="57"/>
              <a:chOff x="1200" y="1584"/>
              <a:chExt cx="379" cy="45"/>
            </a:xfrm>
          </p:grpSpPr>
          <p:sp>
            <p:nvSpPr>
              <p:cNvPr id="204991" name="Arc 191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2" name="Arc 192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3" name="Arc 193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4" name="Arc 194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4995" name="Line 195"/>
            <p:cNvSpPr>
              <a:spLocks noChangeShapeType="1"/>
            </p:cNvSpPr>
            <p:nvPr/>
          </p:nvSpPr>
          <p:spPr bwMode="auto">
            <a:xfrm>
              <a:off x="1009" y="2982"/>
              <a:ext cx="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996" name="Group 196"/>
            <p:cNvGrpSpPr>
              <a:grpSpLocks/>
            </p:cNvGrpSpPr>
            <p:nvPr/>
          </p:nvGrpSpPr>
          <p:grpSpPr bwMode="auto">
            <a:xfrm rot="5400000">
              <a:off x="1052" y="3398"/>
              <a:ext cx="379" cy="57"/>
              <a:chOff x="1200" y="1584"/>
              <a:chExt cx="379" cy="45"/>
            </a:xfrm>
          </p:grpSpPr>
          <p:sp>
            <p:nvSpPr>
              <p:cNvPr id="204997" name="Arc 19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8" name="Arc 19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9" name="Arc 19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00" name="Arc 20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01" name="Line 201"/>
            <p:cNvSpPr>
              <a:spLocks noChangeShapeType="1"/>
            </p:cNvSpPr>
            <p:nvPr/>
          </p:nvSpPr>
          <p:spPr bwMode="auto">
            <a:xfrm>
              <a:off x="1207" y="2982"/>
              <a:ext cx="0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2" name="Line 202"/>
            <p:cNvSpPr>
              <a:spLocks noChangeShapeType="1"/>
            </p:cNvSpPr>
            <p:nvPr/>
          </p:nvSpPr>
          <p:spPr bwMode="auto">
            <a:xfrm>
              <a:off x="1216" y="3606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3" name="Line 203"/>
            <p:cNvSpPr>
              <a:spLocks noChangeShapeType="1"/>
            </p:cNvSpPr>
            <p:nvPr/>
          </p:nvSpPr>
          <p:spPr bwMode="auto">
            <a:xfrm>
              <a:off x="499" y="3768"/>
              <a:ext cx="1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4" name="Line 204"/>
            <p:cNvSpPr>
              <a:spLocks noChangeShapeType="1"/>
            </p:cNvSpPr>
            <p:nvPr/>
          </p:nvSpPr>
          <p:spPr bwMode="auto">
            <a:xfrm>
              <a:off x="470" y="2982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5" name="Line 205"/>
            <p:cNvSpPr>
              <a:spLocks noChangeShapeType="1"/>
            </p:cNvSpPr>
            <p:nvPr/>
          </p:nvSpPr>
          <p:spPr bwMode="auto">
            <a:xfrm>
              <a:off x="1785" y="2987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6" name="Oval 206"/>
            <p:cNvSpPr>
              <a:spLocks noChangeArrowheads="1"/>
            </p:cNvSpPr>
            <p:nvPr/>
          </p:nvSpPr>
          <p:spPr bwMode="auto">
            <a:xfrm>
              <a:off x="421" y="295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7" name="Oval 207"/>
            <p:cNvSpPr>
              <a:spLocks noChangeArrowheads="1"/>
            </p:cNvSpPr>
            <p:nvPr/>
          </p:nvSpPr>
          <p:spPr bwMode="auto">
            <a:xfrm>
              <a:off x="439" y="374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8" name="Oval 208"/>
            <p:cNvSpPr>
              <a:spLocks noChangeArrowheads="1"/>
            </p:cNvSpPr>
            <p:nvPr/>
          </p:nvSpPr>
          <p:spPr bwMode="auto">
            <a:xfrm>
              <a:off x="1971" y="296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9" name="Oval 209"/>
            <p:cNvSpPr>
              <a:spLocks noChangeArrowheads="1"/>
            </p:cNvSpPr>
            <p:nvPr/>
          </p:nvSpPr>
          <p:spPr bwMode="auto">
            <a:xfrm>
              <a:off x="1980" y="374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0" name="Text Box 210"/>
            <p:cNvSpPr txBox="1">
              <a:spLocks noChangeArrowheads="1"/>
            </p:cNvSpPr>
            <p:nvPr/>
          </p:nvSpPr>
          <p:spPr bwMode="auto">
            <a:xfrm>
              <a:off x="442" y="267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5011" name="Text Box 211"/>
            <p:cNvSpPr txBox="1">
              <a:spLocks noChangeArrowheads="1"/>
            </p:cNvSpPr>
            <p:nvPr/>
          </p:nvSpPr>
          <p:spPr bwMode="auto">
            <a:xfrm>
              <a:off x="1768" y="26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05012" name="Text Box 212"/>
            <p:cNvSpPr txBox="1">
              <a:spLocks noChangeArrowheads="1"/>
            </p:cNvSpPr>
            <p:nvPr/>
          </p:nvSpPr>
          <p:spPr bwMode="auto">
            <a:xfrm>
              <a:off x="1213" y="3000"/>
              <a:ext cx="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1 </a:t>
              </a:r>
              <a:r>
                <a:rPr kumimoji="1" lang="en-US" altLang="zh-CN" b="1">
                  <a:latin typeface="Times New Roman" pitchFamily="18" charset="0"/>
                </a:rPr>
                <a:t>+</a:t>
              </a:r>
              <a:r>
                <a:rPr kumimoji="1" lang="en-US" altLang="zh-CN" b="1" i="1">
                  <a:latin typeface="Times New Roman" pitchFamily="18" charset="0"/>
                </a:rPr>
                <a:t>i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5013" name="Text Box 213"/>
            <p:cNvSpPr txBox="1">
              <a:spLocks noChangeArrowheads="1"/>
            </p:cNvSpPr>
            <p:nvPr/>
          </p:nvSpPr>
          <p:spPr bwMode="auto">
            <a:xfrm>
              <a:off x="1349" y="2621"/>
              <a:ext cx="5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L</a:t>
              </a:r>
              <a:r>
                <a:rPr kumimoji="1" lang="en-US" altLang="zh-CN" sz="2000" b="1" baseline="-25000"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latin typeface="Times New Roman" pitchFamily="18" charset="0"/>
                </a:rPr>
                <a:t>+M</a:t>
              </a:r>
            </a:p>
          </p:txBody>
        </p:sp>
        <p:sp>
          <p:nvSpPr>
            <p:cNvPr id="205014" name="Text Box 214"/>
            <p:cNvSpPr txBox="1">
              <a:spLocks noChangeArrowheads="1"/>
            </p:cNvSpPr>
            <p:nvPr/>
          </p:nvSpPr>
          <p:spPr bwMode="auto">
            <a:xfrm>
              <a:off x="907" y="3328"/>
              <a:ext cx="3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latin typeface="Times New Roman" pitchFamily="18" charset="0"/>
                </a:rPr>
                <a:t>-M</a:t>
              </a:r>
            </a:p>
          </p:txBody>
        </p:sp>
      </p:grpSp>
      <p:sp>
        <p:nvSpPr>
          <p:cNvPr id="205015" name="AutoShape 215"/>
          <p:cNvSpPr>
            <a:spLocks noChangeArrowheads="1"/>
          </p:cNvSpPr>
          <p:nvPr/>
        </p:nvSpPr>
        <p:spPr bwMode="auto">
          <a:xfrm>
            <a:off x="2799217" y="2441575"/>
            <a:ext cx="420688" cy="296863"/>
          </a:xfrm>
          <a:prstGeom prst="leftArrow">
            <a:avLst>
              <a:gd name="adj1" fmla="val 50000"/>
              <a:gd name="adj2" fmla="val 354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16" name="AutoShape 216"/>
          <p:cNvSpPr>
            <a:spLocks noChangeArrowheads="1"/>
          </p:cNvSpPr>
          <p:nvPr/>
        </p:nvSpPr>
        <p:spPr bwMode="auto">
          <a:xfrm>
            <a:off x="2686843" y="4887233"/>
            <a:ext cx="420687" cy="296862"/>
          </a:xfrm>
          <a:prstGeom prst="leftArrow">
            <a:avLst>
              <a:gd name="adj1" fmla="val 50000"/>
              <a:gd name="adj2" fmla="val 354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17" name="AutoShape 217"/>
          <p:cNvSpPr>
            <a:spLocks noChangeArrowheads="1"/>
          </p:cNvSpPr>
          <p:nvPr/>
        </p:nvSpPr>
        <p:spPr bwMode="auto">
          <a:xfrm>
            <a:off x="5820003" y="2536032"/>
            <a:ext cx="360362" cy="219075"/>
          </a:xfrm>
          <a:prstGeom prst="rightArrow">
            <a:avLst>
              <a:gd name="adj1" fmla="val 50000"/>
              <a:gd name="adj2" fmla="val 411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18" name="AutoShape 218"/>
          <p:cNvSpPr>
            <a:spLocks noChangeArrowheads="1"/>
          </p:cNvSpPr>
          <p:nvPr/>
        </p:nvSpPr>
        <p:spPr bwMode="auto">
          <a:xfrm>
            <a:off x="5810137" y="4922499"/>
            <a:ext cx="360363" cy="219075"/>
          </a:xfrm>
          <a:prstGeom prst="rightArrow">
            <a:avLst>
              <a:gd name="adj1" fmla="val 50000"/>
              <a:gd name="adj2" fmla="val 411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710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0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/>
      <p:bldP spid="205015" grpId="0" animBg="1"/>
      <p:bldP spid="205016" grpId="0" animBg="1"/>
      <p:bldP spid="205017" grpId="0" animBg="1"/>
      <p:bldP spid="2050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936625" y="519906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  <a:ea typeface="隶书" pitchFamily="49" charset="-122"/>
              </a:rPr>
              <a:t>Tee Model</a:t>
            </a:r>
          </a:p>
        </p:txBody>
      </p:sp>
      <p:grpSp>
        <p:nvGrpSpPr>
          <p:cNvPr id="202755" name="Group 3"/>
          <p:cNvGrpSpPr>
            <a:grpSpLocks/>
          </p:cNvGrpSpPr>
          <p:nvPr/>
        </p:nvGrpSpPr>
        <p:grpSpPr bwMode="auto">
          <a:xfrm>
            <a:off x="895350" y="1841500"/>
            <a:ext cx="2697163" cy="2378075"/>
            <a:chOff x="564" y="800"/>
            <a:chExt cx="1699" cy="1498"/>
          </a:xfrm>
        </p:grpSpPr>
        <p:sp>
          <p:nvSpPr>
            <p:cNvPr id="202756" name="Line 4"/>
            <p:cNvSpPr>
              <a:spLocks noChangeShapeType="1"/>
            </p:cNvSpPr>
            <p:nvPr/>
          </p:nvSpPr>
          <p:spPr bwMode="auto">
            <a:xfrm flipH="1">
              <a:off x="1228" y="1564"/>
              <a:ext cx="0" cy="1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57" name="Line 5"/>
            <p:cNvSpPr>
              <a:spLocks noChangeShapeType="1"/>
            </p:cNvSpPr>
            <p:nvPr/>
          </p:nvSpPr>
          <p:spPr bwMode="auto">
            <a:xfrm>
              <a:off x="1234" y="1149"/>
              <a:ext cx="0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58" name="Line 6"/>
            <p:cNvSpPr>
              <a:spLocks noChangeShapeType="1"/>
            </p:cNvSpPr>
            <p:nvPr/>
          </p:nvSpPr>
          <p:spPr bwMode="auto">
            <a:xfrm flipH="1">
              <a:off x="1607" y="1552"/>
              <a:ext cx="4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59" name="Line 7"/>
            <p:cNvSpPr>
              <a:spLocks noChangeShapeType="1"/>
            </p:cNvSpPr>
            <p:nvPr/>
          </p:nvSpPr>
          <p:spPr bwMode="auto">
            <a:xfrm>
              <a:off x="1607" y="1149"/>
              <a:ext cx="4" cy="1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60" name="Line 8"/>
            <p:cNvSpPr>
              <a:spLocks noChangeShapeType="1"/>
            </p:cNvSpPr>
            <p:nvPr/>
          </p:nvSpPr>
          <p:spPr bwMode="auto">
            <a:xfrm>
              <a:off x="804" y="1149"/>
              <a:ext cx="426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61" name="Line 9"/>
            <p:cNvSpPr>
              <a:spLocks noChangeShapeType="1"/>
            </p:cNvSpPr>
            <p:nvPr/>
          </p:nvSpPr>
          <p:spPr bwMode="auto">
            <a:xfrm>
              <a:off x="1226" y="1672"/>
              <a:ext cx="3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62" name="Line 10"/>
            <p:cNvSpPr>
              <a:spLocks noChangeShapeType="1"/>
            </p:cNvSpPr>
            <p:nvPr/>
          </p:nvSpPr>
          <p:spPr bwMode="auto">
            <a:xfrm>
              <a:off x="1502" y="2015"/>
              <a:ext cx="0" cy="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63" name="Line 11"/>
            <p:cNvSpPr>
              <a:spLocks noChangeShapeType="1"/>
            </p:cNvSpPr>
            <p:nvPr/>
          </p:nvSpPr>
          <p:spPr bwMode="auto">
            <a:xfrm rot="5400000">
              <a:off x="1942" y="980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64" name="Text Box 12"/>
            <p:cNvSpPr txBox="1">
              <a:spLocks noChangeArrowheads="1"/>
            </p:cNvSpPr>
            <p:nvPr/>
          </p:nvSpPr>
          <p:spPr bwMode="auto">
            <a:xfrm>
              <a:off x="1211" y="114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2765" name="Text Box 13"/>
            <p:cNvSpPr txBox="1">
              <a:spLocks noChangeArrowheads="1"/>
            </p:cNvSpPr>
            <p:nvPr/>
          </p:nvSpPr>
          <p:spPr bwMode="auto">
            <a:xfrm>
              <a:off x="1460" y="1173"/>
              <a:ext cx="1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2766" name="Text Box 14"/>
            <p:cNvSpPr txBox="1">
              <a:spLocks noChangeArrowheads="1"/>
            </p:cNvSpPr>
            <p:nvPr/>
          </p:nvSpPr>
          <p:spPr bwMode="auto">
            <a:xfrm>
              <a:off x="836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202767" name="Line 15"/>
            <p:cNvSpPr>
              <a:spLocks noChangeShapeType="1"/>
            </p:cNvSpPr>
            <p:nvPr/>
          </p:nvSpPr>
          <p:spPr bwMode="auto">
            <a:xfrm>
              <a:off x="793" y="1093"/>
              <a:ext cx="2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768" name="Group 16"/>
            <p:cNvGrpSpPr>
              <a:grpSpLocks/>
            </p:cNvGrpSpPr>
            <p:nvPr/>
          </p:nvGrpSpPr>
          <p:grpSpPr bwMode="auto">
            <a:xfrm rot="5400000">
              <a:off x="1503" y="1401"/>
              <a:ext cx="253" cy="45"/>
              <a:chOff x="1200" y="1584"/>
              <a:chExt cx="379" cy="45"/>
            </a:xfrm>
          </p:grpSpPr>
          <p:sp>
            <p:nvSpPr>
              <p:cNvPr id="202769" name="Arc 1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0" name="Arc 1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1" name="Arc 1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2" name="Arc 2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2773" name="Oval 21"/>
            <p:cNvSpPr>
              <a:spLocks noChangeArrowheads="1"/>
            </p:cNvSpPr>
            <p:nvPr/>
          </p:nvSpPr>
          <p:spPr bwMode="auto">
            <a:xfrm>
              <a:off x="766" y="1132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774" name="Group 22"/>
            <p:cNvGrpSpPr>
              <a:grpSpLocks/>
            </p:cNvGrpSpPr>
            <p:nvPr/>
          </p:nvGrpSpPr>
          <p:grpSpPr bwMode="auto">
            <a:xfrm rot="5400000">
              <a:off x="1128" y="1416"/>
              <a:ext cx="253" cy="44"/>
              <a:chOff x="1200" y="1584"/>
              <a:chExt cx="379" cy="45"/>
            </a:xfrm>
          </p:grpSpPr>
          <p:sp>
            <p:nvSpPr>
              <p:cNvPr id="202775" name="Arc 2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6" name="Arc 2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7" name="Arc 2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78" name="Arc 2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2779" name="Arc 27"/>
            <p:cNvSpPr>
              <a:spLocks/>
            </p:cNvSpPr>
            <p:nvPr/>
          </p:nvSpPr>
          <p:spPr bwMode="auto">
            <a:xfrm rot="10800000" flipV="1">
              <a:off x="1230" y="1015"/>
              <a:ext cx="153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80" name="Arc 28"/>
            <p:cNvSpPr>
              <a:spLocks/>
            </p:cNvSpPr>
            <p:nvPr/>
          </p:nvSpPr>
          <p:spPr bwMode="auto">
            <a:xfrm rot="-10800000" flipH="1" flipV="1">
              <a:off x="1460" y="1017"/>
              <a:ext cx="154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81" name="Oval 29"/>
            <p:cNvSpPr>
              <a:spLocks noChangeArrowheads="1"/>
            </p:cNvSpPr>
            <p:nvPr/>
          </p:nvSpPr>
          <p:spPr bwMode="auto">
            <a:xfrm>
              <a:off x="2037" y="1133"/>
              <a:ext cx="38" cy="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2782" name="Object 30"/>
            <p:cNvGraphicFramePr>
              <a:graphicFrameLocks noChangeAspect="1"/>
            </p:cNvGraphicFramePr>
            <p:nvPr/>
          </p:nvGraphicFramePr>
          <p:xfrm>
            <a:off x="1556" y="1938"/>
            <a:ext cx="1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266400" progId="Equation.3">
                    <p:embed/>
                  </p:oleObj>
                </mc:Choice>
                <mc:Fallback>
                  <p:oleObj name="公式" r:id="rId2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6" y="1938"/>
                          <a:ext cx="1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83" name="Line 31"/>
            <p:cNvSpPr>
              <a:spLocks noChangeShapeType="1"/>
            </p:cNvSpPr>
            <p:nvPr/>
          </p:nvSpPr>
          <p:spPr bwMode="auto">
            <a:xfrm>
              <a:off x="1606" y="1149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84" name="Line 32"/>
            <p:cNvSpPr>
              <a:spLocks noChangeShapeType="1"/>
            </p:cNvSpPr>
            <p:nvPr/>
          </p:nvSpPr>
          <p:spPr bwMode="auto">
            <a:xfrm>
              <a:off x="1421" y="1672"/>
              <a:ext cx="0" cy="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85" name="Oval 33"/>
            <p:cNvSpPr>
              <a:spLocks noChangeArrowheads="1"/>
            </p:cNvSpPr>
            <p:nvPr/>
          </p:nvSpPr>
          <p:spPr bwMode="auto">
            <a:xfrm>
              <a:off x="1402" y="2175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2786" name="Object 34"/>
            <p:cNvGraphicFramePr>
              <a:graphicFrameLocks noChangeAspect="1"/>
            </p:cNvGraphicFramePr>
            <p:nvPr/>
          </p:nvGraphicFramePr>
          <p:xfrm>
            <a:off x="776" y="841"/>
            <a:ext cx="1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841"/>
                          <a:ext cx="1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787" name="Object 35"/>
            <p:cNvGraphicFramePr>
              <a:graphicFrameLocks noChangeAspect="1"/>
            </p:cNvGraphicFramePr>
            <p:nvPr/>
          </p:nvGraphicFramePr>
          <p:xfrm>
            <a:off x="1897" y="847"/>
            <a:ext cx="19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79360" progId="Equation.3">
                    <p:embed/>
                  </p:oleObj>
                </mc:Choice>
                <mc:Fallback>
                  <p:oleObj name="公式" r:id="rId6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7" y="847"/>
                          <a:ext cx="192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88" name="Text Box 36"/>
            <p:cNvSpPr txBox="1">
              <a:spLocks noChangeArrowheads="1"/>
            </p:cNvSpPr>
            <p:nvPr/>
          </p:nvSpPr>
          <p:spPr bwMode="auto">
            <a:xfrm>
              <a:off x="564" y="1022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2789" name="Text Box 37"/>
            <p:cNvSpPr txBox="1">
              <a:spLocks noChangeArrowheads="1"/>
            </p:cNvSpPr>
            <p:nvPr/>
          </p:nvSpPr>
          <p:spPr bwMode="auto">
            <a:xfrm>
              <a:off x="2089" y="1040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2790" name="Text Box 38"/>
            <p:cNvSpPr txBox="1">
              <a:spLocks noChangeArrowheads="1"/>
            </p:cNvSpPr>
            <p:nvPr/>
          </p:nvSpPr>
          <p:spPr bwMode="auto">
            <a:xfrm>
              <a:off x="1208" y="2067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2791" name="Text Box 39"/>
            <p:cNvSpPr txBox="1">
              <a:spLocks noChangeArrowheads="1"/>
            </p:cNvSpPr>
            <p:nvPr/>
          </p:nvSpPr>
          <p:spPr bwMode="auto">
            <a:xfrm>
              <a:off x="1662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202792" name="Text Box 40"/>
            <p:cNvSpPr txBox="1">
              <a:spLocks noChangeArrowheads="1"/>
            </p:cNvSpPr>
            <p:nvPr/>
          </p:nvSpPr>
          <p:spPr bwMode="auto">
            <a:xfrm>
              <a:off x="1216" y="800"/>
              <a:ext cx="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</p:grpSp>
      <p:grpSp>
        <p:nvGrpSpPr>
          <p:cNvPr id="202793" name="Group 41"/>
          <p:cNvGrpSpPr>
            <a:grpSpLocks/>
          </p:cNvGrpSpPr>
          <p:nvPr/>
        </p:nvGrpSpPr>
        <p:grpSpPr bwMode="auto">
          <a:xfrm>
            <a:off x="5102225" y="1804988"/>
            <a:ext cx="3079750" cy="2428875"/>
            <a:chOff x="3214" y="1137"/>
            <a:chExt cx="1940" cy="1530"/>
          </a:xfrm>
        </p:grpSpPr>
        <p:sp>
          <p:nvSpPr>
            <p:cNvPr id="202794" name="Line 42"/>
            <p:cNvSpPr>
              <a:spLocks noChangeShapeType="1"/>
            </p:cNvSpPr>
            <p:nvPr/>
          </p:nvSpPr>
          <p:spPr bwMode="auto">
            <a:xfrm>
              <a:off x="3911" y="1896"/>
              <a:ext cx="2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95" name="Line 43"/>
            <p:cNvSpPr>
              <a:spLocks noChangeShapeType="1"/>
            </p:cNvSpPr>
            <p:nvPr/>
          </p:nvSpPr>
          <p:spPr bwMode="auto">
            <a:xfrm flipH="1">
              <a:off x="3919" y="1460"/>
              <a:ext cx="0" cy="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96" name="Line 44"/>
            <p:cNvSpPr>
              <a:spLocks noChangeShapeType="1"/>
            </p:cNvSpPr>
            <p:nvPr/>
          </p:nvSpPr>
          <p:spPr bwMode="auto">
            <a:xfrm flipH="1">
              <a:off x="4300" y="1884"/>
              <a:ext cx="4" cy="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97" name="Line 45"/>
            <p:cNvSpPr>
              <a:spLocks noChangeShapeType="1"/>
            </p:cNvSpPr>
            <p:nvPr/>
          </p:nvSpPr>
          <p:spPr bwMode="auto">
            <a:xfrm>
              <a:off x="4300" y="1460"/>
              <a:ext cx="4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98" name="Line 46"/>
            <p:cNvSpPr>
              <a:spLocks noChangeShapeType="1"/>
            </p:cNvSpPr>
            <p:nvPr/>
          </p:nvSpPr>
          <p:spPr bwMode="auto">
            <a:xfrm>
              <a:off x="3475" y="1460"/>
              <a:ext cx="438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799" name="Line 47"/>
            <p:cNvSpPr>
              <a:spLocks noChangeShapeType="1"/>
            </p:cNvSpPr>
            <p:nvPr/>
          </p:nvSpPr>
          <p:spPr bwMode="auto">
            <a:xfrm>
              <a:off x="3908" y="2009"/>
              <a:ext cx="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800" name="Line 48"/>
            <p:cNvSpPr>
              <a:spLocks noChangeShapeType="1"/>
            </p:cNvSpPr>
            <p:nvPr/>
          </p:nvSpPr>
          <p:spPr bwMode="auto">
            <a:xfrm>
              <a:off x="4192" y="2369"/>
              <a:ext cx="0" cy="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801" name="Line 49"/>
            <p:cNvSpPr>
              <a:spLocks noChangeShapeType="1"/>
            </p:cNvSpPr>
            <p:nvPr/>
          </p:nvSpPr>
          <p:spPr bwMode="auto">
            <a:xfrm rot="5400000">
              <a:off x="4643" y="1285"/>
              <a:ext cx="0" cy="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802" name="Text Box 50"/>
            <p:cNvSpPr txBox="1">
              <a:spLocks noChangeArrowheads="1"/>
            </p:cNvSpPr>
            <p:nvPr/>
          </p:nvSpPr>
          <p:spPr bwMode="auto">
            <a:xfrm>
              <a:off x="3214" y="1665"/>
              <a:ext cx="7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latin typeface="Times New Roman" pitchFamily="18" charset="0"/>
                </a:rPr>
                <a:t>–M)</a:t>
              </a:r>
            </a:p>
          </p:txBody>
        </p:sp>
        <p:sp>
          <p:nvSpPr>
            <p:cNvPr id="202803" name="Line 51"/>
            <p:cNvSpPr>
              <a:spLocks noChangeShapeType="1"/>
            </p:cNvSpPr>
            <p:nvPr/>
          </p:nvSpPr>
          <p:spPr bwMode="auto">
            <a:xfrm>
              <a:off x="3464" y="1401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804" name="Group 52"/>
            <p:cNvGrpSpPr>
              <a:grpSpLocks/>
            </p:cNvGrpSpPr>
            <p:nvPr/>
          </p:nvGrpSpPr>
          <p:grpSpPr bwMode="auto">
            <a:xfrm rot="5400000">
              <a:off x="4189" y="1726"/>
              <a:ext cx="267" cy="46"/>
              <a:chOff x="1200" y="1584"/>
              <a:chExt cx="379" cy="45"/>
            </a:xfrm>
          </p:grpSpPr>
          <p:sp>
            <p:nvSpPr>
              <p:cNvPr id="202805" name="Arc 5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06" name="Arc 5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07" name="Arc 5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08" name="Arc 5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2809" name="Oval 57"/>
            <p:cNvSpPr>
              <a:spLocks noChangeArrowheads="1"/>
            </p:cNvSpPr>
            <p:nvPr/>
          </p:nvSpPr>
          <p:spPr bwMode="auto">
            <a:xfrm>
              <a:off x="3437" y="1443"/>
              <a:ext cx="38" cy="3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810" name="Group 58"/>
            <p:cNvGrpSpPr>
              <a:grpSpLocks/>
            </p:cNvGrpSpPr>
            <p:nvPr/>
          </p:nvGrpSpPr>
          <p:grpSpPr bwMode="auto">
            <a:xfrm rot="5400000">
              <a:off x="3805" y="1734"/>
              <a:ext cx="266" cy="46"/>
              <a:chOff x="1200" y="1584"/>
              <a:chExt cx="379" cy="45"/>
            </a:xfrm>
          </p:grpSpPr>
          <p:sp>
            <p:nvSpPr>
              <p:cNvPr id="202811" name="Arc 5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12" name="Arc 6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13" name="Arc 6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14" name="Arc 6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2815" name="Oval 63"/>
            <p:cNvSpPr>
              <a:spLocks noChangeArrowheads="1"/>
            </p:cNvSpPr>
            <p:nvPr/>
          </p:nvSpPr>
          <p:spPr bwMode="auto">
            <a:xfrm>
              <a:off x="4741" y="1444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2816" name="Object 64"/>
            <p:cNvGraphicFramePr>
              <a:graphicFrameLocks noChangeAspect="1"/>
            </p:cNvGraphicFramePr>
            <p:nvPr/>
          </p:nvGraphicFramePr>
          <p:xfrm>
            <a:off x="4247" y="2292"/>
            <a:ext cx="13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266400" progId="Equation.3">
                    <p:embed/>
                  </p:oleObj>
                </mc:Choice>
                <mc:Fallback>
                  <p:oleObj name="公式" r:id="rId2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2292"/>
                          <a:ext cx="13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817" name="Line 65"/>
            <p:cNvSpPr>
              <a:spLocks noChangeShapeType="1"/>
            </p:cNvSpPr>
            <p:nvPr/>
          </p:nvSpPr>
          <p:spPr bwMode="auto">
            <a:xfrm>
              <a:off x="4299" y="1460"/>
              <a:ext cx="4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818" name="Line 66"/>
            <p:cNvSpPr>
              <a:spLocks noChangeShapeType="1"/>
            </p:cNvSpPr>
            <p:nvPr/>
          </p:nvSpPr>
          <p:spPr bwMode="auto">
            <a:xfrm>
              <a:off x="4109" y="2396"/>
              <a:ext cx="0" cy="1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819" name="Oval 67"/>
            <p:cNvSpPr>
              <a:spLocks noChangeArrowheads="1"/>
            </p:cNvSpPr>
            <p:nvPr/>
          </p:nvSpPr>
          <p:spPr bwMode="auto">
            <a:xfrm>
              <a:off x="4089" y="2538"/>
              <a:ext cx="39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2820" name="Object 68"/>
            <p:cNvGraphicFramePr>
              <a:graphicFrameLocks noChangeAspect="1"/>
            </p:cNvGraphicFramePr>
            <p:nvPr/>
          </p:nvGraphicFramePr>
          <p:xfrm>
            <a:off x="3446" y="1137"/>
            <a:ext cx="18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1137"/>
                          <a:ext cx="18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821" name="Object 69"/>
            <p:cNvGraphicFramePr>
              <a:graphicFrameLocks noChangeAspect="1"/>
            </p:cNvGraphicFramePr>
            <p:nvPr/>
          </p:nvGraphicFramePr>
          <p:xfrm>
            <a:off x="4597" y="1143"/>
            <a:ext cx="19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79360" progId="Equation.3">
                    <p:embed/>
                  </p:oleObj>
                </mc:Choice>
                <mc:Fallback>
                  <p:oleObj name="公式" r:id="rId6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" y="1143"/>
                          <a:ext cx="197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822" name="Text Box 70"/>
            <p:cNvSpPr txBox="1">
              <a:spLocks noChangeArrowheads="1"/>
            </p:cNvSpPr>
            <p:nvPr/>
          </p:nvSpPr>
          <p:spPr bwMode="auto">
            <a:xfrm>
              <a:off x="3223" y="1371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2823" name="Text Box 71"/>
            <p:cNvSpPr txBox="1">
              <a:spLocks noChangeArrowheads="1"/>
            </p:cNvSpPr>
            <p:nvPr/>
          </p:nvSpPr>
          <p:spPr bwMode="auto">
            <a:xfrm>
              <a:off x="4794" y="1329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2824" name="Text Box 72"/>
            <p:cNvSpPr txBox="1">
              <a:spLocks noChangeArrowheads="1"/>
            </p:cNvSpPr>
            <p:nvPr/>
          </p:nvSpPr>
          <p:spPr bwMode="auto">
            <a:xfrm>
              <a:off x="3896" y="2436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2825" name="Text Box 73"/>
            <p:cNvSpPr txBox="1">
              <a:spLocks noChangeArrowheads="1"/>
            </p:cNvSpPr>
            <p:nvPr/>
          </p:nvSpPr>
          <p:spPr bwMode="auto">
            <a:xfrm>
              <a:off x="4363" y="1649"/>
              <a:ext cx="7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>
                  <a:latin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02826" name="Text Box 74"/>
            <p:cNvSpPr txBox="1">
              <a:spLocks noChangeArrowheads="1"/>
            </p:cNvSpPr>
            <p:nvPr/>
          </p:nvSpPr>
          <p:spPr bwMode="auto">
            <a:xfrm>
              <a:off x="4145" y="2114"/>
              <a:ext cx="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grpSp>
          <p:nvGrpSpPr>
            <p:cNvPr id="202827" name="Group 75"/>
            <p:cNvGrpSpPr>
              <a:grpSpLocks/>
            </p:cNvGrpSpPr>
            <p:nvPr/>
          </p:nvGrpSpPr>
          <p:grpSpPr bwMode="auto">
            <a:xfrm rot="5400000">
              <a:off x="3994" y="2240"/>
              <a:ext cx="266" cy="46"/>
              <a:chOff x="1200" y="1584"/>
              <a:chExt cx="379" cy="45"/>
            </a:xfrm>
          </p:grpSpPr>
          <p:sp>
            <p:nvSpPr>
              <p:cNvPr id="202828" name="Arc 7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29" name="Arc 7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30" name="Arc 7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831" name="Arc 7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2832" name="Line 80"/>
            <p:cNvSpPr>
              <a:spLocks noChangeShapeType="1"/>
            </p:cNvSpPr>
            <p:nvPr/>
          </p:nvSpPr>
          <p:spPr bwMode="auto">
            <a:xfrm>
              <a:off x="4103" y="2009"/>
              <a:ext cx="0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2833" name="AutoShape 81"/>
          <p:cNvSpPr>
            <a:spLocks noChangeArrowheads="1"/>
          </p:cNvSpPr>
          <p:nvPr/>
        </p:nvSpPr>
        <p:spPr bwMode="auto">
          <a:xfrm>
            <a:off x="4056063" y="2817813"/>
            <a:ext cx="706437" cy="268287"/>
          </a:xfrm>
          <a:prstGeom prst="rightArrow">
            <a:avLst>
              <a:gd name="adj1" fmla="val 50000"/>
              <a:gd name="adj2" fmla="val 65828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2834" name="Object 82"/>
          <p:cNvGraphicFramePr>
            <a:graphicFrameLocks noChangeAspect="1"/>
          </p:cNvGraphicFramePr>
          <p:nvPr/>
        </p:nvGraphicFramePr>
        <p:xfrm>
          <a:off x="509588" y="4181475"/>
          <a:ext cx="315277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280" imgH="304560" progId="Equation.3">
                  <p:embed/>
                </p:oleObj>
              </mc:Choice>
              <mc:Fallback>
                <p:oleObj name="公式" r:id="rId8" imgW="15112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4181475"/>
                        <a:ext cx="315277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835" name="Object 83"/>
          <p:cNvGraphicFramePr>
            <a:graphicFrameLocks noChangeAspect="1"/>
          </p:cNvGraphicFramePr>
          <p:nvPr/>
        </p:nvGraphicFramePr>
        <p:xfrm>
          <a:off x="523875" y="4833938"/>
          <a:ext cx="31242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304560" progId="Equation.3">
                  <p:embed/>
                </p:oleObj>
              </mc:Choice>
              <mc:Fallback>
                <p:oleObj name="Equation" r:id="rId10" imgW="14983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4833938"/>
                        <a:ext cx="31242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836" name="Object 84"/>
          <p:cNvGraphicFramePr>
            <a:graphicFrameLocks noChangeAspect="1"/>
          </p:cNvGraphicFramePr>
          <p:nvPr/>
        </p:nvGraphicFramePr>
        <p:xfrm>
          <a:off x="442913" y="5448300"/>
          <a:ext cx="1484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1000" imgH="279360" progId="Equation.3">
                  <p:embed/>
                </p:oleObj>
              </mc:Choice>
              <mc:Fallback>
                <p:oleObj name="公式" r:id="rId12" imgW="711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5448300"/>
                        <a:ext cx="14843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837" name="AutoShape 85"/>
          <p:cNvSpPr>
            <a:spLocks/>
          </p:cNvSpPr>
          <p:nvPr/>
        </p:nvSpPr>
        <p:spPr bwMode="auto">
          <a:xfrm>
            <a:off x="304800" y="4419600"/>
            <a:ext cx="138113" cy="1612900"/>
          </a:xfrm>
          <a:prstGeom prst="leftBrace">
            <a:avLst>
              <a:gd name="adj1" fmla="val 9731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8" name="AutoShape 86"/>
          <p:cNvSpPr>
            <a:spLocks noChangeArrowheads="1"/>
          </p:cNvSpPr>
          <p:nvPr/>
        </p:nvSpPr>
        <p:spPr bwMode="auto">
          <a:xfrm>
            <a:off x="3941763" y="5141913"/>
            <a:ext cx="706437" cy="268287"/>
          </a:xfrm>
          <a:prstGeom prst="rightArrow">
            <a:avLst>
              <a:gd name="adj1" fmla="val 50000"/>
              <a:gd name="adj2" fmla="val 65828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2840" name="Object 88"/>
          <p:cNvGraphicFramePr>
            <a:graphicFrameLocks noChangeAspect="1"/>
          </p:cNvGraphicFramePr>
          <p:nvPr/>
        </p:nvGraphicFramePr>
        <p:xfrm>
          <a:off x="5024438" y="4529138"/>
          <a:ext cx="386873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54000" imgH="304560" progId="Equation.3">
                  <p:embed/>
                </p:oleObj>
              </mc:Choice>
              <mc:Fallback>
                <p:oleObj name="公式" r:id="rId14" imgW="18540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529138"/>
                        <a:ext cx="3868737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841" name="Object 89"/>
          <p:cNvGraphicFramePr>
            <a:graphicFrameLocks noChangeAspect="1"/>
          </p:cNvGraphicFramePr>
          <p:nvPr/>
        </p:nvGraphicFramePr>
        <p:xfrm>
          <a:off x="4979988" y="5334000"/>
          <a:ext cx="39211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79560" imgH="304560" progId="Equation.3">
                  <p:embed/>
                </p:oleObj>
              </mc:Choice>
              <mc:Fallback>
                <p:oleObj name="公式" r:id="rId16" imgW="1879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5334000"/>
                        <a:ext cx="39211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842" name="AutoShape 90"/>
          <p:cNvSpPr>
            <a:spLocks/>
          </p:cNvSpPr>
          <p:nvPr/>
        </p:nvSpPr>
        <p:spPr bwMode="auto">
          <a:xfrm>
            <a:off x="4762500" y="4700588"/>
            <a:ext cx="195263" cy="1152525"/>
          </a:xfrm>
          <a:prstGeom prst="leftBrace">
            <a:avLst>
              <a:gd name="adj1" fmla="val 4918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43" name="Text Box 91"/>
          <p:cNvSpPr txBox="1">
            <a:spLocks noChangeArrowheads="1"/>
          </p:cNvSpPr>
          <p:nvPr/>
        </p:nvSpPr>
        <p:spPr bwMode="auto">
          <a:xfrm>
            <a:off x="742950" y="1085850"/>
            <a:ext cx="476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(a) Dots on the same sides</a:t>
            </a:r>
          </a:p>
        </p:txBody>
      </p:sp>
    </p:spTree>
    <p:extLst>
      <p:ext uri="{BB962C8B-B14F-4D97-AF65-F5344CB8AC3E}">
        <p14:creationId xmlns:p14="http://schemas.microsoft.com/office/powerpoint/2010/main" val="25735218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2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2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0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2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2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0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9" dur="1" fill="hold"/>
                                        <p:tgtEl>
                                          <p:spTgt spid="20279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833" grpId="0" animBg="1"/>
      <p:bldP spid="202837" grpId="0" animBg="1"/>
      <p:bldP spid="202838" grpId="0" animBg="1"/>
      <p:bldP spid="202842" grpId="0" animBg="1"/>
      <p:bldP spid="20284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778" name="Group 2"/>
          <p:cNvGrpSpPr>
            <a:grpSpLocks/>
          </p:cNvGrpSpPr>
          <p:nvPr/>
        </p:nvGrpSpPr>
        <p:grpSpPr bwMode="auto">
          <a:xfrm>
            <a:off x="895350" y="1270000"/>
            <a:ext cx="2697163" cy="2378075"/>
            <a:chOff x="564" y="800"/>
            <a:chExt cx="1699" cy="1498"/>
          </a:xfrm>
        </p:grpSpPr>
        <p:sp>
          <p:nvSpPr>
            <p:cNvPr id="203779" name="Line 3"/>
            <p:cNvSpPr>
              <a:spLocks noChangeShapeType="1"/>
            </p:cNvSpPr>
            <p:nvPr/>
          </p:nvSpPr>
          <p:spPr bwMode="auto">
            <a:xfrm flipH="1">
              <a:off x="1228" y="1564"/>
              <a:ext cx="0" cy="1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0" name="Line 4"/>
            <p:cNvSpPr>
              <a:spLocks noChangeShapeType="1"/>
            </p:cNvSpPr>
            <p:nvPr/>
          </p:nvSpPr>
          <p:spPr bwMode="auto">
            <a:xfrm>
              <a:off x="1234" y="1149"/>
              <a:ext cx="0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1" name="Line 5"/>
            <p:cNvSpPr>
              <a:spLocks noChangeShapeType="1"/>
            </p:cNvSpPr>
            <p:nvPr/>
          </p:nvSpPr>
          <p:spPr bwMode="auto">
            <a:xfrm flipH="1">
              <a:off x="1607" y="1552"/>
              <a:ext cx="4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2" name="Line 6"/>
            <p:cNvSpPr>
              <a:spLocks noChangeShapeType="1"/>
            </p:cNvSpPr>
            <p:nvPr/>
          </p:nvSpPr>
          <p:spPr bwMode="auto">
            <a:xfrm>
              <a:off x="1607" y="1149"/>
              <a:ext cx="4" cy="1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3" name="Line 7"/>
            <p:cNvSpPr>
              <a:spLocks noChangeShapeType="1"/>
            </p:cNvSpPr>
            <p:nvPr/>
          </p:nvSpPr>
          <p:spPr bwMode="auto">
            <a:xfrm>
              <a:off x="804" y="1149"/>
              <a:ext cx="426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4" name="Line 8"/>
            <p:cNvSpPr>
              <a:spLocks noChangeShapeType="1"/>
            </p:cNvSpPr>
            <p:nvPr/>
          </p:nvSpPr>
          <p:spPr bwMode="auto">
            <a:xfrm>
              <a:off x="1226" y="1672"/>
              <a:ext cx="3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5" name="Line 9"/>
            <p:cNvSpPr>
              <a:spLocks noChangeShapeType="1"/>
            </p:cNvSpPr>
            <p:nvPr/>
          </p:nvSpPr>
          <p:spPr bwMode="auto">
            <a:xfrm>
              <a:off x="1502" y="2015"/>
              <a:ext cx="0" cy="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6" name="Line 10"/>
            <p:cNvSpPr>
              <a:spLocks noChangeShapeType="1"/>
            </p:cNvSpPr>
            <p:nvPr/>
          </p:nvSpPr>
          <p:spPr bwMode="auto">
            <a:xfrm rot="5400000">
              <a:off x="1942" y="980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787" name="Text Box 11"/>
            <p:cNvSpPr txBox="1">
              <a:spLocks noChangeArrowheads="1"/>
            </p:cNvSpPr>
            <p:nvPr/>
          </p:nvSpPr>
          <p:spPr bwMode="auto">
            <a:xfrm>
              <a:off x="1211" y="114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3788" name="Text Box 12"/>
            <p:cNvSpPr txBox="1">
              <a:spLocks noChangeArrowheads="1"/>
            </p:cNvSpPr>
            <p:nvPr/>
          </p:nvSpPr>
          <p:spPr bwMode="auto">
            <a:xfrm>
              <a:off x="1436" y="1485"/>
              <a:ext cx="1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03789" name="Text Box 13"/>
            <p:cNvSpPr txBox="1">
              <a:spLocks noChangeArrowheads="1"/>
            </p:cNvSpPr>
            <p:nvPr/>
          </p:nvSpPr>
          <p:spPr bwMode="auto">
            <a:xfrm>
              <a:off x="836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203790" name="Line 14"/>
            <p:cNvSpPr>
              <a:spLocks noChangeShapeType="1"/>
            </p:cNvSpPr>
            <p:nvPr/>
          </p:nvSpPr>
          <p:spPr bwMode="auto">
            <a:xfrm>
              <a:off x="793" y="1093"/>
              <a:ext cx="2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3791" name="Group 15"/>
            <p:cNvGrpSpPr>
              <a:grpSpLocks/>
            </p:cNvGrpSpPr>
            <p:nvPr/>
          </p:nvGrpSpPr>
          <p:grpSpPr bwMode="auto">
            <a:xfrm rot="5400000">
              <a:off x="1503" y="1401"/>
              <a:ext cx="253" cy="45"/>
              <a:chOff x="1200" y="1584"/>
              <a:chExt cx="379" cy="45"/>
            </a:xfrm>
          </p:grpSpPr>
          <p:sp>
            <p:nvSpPr>
              <p:cNvPr id="203792" name="Arc 1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793" name="Arc 1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794" name="Arc 1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795" name="Arc 1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3796" name="Oval 20"/>
            <p:cNvSpPr>
              <a:spLocks noChangeArrowheads="1"/>
            </p:cNvSpPr>
            <p:nvPr/>
          </p:nvSpPr>
          <p:spPr bwMode="auto">
            <a:xfrm>
              <a:off x="766" y="1132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3797" name="Group 21"/>
            <p:cNvGrpSpPr>
              <a:grpSpLocks/>
            </p:cNvGrpSpPr>
            <p:nvPr/>
          </p:nvGrpSpPr>
          <p:grpSpPr bwMode="auto">
            <a:xfrm rot="5400000">
              <a:off x="1128" y="1416"/>
              <a:ext cx="253" cy="44"/>
              <a:chOff x="1200" y="1584"/>
              <a:chExt cx="379" cy="45"/>
            </a:xfrm>
          </p:grpSpPr>
          <p:sp>
            <p:nvSpPr>
              <p:cNvPr id="203798" name="Arc 2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799" name="Arc 2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00" name="Arc 2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01" name="Arc 2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3802" name="Arc 26"/>
            <p:cNvSpPr>
              <a:spLocks/>
            </p:cNvSpPr>
            <p:nvPr/>
          </p:nvSpPr>
          <p:spPr bwMode="auto">
            <a:xfrm rot="10800000" flipV="1">
              <a:off x="1230" y="1015"/>
              <a:ext cx="153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03" name="Arc 27"/>
            <p:cNvSpPr>
              <a:spLocks/>
            </p:cNvSpPr>
            <p:nvPr/>
          </p:nvSpPr>
          <p:spPr bwMode="auto">
            <a:xfrm rot="-10800000" flipH="1" flipV="1">
              <a:off x="1460" y="1017"/>
              <a:ext cx="154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04" name="Oval 28"/>
            <p:cNvSpPr>
              <a:spLocks noChangeArrowheads="1"/>
            </p:cNvSpPr>
            <p:nvPr/>
          </p:nvSpPr>
          <p:spPr bwMode="auto">
            <a:xfrm>
              <a:off x="2037" y="1133"/>
              <a:ext cx="38" cy="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3805" name="Object 29"/>
            <p:cNvGraphicFramePr>
              <a:graphicFrameLocks noChangeAspect="1"/>
            </p:cNvGraphicFramePr>
            <p:nvPr/>
          </p:nvGraphicFramePr>
          <p:xfrm>
            <a:off x="1556" y="1938"/>
            <a:ext cx="1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266400" progId="Equation.3">
                    <p:embed/>
                  </p:oleObj>
                </mc:Choice>
                <mc:Fallback>
                  <p:oleObj name="公式" r:id="rId2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6" y="1938"/>
                          <a:ext cx="1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806" name="Line 30"/>
            <p:cNvSpPr>
              <a:spLocks noChangeShapeType="1"/>
            </p:cNvSpPr>
            <p:nvPr/>
          </p:nvSpPr>
          <p:spPr bwMode="auto">
            <a:xfrm>
              <a:off x="1606" y="1149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07" name="Line 31"/>
            <p:cNvSpPr>
              <a:spLocks noChangeShapeType="1"/>
            </p:cNvSpPr>
            <p:nvPr/>
          </p:nvSpPr>
          <p:spPr bwMode="auto">
            <a:xfrm>
              <a:off x="1421" y="1672"/>
              <a:ext cx="0" cy="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08" name="Oval 32"/>
            <p:cNvSpPr>
              <a:spLocks noChangeArrowheads="1"/>
            </p:cNvSpPr>
            <p:nvPr/>
          </p:nvSpPr>
          <p:spPr bwMode="auto">
            <a:xfrm>
              <a:off x="1402" y="2175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3809" name="Object 33"/>
            <p:cNvGraphicFramePr>
              <a:graphicFrameLocks noChangeAspect="1"/>
            </p:cNvGraphicFramePr>
            <p:nvPr/>
          </p:nvGraphicFramePr>
          <p:xfrm>
            <a:off x="776" y="841"/>
            <a:ext cx="1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841"/>
                          <a:ext cx="1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810" name="Object 34"/>
            <p:cNvGraphicFramePr>
              <a:graphicFrameLocks noChangeAspect="1"/>
            </p:cNvGraphicFramePr>
            <p:nvPr/>
          </p:nvGraphicFramePr>
          <p:xfrm>
            <a:off x="1897" y="847"/>
            <a:ext cx="19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79360" progId="Equation.3">
                    <p:embed/>
                  </p:oleObj>
                </mc:Choice>
                <mc:Fallback>
                  <p:oleObj name="公式" r:id="rId6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7" y="847"/>
                          <a:ext cx="192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811" name="Text Box 35"/>
            <p:cNvSpPr txBox="1">
              <a:spLocks noChangeArrowheads="1"/>
            </p:cNvSpPr>
            <p:nvPr/>
          </p:nvSpPr>
          <p:spPr bwMode="auto">
            <a:xfrm>
              <a:off x="564" y="1022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3812" name="Text Box 36"/>
            <p:cNvSpPr txBox="1">
              <a:spLocks noChangeArrowheads="1"/>
            </p:cNvSpPr>
            <p:nvPr/>
          </p:nvSpPr>
          <p:spPr bwMode="auto">
            <a:xfrm>
              <a:off x="2089" y="1040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3813" name="Text Box 37"/>
            <p:cNvSpPr txBox="1">
              <a:spLocks noChangeArrowheads="1"/>
            </p:cNvSpPr>
            <p:nvPr/>
          </p:nvSpPr>
          <p:spPr bwMode="auto">
            <a:xfrm>
              <a:off x="1208" y="2067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3814" name="Text Box 38"/>
            <p:cNvSpPr txBox="1">
              <a:spLocks noChangeArrowheads="1"/>
            </p:cNvSpPr>
            <p:nvPr/>
          </p:nvSpPr>
          <p:spPr bwMode="auto">
            <a:xfrm>
              <a:off x="1662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203815" name="Text Box 39"/>
            <p:cNvSpPr txBox="1">
              <a:spLocks noChangeArrowheads="1"/>
            </p:cNvSpPr>
            <p:nvPr/>
          </p:nvSpPr>
          <p:spPr bwMode="auto">
            <a:xfrm>
              <a:off x="1216" y="800"/>
              <a:ext cx="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</p:grpSp>
      <p:grpSp>
        <p:nvGrpSpPr>
          <p:cNvPr id="203816" name="Group 40"/>
          <p:cNvGrpSpPr>
            <a:grpSpLocks/>
          </p:cNvGrpSpPr>
          <p:nvPr/>
        </p:nvGrpSpPr>
        <p:grpSpPr bwMode="auto">
          <a:xfrm>
            <a:off x="5102225" y="1214438"/>
            <a:ext cx="3079750" cy="2428875"/>
            <a:chOff x="3214" y="765"/>
            <a:chExt cx="1940" cy="1530"/>
          </a:xfrm>
        </p:grpSpPr>
        <p:sp>
          <p:nvSpPr>
            <p:cNvPr id="203817" name="Line 41"/>
            <p:cNvSpPr>
              <a:spLocks noChangeShapeType="1"/>
            </p:cNvSpPr>
            <p:nvPr/>
          </p:nvSpPr>
          <p:spPr bwMode="auto">
            <a:xfrm>
              <a:off x="3911" y="1524"/>
              <a:ext cx="2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18" name="Line 42"/>
            <p:cNvSpPr>
              <a:spLocks noChangeShapeType="1"/>
            </p:cNvSpPr>
            <p:nvPr/>
          </p:nvSpPr>
          <p:spPr bwMode="auto">
            <a:xfrm flipH="1">
              <a:off x="3919" y="1088"/>
              <a:ext cx="0" cy="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19" name="Line 43"/>
            <p:cNvSpPr>
              <a:spLocks noChangeShapeType="1"/>
            </p:cNvSpPr>
            <p:nvPr/>
          </p:nvSpPr>
          <p:spPr bwMode="auto">
            <a:xfrm flipH="1">
              <a:off x="4300" y="1512"/>
              <a:ext cx="4" cy="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0" name="Line 44"/>
            <p:cNvSpPr>
              <a:spLocks noChangeShapeType="1"/>
            </p:cNvSpPr>
            <p:nvPr/>
          </p:nvSpPr>
          <p:spPr bwMode="auto">
            <a:xfrm>
              <a:off x="4300" y="1088"/>
              <a:ext cx="4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1" name="Line 45"/>
            <p:cNvSpPr>
              <a:spLocks noChangeShapeType="1"/>
            </p:cNvSpPr>
            <p:nvPr/>
          </p:nvSpPr>
          <p:spPr bwMode="auto">
            <a:xfrm>
              <a:off x="3475" y="1088"/>
              <a:ext cx="438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2" name="Line 46"/>
            <p:cNvSpPr>
              <a:spLocks noChangeShapeType="1"/>
            </p:cNvSpPr>
            <p:nvPr/>
          </p:nvSpPr>
          <p:spPr bwMode="auto">
            <a:xfrm>
              <a:off x="3908" y="1637"/>
              <a:ext cx="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3" name="Line 47"/>
            <p:cNvSpPr>
              <a:spLocks noChangeShapeType="1"/>
            </p:cNvSpPr>
            <p:nvPr/>
          </p:nvSpPr>
          <p:spPr bwMode="auto">
            <a:xfrm>
              <a:off x="4192" y="1997"/>
              <a:ext cx="0" cy="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4" name="Line 48"/>
            <p:cNvSpPr>
              <a:spLocks noChangeShapeType="1"/>
            </p:cNvSpPr>
            <p:nvPr/>
          </p:nvSpPr>
          <p:spPr bwMode="auto">
            <a:xfrm rot="5400000">
              <a:off x="4643" y="913"/>
              <a:ext cx="0" cy="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25" name="Text Box 49"/>
            <p:cNvSpPr txBox="1">
              <a:spLocks noChangeArrowheads="1"/>
            </p:cNvSpPr>
            <p:nvPr/>
          </p:nvSpPr>
          <p:spPr bwMode="auto">
            <a:xfrm>
              <a:off x="3214" y="1293"/>
              <a:ext cx="7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latin typeface="Times New Roman" pitchFamily="18" charset="0"/>
                </a:rPr>
                <a:t>+M)</a:t>
              </a:r>
            </a:p>
          </p:txBody>
        </p:sp>
        <p:sp>
          <p:nvSpPr>
            <p:cNvPr id="203826" name="Line 50"/>
            <p:cNvSpPr>
              <a:spLocks noChangeShapeType="1"/>
            </p:cNvSpPr>
            <p:nvPr/>
          </p:nvSpPr>
          <p:spPr bwMode="auto">
            <a:xfrm>
              <a:off x="3464" y="1029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3827" name="Group 51"/>
            <p:cNvGrpSpPr>
              <a:grpSpLocks/>
            </p:cNvGrpSpPr>
            <p:nvPr/>
          </p:nvGrpSpPr>
          <p:grpSpPr bwMode="auto">
            <a:xfrm rot="5400000">
              <a:off x="4189" y="1354"/>
              <a:ext cx="267" cy="46"/>
              <a:chOff x="1200" y="1584"/>
              <a:chExt cx="379" cy="45"/>
            </a:xfrm>
          </p:grpSpPr>
          <p:sp>
            <p:nvSpPr>
              <p:cNvPr id="203828" name="Arc 5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29" name="Arc 5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30" name="Arc 5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31" name="Arc 5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3832" name="Oval 56"/>
            <p:cNvSpPr>
              <a:spLocks noChangeArrowheads="1"/>
            </p:cNvSpPr>
            <p:nvPr/>
          </p:nvSpPr>
          <p:spPr bwMode="auto">
            <a:xfrm>
              <a:off x="3437" y="1071"/>
              <a:ext cx="38" cy="3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3833" name="Group 57"/>
            <p:cNvGrpSpPr>
              <a:grpSpLocks/>
            </p:cNvGrpSpPr>
            <p:nvPr/>
          </p:nvGrpSpPr>
          <p:grpSpPr bwMode="auto">
            <a:xfrm rot="5400000">
              <a:off x="3805" y="1362"/>
              <a:ext cx="266" cy="46"/>
              <a:chOff x="1200" y="1584"/>
              <a:chExt cx="379" cy="45"/>
            </a:xfrm>
          </p:grpSpPr>
          <p:sp>
            <p:nvSpPr>
              <p:cNvPr id="203834" name="Arc 5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35" name="Arc 5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36" name="Arc 6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37" name="Arc 6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3838" name="Oval 62"/>
            <p:cNvSpPr>
              <a:spLocks noChangeArrowheads="1"/>
            </p:cNvSpPr>
            <p:nvPr/>
          </p:nvSpPr>
          <p:spPr bwMode="auto">
            <a:xfrm>
              <a:off x="4741" y="1072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3839" name="Object 63"/>
            <p:cNvGraphicFramePr>
              <a:graphicFrameLocks noChangeAspect="1"/>
            </p:cNvGraphicFramePr>
            <p:nvPr/>
          </p:nvGraphicFramePr>
          <p:xfrm>
            <a:off x="4247" y="1920"/>
            <a:ext cx="13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266400" progId="Equation.3">
                    <p:embed/>
                  </p:oleObj>
                </mc:Choice>
                <mc:Fallback>
                  <p:oleObj name="公式" r:id="rId2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1920"/>
                          <a:ext cx="13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840" name="Line 64"/>
            <p:cNvSpPr>
              <a:spLocks noChangeShapeType="1"/>
            </p:cNvSpPr>
            <p:nvPr/>
          </p:nvSpPr>
          <p:spPr bwMode="auto">
            <a:xfrm>
              <a:off x="4299" y="1088"/>
              <a:ext cx="4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41" name="Line 65"/>
            <p:cNvSpPr>
              <a:spLocks noChangeShapeType="1"/>
            </p:cNvSpPr>
            <p:nvPr/>
          </p:nvSpPr>
          <p:spPr bwMode="auto">
            <a:xfrm>
              <a:off x="4109" y="2024"/>
              <a:ext cx="0" cy="1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842" name="Oval 66"/>
            <p:cNvSpPr>
              <a:spLocks noChangeArrowheads="1"/>
            </p:cNvSpPr>
            <p:nvPr/>
          </p:nvSpPr>
          <p:spPr bwMode="auto">
            <a:xfrm>
              <a:off x="4089" y="2166"/>
              <a:ext cx="39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3843" name="Object 67"/>
            <p:cNvGraphicFramePr>
              <a:graphicFrameLocks noChangeAspect="1"/>
            </p:cNvGraphicFramePr>
            <p:nvPr/>
          </p:nvGraphicFramePr>
          <p:xfrm>
            <a:off x="3446" y="765"/>
            <a:ext cx="18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79360" progId="Equation.3">
                    <p:embed/>
                  </p:oleObj>
                </mc:Choice>
                <mc:Fallback>
                  <p:oleObj name="公式" r:id="rId4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765"/>
                          <a:ext cx="18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844" name="Object 68"/>
            <p:cNvGraphicFramePr>
              <a:graphicFrameLocks noChangeAspect="1"/>
            </p:cNvGraphicFramePr>
            <p:nvPr/>
          </p:nvGraphicFramePr>
          <p:xfrm>
            <a:off x="4597" y="771"/>
            <a:ext cx="19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90440" imgH="279360" progId="Equation.3">
                    <p:embed/>
                  </p:oleObj>
                </mc:Choice>
                <mc:Fallback>
                  <p:oleObj name="公式" r:id="rId8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" y="771"/>
                          <a:ext cx="197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845" name="Text Box 69"/>
            <p:cNvSpPr txBox="1">
              <a:spLocks noChangeArrowheads="1"/>
            </p:cNvSpPr>
            <p:nvPr/>
          </p:nvSpPr>
          <p:spPr bwMode="auto">
            <a:xfrm>
              <a:off x="3223" y="999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3846" name="Text Box 70"/>
            <p:cNvSpPr txBox="1">
              <a:spLocks noChangeArrowheads="1"/>
            </p:cNvSpPr>
            <p:nvPr/>
          </p:nvSpPr>
          <p:spPr bwMode="auto">
            <a:xfrm>
              <a:off x="4794" y="957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3847" name="Text Box 71"/>
            <p:cNvSpPr txBox="1">
              <a:spLocks noChangeArrowheads="1"/>
            </p:cNvSpPr>
            <p:nvPr/>
          </p:nvSpPr>
          <p:spPr bwMode="auto">
            <a:xfrm>
              <a:off x="3896" y="2064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3848" name="Text Box 72"/>
            <p:cNvSpPr txBox="1">
              <a:spLocks noChangeArrowheads="1"/>
            </p:cNvSpPr>
            <p:nvPr/>
          </p:nvSpPr>
          <p:spPr bwMode="auto">
            <a:xfrm>
              <a:off x="4363" y="1277"/>
              <a:ext cx="7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>
                  <a:latin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03849" name="Text Box 73"/>
            <p:cNvSpPr txBox="1">
              <a:spLocks noChangeArrowheads="1"/>
            </p:cNvSpPr>
            <p:nvPr/>
          </p:nvSpPr>
          <p:spPr bwMode="auto">
            <a:xfrm>
              <a:off x="4145" y="1742"/>
              <a:ext cx="4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-j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grpSp>
          <p:nvGrpSpPr>
            <p:cNvPr id="203850" name="Group 74"/>
            <p:cNvGrpSpPr>
              <a:grpSpLocks/>
            </p:cNvGrpSpPr>
            <p:nvPr/>
          </p:nvGrpSpPr>
          <p:grpSpPr bwMode="auto">
            <a:xfrm rot="5400000">
              <a:off x="3994" y="1868"/>
              <a:ext cx="266" cy="46"/>
              <a:chOff x="1200" y="1584"/>
              <a:chExt cx="379" cy="45"/>
            </a:xfrm>
          </p:grpSpPr>
          <p:sp>
            <p:nvSpPr>
              <p:cNvPr id="203851" name="Arc 7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52" name="Arc 7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53" name="Arc 7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54" name="Arc 7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3855" name="Line 79"/>
            <p:cNvSpPr>
              <a:spLocks noChangeShapeType="1"/>
            </p:cNvSpPr>
            <p:nvPr/>
          </p:nvSpPr>
          <p:spPr bwMode="auto">
            <a:xfrm>
              <a:off x="4103" y="1637"/>
              <a:ext cx="0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3856" name="AutoShape 80"/>
          <p:cNvSpPr>
            <a:spLocks noChangeArrowheads="1"/>
          </p:cNvSpPr>
          <p:nvPr/>
        </p:nvSpPr>
        <p:spPr bwMode="auto">
          <a:xfrm>
            <a:off x="4056063" y="2379663"/>
            <a:ext cx="706437" cy="268287"/>
          </a:xfrm>
          <a:prstGeom prst="rightArrow">
            <a:avLst>
              <a:gd name="adj1" fmla="val 50000"/>
              <a:gd name="adj2" fmla="val 65828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3857" name="Object 81"/>
          <p:cNvGraphicFramePr>
            <a:graphicFrameLocks noChangeAspect="1"/>
          </p:cNvGraphicFramePr>
          <p:nvPr/>
        </p:nvGraphicFramePr>
        <p:xfrm>
          <a:off x="536575" y="3743325"/>
          <a:ext cx="3098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720" imgH="304560" progId="Equation.3">
                  <p:embed/>
                </p:oleObj>
              </mc:Choice>
              <mc:Fallback>
                <p:oleObj name="Equation" r:id="rId9" imgW="14857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3743325"/>
                        <a:ext cx="3098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58" name="Object 82"/>
          <p:cNvGraphicFramePr>
            <a:graphicFrameLocks noChangeAspect="1"/>
          </p:cNvGraphicFramePr>
          <p:nvPr/>
        </p:nvGraphicFramePr>
        <p:xfrm>
          <a:off x="523875" y="4395788"/>
          <a:ext cx="31242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304560" progId="Equation.3">
                  <p:embed/>
                </p:oleObj>
              </mc:Choice>
              <mc:Fallback>
                <p:oleObj name="Equation" r:id="rId11" imgW="14983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4395788"/>
                        <a:ext cx="31242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59" name="Object 83"/>
          <p:cNvGraphicFramePr>
            <a:graphicFrameLocks noChangeAspect="1"/>
          </p:cNvGraphicFramePr>
          <p:nvPr/>
        </p:nvGraphicFramePr>
        <p:xfrm>
          <a:off x="442913" y="5010150"/>
          <a:ext cx="1484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11000" imgH="279360" progId="Equation.3">
                  <p:embed/>
                </p:oleObj>
              </mc:Choice>
              <mc:Fallback>
                <p:oleObj name="公式" r:id="rId13" imgW="711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5010150"/>
                        <a:ext cx="14843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860" name="AutoShape 84"/>
          <p:cNvSpPr>
            <a:spLocks/>
          </p:cNvSpPr>
          <p:nvPr/>
        </p:nvSpPr>
        <p:spPr bwMode="auto">
          <a:xfrm>
            <a:off x="304800" y="3981450"/>
            <a:ext cx="138113" cy="1612900"/>
          </a:xfrm>
          <a:prstGeom prst="leftBrace">
            <a:avLst>
              <a:gd name="adj1" fmla="val 9731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861" name="AutoShape 85"/>
          <p:cNvSpPr>
            <a:spLocks noChangeArrowheads="1"/>
          </p:cNvSpPr>
          <p:nvPr/>
        </p:nvSpPr>
        <p:spPr bwMode="auto">
          <a:xfrm>
            <a:off x="3941763" y="4703763"/>
            <a:ext cx="706437" cy="268287"/>
          </a:xfrm>
          <a:prstGeom prst="rightArrow">
            <a:avLst>
              <a:gd name="adj1" fmla="val 50000"/>
              <a:gd name="adj2" fmla="val 65828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3863" name="Object 87"/>
          <p:cNvGraphicFramePr>
            <a:graphicFrameLocks noChangeAspect="1"/>
          </p:cNvGraphicFramePr>
          <p:nvPr/>
        </p:nvGraphicFramePr>
        <p:xfrm>
          <a:off x="5024438" y="4090988"/>
          <a:ext cx="386873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54000" imgH="304560" progId="Equation.3">
                  <p:embed/>
                </p:oleObj>
              </mc:Choice>
              <mc:Fallback>
                <p:oleObj name="公式" r:id="rId15" imgW="18540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090988"/>
                        <a:ext cx="3868737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64" name="Object 88"/>
          <p:cNvGraphicFramePr>
            <a:graphicFrameLocks noChangeAspect="1"/>
          </p:cNvGraphicFramePr>
          <p:nvPr/>
        </p:nvGraphicFramePr>
        <p:xfrm>
          <a:off x="4979988" y="4895850"/>
          <a:ext cx="39211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879560" imgH="304560" progId="Equation.3">
                  <p:embed/>
                </p:oleObj>
              </mc:Choice>
              <mc:Fallback>
                <p:oleObj name="公式" r:id="rId17" imgW="1879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4895850"/>
                        <a:ext cx="39211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865" name="AutoShape 89"/>
          <p:cNvSpPr>
            <a:spLocks/>
          </p:cNvSpPr>
          <p:nvPr/>
        </p:nvSpPr>
        <p:spPr bwMode="auto">
          <a:xfrm>
            <a:off x="4762500" y="4262438"/>
            <a:ext cx="195263" cy="1152525"/>
          </a:xfrm>
          <a:prstGeom prst="leftBrace">
            <a:avLst>
              <a:gd name="adj1" fmla="val 4918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866" name="Text Box 90"/>
          <p:cNvSpPr txBox="1">
            <a:spLocks noChangeArrowheads="1"/>
          </p:cNvSpPr>
          <p:nvPr/>
        </p:nvSpPr>
        <p:spPr bwMode="auto">
          <a:xfrm>
            <a:off x="848632" y="439002"/>
            <a:ext cx="46076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(b) Dots on opposite sides</a:t>
            </a:r>
          </a:p>
        </p:txBody>
      </p:sp>
    </p:spTree>
    <p:extLst>
      <p:ext uri="{BB962C8B-B14F-4D97-AF65-F5344CB8AC3E}">
        <p14:creationId xmlns:p14="http://schemas.microsoft.com/office/powerpoint/2010/main" val="27443311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3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3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3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3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3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20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3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3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3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3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20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0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56" grpId="0" animBg="1"/>
      <p:bldP spid="203860" grpId="0" animBg="1"/>
      <p:bldP spid="203861" grpId="0" animBg="1"/>
      <p:bldP spid="203865" grpId="0" animBg="1"/>
      <p:bldP spid="203866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611188" y="1196752"/>
            <a:ext cx="78867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333500" indent="-1333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1524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714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905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95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52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009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67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924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1</a:t>
            </a:r>
            <a:r>
              <a:rPr kumimoji="1" lang="zh-CN" altLang="en-US" sz="2000" b="1" dirty="0">
                <a:latin typeface="Times New Roman" pitchFamily="18" charset="0"/>
              </a:rPr>
              <a:t>）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series</a:t>
            </a:r>
            <a:r>
              <a:rPr kumimoji="1"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：</a:t>
            </a:r>
            <a:r>
              <a:rPr kumimoji="1" lang="en-US" altLang="zh-CN" sz="2000" b="1" dirty="0">
                <a:latin typeface="Times New Roman" pitchFamily="18" charset="0"/>
              </a:rPr>
              <a:t>equivalent inductor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i="1" dirty="0">
                <a:solidFill>
                  <a:srgbClr val="FF3300"/>
                </a:solidFill>
                <a:latin typeface="Times New Roman" pitchFamily="18" charset="0"/>
              </a:rPr>
              <a:t>L = L</a:t>
            </a:r>
            <a:r>
              <a:rPr kumimoji="1" lang="en-US" altLang="zh-CN" sz="2000" b="1" i="1" baseline="-25000" dirty="0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 sz="2000" b="1" i="1" dirty="0">
                <a:solidFill>
                  <a:srgbClr val="FF3300"/>
                </a:solidFill>
                <a:latin typeface="Times New Roman" pitchFamily="18" charset="0"/>
              </a:rPr>
              <a:t> + L</a:t>
            </a:r>
            <a:r>
              <a:rPr kumimoji="1" lang="en-US" altLang="zh-CN" sz="2000" b="1" i="1" baseline="-25000" dirty="0">
                <a:solidFill>
                  <a:srgbClr val="FF3300"/>
                </a:solidFill>
                <a:latin typeface="Times New Roman" pitchFamily="18" charset="0"/>
              </a:rPr>
              <a:t>2</a:t>
            </a:r>
            <a:r>
              <a:rPr kumimoji="1" lang="en-US" altLang="zh-CN" sz="2000" b="1" i="1" dirty="0">
                <a:solidFill>
                  <a:srgbClr val="FF3300"/>
                </a:solidFill>
                <a:latin typeface="Times New Roman" pitchFamily="18" charset="0"/>
              </a:rPr>
              <a:t>  </a:t>
            </a:r>
            <a:r>
              <a:rPr kumimoji="1" lang="en-US" altLang="zh-CN" sz="2000" b="1" dirty="0">
                <a:solidFill>
                  <a:srgbClr val="FF3300"/>
                </a:solidFill>
                <a:latin typeface="Times New Roman" pitchFamily="18" charset="0"/>
              </a:rPr>
              <a:t>± 2</a:t>
            </a:r>
            <a:r>
              <a:rPr kumimoji="1" lang="en-US" altLang="zh-CN" sz="2000" b="1" i="1" dirty="0">
                <a:solidFill>
                  <a:srgbClr val="FF3300"/>
                </a:solidFill>
                <a:latin typeface="Times New Roman" pitchFamily="18" charset="0"/>
              </a:rPr>
              <a:t>M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latin typeface="Times New Roman" pitchFamily="18" charset="0"/>
              </a:rPr>
              <a:t>      series aiding connection  for </a:t>
            </a:r>
            <a:r>
              <a:rPr kumimoji="1" lang="en-US" altLang="zh-CN" sz="2000" b="1" dirty="0">
                <a:latin typeface="Times New Roman" pitchFamily="18" charset="0"/>
              </a:rPr>
              <a:t>“+”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dirty="0">
                <a:latin typeface="Times New Roman" pitchFamily="18" charset="0"/>
              </a:rPr>
              <a:t>otherwise for “</a:t>
            </a:r>
            <a:r>
              <a:rPr kumimoji="1" lang="zh-CN" altLang="en-US" sz="2000" b="1" dirty="0">
                <a:latin typeface="Times New Roman" pitchFamily="18" charset="0"/>
              </a:rPr>
              <a:t>－”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611188" y="2168525"/>
            <a:ext cx="78867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333500" indent="-1333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1524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714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905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95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52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009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67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924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2</a:t>
            </a:r>
            <a:r>
              <a:rPr kumimoji="1" lang="zh-CN" altLang="en-US" sz="2000" b="1" dirty="0">
                <a:latin typeface="Times New Roman" pitchFamily="18" charset="0"/>
              </a:rPr>
              <a:t>）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parallel</a:t>
            </a:r>
            <a:r>
              <a:rPr kumimoji="1"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：</a:t>
            </a:r>
            <a:r>
              <a:rPr kumimoji="1" lang="en-US" altLang="zh-CN" sz="2000" b="1" dirty="0">
                <a:latin typeface="Times New Roman" pitchFamily="18" charset="0"/>
              </a:rPr>
              <a:t>equivalent inductor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endParaRPr kumimoji="1" lang="zh-CN" altLang="en-US" sz="2000" b="1" i="1" dirty="0">
              <a:solidFill>
                <a:srgbClr val="FF33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000" b="1" i="1" dirty="0">
                <a:latin typeface="Times New Roman" pitchFamily="18" charset="0"/>
              </a:rPr>
              <a:t>      </a:t>
            </a:r>
            <a:r>
              <a:rPr kumimoji="1" lang="en-US" altLang="zh-CN" sz="2000" b="1" i="1" dirty="0">
                <a:latin typeface="Times New Roman" pitchFamily="18" charset="0"/>
              </a:rPr>
              <a:t>parallel aiding connection  for </a:t>
            </a:r>
            <a:r>
              <a:rPr kumimoji="1" lang="en-US" altLang="zh-CN" sz="2000" b="1" dirty="0">
                <a:latin typeface="Times New Roman" pitchFamily="18" charset="0"/>
              </a:rPr>
              <a:t>“</a:t>
            </a:r>
            <a:r>
              <a:rPr kumimoji="1" lang="zh-CN" altLang="en-US" sz="2000" b="1" dirty="0">
                <a:latin typeface="Times New Roman" pitchFamily="18" charset="0"/>
              </a:rPr>
              <a:t>－” ，</a:t>
            </a:r>
            <a:r>
              <a:rPr kumimoji="1" lang="en-US" altLang="zh-CN" sz="2000" b="1" dirty="0">
                <a:latin typeface="Times New Roman" pitchFamily="18" charset="0"/>
              </a:rPr>
              <a:t>otherwise for “+”</a:t>
            </a:r>
          </a:p>
        </p:txBody>
      </p:sp>
      <p:graphicFrame>
        <p:nvGraphicFramePr>
          <p:cNvPr id="190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179907"/>
              </p:ext>
            </p:extLst>
          </p:nvPr>
        </p:nvGraphicFramePr>
        <p:xfrm>
          <a:off x="4608576" y="1889426"/>
          <a:ext cx="24971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480" imgH="431640" progId="Equation.3">
                  <p:embed/>
                </p:oleObj>
              </mc:Choice>
              <mc:Fallback>
                <p:oleObj name="公式" r:id="rId2" imgW="1320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76" y="1889426"/>
                        <a:ext cx="249713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550" name="Text Box 86"/>
          <p:cNvSpPr txBox="1">
            <a:spLocks noChangeArrowheads="1"/>
          </p:cNvSpPr>
          <p:nvPr/>
        </p:nvSpPr>
        <p:spPr bwMode="auto">
          <a:xfrm>
            <a:off x="539750" y="3321050"/>
            <a:ext cx="7886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333500" indent="-1333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1524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714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905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955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52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009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67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924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3</a:t>
            </a:r>
            <a:r>
              <a:rPr kumimoji="1" lang="zh-CN" altLang="en-US" sz="2000" b="1" dirty="0">
                <a:latin typeface="Times New Roman" pitchFamily="18" charset="0"/>
              </a:rPr>
              <a:t>）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Tee model</a:t>
            </a:r>
            <a:r>
              <a:rPr kumimoji="1" lang="en-US" altLang="zh-CN" sz="2000" b="1" i="1" dirty="0">
                <a:latin typeface="Times New Roman" pitchFamily="18" charset="0"/>
              </a:rPr>
              <a:t>      </a:t>
            </a:r>
            <a:endParaRPr kumimoji="1" lang="en-US" altLang="zh-CN" sz="2000" b="1" dirty="0">
              <a:latin typeface="Times New Roman" pitchFamily="18" charset="0"/>
            </a:endParaRPr>
          </a:p>
        </p:txBody>
      </p:sp>
      <p:sp>
        <p:nvSpPr>
          <p:cNvPr id="190591" name="Text Box 127"/>
          <p:cNvSpPr txBox="1">
            <a:spLocks noChangeArrowheads="1"/>
          </p:cNvSpPr>
          <p:nvPr/>
        </p:nvSpPr>
        <p:spPr bwMode="auto">
          <a:xfrm>
            <a:off x="146390" y="5197702"/>
            <a:ext cx="2987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i="1" dirty="0">
                <a:latin typeface="Times New Roman" pitchFamily="18" charset="0"/>
              </a:rPr>
              <a:t>Dots on same sides</a:t>
            </a:r>
          </a:p>
        </p:txBody>
      </p:sp>
      <p:sp>
        <p:nvSpPr>
          <p:cNvPr id="190592" name="Text Box 128"/>
          <p:cNvSpPr txBox="1">
            <a:spLocks noChangeArrowheads="1"/>
          </p:cNvSpPr>
          <p:nvPr/>
        </p:nvSpPr>
        <p:spPr bwMode="auto">
          <a:xfrm>
            <a:off x="2771775" y="5157788"/>
            <a:ext cx="2987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i="1" dirty="0">
                <a:latin typeface="Times New Roman" pitchFamily="18" charset="0"/>
              </a:rPr>
              <a:t>Dots on opposite sides</a:t>
            </a:r>
          </a:p>
        </p:txBody>
      </p:sp>
      <p:grpSp>
        <p:nvGrpSpPr>
          <p:cNvPr id="190631" name="Group 167"/>
          <p:cNvGrpSpPr>
            <a:grpSpLocks/>
          </p:cNvGrpSpPr>
          <p:nvPr/>
        </p:nvGrpSpPr>
        <p:grpSpPr bwMode="auto">
          <a:xfrm>
            <a:off x="1033463" y="3641559"/>
            <a:ext cx="2697162" cy="2378075"/>
            <a:chOff x="564" y="800"/>
            <a:chExt cx="1699" cy="1498"/>
          </a:xfrm>
        </p:grpSpPr>
        <p:sp>
          <p:nvSpPr>
            <p:cNvPr id="190632" name="Line 168"/>
            <p:cNvSpPr>
              <a:spLocks noChangeShapeType="1"/>
            </p:cNvSpPr>
            <p:nvPr/>
          </p:nvSpPr>
          <p:spPr bwMode="auto">
            <a:xfrm flipH="1">
              <a:off x="1228" y="1564"/>
              <a:ext cx="0" cy="1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3" name="Line 169"/>
            <p:cNvSpPr>
              <a:spLocks noChangeShapeType="1"/>
            </p:cNvSpPr>
            <p:nvPr/>
          </p:nvSpPr>
          <p:spPr bwMode="auto">
            <a:xfrm>
              <a:off x="1234" y="1149"/>
              <a:ext cx="0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4" name="Line 170"/>
            <p:cNvSpPr>
              <a:spLocks noChangeShapeType="1"/>
            </p:cNvSpPr>
            <p:nvPr/>
          </p:nvSpPr>
          <p:spPr bwMode="auto">
            <a:xfrm flipH="1">
              <a:off x="1607" y="1552"/>
              <a:ext cx="4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5" name="Line 171"/>
            <p:cNvSpPr>
              <a:spLocks noChangeShapeType="1"/>
            </p:cNvSpPr>
            <p:nvPr/>
          </p:nvSpPr>
          <p:spPr bwMode="auto">
            <a:xfrm>
              <a:off x="1607" y="1149"/>
              <a:ext cx="4" cy="1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6" name="Line 172"/>
            <p:cNvSpPr>
              <a:spLocks noChangeShapeType="1"/>
            </p:cNvSpPr>
            <p:nvPr/>
          </p:nvSpPr>
          <p:spPr bwMode="auto">
            <a:xfrm>
              <a:off x="804" y="1149"/>
              <a:ext cx="426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7" name="Line 173"/>
            <p:cNvSpPr>
              <a:spLocks noChangeShapeType="1"/>
            </p:cNvSpPr>
            <p:nvPr/>
          </p:nvSpPr>
          <p:spPr bwMode="auto">
            <a:xfrm>
              <a:off x="1226" y="1672"/>
              <a:ext cx="3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8" name="Line 174"/>
            <p:cNvSpPr>
              <a:spLocks noChangeShapeType="1"/>
            </p:cNvSpPr>
            <p:nvPr/>
          </p:nvSpPr>
          <p:spPr bwMode="auto">
            <a:xfrm>
              <a:off x="1502" y="2015"/>
              <a:ext cx="0" cy="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39" name="Line 175"/>
            <p:cNvSpPr>
              <a:spLocks noChangeShapeType="1"/>
            </p:cNvSpPr>
            <p:nvPr/>
          </p:nvSpPr>
          <p:spPr bwMode="auto">
            <a:xfrm rot="5400000">
              <a:off x="1942" y="980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40" name="Text Box 176"/>
            <p:cNvSpPr txBox="1">
              <a:spLocks noChangeArrowheads="1"/>
            </p:cNvSpPr>
            <p:nvPr/>
          </p:nvSpPr>
          <p:spPr bwMode="auto">
            <a:xfrm>
              <a:off x="1211" y="114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90641" name="Text Box 177"/>
            <p:cNvSpPr txBox="1">
              <a:spLocks noChangeArrowheads="1"/>
            </p:cNvSpPr>
            <p:nvPr/>
          </p:nvSpPr>
          <p:spPr bwMode="auto">
            <a:xfrm>
              <a:off x="1460" y="1173"/>
              <a:ext cx="1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90642" name="Text Box 178"/>
            <p:cNvSpPr txBox="1">
              <a:spLocks noChangeArrowheads="1"/>
            </p:cNvSpPr>
            <p:nvPr/>
          </p:nvSpPr>
          <p:spPr bwMode="auto">
            <a:xfrm>
              <a:off x="836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190643" name="Line 179"/>
            <p:cNvSpPr>
              <a:spLocks noChangeShapeType="1"/>
            </p:cNvSpPr>
            <p:nvPr/>
          </p:nvSpPr>
          <p:spPr bwMode="auto">
            <a:xfrm>
              <a:off x="793" y="1093"/>
              <a:ext cx="2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0644" name="Group 180"/>
            <p:cNvGrpSpPr>
              <a:grpSpLocks/>
            </p:cNvGrpSpPr>
            <p:nvPr/>
          </p:nvGrpSpPr>
          <p:grpSpPr bwMode="auto">
            <a:xfrm rot="5400000">
              <a:off x="1503" y="1401"/>
              <a:ext cx="253" cy="45"/>
              <a:chOff x="1200" y="1584"/>
              <a:chExt cx="379" cy="45"/>
            </a:xfrm>
          </p:grpSpPr>
          <p:sp>
            <p:nvSpPr>
              <p:cNvPr id="190645" name="Arc 181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46" name="Arc 182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47" name="Arc 183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48" name="Arc 184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0649" name="Oval 185"/>
            <p:cNvSpPr>
              <a:spLocks noChangeArrowheads="1"/>
            </p:cNvSpPr>
            <p:nvPr/>
          </p:nvSpPr>
          <p:spPr bwMode="auto">
            <a:xfrm>
              <a:off x="766" y="1132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0650" name="Group 186"/>
            <p:cNvGrpSpPr>
              <a:grpSpLocks/>
            </p:cNvGrpSpPr>
            <p:nvPr/>
          </p:nvGrpSpPr>
          <p:grpSpPr bwMode="auto">
            <a:xfrm rot="5400000">
              <a:off x="1128" y="1416"/>
              <a:ext cx="253" cy="44"/>
              <a:chOff x="1200" y="1584"/>
              <a:chExt cx="379" cy="45"/>
            </a:xfrm>
          </p:grpSpPr>
          <p:sp>
            <p:nvSpPr>
              <p:cNvPr id="190651" name="Arc 18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52" name="Arc 18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53" name="Arc 18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54" name="Arc 19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0655" name="Arc 191"/>
            <p:cNvSpPr>
              <a:spLocks/>
            </p:cNvSpPr>
            <p:nvPr/>
          </p:nvSpPr>
          <p:spPr bwMode="auto">
            <a:xfrm rot="10800000" flipV="1">
              <a:off x="1230" y="1015"/>
              <a:ext cx="153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56" name="Arc 192"/>
            <p:cNvSpPr>
              <a:spLocks/>
            </p:cNvSpPr>
            <p:nvPr/>
          </p:nvSpPr>
          <p:spPr bwMode="auto">
            <a:xfrm rot="-10800000" flipH="1" flipV="1">
              <a:off x="1460" y="1017"/>
              <a:ext cx="154" cy="137"/>
            </a:xfrm>
            <a:custGeom>
              <a:avLst/>
              <a:gdLst>
                <a:gd name="G0" fmla="+- 0 0 0"/>
                <a:gd name="G1" fmla="+- 21109 0 0"/>
                <a:gd name="G2" fmla="+- 21600 0 0"/>
                <a:gd name="T0" fmla="*/ 4580 w 20759"/>
                <a:gd name="T1" fmla="*/ 0 h 21109"/>
                <a:gd name="T2" fmla="*/ 20759 w 20759"/>
                <a:gd name="T3" fmla="*/ 15139 h 21109"/>
                <a:gd name="T4" fmla="*/ 0 w 20759"/>
                <a:gd name="T5" fmla="*/ 21109 h 2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9" h="21109" fill="none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</a:path>
                <a:path w="20759" h="21109" stroke="0" extrusionOk="0">
                  <a:moveTo>
                    <a:pt x="4579" y="0"/>
                  </a:moveTo>
                  <a:cubicBezTo>
                    <a:pt x="12347" y="1685"/>
                    <a:pt x="18561" y="7500"/>
                    <a:pt x="20758" y="15139"/>
                  </a:cubicBezTo>
                  <a:lnTo>
                    <a:pt x="0" y="21109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57" name="Oval 193"/>
            <p:cNvSpPr>
              <a:spLocks noChangeArrowheads="1"/>
            </p:cNvSpPr>
            <p:nvPr/>
          </p:nvSpPr>
          <p:spPr bwMode="auto">
            <a:xfrm>
              <a:off x="2037" y="1133"/>
              <a:ext cx="38" cy="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0658" name="Object 194"/>
            <p:cNvGraphicFramePr>
              <a:graphicFrameLocks noChangeAspect="1"/>
            </p:cNvGraphicFramePr>
            <p:nvPr/>
          </p:nvGraphicFramePr>
          <p:xfrm>
            <a:off x="1556" y="1938"/>
            <a:ext cx="1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720" imgH="266400" progId="Equation.3">
                    <p:embed/>
                  </p:oleObj>
                </mc:Choice>
                <mc:Fallback>
                  <p:oleObj name="公式" r:id="rId4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6" y="1938"/>
                          <a:ext cx="1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659" name="Line 195"/>
            <p:cNvSpPr>
              <a:spLocks noChangeShapeType="1"/>
            </p:cNvSpPr>
            <p:nvPr/>
          </p:nvSpPr>
          <p:spPr bwMode="auto">
            <a:xfrm>
              <a:off x="1606" y="1149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60" name="Line 196"/>
            <p:cNvSpPr>
              <a:spLocks noChangeShapeType="1"/>
            </p:cNvSpPr>
            <p:nvPr/>
          </p:nvSpPr>
          <p:spPr bwMode="auto">
            <a:xfrm>
              <a:off x="1421" y="1672"/>
              <a:ext cx="0" cy="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61" name="Oval 197"/>
            <p:cNvSpPr>
              <a:spLocks noChangeArrowheads="1"/>
            </p:cNvSpPr>
            <p:nvPr/>
          </p:nvSpPr>
          <p:spPr bwMode="auto">
            <a:xfrm>
              <a:off x="1402" y="2175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0662" name="Object 198"/>
            <p:cNvGraphicFramePr>
              <a:graphicFrameLocks noChangeAspect="1"/>
            </p:cNvGraphicFramePr>
            <p:nvPr/>
          </p:nvGraphicFramePr>
          <p:xfrm>
            <a:off x="776" y="841"/>
            <a:ext cx="1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77480" imgH="279360" progId="Equation.3">
                    <p:embed/>
                  </p:oleObj>
                </mc:Choice>
                <mc:Fallback>
                  <p:oleObj name="公式" r:id="rId6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841"/>
                          <a:ext cx="1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663" name="Object 199"/>
            <p:cNvGraphicFramePr>
              <a:graphicFrameLocks noChangeAspect="1"/>
            </p:cNvGraphicFramePr>
            <p:nvPr/>
          </p:nvGraphicFramePr>
          <p:xfrm>
            <a:off x="1897" y="847"/>
            <a:ext cx="19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90440" imgH="279360" progId="Equation.3">
                    <p:embed/>
                  </p:oleObj>
                </mc:Choice>
                <mc:Fallback>
                  <p:oleObj name="公式" r:id="rId8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7" y="847"/>
                          <a:ext cx="192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664" name="Text Box 200"/>
            <p:cNvSpPr txBox="1">
              <a:spLocks noChangeArrowheads="1"/>
            </p:cNvSpPr>
            <p:nvPr/>
          </p:nvSpPr>
          <p:spPr bwMode="auto">
            <a:xfrm>
              <a:off x="564" y="1022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90665" name="Text Box 201"/>
            <p:cNvSpPr txBox="1">
              <a:spLocks noChangeArrowheads="1"/>
            </p:cNvSpPr>
            <p:nvPr/>
          </p:nvSpPr>
          <p:spPr bwMode="auto">
            <a:xfrm>
              <a:off x="2089" y="1040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90666" name="Text Box 202"/>
            <p:cNvSpPr txBox="1">
              <a:spLocks noChangeArrowheads="1"/>
            </p:cNvSpPr>
            <p:nvPr/>
          </p:nvSpPr>
          <p:spPr bwMode="auto">
            <a:xfrm>
              <a:off x="1208" y="2067"/>
              <a:ext cx="1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90667" name="Text Box 203"/>
            <p:cNvSpPr txBox="1">
              <a:spLocks noChangeArrowheads="1"/>
            </p:cNvSpPr>
            <p:nvPr/>
          </p:nvSpPr>
          <p:spPr bwMode="auto">
            <a:xfrm>
              <a:off x="1662" y="1304"/>
              <a:ext cx="4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sp>
          <p:nvSpPr>
            <p:cNvPr id="190668" name="Text Box 204"/>
            <p:cNvSpPr txBox="1">
              <a:spLocks noChangeArrowheads="1"/>
            </p:cNvSpPr>
            <p:nvPr/>
          </p:nvSpPr>
          <p:spPr bwMode="auto">
            <a:xfrm>
              <a:off x="1216" y="800"/>
              <a:ext cx="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</p:grpSp>
      <p:sp>
        <p:nvSpPr>
          <p:cNvPr id="190669" name="Text Box 205"/>
          <p:cNvSpPr txBox="1">
            <a:spLocks noChangeArrowheads="1"/>
          </p:cNvSpPr>
          <p:nvPr/>
        </p:nvSpPr>
        <p:spPr bwMode="auto">
          <a:xfrm>
            <a:off x="1763713" y="4291013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</a:t>
            </a:r>
            <a:endParaRPr kumimoji="1" lang="en-US" altLang="zh-CN" sz="2000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90670" name="Text Box 206"/>
          <p:cNvSpPr txBox="1">
            <a:spLocks noChangeArrowheads="1"/>
          </p:cNvSpPr>
          <p:nvPr/>
        </p:nvSpPr>
        <p:spPr bwMode="auto">
          <a:xfrm>
            <a:off x="2647950" y="4903788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</a:t>
            </a:r>
            <a:endParaRPr kumimoji="1" lang="en-US" altLang="zh-CN" sz="2000" b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90671" name="Line 207"/>
          <p:cNvSpPr>
            <a:spLocks noChangeShapeType="1"/>
          </p:cNvSpPr>
          <p:nvPr/>
        </p:nvSpPr>
        <p:spPr bwMode="auto">
          <a:xfrm>
            <a:off x="6300788" y="5481638"/>
            <a:ext cx="179387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0672" name="Group 208"/>
          <p:cNvGrpSpPr>
            <a:grpSpLocks/>
          </p:cNvGrpSpPr>
          <p:nvPr/>
        </p:nvGrpSpPr>
        <p:grpSpPr bwMode="auto">
          <a:xfrm>
            <a:off x="4787900" y="3681413"/>
            <a:ext cx="3079750" cy="2428875"/>
            <a:chOff x="3214" y="1137"/>
            <a:chExt cx="1940" cy="1530"/>
          </a:xfrm>
        </p:grpSpPr>
        <p:sp>
          <p:nvSpPr>
            <p:cNvPr id="190673" name="Line 209"/>
            <p:cNvSpPr>
              <a:spLocks noChangeShapeType="1"/>
            </p:cNvSpPr>
            <p:nvPr/>
          </p:nvSpPr>
          <p:spPr bwMode="auto">
            <a:xfrm>
              <a:off x="3911" y="1896"/>
              <a:ext cx="2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4" name="Line 210"/>
            <p:cNvSpPr>
              <a:spLocks noChangeShapeType="1"/>
            </p:cNvSpPr>
            <p:nvPr/>
          </p:nvSpPr>
          <p:spPr bwMode="auto">
            <a:xfrm flipH="1">
              <a:off x="3919" y="1460"/>
              <a:ext cx="0" cy="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5" name="Line 211"/>
            <p:cNvSpPr>
              <a:spLocks noChangeShapeType="1"/>
            </p:cNvSpPr>
            <p:nvPr/>
          </p:nvSpPr>
          <p:spPr bwMode="auto">
            <a:xfrm flipH="1">
              <a:off x="4300" y="1884"/>
              <a:ext cx="4" cy="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6" name="Line 212"/>
            <p:cNvSpPr>
              <a:spLocks noChangeShapeType="1"/>
            </p:cNvSpPr>
            <p:nvPr/>
          </p:nvSpPr>
          <p:spPr bwMode="auto">
            <a:xfrm>
              <a:off x="4300" y="1460"/>
              <a:ext cx="4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7" name="Line 213"/>
            <p:cNvSpPr>
              <a:spLocks noChangeShapeType="1"/>
            </p:cNvSpPr>
            <p:nvPr/>
          </p:nvSpPr>
          <p:spPr bwMode="auto">
            <a:xfrm>
              <a:off x="3475" y="1460"/>
              <a:ext cx="438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8" name="Line 214"/>
            <p:cNvSpPr>
              <a:spLocks noChangeShapeType="1"/>
            </p:cNvSpPr>
            <p:nvPr/>
          </p:nvSpPr>
          <p:spPr bwMode="auto">
            <a:xfrm>
              <a:off x="3908" y="2009"/>
              <a:ext cx="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79" name="Line 215"/>
            <p:cNvSpPr>
              <a:spLocks noChangeShapeType="1"/>
            </p:cNvSpPr>
            <p:nvPr/>
          </p:nvSpPr>
          <p:spPr bwMode="auto">
            <a:xfrm>
              <a:off x="4192" y="2369"/>
              <a:ext cx="0" cy="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80" name="Line 216"/>
            <p:cNvSpPr>
              <a:spLocks noChangeShapeType="1"/>
            </p:cNvSpPr>
            <p:nvPr/>
          </p:nvSpPr>
          <p:spPr bwMode="auto">
            <a:xfrm rot="5400000">
              <a:off x="4643" y="1285"/>
              <a:ext cx="0" cy="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81" name="Text Box 217"/>
            <p:cNvSpPr txBox="1">
              <a:spLocks noChangeArrowheads="1"/>
            </p:cNvSpPr>
            <p:nvPr/>
          </p:nvSpPr>
          <p:spPr bwMode="auto">
            <a:xfrm>
              <a:off x="3214" y="1665"/>
              <a:ext cx="7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latin typeface="Times New Roman" pitchFamily="18" charset="0"/>
                </a:rPr>
                <a:t>–M)</a:t>
              </a:r>
            </a:p>
          </p:txBody>
        </p:sp>
        <p:sp>
          <p:nvSpPr>
            <p:cNvPr id="190682" name="Line 218"/>
            <p:cNvSpPr>
              <a:spLocks noChangeShapeType="1"/>
            </p:cNvSpPr>
            <p:nvPr/>
          </p:nvSpPr>
          <p:spPr bwMode="auto">
            <a:xfrm>
              <a:off x="3464" y="1401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0683" name="Group 219"/>
            <p:cNvGrpSpPr>
              <a:grpSpLocks/>
            </p:cNvGrpSpPr>
            <p:nvPr/>
          </p:nvGrpSpPr>
          <p:grpSpPr bwMode="auto">
            <a:xfrm rot="5400000">
              <a:off x="4189" y="1726"/>
              <a:ext cx="267" cy="46"/>
              <a:chOff x="1200" y="1584"/>
              <a:chExt cx="379" cy="45"/>
            </a:xfrm>
          </p:grpSpPr>
          <p:sp>
            <p:nvSpPr>
              <p:cNvPr id="190684" name="Arc 22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85" name="Arc 22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86" name="Arc 22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87" name="Arc 22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0688" name="Oval 224"/>
            <p:cNvSpPr>
              <a:spLocks noChangeArrowheads="1"/>
            </p:cNvSpPr>
            <p:nvPr/>
          </p:nvSpPr>
          <p:spPr bwMode="auto">
            <a:xfrm>
              <a:off x="3437" y="1443"/>
              <a:ext cx="38" cy="3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0689" name="Group 225"/>
            <p:cNvGrpSpPr>
              <a:grpSpLocks/>
            </p:cNvGrpSpPr>
            <p:nvPr/>
          </p:nvGrpSpPr>
          <p:grpSpPr bwMode="auto">
            <a:xfrm rot="5400000">
              <a:off x="3805" y="1734"/>
              <a:ext cx="266" cy="46"/>
              <a:chOff x="1200" y="1584"/>
              <a:chExt cx="379" cy="45"/>
            </a:xfrm>
          </p:grpSpPr>
          <p:sp>
            <p:nvSpPr>
              <p:cNvPr id="190690" name="Arc 22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91" name="Arc 22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92" name="Arc 22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693" name="Arc 22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0694" name="Oval 230"/>
            <p:cNvSpPr>
              <a:spLocks noChangeArrowheads="1"/>
            </p:cNvSpPr>
            <p:nvPr/>
          </p:nvSpPr>
          <p:spPr bwMode="auto">
            <a:xfrm>
              <a:off x="4741" y="1444"/>
              <a:ext cx="38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0695" name="Object 231"/>
            <p:cNvGraphicFramePr>
              <a:graphicFrameLocks noChangeAspect="1"/>
            </p:cNvGraphicFramePr>
            <p:nvPr/>
          </p:nvGraphicFramePr>
          <p:xfrm>
            <a:off x="4247" y="2292"/>
            <a:ext cx="13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720" imgH="266400" progId="Equation.3">
                    <p:embed/>
                  </p:oleObj>
                </mc:Choice>
                <mc:Fallback>
                  <p:oleObj name="公式" r:id="rId4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2292"/>
                          <a:ext cx="13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696" name="Line 232"/>
            <p:cNvSpPr>
              <a:spLocks noChangeShapeType="1"/>
            </p:cNvSpPr>
            <p:nvPr/>
          </p:nvSpPr>
          <p:spPr bwMode="auto">
            <a:xfrm>
              <a:off x="4299" y="1460"/>
              <a:ext cx="4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97" name="Line 233"/>
            <p:cNvSpPr>
              <a:spLocks noChangeShapeType="1"/>
            </p:cNvSpPr>
            <p:nvPr/>
          </p:nvSpPr>
          <p:spPr bwMode="auto">
            <a:xfrm>
              <a:off x="4109" y="2396"/>
              <a:ext cx="0" cy="1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698" name="Oval 234"/>
            <p:cNvSpPr>
              <a:spLocks noChangeArrowheads="1"/>
            </p:cNvSpPr>
            <p:nvPr/>
          </p:nvSpPr>
          <p:spPr bwMode="auto">
            <a:xfrm>
              <a:off x="4089" y="2538"/>
              <a:ext cx="39" cy="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0699" name="Object 235"/>
            <p:cNvGraphicFramePr>
              <a:graphicFrameLocks noChangeAspect="1"/>
            </p:cNvGraphicFramePr>
            <p:nvPr/>
          </p:nvGraphicFramePr>
          <p:xfrm>
            <a:off x="3446" y="1137"/>
            <a:ext cx="18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77480" imgH="279360" progId="Equation.3">
                    <p:embed/>
                  </p:oleObj>
                </mc:Choice>
                <mc:Fallback>
                  <p:oleObj name="公式" r:id="rId6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1137"/>
                          <a:ext cx="18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700" name="Object 236"/>
            <p:cNvGraphicFramePr>
              <a:graphicFrameLocks noChangeAspect="1"/>
            </p:cNvGraphicFramePr>
            <p:nvPr/>
          </p:nvGraphicFramePr>
          <p:xfrm>
            <a:off x="4597" y="1143"/>
            <a:ext cx="19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90440" imgH="279360" progId="Equation.3">
                    <p:embed/>
                  </p:oleObj>
                </mc:Choice>
                <mc:Fallback>
                  <p:oleObj name="公式" r:id="rId8" imgW="1904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" y="1143"/>
                          <a:ext cx="197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701" name="Text Box 237"/>
            <p:cNvSpPr txBox="1">
              <a:spLocks noChangeArrowheads="1"/>
            </p:cNvSpPr>
            <p:nvPr/>
          </p:nvSpPr>
          <p:spPr bwMode="auto">
            <a:xfrm>
              <a:off x="3223" y="1371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90702" name="Text Box 238"/>
            <p:cNvSpPr txBox="1">
              <a:spLocks noChangeArrowheads="1"/>
            </p:cNvSpPr>
            <p:nvPr/>
          </p:nvSpPr>
          <p:spPr bwMode="auto">
            <a:xfrm>
              <a:off x="4794" y="1329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90703" name="Text Box 239"/>
            <p:cNvSpPr txBox="1">
              <a:spLocks noChangeArrowheads="1"/>
            </p:cNvSpPr>
            <p:nvPr/>
          </p:nvSpPr>
          <p:spPr bwMode="auto">
            <a:xfrm>
              <a:off x="3896" y="2436"/>
              <a:ext cx="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90704" name="Text Box 240"/>
            <p:cNvSpPr txBox="1">
              <a:spLocks noChangeArrowheads="1"/>
            </p:cNvSpPr>
            <p:nvPr/>
          </p:nvSpPr>
          <p:spPr bwMode="auto">
            <a:xfrm>
              <a:off x="4363" y="1649"/>
              <a:ext cx="7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>
                  <a:latin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90705" name="Text Box 241"/>
            <p:cNvSpPr txBox="1">
              <a:spLocks noChangeArrowheads="1"/>
            </p:cNvSpPr>
            <p:nvPr/>
          </p:nvSpPr>
          <p:spPr bwMode="auto">
            <a:xfrm>
              <a:off x="4145" y="2114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>
                  <a:latin typeface="Times New Roman" pitchFamily="18" charset="0"/>
                </a:rPr>
                <a:t>  j</a:t>
              </a:r>
              <a:r>
                <a:rPr kumimoji="1" lang="en-US" altLang="zh-CN" sz="1800" b="1" i="1">
                  <a:latin typeface="Times New Roman" pitchFamily="18" charset="0"/>
                  <a:sym typeface="Symbol" pitchFamily="18" charset="2"/>
                </a:rPr>
                <a:t> 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endParaRPr kumimoji="1" lang="en-US" altLang="zh-CN" sz="1800" b="1">
                <a:latin typeface="Times New Roman" pitchFamily="18" charset="0"/>
              </a:endParaRPr>
            </a:p>
          </p:txBody>
        </p:sp>
        <p:grpSp>
          <p:nvGrpSpPr>
            <p:cNvPr id="190706" name="Group 242"/>
            <p:cNvGrpSpPr>
              <a:grpSpLocks/>
            </p:cNvGrpSpPr>
            <p:nvPr/>
          </p:nvGrpSpPr>
          <p:grpSpPr bwMode="auto">
            <a:xfrm rot="5400000">
              <a:off x="3994" y="2240"/>
              <a:ext cx="266" cy="46"/>
              <a:chOff x="1200" y="1584"/>
              <a:chExt cx="379" cy="45"/>
            </a:xfrm>
          </p:grpSpPr>
          <p:sp>
            <p:nvSpPr>
              <p:cNvPr id="190707" name="Arc 24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708" name="Arc 24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709" name="Arc 24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710" name="Arc 24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0711" name="Line 247"/>
            <p:cNvSpPr>
              <a:spLocks noChangeShapeType="1"/>
            </p:cNvSpPr>
            <p:nvPr/>
          </p:nvSpPr>
          <p:spPr bwMode="auto">
            <a:xfrm>
              <a:off x="4103" y="2009"/>
              <a:ext cx="0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0712" name="Text Box 248"/>
          <p:cNvSpPr txBox="1">
            <a:spLocks noChangeArrowheads="1"/>
          </p:cNvSpPr>
          <p:nvPr/>
        </p:nvSpPr>
        <p:spPr bwMode="auto">
          <a:xfrm>
            <a:off x="7129463" y="4508500"/>
            <a:ext cx="611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66"/>
                </a:solidFill>
              </a:rPr>
              <a:t>＋</a:t>
            </a:r>
          </a:p>
        </p:txBody>
      </p:sp>
      <p:sp>
        <p:nvSpPr>
          <p:cNvPr id="190713" name="Text Box 249"/>
          <p:cNvSpPr txBox="1">
            <a:spLocks noChangeArrowheads="1"/>
          </p:cNvSpPr>
          <p:nvPr/>
        </p:nvSpPr>
        <p:spPr bwMode="auto">
          <a:xfrm>
            <a:off x="5292725" y="4543425"/>
            <a:ext cx="611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66"/>
                </a:solidFill>
              </a:rPr>
              <a:t>＋</a:t>
            </a:r>
          </a:p>
        </p:txBody>
      </p:sp>
      <p:sp>
        <p:nvSpPr>
          <p:cNvPr id="92" name="Text Box 91">
            <a:extLst>
              <a:ext uri="{FF2B5EF4-FFF2-40B4-BE49-F238E27FC236}">
                <a16:creationId xmlns:a16="http://schemas.microsoft.com/office/drawing/2014/main" id="{510109B5-5B68-4182-ADAF-B81D84ECF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782" y="473299"/>
            <a:ext cx="84502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</a:rPr>
              <a:t>Equivalent circuits without magnetic coupling  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771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0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0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9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1906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0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0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0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0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9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utoUpdateAnimBg="0"/>
      <p:bldP spid="190469" grpId="0" autoUpdateAnimBg="0"/>
      <p:bldP spid="190550" grpId="0" autoUpdateAnimBg="0"/>
      <p:bldP spid="190591" grpId="0"/>
      <p:bldP spid="190592" grpId="0"/>
      <p:bldP spid="190669" grpId="0" autoUpdateAnimBg="0"/>
      <p:bldP spid="190670" grpId="0" autoUpdateAnimBg="0"/>
      <p:bldP spid="190671" grpId="0" animBg="1"/>
      <p:bldP spid="190712" grpId="0"/>
      <p:bldP spid="190713" grpId="0"/>
      <p:bldP spid="9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922" name="Picture 2" descr="dxlt-10-3_clip_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42962"/>
            <a:ext cx="3519488" cy="247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832403" y="266347"/>
            <a:ext cx="9637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Ex.1</a:t>
            </a:r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1730375" y="188913"/>
            <a:ext cx="7413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Find the equivalent inductance </a:t>
            </a:r>
            <a:r>
              <a:rPr kumimoji="1" lang="en-US" altLang="zh-CN" sz="3200" b="1" i="1" dirty="0">
                <a:solidFill>
                  <a:srgbClr val="FF5050"/>
                </a:solidFill>
                <a:latin typeface="Times New Roman" pitchFamily="18" charset="0"/>
              </a:rPr>
              <a:t>L</a:t>
            </a:r>
            <a:r>
              <a:rPr kumimoji="1" lang="en-US" altLang="zh-CN" sz="3200" b="1" baseline="-25000" dirty="0">
                <a:solidFill>
                  <a:srgbClr val="FF5050"/>
                </a:solidFill>
                <a:latin typeface="Times New Roman" pitchFamily="18" charset="0"/>
              </a:rPr>
              <a:t>ab</a:t>
            </a:r>
            <a:r>
              <a:rPr kumimoji="1" lang="en-US" altLang="zh-CN" b="1" dirty="0">
                <a:latin typeface="Times New Roman" pitchFamily="18" charset="0"/>
              </a:rPr>
              <a:t> of circuit (a)</a:t>
            </a:r>
            <a:r>
              <a:rPr kumimoji="1" lang="zh-CN" altLang="en-US" b="1" dirty="0">
                <a:latin typeface="Times New Roman" pitchFamily="18" charset="0"/>
              </a:rPr>
              <a:t>、</a:t>
            </a:r>
            <a:r>
              <a:rPr kumimoji="1" lang="en-US" altLang="zh-CN" b="1" dirty="0">
                <a:latin typeface="Times New Roman" pitchFamily="18" charset="0"/>
              </a:rPr>
              <a:t>(b)</a:t>
            </a:r>
          </a:p>
        </p:txBody>
      </p:sp>
      <p:pic>
        <p:nvPicPr>
          <p:cNvPr id="209925" name="Picture 5" descr="dxlt-10-3_clip_image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842963"/>
            <a:ext cx="348297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26" name="Text Box 6"/>
          <p:cNvSpPr txBox="1">
            <a:spLocks noChangeArrowheads="1"/>
          </p:cNvSpPr>
          <p:nvPr/>
        </p:nvSpPr>
        <p:spPr bwMode="auto">
          <a:xfrm>
            <a:off x="5711825" y="3671888"/>
            <a:ext cx="164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（</a:t>
            </a:r>
            <a:r>
              <a:rPr kumimoji="1" lang="en-US" altLang="zh-CN" b="1">
                <a:latin typeface="Times New Roman" pitchFamily="18" charset="0"/>
              </a:rPr>
              <a:t>b</a:t>
            </a:r>
            <a:r>
              <a:rPr kumimoji="1" lang="zh-CN" altLang="en-US" b="1">
                <a:latin typeface="Times New Roman" pitchFamily="18" charset="0"/>
              </a:rPr>
              <a:t>）</a:t>
            </a:r>
            <a:endParaRPr kumimoji="1" lang="zh-CN" altLang="en-US" sz="3200" baseline="-25000">
              <a:solidFill>
                <a:srgbClr val="FF5050"/>
              </a:solidFill>
              <a:latin typeface="Times New Roman" pitchFamily="18" charset="0"/>
            </a:endParaRPr>
          </a:p>
        </p:txBody>
      </p:sp>
      <p:sp>
        <p:nvSpPr>
          <p:cNvPr id="209927" name="Text Box 7"/>
          <p:cNvSpPr txBox="1">
            <a:spLocks noChangeArrowheads="1"/>
          </p:cNvSpPr>
          <p:nvPr/>
        </p:nvSpPr>
        <p:spPr bwMode="auto">
          <a:xfrm>
            <a:off x="511175" y="332105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（</a:t>
            </a:r>
            <a:r>
              <a:rPr kumimoji="1" lang="en-US" altLang="zh-CN" b="1">
                <a:latin typeface="Times New Roman" pitchFamily="18" charset="0"/>
              </a:rPr>
              <a:t>a</a:t>
            </a:r>
            <a:r>
              <a:rPr kumimoji="1" lang="zh-CN" altLang="en-US" b="1">
                <a:latin typeface="Times New Roman" pitchFamily="18" charset="0"/>
              </a:rPr>
              <a:t>）</a:t>
            </a:r>
            <a:endParaRPr kumimoji="1" lang="zh-CN" altLang="en-US" sz="3200" baseline="-25000">
              <a:solidFill>
                <a:srgbClr val="FF5050"/>
              </a:solidFill>
              <a:latin typeface="Times New Roman" pitchFamily="18" charset="0"/>
            </a:endParaRPr>
          </a:p>
        </p:txBody>
      </p:sp>
      <p:pic>
        <p:nvPicPr>
          <p:cNvPr id="209928" name="Picture 8" descr="dxlt-10-3_clip_image0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3697221"/>
            <a:ext cx="303212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929" name="Picture 9" descr="dxlt-10-3_clip_image0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912" y="4039628"/>
            <a:ext cx="354965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930" name="Picture 10" descr="dxlt-10-3_clip_image0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6215063"/>
            <a:ext cx="3776663" cy="5286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931" name="Picture 11" descr="dxlt-10-3_clip_image0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75" y="6138863"/>
            <a:ext cx="2859088" cy="6048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699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utoUpdateAnimBg="0"/>
      <p:bldP spid="209924" grpId="0" autoUpdateAnimBg="0"/>
      <p:bldP spid="209926" grpId="0" autoUpdateAnimBg="0"/>
      <p:bldP spid="20992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Text Box 2"/>
          <p:cNvSpPr txBox="1">
            <a:spLocks noChangeArrowheads="1"/>
          </p:cNvSpPr>
          <p:nvPr/>
        </p:nvSpPr>
        <p:spPr bwMode="auto">
          <a:xfrm>
            <a:off x="918318" y="305707"/>
            <a:ext cx="62680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/>
              <a:t>Decoupled equivalent circuits</a:t>
            </a:r>
          </a:p>
        </p:txBody>
      </p:sp>
      <p:sp>
        <p:nvSpPr>
          <p:cNvPr id="395267" name="AutoShape 3"/>
          <p:cNvSpPr>
            <a:spLocks noChangeArrowheads="1"/>
          </p:cNvSpPr>
          <p:nvPr/>
        </p:nvSpPr>
        <p:spPr bwMode="auto">
          <a:xfrm>
            <a:off x="4419600" y="2455863"/>
            <a:ext cx="571500" cy="304800"/>
          </a:xfrm>
          <a:prstGeom prst="rightArrow">
            <a:avLst>
              <a:gd name="adj1" fmla="val 50000"/>
              <a:gd name="adj2" fmla="val 46875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5268" name="Group 4"/>
          <p:cNvGrpSpPr>
            <a:grpSpLocks/>
          </p:cNvGrpSpPr>
          <p:nvPr/>
        </p:nvGrpSpPr>
        <p:grpSpPr bwMode="auto">
          <a:xfrm>
            <a:off x="762000" y="762000"/>
            <a:ext cx="3492500" cy="2590800"/>
            <a:chOff x="1517" y="466"/>
            <a:chExt cx="2375" cy="1738"/>
          </a:xfrm>
        </p:grpSpPr>
        <p:sp>
          <p:nvSpPr>
            <p:cNvPr id="395269" name="Text Box 5"/>
            <p:cNvSpPr txBox="1">
              <a:spLocks noChangeArrowheads="1"/>
            </p:cNvSpPr>
            <p:nvPr/>
          </p:nvSpPr>
          <p:spPr bwMode="auto">
            <a:xfrm>
              <a:off x="2568" y="466"/>
              <a:ext cx="370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12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270" name="Line 6"/>
            <p:cNvSpPr>
              <a:spLocks noChangeShapeType="1"/>
            </p:cNvSpPr>
            <p:nvPr/>
          </p:nvSpPr>
          <p:spPr bwMode="auto">
            <a:xfrm>
              <a:off x="2580" y="1078"/>
              <a:ext cx="3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71" name="Line 7"/>
            <p:cNvSpPr>
              <a:spLocks noChangeShapeType="1"/>
            </p:cNvSpPr>
            <p:nvPr/>
          </p:nvSpPr>
          <p:spPr bwMode="auto">
            <a:xfrm>
              <a:off x="2730" y="107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72" name="Line 8"/>
            <p:cNvSpPr>
              <a:spLocks noChangeShapeType="1"/>
            </p:cNvSpPr>
            <p:nvPr/>
          </p:nvSpPr>
          <p:spPr bwMode="auto">
            <a:xfrm flipV="1">
              <a:off x="3330" y="1076"/>
              <a:ext cx="49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73" name="Line 9"/>
            <p:cNvSpPr>
              <a:spLocks noChangeShapeType="1"/>
            </p:cNvSpPr>
            <p:nvPr/>
          </p:nvSpPr>
          <p:spPr bwMode="auto">
            <a:xfrm>
              <a:off x="1589" y="1076"/>
              <a:ext cx="58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74" name="Line 10"/>
            <p:cNvSpPr>
              <a:spLocks noChangeShapeType="1"/>
            </p:cNvSpPr>
            <p:nvPr/>
          </p:nvSpPr>
          <p:spPr bwMode="auto">
            <a:xfrm flipH="1">
              <a:off x="2736" y="1678"/>
              <a:ext cx="0" cy="4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75" name="Text Box 11"/>
            <p:cNvSpPr txBox="1">
              <a:spLocks noChangeArrowheads="1"/>
            </p:cNvSpPr>
            <p:nvPr/>
          </p:nvSpPr>
          <p:spPr bwMode="auto">
            <a:xfrm>
              <a:off x="2758" y="1594"/>
              <a:ext cx="229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95276" name="Text Box 12"/>
            <p:cNvSpPr txBox="1">
              <a:spLocks noChangeArrowheads="1"/>
            </p:cNvSpPr>
            <p:nvPr/>
          </p:nvSpPr>
          <p:spPr bwMode="auto">
            <a:xfrm>
              <a:off x="3312" y="1024"/>
              <a:ext cx="229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95277" name="Text Box 13"/>
            <p:cNvSpPr txBox="1">
              <a:spLocks noChangeArrowheads="1"/>
            </p:cNvSpPr>
            <p:nvPr/>
          </p:nvSpPr>
          <p:spPr bwMode="auto">
            <a:xfrm>
              <a:off x="2532" y="1576"/>
              <a:ext cx="19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278" name="Text Box 14"/>
            <p:cNvSpPr txBox="1">
              <a:spLocks noChangeArrowheads="1"/>
            </p:cNvSpPr>
            <p:nvPr/>
          </p:nvSpPr>
          <p:spPr bwMode="auto">
            <a:xfrm>
              <a:off x="2010" y="1018"/>
              <a:ext cx="193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279" name="Text Box 15"/>
            <p:cNvSpPr txBox="1">
              <a:spLocks noChangeArrowheads="1"/>
            </p:cNvSpPr>
            <p:nvPr/>
          </p:nvSpPr>
          <p:spPr bwMode="auto">
            <a:xfrm>
              <a:off x="2016" y="826"/>
              <a:ext cx="22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</a:t>
              </a:r>
              <a:endParaRPr kumimoji="1" lang="en-US" altLang="zh-CN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280" name="Text Box 16"/>
            <p:cNvSpPr txBox="1">
              <a:spLocks noChangeArrowheads="1"/>
            </p:cNvSpPr>
            <p:nvPr/>
          </p:nvSpPr>
          <p:spPr bwMode="auto">
            <a:xfrm>
              <a:off x="3294" y="826"/>
              <a:ext cx="22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</a:t>
              </a:r>
              <a:endParaRPr kumimoji="1" lang="en-US" altLang="zh-CN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281" name="Text Box 17"/>
            <p:cNvSpPr txBox="1">
              <a:spLocks noChangeArrowheads="1"/>
            </p:cNvSpPr>
            <p:nvPr/>
          </p:nvSpPr>
          <p:spPr bwMode="auto">
            <a:xfrm>
              <a:off x="3024" y="1354"/>
              <a:ext cx="370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23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282" name="Text Box 18"/>
            <p:cNvSpPr txBox="1">
              <a:spLocks noChangeArrowheads="1"/>
            </p:cNvSpPr>
            <p:nvPr/>
          </p:nvSpPr>
          <p:spPr bwMode="auto">
            <a:xfrm>
              <a:off x="2152" y="1354"/>
              <a:ext cx="370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13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283" name="Text Box 19"/>
            <p:cNvSpPr txBox="1">
              <a:spLocks noChangeArrowheads="1"/>
            </p:cNvSpPr>
            <p:nvPr/>
          </p:nvSpPr>
          <p:spPr bwMode="auto">
            <a:xfrm>
              <a:off x="2250" y="730"/>
              <a:ext cx="32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95284" name="Text Box 20"/>
            <p:cNvSpPr txBox="1">
              <a:spLocks noChangeArrowheads="1"/>
            </p:cNvSpPr>
            <p:nvPr/>
          </p:nvSpPr>
          <p:spPr bwMode="auto">
            <a:xfrm>
              <a:off x="2970" y="730"/>
              <a:ext cx="32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95285" name="Text Box 21"/>
            <p:cNvSpPr txBox="1">
              <a:spLocks noChangeArrowheads="1"/>
            </p:cNvSpPr>
            <p:nvPr/>
          </p:nvSpPr>
          <p:spPr bwMode="auto">
            <a:xfrm>
              <a:off x="2778" y="1306"/>
              <a:ext cx="32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3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95286" name="Arc 22"/>
            <p:cNvSpPr>
              <a:spLocks/>
            </p:cNvSpPr>
            <p:nvPr/>
          </p:nvSpPr>
          <p:spPr bwMode="auto">
            <a:xfrm flipH="1">
              <a:off x="2152" y="622"/>
              <a:ext cx="420" cy="276"/>
            </a:xfrm>
            <a:custGeom>
              <a:avLst/>
              <a:gdLst>
                <a:gd name="G0" fmla="+- 495 0 0"/>
                <a:gd name="G1" fmla="+- 21600 0 0"/>
                <a:gd name="G2" fmla="+- 21600 0 0"/>
                <a:gd name="T0" fmla="*/ 0 w 21811"/>
                <a:gd name="T1" fmla="*/ 6 h 21600"/>
                <a:gd name="T2" fmla="*/ 21811 w 21811"/>
                <a:gd name="T3" fmla="*/ 18107 h 21600"/>
                <a:gd name="T4" fmla="*/ 495 w 2181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11" h="21600" fill="none" extrusionOk="0">
                  <a:moveTo>
                    <a:pt x="-1" y="5"/>
                  </a:moveTo>
                  <a:cubicBezTo>
                    <a:pt x="164" y="1"/>
                    <a:pt x="329" y="-1"/>
                    <a:pt x="495" y="0"/>
                  </a:cubicBezTo>
                  <a:cubicBezTo>
                    <a:pt x="11076" y="0"/>
                    <a:pt x="20099" y="7665"/>
                    <a:pt x="21810" y="18107"/>
                  </a:cubicBezTo>
                </a:path>
                <a:path w="21811" h="21600" stroke="0" extrusionOk="0">
                  <a:moveTo>
                    <a:pt x="-1" y="5"/>
                  </a:moveTo>
                  <a:cubicBezTo>
                    <a:pt x="164" y="1"/>
                    <a:pt x="329" y="-1"/>
                    <a:pt x="495" y="0"/>
                  </a:cubicBezTo>
                  <a:cubicBezTo>
                    <a:pt x="11076" y="0"/>
                    <a:pt x="20099" y="7665"/>
                    <a:pt x="21810" y="18107"/>
                  </a:cubicBezTo>
                  <a:lnTo>
                    <a:pt x="495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287" name="Arc 23"/>
            <p:cNvSpPr>
              <a:spLocks/>
            </p:cNvSpPr>
            <p:nvPr/>
          </p:nvSpPr>
          <p:spPr bwMode="auto">
            <a:xfrm>
              <a:off x="2934" y="602"/>
              <a:ext cx="426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206"/>
                <a:gd name="T1" fmla="*/ 0 h 21600"/>
                <a:gd name="T2" fmla="*/ 21206 w 21206"/>
                <a:gd name="T3" fmla="*/ 17496 h 21600"/>
                <a:gd name="T4" fmla="*/ 0 w 2120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06" h="21600" fill="none" extrusionOk="0">
                  <a:moveTo>
                    <a:pt x="-1" y="0"/>
                  </a:moveTo>
                  <a:cubicBezTo>
                    <a:pt x="10346" y="0"/>
                    <a:pt x="19240" y="7337"/>
                    <a:pt x="21206" y="17495"/>
                  </a:cubicBezTo>
                </a:path>
                <a:path w="21206" h="21600" stroke="0" extrusionOk="0">
                  <a:moveTo>
                    <a:pt x="-1" y="0"/>
                  </a:moveTo>
                  <a:cubicBezTo>
                    <a:pt x="10346" y="0"/>
                    <a:pt x="19240" y="7337"/>
                    <a:pt x="21206" y="1749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5288" name="Group 24"/>
            <p:cNvGrpSpPr>
              <a:grpSpLocks/>
            </p:cNvGrpSpPr>
            <p:nvPr/>
          </p:nvGrpSpPr>
          <p:grpSpPr bwMode="auto">
            <a:xfrm flipH="1">
              <a:off x="2179" y="1018"/>
              <a:ext cx="401" cy="65"/>
              <a:chOff x="1200" y="1584"/>
              <a:chExt cx="379" cy="45"/>
            </a:xfrm>
          </p:grpSpPr>
          <p:sp>
            <p:nvSpPr>
              <p:cNvPr id="395289" name="Arc 2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0" name="Arc 2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1" name="Arc 2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2" name="Arc 2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293" name="Group 29"/>
            <p:cNvGrpSpPr>
              <a:grpSpLocks/>
            </p:cNvGrpSpPr>
            <p:nvPr/>
          </p:nvGrpSpPr>
          <p:grpSpPr bwMode="auto">
            <a:xfrm flipH="1">
              <a:off x="2929" y="1014"/>
              <a:ext cx="401" cy="65"/>
              <a:chOff x="1200" y="1584"/>
              <a:chExt cx="379" cy="45"/>
            </a:xfrm>
          </p:grpSpPr>
          <p:sp>
            <p:nvSpPr>
              <p:cNvPr id="395294" name="Arc 3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5" name="Arc 3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6" name="Arc 3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297" name="Arc 3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298" name="Group 34"/>
            <p:cNvGrpSpPr>
              <a:grpSpLocks/>
            </p:cNvGrpSpPr>
            <p:nvPr/>
          </p:nvGrpSpPr>
          <p:grpSpPr bwMode="auto">
            <a:xfrm rot="5400000" flipH="1">
              <a:off x="2563" y="1432"/>
              <a:ext cx="401" cy="65"/>
              <a:chOff x="1200" y="1584"/>
              <a:chExt cx="379" cy="45"/>
            </a:xfrm>
          </p:grpSpPr>
          <p:sp>
            <p:nvSpPr>
              <p:cNvPr id="395299" name="Arc 3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00" name="Arc 3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01" name="Arc 3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02" name="Arc 3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5303" name="Arc 39"/>
            <p:cNvSpPr>
              <a:spLocks/>
            </p:cNvSpPr>
            <p:nvPr/>
          </p:nvSpPr>
          <p:spPr bwMode="auto">
            <a:xfrm rot="5400000">
              <a:off x="2925" y="1472"/>
              <a:ext cx="278" cy="256"/>
            </a:xfrm>
            <a:custGeom>
              <a:avLst/>
              <a:gdLst>
                <a:gd name="G0" fmla="+- 0 0 0"/>
                <a:gd name="G1" fmla="+- 18560 0 0"/>
                <a:gd name="G2" fmla="+- 21600 0 0"/>
                <a:gd name="T0" fmla="*/ 11049 w 21595"/>
                <a:gd name="T1" fmla="*/ 0 h 18560"/>
                <a:gd name="T2" fmla="*/ 21595 w 21595"/>
                <a:gd name="T3" fmla="*/ 18087 h 18560"/>
                <a:gd name="T4" fmla="*/ 0 w 21595"/>
                <a:gd name="T5" fmla="*/ 18560 h 18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8560" fill="none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</a:path>
                <a:path w="21595" h="18560" stroke="0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  <a:lnTo>
                    <a:pt x="0" y="1856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4" name="Arc 40"/>
            <p:cNvSpPr>
              <a:spLocks/>
            </p:cNvSpPr>
            <p:nvPr/>
          </p:nvSpPr>
          <p:spPr bwMode="auto">
            <a:xfrm flipV="1">
              <a:off x="3127" y="1201"/>
              <a:ext cx="271" cy="260"/>
            </a:xfrm>
            <a:custGeom>
              <a:avLst/>
              <a:gdLst>
                <a:gd name="G0" fmla="+- 0 0 0"/>
                <a:gd name="G1" fmla="+- 16142 0 0"/>
                <a:gd name="G2" fmla="+- 21600 0 0"/>
                <a:gd name="T0" fmla="*/ 14353 w 21595"/>
                <a:gd name="T1" fmla="*/ 0 h 16142"/>
                <a:gd name="T2" fmla="*/ 21595 w 21595"/>
                <a:gd name="T3" fmla="*/ 15669 h 16142"/>
                <a:gd name="T4" fmla="*/ 0 w 21595"/>
                <a:gd name="T5" fmla="*/ 16142 h 16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6142" fill="none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</a:path>
                <a:path w="21595" h="16142" stroke="0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  <a:lnTo>
                    <a:pt x="0" y="161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5" name="Arc 41"/>
            <p:cNvSpPr>
              <a:spLocks/>
            </p:cNvSpPr>
            <p:nvPr/>
          </p:nvSpPr>
          <p:spPr bwMode="auto">
            <a:xfrm rot="16200000" flipH="1">
              <a:off x="2299" y="1471"/>
              <a:ext cx="278" cy="256"/>
            </a:xfrm>
            <a:custGeom>
              <a:avLst/>
              <a:gdLst>
                <a:gd name="G0" fmla="+- 0 0 0"/>
                <a:gd name="G1" fmla="+- 18560 0 0"/>
                <a:gd name="G2" fmla="+- 21600 0 0"/>
                <a:gd name="T0" fmla="*/ 11049 w 21595"/>
                <a:gd name="T1" fmla="*/ 0 h 18560"/>
                <a:gd name="T2" fmla="*/ 21595 w 21595"/>
                <a:gd name="T3" fmla="*/ 18087 h 18560"/>
                <a:gd name="T4" fmla="*/ 0 w 21595"/>
                <a:gd name="T5" fmla="*/ 18560 h 18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8560" fill="none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</a:path>
                <a:path w="21595" h="18560" stroke="0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  <a:lnTo>
                    <a:pt x="0" y="1856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6" name="Arc 42"/>
            <p:cNvSpPr>
              <a:spLocks/>
            </p:cNvSpPr>
            <p:nvPr/>
          </p:nvSpPr>
          <p:spPr bwMode="auto">
            <a:xfrm flipH="1" flipV="1">
              <a:off x="2093" y="1206"/>
              <a:ext cx="271" cy="260"/>
            </a:xfrm>
            <a:custGeom>
              <a:avLst/>
              <a:gdLst>
                <a:gd name="G0" fmla="+- 0 0 0"/>
                <a:gd name="G1" fmla="+- 16142 0 0"/>
                <a:gd name="G2" fmla="+- 21600 0 0"/>
                <a:gd name="T0" fmla="*/ 14353 w 21595"/>
                <a:gd name="T1" fmla="*/ 0 h 16142"/>
                <a:gd name="T2" fmla="*/ 21595 w 21595"/>
                <a:gd name="T3" fmla="*/ 15669 h 16142"/>
                <a:gd name="T4" fmla="*/ 0 w 21595"/>
                <a:gd name="T5" fmla="*/ 16142 h 16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6142" fill="none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</a:path>
                <a:path w="21595" h="16142" stroke="0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  <a:lnTo>
                    <a:pt x="0" y="161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7" name="Oval 43"/>
            <p:cNvSpPr>
              <a:spLocks noChangeArrowheads="1"/>
            </p:cNvSpPr>
            <p:nvPr/>
          </p:nvSpPr>
          <p:spPr bwMode="auto">
            <a:xfrm>
              <a:off x="1517" y="104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8" name="Oval 44"/>
            <p:cNvSpPr>
              <a:spLocks noChangeArrowheads="1"/>
            </p:cNvSpPr>
            <p:nvPr/>
          </p:nvSpPr>
          <p:spPr bwMode="auto">
            <a:xfrm>
              <a:off x="2698" y="213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09" name="Oval 45"/>
            <p:cNvSpPr>
              <a:spLocks noChangeArrowheads="1"/>
            </p:cNvSpPr>
            <p:nvPr/>
          </p:nvSpPr>
          <p:spPr bwMode="auto">
            <a:xfrm>
              <a:off x="3824" y="103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5310" name="Group 46"/>
          <p:cNvGrpSpPr>
            <a:grpSpLocks/>
          </p:cNvGrpSpPr>
          <p:nvPr/>
        </p:nvGrpSpPr>
        <p:grpSpPr bwMode="auto">
          <a:xfrm>
            <a:off x="5029200" y="1073150"/>
            <a:ext cx="3541713" cy="2355850"/>
            <a:chOff x="3072" y="722"/>
            <a:chExt cx="2375" cy="1510"/>
          </a:xfrm>
        </p:grpSpPr>
        <p:sp>
          <p:nvSpPr>
            <p:cNvPr id="395311" name="Line 47"/>
            <p:cNvSpPr>
              <a:spLocks noChangeShapeType="1"/>
            </p:cNvSpPr>
            <p:nvPr/>
          </p:nvSpPr>
          <p:spPr bwMode="auto">
            <a:xfrm>
              <a:off x="4135" y="1106"/>
              <a:ext cx="3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12" name="Line 48"/>
            <p:cNvSpPr>
              <a:spLocks noChangeShapeType="1"/>
            </p:cNvSpPr>
            <p:nvPr/>
          </p:nvSpPr>
          <p:spPr bwMode="auto">
            <a:xfrm>
              <a:off x="4285" y="110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13" name="Line 49"/>
            <p:cNvSpPr>
              <a:spLocks noChangeShapeType="1"/>
            </p:cNvSpPr>
            <p:nvPr/>
          </p:nvSpPr>
          <p:spPr bwMode="auto">
            <a:xfrm flipV="1">
              <a:off x="4885" y="1104"/>
              <a:ext cx="49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14" name="Line 50"/>
            <p:cNvSpPr>
              <a:spLocks noChangeShapeType="1"/>
            </p:cNvSpPr>
            <p:nvPr/>
          </p:nvSpPr>
          <p:spPr bwMode="auto">
            <a:xfrm>
              <a:off x="3144" y="1104"/>
              <a:ext cx="58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15" name="Line 51"/>
            <p:cNvSpPr>
              <a:spLocks noChangeShapeType="1"/>
            </p:cNvSpPr>
            <p:nvPr/>
          </p:nvSpPr>
          <p:spPr bwMode="auto">
            <a:xfrm flipH="1">
              <a:off x="4291" y="1706"/>
              <a:ext cx="0" cy="4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16" name="Text Box 52"/>
            <p:cNvSpPr txBox="1">
              <a:spLocks noChangeArrowheads="1"/>
            </p:cNvSpPr>
            <p:nvPr/>
          </p:nvSpPr>
          <p:spPr bwMode="auto">
            <a:xfrm>
              <a:off x="4300" y="1730"/>
              <a:ext cx="22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95317" name="Text Box 53"/>
            <p:cNvSpPr txBox="1">
              <a:spLocks noChangeArrowheads="1"/>
            </p:cNvSpPr>
            <p:nvPr/>
          </p:nvSpPr>
          <p:spPr bwMode="auto">
            <a:xfrm>
              <a:off x="4963" y="1136"/>
              <a:ext cx="225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rgbClr val="FF33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95318" name="Text Box 54"/>
            <p:cNvSpPr txBox="1">
              <a:spLocks noChangeArrowheads="1"/>
            </p:cNvSpPr>
            <p:nvPr/>
          </p:nvSpPr>
          <p:spPr bwMode="auto">
            <a:xfrm>
              <a:off x="4087" y="1700"/>
              <a:ext cx="19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319" name="Text Box 55"/>
            <p:cNvSpPr txBox="1">
              <a:spLocks noChangeArrowheads="1"/>
            </p:cNvSpPr>
            <p:nvPr/>
          </p:nvSpPr>
          <p:spPr bwMode="auto">
            <a:xfrm>
              <a:off x="3492" y="1094"/>
              <a:ext cx="193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320" name="Text Box 56"/>
            <p:cNvSpPr txBox="1">
              <a:spLocks noChangeArrowheads="1"/>
            </p:cNvSpPr>
            <p:nvPr/>
          </p:nvSpPr>
          <p:spPr bwMode="auto">
            <a:xfrm>
              <a:off x="4675" y="1466"/>
              <a:ext cx="365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23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321" name="Text Box 57"/>
            <p:cNvSpPr txBox="1">
              <a:spLocks noChangeArrowheads="1"/>
            </p:cNvSpPr>
            <p:nvPr/>
          </p:nvSpPr>
          <p:spPr bwMode="auto">
            <a:xfrm>
              <a:off x="3706" y="1478"/>
              <a:ext cx="365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13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322" name="Text Box 58"/>
            <p:cNvSpPr txBox="1">
              <a:spLocks noChangeArrowheads="1"/>
            </p:cNvSpPr>
            <p:nvPr/>
          </p:nvSpPr>
          <p:spPr bwMode="auto">
            <a:xfrm>
              <a:off x="3565" y="722"/>
              <a:ext cx="737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1</a:t>
              </a:r>
              <a:r>
                <a:rPr kumimoji="1" lang="en-US" altLang="zh-CN" b="1">
                  <a:latin typeface="Times New Roman" pitchFamily="18" charset="0"/>
                </a:rPr>
                <a:t>–</a:t>
              </a:r>
              <a:r>
                <a:rPr kumimoji="1" lang="en-US" altLang="zh-CN" b="1" i="1">
                  <a:latin typeface="Times New Roman" pitchFamily="18" charset="0"/>
                </a:rPr>
                <a:t>M</a:t>
              </a:r>
              <a:r>
                <a:rPr kumimoji="1" lang="en-US" altLang="zh-CN" b="1" baseline="-25000">
                  <a:latin typeface="Times New Roman" pitchFamily="18" charset="0"/>
                </a:rPr>
                <a:t>12</a:t>
              </a:r>
            </a:p>
          </p:txBody>
        </p:sp>
        <p:grpSp>
          <p:nvGrpSpPr>
            <p:cNvPr id="395323" name="Group 59"/>
            <p:cNvGrpSpPr>
              <a:grpSpLocks/>
            </p:cNvGrpSpPr>
            <p:nvPr/>
          </p:nvGrpSpPr>
          <p:grpSpPr bwMode="auto">
            <a:xfrm flipH="1">
              <a:off x="3734" y="1046"/>
              <a:ext cx="401" cy="65"/>
              <a:chOff x="1200" y="1584"/>
              <a:chExt cx="379" cy="45"/>
            </a:xfrm>
          </p:grpSpPr>
          <p:sp>
            <p:nvSpPr>
              <p:cNvPr id="395324" name="Arc 6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25" name="Arc 6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26" name="Arc 6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27" name="Arc 6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28" name="Group 64"/>
            <p:cNvGrpSpPr>
              <a:grpSpLocks/>
            </p:cNvGrpSpPr>
            <p:nvPr/>
          </p:nvGrpSpPr>
          <p:grpSpPr bwMode="auto">
            <a:xfrm flipH="1">
              <a:off x="4472" y="1042"/>
              <a:ext cx="401" cy="65"/>
              <a:chOff x="1200" y="1584"/>
              <a:chExt cx="379" cy="45"/>
            </a:xfrm>
          </p:grpSpPr>
          <p:sp>
            <p:nvSpPr>
              <p:cNvPr id="395329" name="Arc 65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0" name="Arc 66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1" name="Arc 67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2" name="Arc 68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33" name="Group 69"/>
            <p:cNvGrpSpPr>
              <a:grpSpLocks/>
            </p:cNvGrpSpPr>
            <p:nvPr/>
          </p:nvGrpSpPr>
          <p:grpSpPr bwMode="auto">
            <a:xfrm rot="5400000" flipH="1">
              <a:off x="4118" y="1460"/>
              <a:ext cx="401" cy="65"/>
              <a:chOff x="1200" y="1584"/>
              <a:chExt cx="379" cy="45"/>
            </a:xfrm>
          </p:grpSpPr>
          <p:sp>
            <p:nvSpPr>
              <p:cNvPr id="395334" name="Arc 7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5" name="Arc 7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6" name="Arc 7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37" name="Arc 7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5338" name="Arc 74"/>
            <p:cNvSpPr>
              <a:spLocks/>
            </p:cNvSpPr>
            <p:nvPr/>
          </p:nvSpPr>
          <p:spPr bwMode="auto">
            <a:xfrm rot="5400000">
              <a:off x="4576" y="1584"/>
              <a:ext cx="278" cy="256"/>
            </a:xfrm>
            <a:custGeom>
              <a:avLst/>
              <a:gdLst>
                <a:gd name="G0" fmla="+- 0 0 0"/>
                <a:gd name="G1" fmla="+- 18560 0 0"/>
                <a:gd name="G2" fmla="+- 21600 0 0"/>
                <a:gd name="T0" fmla="*/ 11049 w 21595"/>
                <a:gd name="T1" fmla="*/ 0 h 18560"/>
                <a:gd name="T2" fmla="*/ 21595 w 21595"/>
                <a:gd name="T3" fmla="*/ 18087 h 18560"/>
                <a:gd name="T4" fmla="*/ 0 w 21595"/>
                <a:gd name="T5" fmla="*/ 18560 h 18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8560" fill="none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</a:path>
                <a:path w="21595" h="18560" stroke="0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  <a:lnTo>
                    <a:pt x="0" y="1856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39" name="Arc 75"/>
            <p:cNvSpPr>
              <a:spLocks/>
            </p:cNvSpPr>
            <p:nvPr/>
          </p:nvSpPr>
          <p:spPr bwMode="auto">
            <a:xfrm flipV="1">
              <a:off x="4778" y="1313"/>
              <a:ext cx="271" cy="260"/>
            </a:xfrm>
            <a:custGeom>
              <a:avLst/>
              <a:gdLst>
                <a:gd name="G0" fmla="+- 0 0 0"/>
                <a:gd name="G1" fmla="+- 16142 0 0"/>
                <a:gd name="G2" fmla="+- 21600 0 0"/>
                <a:gd name="T0" fmla="*/ 14353 w 21595"/>
                <a:gd name="T1" fmla="*/ 0 h 16142"/>
                <a:gd name="T2" fmla="*/ 21595 w 21595"/>
                <a:gd name="T3" fmla="*/ 15669 h 16142"/>
                <a:gd name="T4" fmla="*/ 0 w 21595"/>
                <a:gd name="T5" fmla="*/ 16142 h 16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6142" fill="none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</a:path>
                <a:path w="21595" h="16142" stroke="0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  <a:lnTo>
                    <a:pt x="0" y="161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0" name="Arc 76"/>
            <p:cNvSpPr>
              <a:spLocks/>
            </p:cNvSpPr>
            <p:nvPr/>
          </p:nvSpPr>
          <p:spPr bwMode="auto">
            <a:xfrm rot="16200000" flipH="1">
              <a:off x="3854" y="1595"/>
              <a:ext cx="278" cy="256"/>
            </a:xfrm>
            <a:custGeom>
              <a:avLst/>
              <a:gdLst>
                <a:gd name="G0" fmla="+- 0 0 0"/>
                <a:gd name="G1" fmla="+- 18560 0 0"/>
                <a:gd name="G2" fmla="+- 21600 0 0"/>
                <a:gd name="T0" fmla="*/ 11049 w 21595"/>
                <a:gd name="T1" fmla="*/ 0 h 18560"/>
                <a:gd name="T2" fmla="*/ 21595 w 21595"/>
                <a:gd name="T3" fmla="*/ 18087 h 18560"/>
                <a:gd name="T4" fmla="*/ 0 w 21595"/>
                <a:gd name="T5" fmla="*/ 18560 h 18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8560" fill="none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</a:path>
                <a:path w="21595" h="18560" stroke="0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  <a:lnTo>
                    <a:pt x="0" y="1856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1" name="Arc 77"/>
            <p:cNvSpPr>
              <a:spLocks/>
            </p:cNvSpPr>
            <p:nvPr/>
          </p:nvSpPr>
          <p:spPr bwMode="auto">
            <a:xfrm flipH="1" flipV="1">
              <a:off x="3648" y="1330"/>
              <a:ext cx="271" cy="260"/>
            </a:xfrm>
            <a:custGeom>
              <a:avLst/>
              <a:gdLst>
                <a:gd name="G0" fmla="+- 0 0 0"/>
                <a:gd name="G1" fmla="+- 16142 0 0"/>
                <a:gd name="G2" fmla="+- 21600 0 0"/>
                <a:gd name="T0" fmla="*/ 14353 w 21595"/>
                <a:gd name="T1" fmla="*/ 0 h 16142"/>
                <a:gd name="T2" fmla="*/ 21595 w 21595"/>
                <a:gd name="T3" fmla="*/ 15669 h 16142"/>
                <a:gd name="T4" fmla="*/ 0 w 21595"/>
                <a:gd name="T5" fmla="*/ 16142 h 16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6142" fill="none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</a:path>
                <a:path w="21595" h="16142" stroke="0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  <a:lnTo>
                    <a:pt x="0" y="161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2" name="Oval 78"/>
            <p:cNvSpPr>
              <a:spLocks noChangeArrowheads="1"/>
            </p:cNvSpPr>
            <p:nvPr/>
          </p:nvSpPr>
          <p:spPr bwMode="auto">
            <a:xfrm>
              <a:off x="3072" y="107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3" name="Oval 79"/>
            <p:cNvSpPr>
              <a:spLocks noChangeArrowheads="1"/>
            </p:cNvSpPr>
            <p:nvPr/>
          </p:nvSpPr>
          <p:spPr bwMode="auto">
            <a:xfrm>
              <a:off x="4253" y="2164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4" name="Oval 80"/>
            <p:cNvSpPr>
              <a:spLocks noChangeArrowheads="1"/>
            </p:cNvSpPr>
            <p:nvPr/>
          </p:nvSpPr>
          <p:spPr bwMode="auto">
            <a:xfrm>
              <a:off x="5379" y="106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5" name="Text Box 81"/>
            <p:cNvSpPr txBox="1">
              <a:spLocks noChangeArrowheads="1"/>
            </p:cNvSpPr>
            <p:nvPr/>
          </p:nvSpPr>
          <p:spPr bwMode="auto">
            <a:xfrm>
              <a:off x="4313" y="724"/>
              <a:ext cx="737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2</a:t>
              </a:r>
              <a:r>
                <a:rPr kumimoji="1" lang="en-US" altLang="zh-CN" b="1">
                  <a:latin typeface="Times New Roman" pitchFamily="18" charset="0"/>
                </a:rPr>
                <a:t>–</a:t>
              </a:r>
              <a:r>
                <a:rPr kumimoji="1" lang="en-US" altLang="zh-CN" b="1" i="1">
                  <a:latin typeface="Times New Roman" pitchFamily="18" charset="0"/>
                </a:rPr>
                <a:t>M</a:t>
              </a:r>
              <a:r>
                <a:rPr kumimoji="1" lang="en-US" altLang="zh-CN" b="1" baseline="-2500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95346" name="Text Box 82"/>
            <p:cNvSpPr txBox="1">
              <a:spLocks noChangeArrowheads="1"/>
            </p:cNvSpPr>
            <p:nvPr/>
          </p:nvSpPr>
          <p:spPr bwMode="auto">
            <a:xfrm>
              <a:off x="4313" y="1263"/>
              <a:ext cx="751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itchFamily="18" charset="0"/>
                </a:rPr>
                <a:t>L</a:t>
              </a:r>
              <a:r>
                <a:rPr kumimoji="1" lang="en-US" altLang="zh-CN" b="1" baseline="-25000">
                  <a:latin typeface="Times New Roman" pitchFamily="18" charset="0"/>
                </a:rPr>
                <a:t>3</a:t>
              </a:r>
              <a:r>
                <a:rPr kumimoji="1" lang="en-US" altLang="zh-CN" b="1">
                  <a:latin typeface="Times New Roman" pitchFamily="18" charset="0"/>
                </a:rPr>
                <a:t>+</a:t>
              </a:r>
              <a:r>
                <a:rPr kumimoji="1" lang="en-US" altLang="zh-CN" b="1" i="1">
                  <a:latin typeface="Times New Roman" pitchFamily="18" charset="0"/>
                </a:rPr>
                <a:t>M</a:t>
              </a:r>
              <a:r>
                <a:rPr kumimoji="1" lang="en-US" altLang="zh-CN" b="1" baseline="-25000">
                  <a:latin typeface="Times New Roman" pitchFamily="18" charset="0"/>
                </a:rPr>
                <a:t>12</a:t>
              </a:r>
            </a:p>
          </p:txBody>
        </p:sp>
      </p:grpSp>
      <p:grpSp>
        <p:nvGrpSpPr>
          <p:cNvPr id="395347" name="Group 83"/>
          <p:cNvGrpSpPr>
            <a:grpSpLocks/>
          </p:cNvGrpSpPr>
          <p:nvPr/>
        </p:nvGrpSpPr>
        <p:grpSpPr bwMode="auto">
          <a:xfrm>
            <a:off x="304800" y="3673475"/>
            <a:ext cx="4343400" cy="2117725"/>
            <a:chOff x="35" y="2244"/>
            <a:chExt cx="3181" cy="1526"/>
          </a:xfrm>
        </p:grpSpPr>
        <p:sp>
          <p:nvSpPr>
            <p:cNvPr id="395348" name="Line 84"/>
            <p:cNvSpPr>
              <a:spLocks noChangeShapeType="1"/>
            </p:cNvSpPr>
            <p:nvPr/>
          </p:nvSpPr>
          <p:spPr bwMode="auto">
            <a:xfrm>
              <a:off x="1431" y="2644"/>
              <a:ext cx="3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49" name="Line 85"/>
            <p:cNvSpPr>
              <a:spLocks noChangeShapeType="1"/>
            </p:cNvSpPr>
            <p:nvPr/>
          </p:nvSpPr>
          <p:spPr bwMode="auto">
            <a:xfrm>
              <a:off x="1581" y="264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50" name="Line 86"/>
            <p:cNvSpPr>
              <a:spLocks noChangeShapeType="1"/>
            </p:cNvSpPr>
            <p:nvPr/>
          </p:nvSpPr>
          <p:spPr bwMode="auto">
            <a:xfrm flipV="1">
              <a:off x="2181" y="2642"/>
              <a:ext cx="49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51" name="Line 87"/>
            <p:cNvSpPr>
              <a:spLocks noChangeShapeType="1"/>
            </p:cNvSpPr>
            <p:nvPr/>
          </p:nvSpPr>
          <p:spPr bwMode="auto">
            <a:xfrm>
              <a:off x="440" y="2642"/>
              <a:ext cx="58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52" name="Line 88"/>
            <p:cNvSpPr>
              <a:spLocks noChangeShapeType="1"/>
            </p:cNvSpPr>
            <p:nvPr/>
          </p:nvSpPr>
          <p:spPr bwMode="auto">
            <a:xfrm flipH="1">
              <a:off x="1587" y="3244"/>
              <a:ext cx="0" cy="4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53" name="Text Box 89"/>
            <p:cNvSpPr txBox="1">
              <a:spLocks noChangeArrowheads="1"/>
            </p:cNvSpPr>
            <p:nvPr/>
          </p:nvSpPr>
          <p:spPr bwMode="auto">
            <a:xfrm>
              <a:off x="35" y="2287"/>
              <a:ext cx="143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 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 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13</a:t>
              </a:r>
              <a:r>
                <a:rPr kumimoji="1" lang="en-US" altLang="zh-CN" b="1" baseline="-25000">
                  <a:latin typeface="Times New Roman" pitchFamily="18" charset="0"/>
                </a:rPr>
                <a:t> </a:t>
              </a:r>
            </a:p>
          </p:txBody>
        </p:sp>
        <p:grpSp>
          <p:nvGrpSpPr>
            <p:cNvPr id="395354" name="Group 90"/>
            <p:cNvGrpSpPr>
              <a:grpSpLocks/>
            </p:cNvGrpSpPr>
            <p:nvPr/>
          </p:nvGrpSpPr>
          <p:grpSpPr bwMode="auto">
            <a:xfrm flipH="1">
              <a:off x="1030" y="2584"/>
              <a:ext cx="401" cy="65"/>
              <a:chOff x="1200" y="1584"/>
              <a:chExt cx="379" cy="45"/>
            </a:xfrm>
          </p:grpSpPr>
          <p:sp>
            <p:nvSpPr>
              <p:cNvPr id="395355" name="Arc 91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56" name="Arc 92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57" name="Arc 93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58" name="Arc 94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59" name="Group 95"/>
            <p:cNvGrpSpPr>
              <a:grpSpLocks/>
            </p:cNvGrpSpPr>
            <p:nvPr/>
          </p:nvGrpSpPr>
          <p:grpSpPr bwMode="auto">
            <a:xfrm flipH="1">
              <a:off x="1768" y="2580"/>
              <a:ext cx="401" cy="65"/>
              <a:chOff x="1200" y="1584"/>
              <a:chExt cx="379" cy="45"/>
            </a:xfrm>
          </p:grpSpPr>
          <p:sp>
            <p:nvSpPr>
              <p:cNvPr id="395360" name="Arc 96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1" name="Arc 97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2" name="Arc 98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3" name="Arc 99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64" name="Group 100"/>
            <p:cNvGrpSpPr>
              <a:grpSpLocks/>
            </p:cNvGrpSpPr>
            <p:nvPr/>
          </p:nvGrpSpPr>
          <p:grpSpPr bwMode="auto">
            <a:xfrm rot="5400000" flipH="1">
              <a:off x="1414" y="2998"/>
              <a:ext cx="401" cy="65"/>
              <a:chOff x="1200" y="1584"/>
              <a:chExt cx="379" cy="45"/>
            </a:xfrm>
          </p:grpSpPr>
          <p:sp>
            <p:nvSpPr>
              <p:cNvPr id="395365" name="Arc 101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6" name="Arc 102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7" name="Arc 103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68" name="Arc 104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5369" name="Oval 105"/>
            <p:cNvSpPr>
              <a:spLocks noChangeArrowheads="1"/>
            </p:cNvSpPr>
            <p:nvPr/>
          </p:nvSpPr>
          <p:spPr bwMode="auto">
            <a:xfrm>
              <a:off x="368" y="260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0" name="Oval 106"/>
            <p:cNvSpPr>
              <a:spLocks noChangeArrowheads="1"/>
            </p:cNvSpPr>
            <p:nvPr/>
          </p:nvSpPr>
          <p:spPr bwMode="auto">
            <a:xfrm>
              <a:off x="1549" y="370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1" name="Oval 107"/>
            <p:cNvSpPr>
              <a:spLocks noChangeArrowheads="1"/>
            </p:cNvSpPr>
            <p:nvPr/>
          </p:nvSpPr>
          <p:spPr bwMode="auto">
            <a:xfrm>
              <a:off x="2675" y="2604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2" name="Text Box 108"/>
            <p:cNvSpPr txBox="1">
              <a:spLocks noChangeArrowheads="1"/>
            </p:cNvSpPr>
            <p:nvPr/>
          </p:nvSpPr>
          <p:spPr bwMode="auto">
            <a:xfrm>
              <a:off x="1658" y="2244"/>
              <a:ext cx="1558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 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13 </a:t>
              </a:r>
            </a:p>
          </p:txBody>
        </p:sp>
        <p:sp>
          <p:nvSpPr>
            <p:cNvPr id="395373" name="Text Box 109"/>
            <p:cNvSpPr txBox="1">
              <a:spLocks noChangeArrowheads="1"/>
            </p:cNvSpPr>
            <p:nvPr/>
          </p:nvSpPr>
          <p:spPr bwMode="auto">
            <a:xfrm>
              <a:off x="1646" y="2962"/>
              <a:ext cx="139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3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 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13 </a:t>
              </a:r>
            </a:p>
          </p:txBody>
        </p:sp>
      </p:grpSp>
      <p:grpSp>
        <p:nvGrpSpPr>
          <p:cNvPr id="395374" name="Group 110"/>
          <p:cNvGrpSpPr>
            <a:grpSpLocks/>
          </p:cNvGrpSpPr>
          <p:nvPr/>
        </p:nvGrpSpPr>
        <p:grpSpPr bwMode="auto">
          <a:xfrm>
            <a:off x="5157788" y="3632200"/>
            <a:ext cx="3681412" cy="2159000"/>
            <a:chOff x="3165" y="2660"/>
            <a:chExt cx="2475" cy="1550"/>
          </a:xfrm>
        </p:grpSpPr>
        <p:sp>
          <p:nvSpPr>
            <p:cNvPr id="395375" name="Line 111"/>
            <p:cNvSpPr>
              <a:spLocks noChangeShapeType="1"/>
            </p:cNvSpPr>
            <p:nvPr/>
          </p:nvSpPr>
          <p:spPr bwMode="auto">
            <a:xfrm>
              <a:off x="4228" y="3084"/>
              <a:ext cx="3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6" name="Line 112"/>
            <p:cNvSpPr>
              <a:spLocks noChangeShapeType="1"/>
            </p:cNvSpPr>
            <p:nvPr/>
          </p:nvSpPr>
          <p:spPr bwMode="auto">
            <a:xfrm>
              <a:off x="4378" y="308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7" name="Line 113"/>
            <p:cNvSpPr>
              <a:spLocks noChangeShapeType="1"/>
            </p:cNvSpPr>
            <p:nvPr/>
          </p:nvSpPr>
          <p:spPr bwMode="auto">
            <a:xfrm flipV="1">
              <a:off x="4978" y="3082"/>
              <a:ext cx="49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8" name="Line 114"/>
            <p:cNvSpPr>
              <a:spLocks noChangeShapeType="1"/>
            </p:cNvSpPr>
            <p:nvPr/>
          </p:nvSpPr>
          <p:spPr bwMode="auto">
            <a:xfrm>
              <a:off x="3237" y="3082"/>
              <a:ext cx="58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79" name="Line 115"/>
            <p:cNvSpPr>
              <a:spLocks noChangeShapeType="1"/>
            </p:cNvSpPr>
            <p:nvPr/>
          </p:nvSpPr>
          <p:spPr bwMode="auto">
            <a:xfrm flipH="1">
              <a:off x="4384" y="3684"/>
              <a:ext cx="0" cy="4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80" name="Text Box 116"/>
            <p:cNvSpPr txBox="1">
              <a:spLocks noChangeArrowheads="1"/>
            </p:cNvSpPr>
            <p:nvPr/>
          </p:nvSpPr>
          <p:spPr bwMode="auto">
            <a:xfrm>
              <a:off x="3168" y="2725"/>
              <a:ext cx="963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  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</a:t>
              </a:r>
            </a:p>
          </p:txBody>
        </p:sp>
        <p:grpSp>
          <p:nvGrpSpPr>
            <p:cNvPr id="395381" name="Group 117"/>
            <p:cNvGrpSpPr>
              <a:grpSpLocks/>
            </p:cNvGrpSpPr>
            <p:nvPr/>
          </p:nvGrpSpPr>
          <p:grpSpPr bwMode="auto">
            <a:xfrm flipH="1">
              <a:off x="3827" y="3024"/>
              <a:ext cx="401" cy="65"/>
              <a:chOff x="1200" y="1584"/>
              <a:chExt cx="379" cy="45"/>
            </a:xfrm>
          </p:grpSpPr>
          <p:sp>
            <p:nvSpPr>
              <p:cNvPr id="395382" name="Arc 11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83" name="Arc 11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84" name="Arc 12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85" name="Arc 12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86" name="Group 122"/>
            <p:cNvGrpSpPr>
              <a:grpSpLocks/>
            </p:cNvGrpSpPr>
            <p:nvPr/>
          </p:nvGrpSpPr>
          <p:grpSpPr bwMode="auto">
            <a:xfrm flipH="1">
              <a:off x="4565" y="3020"/>
              <a:ext cx="401" cy="65"/>
              <a:chOff x="1200" y="1584"/>
              <a:chExt cx="379" cy="45"/>
            </a:xfrm>
          </p:grpSpPr>
          <p:sp>
            <p:nvSpPr>
              <p:cNvPr id="395387" name="Arc 12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88" name="Arc 12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89" name="Arc 12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90" name="Arc 12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5391" name="Group 127"/>
            <p:cNvGrpSpPr>
              <a:grpSpLocks/>
            </p:cNvGrpSpPr>
            <p:nvPr/>
          </p:nvGrpSpPr>
          <p:grpSpPr bwMode="auto">
            <a:xfrm rot="5400000" flipH="1">
              <a:off x="4211" y="3438"/>
              <a:ext cx="401" cy="65"/>
              <a:chOff x="1200" y="1584"/>
              <a:chExt cx="379" cy="45"/>
            </a:xfrm>
          </p:grpSpPr>
          <p:sp>
            <p:nvSpPr>
              <p:cNvPr id="395392" name="Arc 12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93" name="Arc 12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94" name="Arc 13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395" name="Arc 13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5396" name="Oval 132"/>
            <p:cNvSpPr>
              <a:spLocks noChangeArrowheads="1"/>
            </p:cNvSpPr>
            <p:nvPr/>
          </p:nvSpPr>
          <p:spPr bwMode="auto">
            <a:xfrm>
              <a:off x="3165" y="304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97" name="Oval 133"/>
            <p:cNvSpPr>
              <a:spLocks noChangeArrowheads="1"/>
            </p:cNvSpPr>
            <p:nvPr/>
          </p:nvSpPr>
          <p:spPr bwMode="auto">
            <a:xfrm>
              <a:off x="4346" y="414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98" name="Oval 134"/>
            <p:cNvSpPr>
              <a:spLocks noChangeArrowheads="1"/>
            </p:cNvSpPr>
            <p:nvPr/>
          </p:nvSpPr>
          <p:spPr bwMode="auto">
            <a:xfrm>
              <a:off x="5472" y="3044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399" name="Text Box 135"/>
            <p:cNvSpPr txBox="1">
              <a:spLocks noChangeArrowheads="1"/>
            </p:cNvSpPr>
            <p:nvPr/>
          </p:nvSpPr>
          <p:spPr bwMode="auto">
            <a:xfrm>
              <a:off x="4382" y="2660"/>
              <a:ext cx="1258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  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395400" name="Text Box 136"/>
            <p:cNvSpPr txBox="1">
              <a:spLocks noChangeArrowheads="1"/>
            </p:cNvSpPr>
            <p:nvPr/>
          </p:nvSpPr>
          <p:spPr bwMode="auto">
            <a:xfrm>
              <a:off x="4444" y="3400"/>
              <a:ext cx="962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>
                  <a:latin typeface="Times New Roman" pitchFamily="18" charset="0"/>
                </a:rPr>
                <a:t>L</a:t>
              </a:r>
              <a:r>
                <a:rPr kumimoji="1" lang="en-US" altLang="zh-CN" sz="1800" b="1" baseline="-25000">
                  <a:latin typeface="Times New Roman" pitchFamily="18" charset="0"/>
                </a:rPr>
                <a:t>3</a:t>
              </a:r>
              <a:r>
                <a:rPr kumimoji="1" lang="en-US" altLang="zh-CN" sz="1800" b="1">
                  <a:latin typeface="Times New Roman" pitchFamily="18" charset="0"/>
                </a:rPr>
                <a:t>+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12  </a:t>
              </a:r>
              <a:r>
                <a:rPr kumimoji="1" lang="en-US" altLang="zh-CN" sz="1800" b="1">
                  <a:latin typeface="Times New Roman" pitchFamily="18" charset="0"/>
                </a:rPr>
                <a:t>–</a:t>
              </a:r>
              <a:r>
                <a:rPr kumimoji="1" lang="en-US" altLang="zh-CN" sz="1800" b="1" i="1">
                  <a:latin typeface="Times New Roman" pitchFamily="18" charset="0"/>
                </a:rPr>
                <a:t>M</a:t>
              </a:r>
              <a:r>
                <a:rPr kumimoji="1" lang="en-US" altLang="zh-CN" sz="1800" b="1" baseline="-25000">
                  <a:latin typeface="Times New Roman" pitchFamily="18" charset="0"/>
                </a:rPr>
                <a:t>23</a:t>
              </a:r>
            </a:p>
          </p:txBody>
        </p:sp>
      </p:grpSp>
      <p:sp>
        <p:nvSpPr>
          <p:cNvPr id="395401" name="AutoShape 137"/>
          <p:cNvSpPr>
            <a:spLocks noChangeArrowheads="1"/>
          </p:cNvSpPr>
          <p:nvPr/>
        </p:nvSpPr>
        <p:spPr bwMode="auto">
          <a:xfrm>
            <a:off x="7697788" y="3000375"/>
            <a:ext cx="303212" cy="412750"/>
          </a:xfrm>
          <a:prstGeom prst="downArrow">
            <a:avLst>
              <a:gd name="adj1" fmla="val 50000"/>
              <a:gd name="adj2" fmla="val 34031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5402" name="AutoShape 138"/>
          <p:cNvSpPr>
            <a:spLocks noChangeArrowheads="1"/>
          </p:cNvSpPr>
          <p:nvPr/>
        </p:nvSpPr>
        <p:spPr bwMode="auto">
          <a:xfrm flipH="1">
            <a:off x="4017963" y="5140325"/>
            <a:ext cx="1989137" cy="425450"/>
          </a:xfrm>
          <a:prstGeom prst="curvedUpArrow">
            <a:avLst>
              <a:gd name="adj1" fmla="val 93507"/>
              <a:gd name="adj2" fmla="val 187015"/>
              <a:gd name="adj3" fmla="val 33333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5404" name="Group 140"/>
          <p:cNvGrpSpPr>
            <a:grpSpLocks/>
          </p:cNvGrpSpPr>
          <p:nvPr/>
        </p:nvGrpSpPr>
        <p:grpSpPr bwMode="auto">
          <a:xfrm>
            <a:off x="5810250" y="4125913"/>
            <a:ext cx="1173163" cy="1341437"/>
            <a:chOff x="2748" y="2074"/>
            <a:chExt cx="739" cy="845"/>
          </a:xfrm>
        </p:grpSpPr>
        <p:sp>
          <p:nvSpPr>
            <p:cNvPr id="395405" name="Text Box 141"/>
            <p:cNvSpPr txBox="1">
              <a:spLocks noChangeArrowheads="1"/>
            </p:cNvSpPr>
            <p:nvPr/>
          </p:nvSpPr>
          <p:spPr bwMode="auto">
            <a:xfrm>
              <a:off x="3306" y="2669"/>
              <a:ext cx="1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406" name="Text Box 142"/>
            <p:cNvSpPr txBox="1">
              <a:spLocks noChangeArrowheads="1"/>
            </p:cNvSpPr>
            <p:nvPr/>
          </p:nvSpPr>
          <p:spPr bwMode="auto">
            <a:xfrm>
              <a:off x="2748" y="2074"/>
              <a:ext cx="1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95407" name="Text Box 143"/>
            <p:cNvSpPr txBox="1">
              <a:spLocks noChangeArrowheads="1"/>
            </p:cNvSpPr>
            <p:nvPr/>
          </p:nvSpPr>
          <p:spPr bwMode="auto">
            <a:xfrm>
              <a:off x="2949" y="2451"/>
              <a:ext cx="3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chemeClr val="tx2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b="1" baseline="-25000" dirty="0">
                  <a:solidFill>
                    <a:schemeClr val="tx2"/>
                  </a:solidFill>
                  <a:latin typeface="Times New Roman" pitchFamily="18" charset="0"/>
                </a:rPr>
                <a:t>13</a:t>
              </a:r>
              <a:endParaRPr kumimoji="1" lang="en-US" altLang="zh-CN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395408" name="Arc 144"/>
            <p:cNvSpPr>
              <a:spLocks/>
            </p:cNvSpPr>
            <p:nvPr/>
          </p:nvSpPr>
          <p:spPr bwMode="auto">
            <a:xfrm rot="16200000" flipH="1">
              <a:off x="3081" y="2572"/>
              <a:ext cx="273" cy="240"/>
            </a:xfrm>
            <a:custGeom>
              <a:avLst/>
              <a:gdLst>
                <a:gd name="G0" fmla="+- 0 0 0"/>
                <a:gd name="G1" fmla="+- 18560 0 0"/>
                <a:gd name="G2" fmla="+- 21600 0 0"/>
                <a:gd name="T0" fmla="*/ 11049 w 21595"/>
                <a:gd name="T1" fmla="*/ 0 h 18560"/>
                <a:gd name="T2" fmla="*/ 21595 w 21595"/>
                <a:gd name="T3" fmla="*/ 18087 h 18560"/>
                <a:gd name="T4" fmla="*/ 0 w 21595"/>
                <a:gd name="T5" fmla="*/ 18560 h 18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8560" fill="none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</a:path>
                <a:path w="21595" h="18560" stroke="0" extrusionOk="0">
                  <a:moveTo>
                    <a:pt x="11049" y="-1"/>
                  </a:moveTo>
                  <a:cubicBezTo>
                    <a:pt x="17446" y="3808"/>
                    <a:pt x="21431" y="10643"/>
                    <a:pt x="21594" y="18087"/>
                  </a:cubicBezTo>
                  <a:lnTo>
                    <a:pt x="0" y="1856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409" name="Arc 145"/>
            <p:cNvSpPr>
              <a:spLocks/>
            </p:cNvSpPr>
            <p:nvPr/>
          </p:nvSpPr>
          <p:spPr bwMode="auto">
            <a:xfrm flipH="1" flipV="1">
              <a:off x="2894" y="2306"/>
              <a:ext cx="255" cy="255"/>
            </a:xfrm>
            <a:custGeom>
              <a:avLst/>
              <a:gdLst>
                <a:gd name="G0" fmla="+- 0 0 0"/>
                <a:gd name="G1" fmla="+- 16142 0 0"/>
                <a:gd name="G2" fmla="+- 21600 0 0"/>
                <a:gd name="T0" fmla="*/ 14353 w 21595"/>
                <a:gd name="T1" fmla="*/ 0 h 16142"/>
                <a:gd name="T2" fmla="*/ 21595 w 21595"/>
                <a:gd name="T3" fmla="*/ 15669 h 16142"/>
                <a:gd name="T4" fmla="*/ 0 w 21595"/>
                <a:gd name="T5" fmla="*/ 16142 h 16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5" h="16142" fill="none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</a:path>
                <a:path w="21595" h="16142" stroke="0" extrusionOk="0">
                  <a:moveTo>
                    <a:pt x="14352" y="0"/>
                  </a:moveTo>
                  <a:cubicBezTo>
                    <a:pt x="18839" y="3989"/>
                    <a:pt x="21463" y="9666"/>
                    <a:pt x="21594" y="15669"/>
                  </a:cubicBezTo>
                  <a:lnTo>
                    <a:pt x="0" y="161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51511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5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5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39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5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5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39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5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5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 autoUpdateAnimBg="0"/>
      <p:bldP spid="395267" grpId="0" animBg="1"/>
      <p:bldP spid="395401" grpId="0" animBg="1"/>
      <p:bldP spid="39540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1251F6F-4F46-8078-6E8A-8EACAAA947FA}"/>
                  </a:ext>
                </a:extLst>
              </p14:cNvPr>
              <p14:cNvContentPartPr/>
              <p14:nvPr/>
            </p14:nvContentPartPr>
            <p14:xfrm>
              <a:off x="144360" y="594360"/>
              <a:ext cx="5630400" cy="2475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1251F6F-4F46-8078-6E8A-8EACAAA947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000" y="585000"/>
                <a:ext cx="5649120" cy="249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234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877" y="188640"/>
            <a:ext cx="8243887" cy="724942"/>
          </a:xfrm>
        </p:spPr>
        <p:txBody>
          <a:bodyPr/>
          <a:lstStyle/>
          <a:p>
            <a:r>
              <a:rPr lang="en-US" altLang="zh-CN" sz="4000" dirty="0">
                <a:ea typeface="宋体" charset="-122"/>
              </a:rPr>
              <a:t> </a:t>
            </a:r>
            <a:r>
              <a:rPr lang="en-US" altLang="zh-CN" sz="4000" kern="1200" dirty="0">
                <a:latin typeface="Arial Black" pitchFamily="34" charset="0"/>
                <a:ea typeface="宋体" charset="-122"/>
                <a:cs typeface="+mn-cs"/>
              </a:rPr>
              <a:t>13.5  Ideal Transformers </a:t>
            </a:r>
          </a:p>
        </p:txBody>
      </p:sp>
      <p:pic>
        <p:nvPicPr>
          <p:cNvPr id="111626" name="Picture 10" descr="ale63317_13030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640" y="2492896"/>
            <a:ext cx="2347912" cy="3044825"/>
          </a:xfrm>
        </p:spPr>
      </p:pic>
      <p:pic>
        <p:nvPicPr>
          <p:cNvPr id="111628" name="Picture 12" descr="ale63317_1303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2417" y="2420888"/>
            <a:ext cx="4038600" cy="1652588"/>
          </a:xfrm>
        </p:spPr>
      </p:pic>
      <p:sp>
        <p:nvSpPr>
          <p:cNvPr id="11162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268760"/>
            <a:ext cx="8305800" cy="99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charset="-122"/>
              </a:rPr>
              <a:t>An ideal transformer is a </a:t>
            </a:r>
            <a:r>
              <a:rPr lang="en-US" altLang="zh-CN" sz="2400" u="sng" dirty="0">
                <a:solidFill>
                  <a:srgbClr val="FF3300"/>
                </a:solidFill>
                <a:ea typeface="宋体" charset="-122"/>
              </a:rPr>
              <a:t>unity-coupled</a:t>
            </a:r>
            <a:r>
              <a:rPr lang="en-US" altLang="zh-CN" sz="2400" dirty="0">
                <a:ea typeface="宋体" charset="-122"/>
              </a:rPr>
              <a:t>, </a:t>
            </a:r>
            <a:r>
              <a:rPr lang="en-US" altLang="zh-CN" sz="2400" u="sng" dirty="0">
                <a:solidFill>
                  <a:srgbClr val="FF3300"/>
                </a:solidFill>
                <a:ea typeface="宋体" charset="-122"/>
              </a:rPr>
              <a:t>lossless</a:t>
            </a:r>
            <a:r>
              <a:rPr lang="en-US" altLang="zh-CN" sz="2400" dirty="0">
                <a:ea typeface="宋体" charset="-122"/>
              </a:rPr>
              <a:t> transformer in which the primary and secondary coils have </a:t>
            </a:r>
            <a:r>
              <a:rPr lang="en-US" altLang="zh-CN" sz="2400" u="sng" dirty="0">
                <a:solidFill>
                  <a:srgbClr val="FF3300"/>
                </a:solidFill>
                <a:ea typeface="宋体" charset="-122"/>
              </a:rPr>
              <a:t>infinite self-inductances</a:t>
            </a:r>
            <a:r>
              <a:rPr lang="en-US" altLang="zh-CN" sz="2400" dirty="0">
                <a:ea typeface="宋体" charset="-122"/>
              </a:rPr>
              <a:t>.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838200" y="5589240"/>
            <a:ext cx="3124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Ideal Transformer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Circuit symbol</a:t>
            </a:r>
          </a:p>
        </p:txBody>
      </p:sp>
      <p:graphicFrame>
        <p:nvGraphicFramePr>
          <p:cNvPr id="111629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29200" y="4343400"/>
          <a:ext cx="32289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431640" progId="Equation.3">
                  <p:embed/>
                </p:oleObj>
              </mc:Choice>
              <mc:Fallback>
                <p:oleObj name="Equation" r:id="rId4" imgW="1955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343400"/>
                        <a:ext cx="3228975" cy="7127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1" name="Rectangle 15"/>
          <p:cNvSpPr>
            <a:spLocks noChangeArrowheads="1"/>
          </p:cNvSpPr>
          <p:nvPr/>
        </p:nvSpPr>
        <p:spPr bwMode="auto">
          <a:xfrm>
            <a:off x="4648200" y="5410200"/>
            <a:ext cx="4038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V2&gt;V1</a:t>
            </a:r>
            <a:r>
              <a:rPr lang="en-US" altLang="zh-CN" sz="1600" b="1" dirty="0">
                <a:solidFill>
                  <a:srgbClr val="080808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→ </a:t>
            </a: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step-up transformer</a:t>
            </a:r>
          </a:p>
          <a:p>
            <a:pPr marL="609600" indent="-609600"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V2&lt;V1</a:t>
            </a:r>
            <a:r>
              <a:rPr lang="en-US" altLang="zh-CN" sz="1600" b="1" dirty="0">
                <a:solidFill>
                  <a:srgbClr val="080808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→ </a:t>
            </a:r>
            <a:r>
              <a:rPr lang="en-US" altLang="zh-CN" sz="1600" b="1" dirty="0">
                <a:solidFill>
                  <a:srgbClr val="080808"/>
                </a:solidFill>
                <a:ea typeface="宋体" charset="-122"/>
              </a:rPr>
              <a:t>step-down transformer</a:t>
            </a:r>
          </a:p>
        </p:txBody>
      </p:sp>
    </p:spTree>
    <p:extLst>
      <p:ext uri="{BB962C8B-B14F-4D97-AF65-F5344CB8AC3E}">
        <p14:creationId xmlns:p14="http://schemas.microsoft.com/office/powerpoint/2010/main" val="24207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  <p:bldP spid="111621" grpId="0"/>
      <p:bldP spid="1116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60" name="Group 76"/>
          <p:cNvGrpSpPr>
            <a:grpSpLocks/>
          </p:cNvGrpSpPr>
          <p:nvPr/>
        </p:nvGrpSpPr>
        <p:grpSpPr bwMode="auto">
          <a:xfrm>
            <a:off x="947738" y="4445000"/>
            <a:ext cx="2708275" cy="1903413"/>
            <a:chOff x="584" y="394"/>
            <a:chExt cx="1706" cy="1199"/>
          </a:xfrm>
        </p:grpSpPr>
        <p:grpSp>
          <p:nvGrpSpPr>
            <p:cNvPr id="41987" name="Group 3"/>
            <p:cNvGrpSpPr>
              <a:grpSpLocks/>
            </p:cNvGrpSpPr>
            <p:nvPr/>
          </p:nvGrpSpPr>
          <p:grpSpPr bwMode="auto">
            <a:xfrm rot="5400000">
              <a:off x="1148" y="881"/>
              <a:ext cx="316" cy="70"/>
              <a:chOff x="2241" y="1934"/>
              <a:chExt cx="419" cy="82"/>
            </a:xfrm>
          </p:grpSpPr>
          <p:sp>
            <p:nvSpPr>
              <p:cNvPr id="41988" name="Freeform 4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89" name="Freeform 5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0" name="Freeform 6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1" name="Freeform 7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2" name="Freeform 8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993" name="Group 9"/>
            <p:cNvGrpSpPr>
              <a:grpSpLocks/>
            </p:cNvGrpSpPr>
            <p:nvPr/>
          </p:nvGrpSpPr>
          <p:grpSpPr bwMode="auto">
            <a:xfrm rot="5400000" flipH="1" flipV="1">
              <a:off x="1394" y="903"/>
              <a:ext cx="317" cy="68"/>
              <a:chOff x="2241" y="1934"/>
              <a:chExt cx="419" cy="82"/>
            </a:xfrm>
          </p:grpSpPr>
          <p:sp>
            <p:nvSpPr>
              <p:cNvPr id="41994" name="Freeform 10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5" name="Freeform 11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6" name="Freeform 12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7" name="Freeform 13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8" name="Freeform 14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999" name="Line 15"/>
            <p:cNvSpPr>
              <a:spLocks noChangeShapeType="1"/>
            </p:cNvSpPr>
            <p:nvPr/>
          </p:nvSpPr>
          <p:spPr bwMode="auto">
            <a:xfrm>
              <a:off x="1441" y="714"/>
              <a:ext cx="0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0" name="Line 16"/>
            <p:cNvSpPr>
              <a:spLocks noChangeShapeType="1"/>
            </p:cNvSpPr>
            <p:nvPr/>
          </p:nvSpPr>
          <p:spPr bwMode="auto">
            <a:xfrm>
              <a:off x="1392" y="720"/>
              <a:ext cx="4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1" name="Line 17"/>
            <p:cNvSpPr>
              <a:spLocks noChangeShapeType="1"/>
            </p:cNvSpPr>
            <p:nvPr/>
          </p:nvSpPr>
          <p:spPr bwMode="auto">
            <a:xfrm>
              <a:off x="1295" y="661"/>
              <a:ext cx="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2" name="Line 18"/>
            <p:cNvSpPr>
              <a:spLocks noChangeShapeType="1"/>
            </p:cNvSpPr>
            <p:nvPr/>
          </p:nvSpPr>
          <p:spPr bwMode="auto">
            <a:xfrm flipH="1" flipV="1">
              <a:off x="927" y="653"/>
              <a:ext cx="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3" name="Line 19"/>
            <p:cNvSpPr>
              <a:spLocks noChangeShapeType="1"/>
            </p:cNvSpPr>
            <p:nvPr/>
          </p:nvSpPr>
          <p:spPr bwMode="auto">
            <a:xfrm>
              <a:off x="918" y="1288"/>
              <a:ext cx="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4" name="Line 20"/>
            <p:cNvSpPr>
              <a:spLocks noChangeShapeType="1"/>
            </p:cNvSpPr>
            <p:nvPr/>
          </p:nvSpPr>
          <p:spPr bwMode="auto">
            <a:xfrm flipV="1">
              <a:off x="1277" y="1074"/>
              <a:ext cx="0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5" name="Line 21"/>
            <p:cNvSpPr>
              <a:spLocks noChangeShapeType="1"/>
            </p:cNvSpPr>
            <p:nvPr/>
          </p:nvSpPr>
          <p:spPr bwMode="auto">
            <a:xfrm>
              <a:off x="1564" y="654"/>
              <a:ext cx="416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6" name="Line 22"/>
            <p:cNvSpPr>
              <a:spLocks noChangeShapeType="1"/>
            </p:cNvSpPr>
            <p:nvPr/>
          </p:nvSpPr>
          <p:spPr bwMode="auto">
            <a:xfrm flipV="1">
              <a:off x="1572" y="654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>
              <a:off x="1580" y="110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8" name="Line 24"/>
            <p:cNvSpPr>
              <a:spLocks noChangeShapeType="1"/>
            </p:cNvSpPr>
            <p:nvPr/>
          </p:nvSpPr>
          <p:spPr bwMode="auto">
            <a:xfrm>
              <a:off x="1580" y="1295"/>
              <a:ext cx="4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09" name="Text Box 25"/>
            <p:cNvSpPr txBox="1">
              <a:spLocks noChangeArrowheads="1"/>
            </p:cNvSpPr>
            <p:nvPr/>
          </p:nvSpPr>
          <p:spPr bwMode="auto">
            <a:xfrm>
              <a:off x="584" y="52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2010" name="Text Box 26"/>
            <p:cNvSpPr txBox="1">
              <a:spLocks noChangeArrowheads="1"/>
            </p:cNvSpPr>
            <p:nvPr/>
          </p:nvSpPr>
          <p:spPr bwMode="auto">
            <a:xfrm>
              <a:off x="638" y="114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2011" name="Text Box 27"/>
            <p:cNvSpPr txBox="1">
              <a:spLocks noChangeArrowheads="1"/>
            </p:cNvSpPr>
            <p:nvPr/>
          </p:nvSpPr>
          <p:spPr bwMode="auto">
            <a:xfrm>
              <a:off x="2012" y="52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2012" name="Text Box 28"/>
            <p:cNvSpPr txBox="1">
              <a:spLocks noChangeArrowheads="1"/>
            </p:cNvSpPr>
            <p:nvPr/>
          </p:nvSpPr>
          <p:spPr bwMode="auto">
            <a:xfrm>
              <a:off x="2012" y="1182"/>
              <a:ext cx="2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2013" name="Line 29"/>
            <p:cNvSpPr>
              <a:spLocks noChangeShapeType="1"/>
            </p:cNvSpPr>
            <p:nvPr/>
          </p:nvSpPr>
          <p:spPr bwMode="auto">
            <a:xfrm>
              <a:off x="992" y="654"/>
              <a:ext cx="213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14" name="Line 30"/>
            <p:cNvSpPr>
              <a:spLocks noChangeShapeType="1"/>
            </p:cNvSpPr>
            <p:nvPr/>
          </p:nvSpPr>
          <p:spPr bwMode="auto">
            <a:xfrm flipH="1">
              <a:off x="1658" y="1277"/>
              <a:ext cx="213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2015" name="Object 31"/>
            <p:cNvGraphicFramePr>
              <a:graphicFrameLocks noChangeAspect="1"/>
            </p:cNvGraphicFramePr>
            <p:nvPr/>
          </p:nvGraphicFramePr>
          <p:xfrm>
            <a:off x="610" y="846"/>
            <a:ext cx="203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28600" progId="Equation.DSMT4">
                    <p:embed/>
                  </p:oleObj>
                </mc:Choice>
                <mc:Fallback>
                  <p:oleObj name="Equation" r:id="rId2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" y="846"/>
                          <a:ext cx="203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6" name="Object 32"/>
            <p:cNvGraphicFramePr>
              <a:graphicFrameLocks noChangeAspect="1"/>
            </p:cNvGraphicFramePr>
            <p:nvPr/>
          </p:nvGraphicFramePr>
          <p:xfrm>
            <a:off x="1971" y="858"/>
            <a:ext cx="2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228600" progId="Equation.DSMT4">
                    <p:embed/>
                  </p:oleObj>
                </mc:Choice>
                <mc:Fallback>
                  <p:oleObj name="Equation" r:id="rId4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1" y="858"/>
                          <a:ext cx="23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7" name="Object 33"/>
            <p:cNvGraphicFramePr>
              <a:graphicFrameLocks noChangeAspect="1"/>
            </p:cNvGraphicFramePr>
            <p:nvPr/>
          </p:nvGraphicFramePr>
          <p:xfrm>
            <a:off x="937" y="412"/>
            <a:ext cx="14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28600" progId="Equation.DSMT4">
                    <p:embed/>
                  </p:oleObj>
                </mc:Choice>
                <mc:Fallback>
                  <p:oleObj name="Equation" r:id="rId6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412"/>
                          <a:ext cx="14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8" name="Object 34"/>
            <p:cNvGraphicFramePr>
              <a:graphicFrameLocks noChangeAspect="1"/>
            </p:cNvGraphicFramePr>
            <p:nvPr/>
          </p:nvGraphicFramePr>
          <p:xfrm>
            <a:off x="1825" y="394"/>
            <a:ext cx="17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228600" progId="Equation.DSMT4">
                    <p:embed/>
                  </p:oleObj>
                </mc:Choice>
                <mc:Fallback>
                  <p:oleObj name="Equation" r:id="rId8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5" y="394"/>
                          <a:ext cx="17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9" name="Oval 35"/>
            <p:cNvSpPr>
              <a:spLocks noChangeArrowheads="1"/>
            </p:cNvSpPr>
            <p:nvPr/>
          </p:nvSpPr>
          <p:spPr bwMode="auto">
            <a:xfrm>
              <a:off x="1181" y="716"/>
              <a:ext cx="36" cy="5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0" name="Oval 36"/>
            <p:cNvSpPr>
              <a:spLocks noChangeArrowheads="1"/>
            </p:cNvSpPr>
            <p:nvPr/>
          </p:nvSpPr>
          <p:spPr bwMode="auto">
            <a:xfrm>
              <a:off x="1668" y="1088"/>
              <a:ext cx="44" cy="3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1" name="Text Box 37"/>
            <p:cNvSpPr txBox="1">
              <a:spLocks noChangeArrowheads="1"/>
            </p:cNvSpPr>
            <p:nvPr/>
          </p:nvSpPr>
          <p:spPr bwMode="auto">
            <a:xfrm>
              <a:off x="1253" y="1305"/>
              <a:ext cx="4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1: n</a:t>
              </a:r>
            </a:p>
          </p:txBody>
        </p:sp>
      </p:grpSp>
      <p:graphicFrame>
        <p:nvGraphicFramePr>
          <p:cNvPr id="42022" name="Object 38"/>
          <p:cNvGraphicFramePr>
            <a:graphicFrameLocks noChangeAspect="1"/>
          </p:cNvGraphicFramePr>
          <p:nvPr/>
        </p:nvGraphicFramePr>
        <p:xfrm>
          <a:off x="4329113" y="4575175"/>
          <a:ext cx="2662237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914400" progId="Equation.3">
                  <p:embed/>
                </p:oleObj>
              </mc:Choice>
              <mc:Fallback>
                <p:oleObj name="Equation" r:id="rId10" imgW="14601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113" y="4575175"/>
                        <a:ext cx="2662237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62" name="Group 78"/>
          <p:cNvGrpSpPr>
            <a:grpSpLocks/>
          </p:cNvGrpSpPr>
          <p:nvPr/>
        </p:nvGrpSpPr>
        <p:grpSpPr bwMode="auto">
          <a:xfrm>
            <a:off x="976313" y="2606675"/>
            <a:ext cx="2708275" cy="1903413"/>
            <a:chOff x="615" y="1642"/>
            <a:chExt cx="1706" cy="1199"/>
          </a:xfrm>
        </p:grpSpPr>
        <p:grpSp>
          <p:nvGrpSpPr>
            <p:cNvPr id="42025" name="Group 41"/>
            <p:cNvGrpSpPr>
              <a:grpSpLocks/>
            </p:cNvGrpSpPr>
            <p:nvPr/>
          </p:nvGrpSpPr>
          <p:grpSpPr bwMode="auto">
            <a:xfrm rot="5400000">
              <a:off x="1179" y="2129"/>
              <a:ext cx="316" cy="70"/>
              <a:chOff x="2241" y="1934"/>
              <a:chExt cx="419" cy="82"/>
            </a:xfrm>
          </p:grpSpPr>
          <p:sp>
            <p:nvSpPr>
              <p:cNvPr id="42026" name="Freeform 42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7" name="Freeform 43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8" name="Freeform 44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9" name="Freeform 45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0" name="Freeform 46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31" name="Group 47"/>
            <p:cNvGrpSpPr>
              <a:grpSpLocks/>
            </p:cNvGrpSpPr>
            <p:nvPr/>
          </p:nvGrpSpPr>
          <p:grpSpPr bwMode="auto">
            <a:xfrm rot="5400000" flipH="1" flipV="1">
              <a:off x="1425" y="2151"/>
              <a:ext cx="317" cy="68"/>
              <a:chOff x="2241" y="1934"/>
              <a:chExt cx="419" cy="82"/>
            </a:xfrm>
          </p:grpSpPr>
          <p:sp>
            <p:nvSpPr>
              <p:cNvPr id="42032" name="Freeform 48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3" name="Freeform 49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4" name="Freeform 50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5" name="Freeform 51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6" name="Freeform 52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37" name="Line 53"/>
            <p:cNvSpPr>
              <a:spLocks noChangeShapeType="1"/>
            </p:cNvSpPr>
            <p:nvPr/>
          </p:nvSpPr>
          <p:spPr bwMode="auto">
            <a:xfrm>
              <a:off x="1472" y="1962"/>
              <a:ext cx="0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Line 54"/>
            <p:cNvSpPr>
              <a:spLocks noChangeShapeType="1"/>
            </p:cNvSpPr>
            <p:nvPr/>
          </p:nvSpPr>
          <p:spPr bwMode="auto">
            <a:xfrm>
              <a:off x="1423" y="1968"/>
              <a:ext cx="4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39" name="Line 55"/>
            <p:cNvSpPr>
              <a:spLocks noChangeShapeType="1"/>
            </p:cNvSpPr>
            <p:nvPr/>
          </p:nvSpPr>
          <p:spPr bwMode="auto">
            <a:xfrm>
              <a:off x="1326" y="1909"/>
              <a:ext cx="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0" name="Line 56"/>
            <p:cNvSpPr>
              <a:spLocks noChangeShapeType="1"/>
            </p:cNvSpPr>
            <p:nvPr/>
          </p:nvSpPr>
          <p:spPr bwMode="auto">
            <a:xfrm flipH="1" flipV="1">
              <a:off x="958" y="1901"/>
              <a:ext cx="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1" name="Line 57"/>
            <p:cNvSpPr>
              <a:spLocks noChangeShapeType="1"/>
            </p:cNvSpPr>
            <p:nvPr/>
          </p:nvSpPr>
          <p:spPr bwMode="auto">
            <a:xfrm>
              <a:off x="949" y="2536"/>
              <a:ext cx="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2" name="Line 58"/>
            <p:cNvSpPr>
              <a:spLocks noChangeShapeType="1"/>
            </p:cNvSpPr>
            <p:nvPr/>
          </p:nvSpPr>
          <p:spPr bwMode="auto">
            <a:xfrm flipV="1">
              <a:off x="1308" y="2322"/>
              <a:ext cx="0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3" name="Line 59"/>
            <p:cNvSpPr>
              <a:spLocks noChangeShapeType="1"/>
            </p:cNvSpPr>
            <p:nvPr/>
          </p:nvSpPr>
          <p:spPr bwMode="auto">
            <a:xfrm>
              <a:off x="1595" y="1902"/>
              <a:ext cx="416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4" name="Line 60"/>
            <p:cNvSpPr>
              <a:spLocks noChangeShapeType="1"/>
            </p:cNvSpPr>
            <p:nvPr/>
          </p:nvSpPr>
          <p:spPr bwMode="auto">
            <a:xfrm flipV="1">
              <a:off x="1603" y="190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5" name="Line 61"/>
            <p:cNvSpPr>
              <a:spLocks noChangeShapeType="1"/>
            </p:cNvSpPr>
            <p:nvPr/>
          </p:nvSpPr>
          <p:spPr bwMode="auto">
            <a:xfrm>
              <a:off x="1611" y="235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6" name="Line 62"/>
            <p:cNvSpPr>
              <a:spLocks noChangeShapeType="1"/>
            </p:cNvSpPr>
            <p:nvPr/>
          </p:nvSpPr>
          <p:spPr bwMode="auto">
            <a:xfrm>
              <a:off x="1611" y="2543"/>
              <a:ext cx="4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47" name="Text Box 63"/>
            <p:cNvSpPr txBox="1">
              <a:spLocks noChangeArrowheads="1"/>
            </p:cNvSpPr>
            <p:nvPr/>
          </p:nvSpPr>
          <p:spPr bwMode="auto">
            <a:xfrm>
              <a:off x="615" y="177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2048" name="Text Box 64"/>
            <p:cNvSpPr txBox="1">
              <a:spLocks noChangeArrowheads="1"/>
            </p:cNvSpPr>
            <p:nvPr/>
          </p:nvSpPr>
          <p:spPr bwMode="auto">
            <a:xfrm>
              <a:off x="669" y="239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2049" name="Text Box 65"/>
            <p:cNvSpPr txBox="1">
              <a:spLocks noChangeArrowheads="1"/>
            </p:cNvSpPr>
            <p:nvPr/>
          </p:nvSpPr>
          <p:spPr bwMode="auto">
            <a:xfrm>
              <a:off x="2043" y="1775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2050" name="Text Box 66"/>
            <p:cNvSpPr txBox="1">
              <a:spLocks noChangeArrowheads="1"/>
            </p:cNvSpPr>
            <p:nvPr/>
          </p:nvSpPr>
          <p:spPr bwMode="auto">
            <a:xfrm>
              <a:off x="2043" y="2430"/>
              <a:ext cx="2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2051" name="Line 67"/>
            <p:cNvSpPr>
              <a:spLocks noChangeShapeType="1"/>
            </p:cNvSpPr>
            <p:nvPr/>
          </p:nvSpPr>
          <p:spPr bwMode="auto">
            <a:xfrm>
              <a:off x="1023" y="1902"/>
              <a:ext cx="213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052" name="Line 68"/>
            <p:cNvSpPr>
              <a:spLocks noChangeShapeType="1"/>
            </p:cNvSpPr>
            <p:nvPr/>
          </p:nvSpPr>
          <p:spPr bwMode="auto">
            <a:xfrm flipH="1">
              <a:off x="1689" y="2525"/>
              <a:ext cx="213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2053" name="Object 69"/>
            <p:cNvGraphicFramePr>
              <a:graphicFrameLocks noChangeAspect="1"/>
            </p:cNvGraphicFramePr>
            <p:nvPr/>
          </p:nvGraphicFramePr>
          <p:xfrm>
            <a:off x="641" y="2094"/>
            <a:ext cx="203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28600" progId="Equation.DSMT4">
                    <p:embed/>
                  </p:oleObj>
                </mc:Choice>
                <mc:Fallback>
                  <p:oleObj name="Equation" r:id="rId2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2094"/>
                          <a:ext cx="203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54" name="Object 70"/>
            <p:cNvGraphicFramePr>
              <a:graphicFrameLocks noChangeAspect="1"/>
            </p:cNvGraphicFramePr>
            <p:nvPr/>
          </p:nvGraphicFramePr>
          <p:xfrm>
            <a:off x="2002" y="2106"/>
            <a:ext cx="2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228600" progId="Equation.DSMT4">
                    <p:embed/>
                  </p:oleObj>
                </mc:Choice>
                <mc:Fallback>
                  <p:oleObj name="Equation" r:id="rId4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2106"/>
                          <a:ext cx="23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55" name="Object 71"/>
            <p:cNvGraphicFramePr>
              <a:graphicFrameLocks noChangeAspect="1"/>
            </p:cNvGraphicFramePr>
            <p:nvPr/>
          </p:nvGraphicFramePr>
          <p:xfrm>
            <a:off x="968" y="1660"/>
            <a:ext cx="14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28600" progId="Equation.DSMT4">
                    <p:embed/>
                  </p:oleObj>
                </mc:Choice>
                <mc:Fallback>
                  <p:oleObj name="Equation" r:id="rId6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1660"/>
                          <a:ext cx="14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56" name="Object 72"/>
            <p:cNvGraphicFramePr>
              <a:graphicFrameLocks noChangeAspect="1"/>
            </p:cNvGraphicFramePr>
            <p:nvPr/>
          </p:nvGraphicFramePr>
          <p:xfrm>
            <a:off x="1856" y="1642"/>
            <a:ext cx="17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228600" progId="Equation.DSMT4">
                    <p:embed/>
                  </p:oleObj>
                </mc:Choice>
                <mc:Fallback>
                  <p:oleObj name="Equation" r:id="rId8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" y="1642"/>
                          <a:ext cx="17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57" name="Oval 73"/>
            <p:cNvSpPr>
              <a:spLocks noChangeArrowheads="1"/>
            </p:cNvSpPr>
            <p:nvPr/>
          </p:nvSpPr>
          <p:spPr bwMode="auto">
            <a:xfrm>
              <a:off x="1187" y="2028"/>
              <a:ext cx="36" cy="51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8" name="Oval 74"/>
            <p:cNvSpPr>
              <a:spLocks noChangeArrowheads="1"/>
            </p:cNvSpPr>
            <p:nvPr/>
          </p:nvSpPr>
          <p:spPr bwMode="auto">
            <a:xfrm>
              <a:off x="1699" y="2028"/>
              <a:ext cx="44" cy="3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9" name="Text Box 75"/>
            <p:cNvSpPr txBox="1">
              <a:spLocks noChangeArrowheads="1"/>
            </p:cNvSpPr>
            <p:nvPr/>
          </p:nvSpPr>
          <p:spPr bwMode="auto">
            <a:xfrm>
              <a:off x="1284" y="2553"/>
              <a:ext cx="4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1: n</a:t>
              </a:r>
            </a:p>
          </p:txBody>
        </p:sp>
      </p:grpSp>
      <p:graphicFrame>
        <p:nvGraphicFramePr>
          <p:cNvPr id="42061" name="Object 77"/>
          <p:cNvGraphicFramePr>
            <a:graphicFrameLocks noChangeAspect="1"/>
          </p:cNvGraphicFramePr>
          <p:nvPr/>
        </p:nvGraphicFramePr>
        <p:xfrm>
          <a:off x="4398963" y="2673350"/>
          <a:ext cx="229235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914400" progId="Equation.3">
                  <p:embed/>
                </p:oleObj>
              </mc:Choice>
              <mc:Fallback>
                <p:oleObj name="Equation" r:id="rId12" imgW="1257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2673350"/>
                        <a:ext cx="2292350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64" name="Group 80"/>
          <p:cNvGrpSpPr>
            <a:grpSpLocks/>
          </p:cNvGrpSpPr>
          <p:nvPr/>
        </p:nvGrpSpPr>
        <p:grpSpPr bwMode="auto">
          <a:xfrm rot="5400000">
            <a:off x="1901826" y="1500187"/>
            <a:ext cx="501650" cy="111125"/>
            <a:chOff x="2241" y="1934"/>
            <a:chExt cx="419" cy="82"/>
          </a:xfrm>
        </p:grpSpPr>
        <p:sp>
          <p:nvSpPr>
            <p:cNvPr id="42065" name="Freeform 81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6" name="Freeform 82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Freeform 83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8" name="Freeform 84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9" name="Freeform 85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070" name="Group 86"/>
          <p:cNvGrpSpPr>
            <a:grpSpLocks/>
          </p:cNvGrpSpPr>
          <p:nvPr/>
        </p:nvGrpSpPr>
        <p:grpSpPr bwMode="auto">
          <a:xfrm rot="5400000" flipH="1" flipV="1">
            <a:off x="2293144" y="1534319"/>
            <a:ext cx="503238" cy="107950"/>
            <a:chOff x="2241" y="1934"/>
            <a:chExt cx="419" cy="82"/>
          </a:xfrm>
        </p:grpSpPr>
        <p:sp>
          <p:nvSpPr>
            <p:cNvPr id="42071" name="Freeform 87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2" name="Freeform 88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3" name="Freeform 89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4" name="Freeform 90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5" name="Freeform 91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76" name="Line 92"/>
          <p:cNvSpPr>
            <a:spLocks noChangeShapeType="1"/>
          </p:cNvSpPr>
          <p:nvPr/>
        </p:nvSpPr>
        <p:spPr bwMode="auto">
          <a:xfrm>
            <a:off x="2366963" y="1235075"/>
            <a:ext cx="0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77" name="Line 93"/>
          <p:cNvSpPr>
            <a:spLocks noChangeShapeType="1"/>
          </p:cNvSpPr>
          <p:nvPr/>
        </p:nvSpPr>
        <p:spPr bwMode="auto">
          <a:xfrm>
            <a:off x="2289175" y="1244600"/>
            <a:ext cx="6350" cy="679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78" name="Line 94"/>
          <p:cNvSpPr>
            <a:spLocks noChangeShapeType="1"/>
          </p:cNvSpPr>
          <p:nvPr/>
        </p:nvSpPr>
        <p:spPr bwMode="auto">
          <a:xfrm>
            <a:off x="2135188" y="1150938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79" name="Line 95"/>
          <p:cNvSpPr>
            <a:spLocks noChangeShapeType="1"/>
          </p:cNvSpPr>
          <p:nvPr/>
        </p:nvSpPr>
        <p:spPr bwMode="auto">
          <a:xfrm flipH="1" flipV="1">
            <a:off x="1550988" y="1138238"/>
            <a:ext cx="584200" cy="15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0" name="Line 96"/>
          <p:cNvSpPr>
            <a:spLocks noChangeShapeType="1"/>
          </p:cNvSpPr>
          <p:nvPr/>
        </p:nvSpPr>
        <p:spPr bwMode="auto">
          <a:xfrm>
            <a:off x="1536700" y="2146300"/>
            <a:ext cx="5699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1" name="Line 97"/>
          <p:cNvSpPr>
            <a:spLocks noChangeShapeType="1"/>
          </p:cNvSpPr>
          <p:nvPr/>
        </p:nvSpPr>
        <p:spPr bwMode="auto">
          <a:xfrm flipV="1">
            <a:off x="2106613" y="1806575"/>
            <a:ext cx="0" cy="339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2" name="Line 98"/>
          <p:cNvSpPr>
            <a:spLocks noChangeShapeType="1"/>
          </p:cNvSpPr>
          <p:nvPr/>
        </p:nvSpPr>
        <p:spPr bwMode="auto">
          <a:xfrm>
            <a:off x="2562225" y="1139825"/>
            <a:ext cx="660400" cy="1111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3" name="Line 99"/>
          <p:cNvSpPr>
            <a:spLocks noChangeShapeType="1"/>
          </p:cNvSpPr>
          <p:nvPr/>
        </p:nvSpPr>
        <p:spPr bwMode="auto">
          <a:xfrm flipV="1">
            <a:off x="2574925" y="1139825"/>
            <a:ext cx="0" cy="1857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4" name="Line 100"/>
          <p:cNvSpPr>
            <a:spLocks noChangeShapeType="1"/>
          </p:cNvSpPr>
          <p:nvPr/>
        </p:nvSpPr>
        <p:spPr bwMode="auto">
          <a:xfrm>
            <a:off x="2587625" y="18526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5" name="Line 101"/>
          <p:cNvSpPr>
            <a:spLocks noChangeShapeType="1"/>
          </p:cNvSpPr>
          <p:nvPr/>
        </p:nvSpPr>
        <p:spPr bwMode="auto">
          <a:xfrm>
            <a:off x="2587625" y="2157413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86" name="Text Box 102"/>
          <p:cNvSpPr txBox="1">
            <a:spLocks noChangeArrowheads="1"/>
          </p:cNvSpPr>
          <p:nvPr/>
        </p:nvSpPr>
        <p:spPr bwMode="auto">
          <a:xfrm>
            <a:off x="1006475" y="939800"/>
            <a:ext cx="441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2087" name="Text Box 103"/>
          <p:cNvSpPr txBox="1">
            <a:spLocks noChangeArrowheads="1"/>
          </p:cNvSpPr>
          <p:nvPr/>
        </p:nvSpPr>
        <p:spPr bwMode="auto">
          <a:xfrm>
            <a:off x="1092200" y="1920875"/>
            <a:ext cx="442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2088" name="Text Box 104"/>
          <p:cNvSpPr txBox="1">
            <a:spLocks noChangeArrowheads="1"/>
          </p:cNvSpPr>
          <p:nvPr/>
        </p:nvSpPr>
        <p:spPr bwMode="auto">
          <a:xfrm>
            <a:off x="3273425" y="938213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2089" name="Text Box 105"/>
          <p:cNvSpPr txBox="1">
            <a:spLocks noChangeArrowheads="1"/>
          </p:cNvSpPr>
          <p:nvPr/>
        </p:nvSpPr>
        <p:spPr bwMode="auto">
          <a:xfrm>
            <a:off x="3273425" y="1978025"/>
            <a:ext cx="439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2090" name="Line 106"/>
          <p:cNvSpPr>
            <a:spLocks noChangeShapeType="1"/>
          </p:cNvSpPr>
          <p:nvPr/>
        </p:nvSpPr>
        <p:spPr bwMode="auto">
          <a:xfrm>
            <a:off x="1654175" y="1139825"/>
            <a:ext cx="338138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091" name="Line 107"/>
          <p:cNvSpPr>
            <a:spLocks noChangeShapeType="1"/>
          </p:cNvSpPr>
          <p:nvPr/>
        </p:nvSpPr>
        <p:spPr bwMode="auto">
          <a:xfrm flipH="1">
            <a:off x="2730500" y="1133475"/>
            <a:ext cx="338138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2092" name="Object 108"/>
          <p:cNvGraphicFramePr>
            <a:graphicFrameLocks noChangeAspect="1"/>
          </p:cNvGraphicFramePr>
          <p:nvPr/>
        </p:nvGraphicFramePr>
        <p:xfrm>
          <a:off x="1047750" y="1444625"/>
          <a:ext cx="3222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28600" progId="Equation.DSMT4">
                  <p:embed/>
                </p:oleObj>
              </mc:Choice>
              <mc:Fallback>
                <p:oleObj name="Equation" r:id="rId2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1444625"/>
                        <a:ext cx="32226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3" name="Object 109"/>
          <p:cNvGraphicFramePr>
            <a:graphicFrameLocks noChangeAspect="1"/>
          </p:cNvGraphicFramePr>
          <p:nvPr/>
        </p:nvGraphicFramePr>
        <p:xfrm>
          <a:off x="3208338" y="1463675"/>
          <a:ext cx="3746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28600" progId="Equation.DSMT4">
                  <p:embed/>
                </p:oleObj>
              </mc:Choice>
              <mc:Fallback>
                <p:oleObj name="Equation" r:id="rId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1463675"/>
                        <a:ext cx="3746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4" name="Object 110"/>
          <p:cNvGraphicFramePr>
            <a:graphicFrameLocks noChangeAspect="1"/>
          </p:cNvGraphicFramePr>
          <p:nvPr/>
        </p:nvGraphicFramePr>
        <p:xfrm>
          <a:off x="1566863" y="755650"/>
          <a:ext cx="2349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28600" progId="Equation.DSMT4">
                  <p:embed/>
                </p:oleObj>
              </mc:Choice>
              <mc:Fallback>
                <p:oleObj name="Equation" r:id="rId6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755650"/>
                        <a:ext cx="2349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5" name="Object 111"/>
          <p:cNvGraphicFramePr>
            <a:graphicFrameLocks noChangeAspect="1"/>
          </p:cNvGraphicFramePr>
          <p:nvPr/>
        </p:nvGraphicFramePr>
        <p:xfrm>
          <a:off x="2976563" y="727075"/>
          <a:ext cx="2778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727075"/>
                        <a:ext cx="2778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6" name="Oval 112"/>
          <p:cNvSpPr>
            <a:spLocks noChangeArrowheads="1"/>
          </p:cNvSpPr>
          <p:nvPr/>
        </p:nvSpPr>
        <p:spPr bwMode="auto">
          <a:xfrm>
            <a:off x="1914525" y="1339850"/>
            <a:ext cx="57150" cy="80963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97" name="Oval 113"/>
          <p:cNvSpPr>
            <a:spLocks noChangeArrowheads="1"/>
          </p:cNvSpPr>
          <p:nvPr/>
        </p:nvSpPr>
        <p:spPr bwMode="auto">
          <a:xfrm>
            <a:off x="2708275" y="1827213"/>
            <a:ext cx="69850" cy="4762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98" name="Text Box 114"/>
          <p:cNvSpPr txBox="1">
            <a:spLocks noChangeArrowheads="1"/>
          </p:cNvSpPr>
          <p:nvPr/>
        </p:nvSpPr>
        <p:spPr bwMode="auto">
          <a:xfrm>
            <a:off x="2068513" y="2173288"/>
            <a:ext cx="677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1: n</a:t>
            </a:r>
          </a:p>
        </p:txBody>
      </p:sp>
      <p:graphicFrame>
        <p:nvGraphicFramePr>
          <p:cNvPr id="42099" name="Object 115"/>
          <p:cNvGraphicFramePr>
            <a:graphicFrameLocks noChangeAspect="1"/>
          </p:cNvGraphicFramePr>
          <p:nvPr/>
        </p:nvGraphicFramePr>
        <p:xfrm>
          <a:off x="4440238" y="857250"/>
          <a:ext cx="2640012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560" imgH="914400" progId="Equation.3">
                  <p:embed/>
                </p:oleObj>
              </mc:Choice>
              <mc:Fallback>
                <p:oleObj name="Equation" r:id="rId14" imgW="1447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857250"/>
                        <a:ext cx="2640012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399009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752475" y="188640"/>
            <a:ext cx="7772400" cy="740817"/>
          </a:xfrm>
          <a:noFill/>
          <a:ln/>
        </p:spPr>
        <p:txBody>
          <a:bodyPr/>
          <a:lstStyle/>
          <a:p>
            <a:r>
              <a:rPr lang="en-US" altLang="zh-CN" sz="3200" dirty="0"/>
              <a:t>Transformer as a matching device</a:t>
            </a:r>
          </a:p>
        </p:txBody>
      </p:sp>
      <p:grpSp>
        <p:nvGrpSpPr>
          <p:cNvPr id="45061" name="Group 5"/>
          <p:cNvGrpSpPr>
            <a:grpSpLocks/>
          </p:cNvGrpSpPr>
          <p:nvPr/>
        </p:nvGrpSpPr>
        <p:grpSpPr bwMode="auto">
          <a:xfrm rot="5400000">
            <a:off x="1653381" y="2370932"/>
            <a:ext cx="585787" cy="107950"/>
            <a:chOff x="2241" y="1934"/>
            <a:chExt cx="419" cy="82"/>
          </a:xfrm>
        </p:grpSpPr>
        <p:sp>
          <p:nvSpPr>
            <p:cNvPr id="45062" name="Freeform 6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Freeform 7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Freeform 8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5" name="Freeform 9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Freeform 10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67" name="Group 11"/>
          <p:cNvGrpSpPr>
            <a:grpSpLocks/>
          </p:cNvGrpSpPr>
          <p:nvPr/>
        </p:nvGrpSpPr>
        <p:grpSpPr bwMode="auto">
          <a:xfrm rot="5400000" flipH="1" flipV="1">
            <a:off x="2036763" y="2409825"/>
            <a:ext cx="585787" cy="106363"/>
            <a:chOff x="2241" y="1934"/>
            <a:chExt cx="419" cy="82"/>
          </a:xfrm>
        </p:grpSpPr>
        <p:sp>
          <p:nvSpPr>
            <p:cNvPr id="45068" name="Freeform 12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Freeform 13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4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15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16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73" name="Line 17"/>
          <p:cNvSpPr>
            <a:spLocks noChangeShapeType="1"/>
          </p:cNvSpPr>
          <p:nvPr/>
        </p:nvSpPr>
        <p:spPr bwMode="auto">
          <a:xfrm>
            <a:off x="2155825" y="205105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2079625" y="2062163"/>
            <a:ext cx="6350" cy="7921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75" name="Line 19"/>
          <p:cNvSpPr>
            <a:spLocks noChangeShapeType="1"/>
          </p:cNvSpPr>
          <p:nvPr/>
        </p:nvSpPr>
        <p:spPr bwMode="auto">
          <a:xfrm>
            <a:off x="1928813" y="1952625"/>
            <a:ext cx="0" cy="1920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76" name="Line 20"/>
          <p:cNvSpPr>
            <a:spLocks noChangeShapeType="1"/>
          </p:cNvSpPr>
          <p:nvPr/>
        </p:nvSpPr>
        <p:spPr bwMode="auto">
          <a:xfrm flipH="1">
            <a:off x="1276350" y="1939925"/>
            <a:ext cx="652463" cy="19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77" name="Line 21"/>
          <p:cNvSpPr>
            <a:spLocks noChangeShapeType="1"/>
          </p:cNvSpPr>
          <p:nvPr/>
        </p:nvSpPr>
        <p:spPr bwMode="auto">
          <a:xfrm>
            <a:off x="1284288" y="3113088"/>
            <a:ext cx="61753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78" name="Line 22"/>
          <p:cNvSpPr>
            <a:spLocks noChangeShapeType="1"/>
          </p:cNvSpPr>
          <p:nvPr/>
        </p:nvSpPr>
        <p:spPr bwMode="auto">
          <a:xfrm flipV="1">
            <a:off x="1901825" y="2717800"/>
            <a:ext cx="0" cy="395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79" name="Line 23"/>
          <p:cNvSpPr>
            <a:spLocks noChangeShapeType="1"/>
          </p:cNvSpPr>
          <p:nvPr/>
        </p:nvSpPr>
        <p:spPr bwMode="auto">
          <a:xfrm flipV="1">
            <a:off x="2346325" y="1931988"/>
            <a:ext cx="971550" cy="79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80" name="Line 24"/>
          <p:cNvSpPr>
            <a:spLocks noChangeShapeType="1"/>
          </p:cNvSpPr>
          <p:nvPr/>
        </p:nvSpPr>
        <p:spPr bwMode="auto">
          <a:xfrm flipV="1">
            <a:off x="2359025" y="1939925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2371725" y="2771775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>
            <a:off x="2371725" y="31273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83" name="Text Box 27"/>
          <p:cNvSpPr txBox="1">
            <a:spLocks noChangeArrowheads="1"/>
          </p:cNvSpPr>
          <p:nvPr/>
        </p:nvSpPr>
        <p:spPr bwMode="auto">
          <a:xfrm>
            <a:off x="825500" y="1706563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5084" name="Text Box 28"/>
          <p:cNvSpPr txBox="1">
            <a:spLocks noChangeArrowheads="1"/>
          </p:cNvSpPr>
          <p:nvPr/>
        </p:nvSpPr>
        <p:spPr bwMode="auto">
          <a:xfrm>
            <a:off x="909638" y="2851150"/>
            <a:ext cx="433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5085" name="Text Box 29"/>
          <p:cNvSpPr txBox="1">
            <a:spLocks noChangeArrowheads="1"/>
          </p:cNvSpPr>
          <p:nvPr/>
        </p:nvSpPr>
        <p:spPr bwMode="auto">
          <a:xfrm>
            <a:off x="3406775" y="168433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5086" name="Text Box 30"/>
          <p:cNvSpPr txBox="1">
            <a:spLocks noChangeArrowheads="1"/>
          </p:cNvSpPr>
          <p:nvPr/>
        </p:nvSpPr>
        <p:spPr bwMode="auto">
          <a:xfrm>
            <a:off x="3467100" y="2836863"/>
            <a:ext cx="430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>
            <a:off x="1458913" y="1939925"/>
            <a:ext cx="330200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 flipH="1">
            <a:off x="2533650" y="1916113"/>
            <a:ext cx="330200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5089" name="Object 33"/>
          <p:cNvGraphicFramePr>
            <a:graphicFrameLocks noChangeAspect="1"/>
          </p:cNvGraphicFramePr>
          <p:nvPr/>
        </p:nvGraphicFramePr>
        <p:xfrm>
          <a:off x="865188" y="2295525"/>
          <a:ext cx="3159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295525"/>
                        <a:ext cx="3159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0" name="Object 34"/>
          <p:cNvGraphicFramePr>
            <a:graphicFrameLocks noChangeAspect="1"/>
          </p:cNvGraphicFramePr>
          <p:nvPr/>
        </p:nvGraphicFramePr>
        <p:xfrm>
          <a:off x="3446463" y="2317750"/>
          <a:ext cx="3667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2317750"/>
                        <a:ext cx="3667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1" name="Object 35"/>
          <p:cNvGraphicFramePr>
            <a:graphicFrameLocks noChangeAspect="1"/>
          </p:cNvGraphicFramePr>
          <p:nvPr/>
        </p:nvGraphicFramePr>
        <p:xfrm>
          <a:off x="1373188" y="1492250"/>
          <a:ext cx="2301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228600" progId="Equation.DSMT4">
                  <p:embed/>
                </p:oleObj>
              </mc:Choice>
              <mc:Fallback>
                <p:oleObj name="Equation" r:id="rId7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1492250"/>
                        <a:ext cx="2301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2" name="Object 36"/>
          <p:cNvGraphicFramePr>
            <a:graphicFrameLocks noChangeAspect="1"/>
          </p:cNvGraphicFramePr>
          <p:nvPr/>
        </p:nvGraphicFramePr>
        <p:xfrm>
          <a:off x="2628900" y="1417638"/>
          <a:ext cx="2714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417638"/>
                        <a:ext cx="2714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3" name="Oval 37"/>
          <p:cNvSpPr>
            <a:spLocks noChangeArrowheads="1"/>
          </p:cNvSpPr>
          <p:nvPr/>
        </p:nvSpPr>
        <p:spPr bwMode="auto">
          <a:xfrm>
            <a:off x="1733550" y="2093913"/>
            <a:ext cx="55563" cy="95250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94" name="Oval 38"/>
          <p:cNvSpPr>
            <a:spLocks noChangeArrowheads="1"/>
          </p:cNvSpPr>
          <p:nvPr/>
        </p:nvSpPr>
        <p:spPr bwMode="auto">
          <a:xfrm>
            <a:off x="2508250" y="2119313"/>
            <a:ext cx="68263" cy="55562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95" name="Text Box 39"/>
          <p:cNvSpPr txBox="1">
            <a:spLocks noChangeArrowheads="1"/>
          </p:cNvSpPr>
          <p:nvPr/>
        </p:nvSpPr>
        <p:spPr bwMode="auto">
          <a:xfrm>
            <a:off x="1863725" y="3144838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1: n</a:t>
            </a:r>
          </a:p>
        </p:txBody>
      </p:sp>
      <p:sp>
        <p:nvSpPr>
          <p:cNvPr id="45096" name="Line 40"/>
          <p:cNvSpPr>
            <a:spLocks noChangeShapeType="1"/>
          </p:cNvSpPr>
          <p:nvPr/>
        </p:nvSpPr>
        <p:spPr bwMode="auto">
          <a:xfrm>
            <a:off x="3271838" y="1928813"/>
            <a:ext cx="0" cy="117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7" name="Rectangle 41"/>
          <p:cNvSpPr>
            <a:spLocks noChangeArrowheads="1"/>
          </p:cNvSpPr>
          <p:nvPr/>
        </p:nvSpPr>
        <p:spPr bwMode="auto">
          <a:xfrm>
            <a:off x="3209925" y="2355850"/>
            <a:ext cx="122238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98" name="Text Box 42"/>
          <p:cNvSpPr txBox="1">
            <a:spLocks noChangeArrowheads="1"/>
          </p:cNvSpPr>
          <p:nvPr/>
        </p:nvSpPr>
        <p:spPr bwMode="auto">
          <a:xfrm>
            <a:off x="2801938" y="2336800"/>
            <a:ext cx="569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Z</a:t>
            </a:r>
            <a:r>
              <a:rPr lang="en-US" altLang="zh-CN" sz="1800" baseline="-25000" dirty="0"/>
              <a:t>L</a:t>
            </a:r>
          </a:p>
        </p:txBody>
      </p:sp>
      <p:sp>
        <p:nvSpPr>
          <p:cNvPr id="45099" name="Line 43"/>
          <p:cNvSpPr>
            <a:spLocks noChangeShapeType="1"/>
          </p:cNvSpPr>
          <p:nvPr/>
        </p:nvSpPr>
        <p:spPr bwMode="auto">
          <a:xfrm flipV="1">
            <a:off x="935038" y="2743200"/>
            <a:ext cx="427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0" name="Line 44"/>
          <p:cNvSpPr>
            <a:spLocks noChangeShapeType="1"/>
          </p:cNvSpPr>
          <p:nvPr/>
        </p:nvSpPr>
        <p:spPr bwMode="auto">
          <a:xfrm>
            <a:off x="935038" y="2743200"/>
            <a:ext cx="0" cy="752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1" name="Text Box 45"/>
          <p:cNvSpPr txBox="1">
            <a:spLocks noChangeArrowheads="1"/>
          </p:cNvSpPr>
          <p:nvPr/>
        </p:nvSpPr>
        <p:spPr bwMode="auto">
          <a:xfrm>
            <a:off x="752475" y="3576638"/>
            <a:ext cx="669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Zin</a:t>
            </a:r>
          </a:p>
        </p:txBody>
      </p:sp>
      <p:graphicFrame>
        <p:nvGraphicFramePr>
          <p:cNvPr id="4510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53646"/>
              </p:ext>
            </p:extLst>
          </p:nvPr>
        </p:nvGraphicFramePr>
        <p:xfrm>
          <a:off x="4678120" y="1282700"/>
          <a:ext cx="166846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320" imgH="393480" progId="Equation.3">
                  <p:embed/>
                </p:oleObj>
              </mc:Choice>
              <mc:Fallback>
                <p:oleObj name="Equation" r:id="rId11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120" y="1282700"/>
                        <a:ext cx="166846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252" name="Group 196"/>
          <p:cNvGrpSpPr>
            <a:grpSpLocks/>
          </p:cNvGrpSpPr>
          <p:nvPr/>
        </p:nvGrpSpPr>
        <p:grpSpPr bwMode="auto">
          <a:xfrm>
            <a:off x="5175250" y="4071938"/>
            <a:ext cx="3968750" cy="1866900"/>
            <a:chOff x="3086" y="2284"/>
            <a:chExt cx="2500" cy="1176"/>
          </a:xfrm>
        </p:grpSpPr>
        <p:sp>
          <p:nvSpPr>
            <p:cNvPr id="45217" name="Line 161"/>
            <p:cNvSpPr>
              <a:spLocks noChangeShapeType="1"/>
            </p:cNvSpPr>
            <p:nvPr/>
          </p:nvSpPr>
          <p:spPr bwMode="auto">
            <a:xfrm flipH="1">
              <a:off x="3944" y="2337"/>
              <a:ext cx="4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18" name="Line 162"/>
            <p:cNvSpPr>
              <a:spLocks noChangeShapeType="1"/>
            </p:cNvSpPr>
            <p:nvPr/>
          </p:nvSpPr>
          <p:spPr bwMode="auto">
            <a:xfrm flipH="1">
              <a:off x="4051" y="2333"/>
              <a:ext cx="4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19" name="Rectangle 163"/>
            <p:cNvSpPr>
              <a:spLocks noChangeArrowheads="1"/>
            </p:cNvSpPr>
            <p:nvPr/>
          </p:nvSpPr>
          <p:spPr bwMode="auto">
            <a:xfrm>
              <a:off x="3788" y="2284"/>
              <a:ext cx="156" cy="1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20" name="Rectangle 164"/>
            <p:cNvSpPr>
              <a:spLocks noChangeArrowheads="1"/>
            </p:cNvSpPr>
            <p:nvPr/>
          </p:nvSpPr>
          <p:spPr bwMode="auto">
            <a:xfrm>
              <a:off x="4469" y="2299"/>
              <a:ext cx="156" cy="1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21" name="Line 165"/>
            <p:cNvSpPr>
              <a:spLocks noChangeShapeType="1"/>
            </p:cNvSpPr>
            <p:nvPr/>
          </p:nvSpPr>
          <p:spPr bwMode="auto">
            <a:xfrm flipH="1">
              <a:off x="3487" y="2337"/>
              <a:ext cx="3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2" name="Line 166"/>
            <p:cNvSpPr>
              <a:spLocks noChangeShapeType="1"/>
            </p:cNvSpPr>
            <p:nvPr/>
          </p:nvSpPr>
          <p:spPr bwMode="auto">
            <a:xfrm flipH="1">
              <a:off x="4612" y="2351"/>
              <a:ext cx="3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3" name="Line 167"/>
            <p:cNvSpPr>
              <a:spLocks noChangeShapeType="1"/>
            </p:cNvSpPr>
            <p:nvPr/>
          </p:nvSpPr>
          <p:spPr bwMode="auto">
            <a:xfrm flipH="1">
              <a:off x="3487" y="3434"/>
              <a:ext cx="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4" name="Line 168"/>
            <p:cNvSpPr>
              <a:spLocks noChangeShapeType="1"/>
            </p:cNvSpPr>
            <p:nvPr/>
          </p:nvSpPr>
          <p:spPr bwMode="auto">
            <a:xfrm flipH="1">
              <a:off x="4051" y="3429"/>
              <a:ext cx="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5" name="Line 169"/>
            <p:cNvSpPr>
              <a:spLocks noChangeShapeType="1"/>
            </p:cNvSpPr>
            <p:nvPr/>
          </p:nvSpPr>
          <p:spPr bwMode="auto">
            <a:xfrm>
              <a:off x="3514" y="2337"/>
              <a:ext cx="0" cy="10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6" name="Oval 170"/>
            <p:cNvSpPr>
              <a:spLocks noChangeArrowheads="1"/>
            </p:cNvSpPr>
            <p:nvPr/>
          </p:nvSpPr>
          <p:spPr bwMode="auto">
            <a:xfrm>
              <a:off x="3435" y="2779"/>
              <a:ext cx="157" cy="2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27" name="Line 171"/>
            <p:cNvSpPr>
              <a:spLocks noChangeShapeType="1"/>
            </p:cNvSpPr>
            <p:nvPr/>
          </p:nvSpPr>
          <p:spPr bwMode="auto">
            <a:xfrm>
              <a:off x="4932" y="2360"/>
              <a:ext cx="0" cy="10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28" name="Text Box 172"/>
            <p:cNvSpPr txBox="1">
              <a:spLocks noChangeArrowheads="1"/>
            </p:cNvSpPr>
            <p:nvPr/>
          </p:nvSpPr>
          <p:spPr bwMode="auto">
            <a:xfrm>
              <a:off x="3086" y="2809"/>
              <a:ext cx="4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V</a:t>
              </a:r>
              <a:r>
                <a:rPr lang="en-US" altLang="zh-CN" sz="1800" baseline="-25000" dirty="0"/>
                <a:t>s1</a:t>
              </a:r>
            </a:p>
          </p:txBody>
        </p:sp>
        <p:grpSp>
          <p:nvGrpSpPr>
            <p:cNvPr id="45229" name="Group 173"/>
            <p:cNvGrpSpPr>
              <a:grpSpLocks/>
            </p:cNvGrpSpPr>
            <p:nvPr/>
          </p:nvGrpSpPr>
          <p:grpSpPr bwMode="auto">
            <a:xfrm>
              <a:off x="4986" y="2620"/>
              <a:ext cx="117" cy="177"/>
              <a:chOff x="589" y="2906"/>
              <a:chExt cx="230" cy="281"/>
            </a:xfrm>
          </p:grpSpPr>
          <p:sp>
            <p:nvSpPr>
              <p:cNvPr id="45230" name="Line 174"/>
              <p:cNvSpPr>
                <a:spLocks noChangeShapeType="1"/>
              </p:cNvSpPr>
              <p:nvPr/>
            </p:nvSpPr>
            <p:spPr bwMode="auto">
              <a:xfrm>
                <a:off x="589" y="3046"/>
                <a:ext cx="2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231" name="Line 175"/>
              <p:cNvSpPr>
                <a:spLocks noChangeShapeType="1"/>
              </p:cNvSpPr>
              <p:nvPr/>
            </p:nvSpPr>
            <p:spPr bwMode="auto">
              <a:xfrm>
                <a:off x="704" y="2906"/>
                <a:ext cx="1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32" name="Line 176"/>
            <p:cNvSpPr>
              <a:spLocks noChangeShapeType="1"/>
            </p:cNvSpPr>
            <p:nvPr/>
          </p:nvSpPr>
          <p:spPr bwMode="auto">
            <a:xfrm>
              <a:off x="3606" y="3097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33" name="Text Box 177"/>
            <p:cNvSpPr txBox="1">
              <a:spLocks noChangeArrowheads="1"/>
            </p:cNvSpPr>
            <p:nvPr/>
          </p:nvSpPr>
          <p:spPr bwMode="auto">
            <a:xfrm>
              <a:off x="3761" y="2390"/>
              <a:ext cx="4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Z</a:t>
              </a:r>
              <a:r>
                <a:rPr lang="en-US" altLang="zh-CN" sz="2000" baseline="-25000"/>
                <a:t>1</a:t>
              </a:r>
            </a:p>
          </p:txBody>
        </p:sp>
        <p:sp>
          <p:nvSpPr>
            <p:cNvPr id="45234" name="Text Box 178"/>
            <p:cNvSpPr txBox="1">
              <a:spLocks noChangeArrowheads="1"/>
            </p:cNvSpPr>
            <p:nvPr/>
          </p:nvSpPr>
          <p:spPr bwMode="auto">
            <a:xfrm>
              <a:off x="4332" y="2451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Z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/n</a:t>
              </a:r>
              <a:r>
                <a:rPr lang="en-US" altLang="zh-CN" sz="2000" baseline="30000"/>
                <a:t>2</a:t>
              </a:r>
            </a:p>
          </p:txBody>
        </p:sp>
        <p:sp>
          <p:nvSpPr>
            <p:cNvPr id="45242" name="Oval 186"/>
            <p:cNvSpPr>
              <a:spLocks noChangeArrowheads="1"/>
            </p:cNvSpPr>
            <p:nvPr/>
          </p:nvSpPr>
          <p:spPr bwMode="auto">
            <a:xfrm>
              <a:off x="4857" y="2795"/>
              <a:ext cx="157" cy="2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243" name="Group 187"/>
            <p:cNvGrpSpPr>
              <a:grpSpLocks/>
            </p:cNvGrpSpPr>
            <p:nvPr/>
          </p:nvGrpSpPr>
          <p:grpSpPr bwMode="auto">
            <a:xfrm>
              <a:off x="3583" y="2635"/>
              <a:ext cx="117" cy="177"/>
              <a:chOff x="589" y="2906"/>
              <a:chExt cx="230" cy="281"/>
            </a:xfrm>
          </p:grpSpPr>
          <p:sp>
            <p:nvSpPr>
              <p:cNvPr id="45244" name="Line 188"/>
              <p:cNvSpPr>
                <a:spLocks noChangeShapeType="1"/>
              </p:cNvSpPr>
              <p:nvPr/>
            </p:nvSpPr>
            <p:spPr bwMode="auto">
              <a:xfrm>
                <a:off x="589" y="3046"/>
                <a:ext cx="2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245" name="Line 189"/>
              <p:cNvSpPr>
                <a:spLocks noChangeShapeType="1"/>
              </p:cNvSpPr>
              <p:nvPr/>
            </p:nvSpPr>
            <p:spPr bwMode="auto">
              <a:xfrm>
                <a:off x="704" y="2906"/>
                <a:ext cx="1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46" name="Line 190"/>
            <p:cNvSpPr>
              <a:spLocks noChangeShapeType="1"/>
            </p:cNvSpPr>
            <p:nvPr/>
          </p:nvSpPr>
          <p:spPr bwMode="auto">
            <a:xfrm>
              <a:off x="4974" y="3139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47" name="Text Box 191"/>
            <p:cNvSpPr txBox="1">
              <a:spLocks noChangeArrowheads="1"/>
            </p:cNvSpPr>
            <p:nvPr/>
          </p:nvSpPr>
          <p:spPr bwMode="auto">
            <a:xfrm>
              <a:off x="5016" y="2813"/>
              <a:ext cx="5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/>
                <a:t>V</a:t>
              </a:r>
              <a:r>
                <a:rPr lang="en-US" altLang="zh-CN" sz="2000" baseline="-25000" dirty="0"/>
                <a:t>s2</a:t>
              </a:r>
              <a:r>
                <a:rPr lang="en-US" altLang="zh-CN" sz="2000" dirty="0"/>
                <a:t>/n</a:t>
              </a:r>
              <a:endParaRPr lang="en-US" altLang="zh-CN" sz="2000" baseline="30000" dirty="0"/>
            </a:p>
          </p:txBody>
        </p:sp>
        <p:sp>
          <p:nvSpPr>
            <p:cNvPr id="45248" name="Oval 192"/>
            <p:cNvSpPr>
              <a:spLocks noChangeArrowheads="1"/>
            </p:cNvSpPr>
            <p:nvPr/>
          </p:nvSpPr>
          <p:spPr bwMode="auto">
            <a:xfrm>
              <a:off x="4193" y="2304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49" name="Oval 193"/>
            <p:cNvSpPr>
              <a:spLocks noChangeArrowheads="1"/>
            </p:cNvSpPr>
            <p:nvPr/>
          </p:nvSpPr>
          <p:spPr bwMode="auto">
            <a:xfrm>
              <a:off x="4155" y="3404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254" name="Group 198"/>
          <p:cNvGrpSpPr>
            <a:grpSpLocks/>
          </p:cNvGrpSpPr>
          <p:nvPr/>
        </p:nvGrpSpPr>
        <p:grpSpPr bwMode="auto">
          <a:xfrm>
            <a:off x="341313" y="3905250"/>
            <a:ext cx="4756150" cy="2155825"/>
            <a:chOff x="215" y="2460"/>
            <a:chExt cx="2996" cy="1358"/>
          </a:xfrm>
        </p:grpSpPr>
        <p:sp>
          <p:nvSpPr>
            <p:cNvPr id="45171" name="Text Box 115"/>
            <p:cNvSpPr txBox="1">
              <a:spLocks noChangeArrowheads="1"/>
            </p:cNvSpPr>
            <p:nvPr/>
          </p:nvSpPr>
          <p:spPr bwMode="auto">
            <a:xfrm>
              <a:off x="2777" y="3238"/>
              <a:ext cx="4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V</a:t>
              </a:r>
              <a:r>
                <a:rPr lang="en-US" altLang="zh-CN" sz="1800" baseline="-25000" dirty="0"/>
                <a:t>s2</a:t>
              </a:r>
            </a:p>
          </p:txBody>
        </p:sp>
        <p:grpSp>
          <p:nvGrpSpPr>
            <p:cNvPr id="45177" name="Group 121"/>
            <p:cNvGrpSpPr>
              <a:grpSpLocks/>
            </p:cNvGrpSpPr>
            <p:nvPr/>
          </p:nvGrpSpPr>
          <p:grpSpPr bwMode="auto">
            <a:xfrm>
              <a:off x="215" y="2460"/>
              <a:ext cx="2674" cy="1358"/>
              <a:chOff x="283" y="2567"/>
              <a:chExt cx="2674" cy="1358"/>
            </a:xfrm>
          </p:grpSpPr>
          <p:grpSp>
            <p:nvGrpSpPr>
              <p:cNvPr id="45103" name="Group 47"/>
              <p:cNvGrpSpPr>
                <a:grpSpLocks/>
              </p:cNvGrpSpPr>
              <p:nvPr/>
            </p:nvGrpSpPr>
            <p:grpSpPr bwMode="auto">
              <a:xfrm rot="5400000">
                <a:off x="1283" y="3238"/>
                <a:ext cx="564" cy="209"/>
                <a:chOff x="3386" y="1683"/>
                <a:chExt cx="525" cy="217"/>
              </a:xfrm>
            </p:grpSpPr>
            <p:sp>
              <p:nvSpPr>
                <p:cNvPr id="45104" name="Freeform 48"/>
                <p:cNvSpPr>
                  <a:spLocks/>
                </p:cNvSpPr>
                <p:nvPr/>
              </p:nvSpPr>
              <p:spPr bwMode="auto">
                <a:xfrm>
                  <a:off x="3386" y="1753"/>
                  <a:ext cx="525" cy="119"/>
                </a:xfrm>
                <a:custGeom>
                  <a:avLst/>
                  <a:gdLst>
                    <a:gd name="T0" fmla="*/ 525 w 525"/>
                    <a:gd name="T1" fmla="*/ 119 h 119"/>
                    <a:gd name="T2" fmla="*/ 525 w 525"/>
                    <a:gd name="T3" fmla="*/ 0 h 119"/>
                    <a:gd name="T4" fmla="*/ 0 w 525"/>
                    <a:gd name="T5" fmla="*/ 0 h 119"/>
                    <a:gd name="T6" fmla="*/ 0 w 525"/>
                    <a:gd name="T7" fmla="*/ 119 h 119"/>
                    <a:gd name="T8" fmla="*/ 525 w 525"/>
                    <a:gd name="T9" fmla="*/ 119 h 119"/>
                    <a:gd name="T10" fmla="*/ 525 w 525"/>
                    <a:gd name="T11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5" h="119">
                      <a:moveTo>
                        <a:pt x="525" y="119"/>
                      </a:moveTo>
                      <a:lnTo>
                        <a:pt x="525" y="0"/>
                      </a:lnTo>
                      <a:lnTo>
                        <a:pt x="0" y="0"/>
                      </a:lnTo>
                      <a:lnTo>
                        <a:pt x="0" y="119"/>
                      </a:lnTo>
                      <a:lnTo>
                        <a:pt x="525" y="119"/>
                      </a:lnTo>
                      <a:lnTo>
                        <a:pt x="525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05" name="Freeform 49"/>
                <p:cNvSpPr>
                  <a:spLocks/>
                </p:cNvSpPr>
                <p:nvPr/>
              </p:nvSpPr>
              <p:spPr bwMode="auto">
                <a:xfrm>
                  <a:off x="3393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06" name="Freeform 50"/>
                <p:cNvSpPr>
                  <a:spLocks noEditPoints="1"/>
                </p:cNvSpPr>
                <p:nvPr/>
              </p:nvSpPr>
              <p:spPr bwMode="auto">
                <a:xfrm>
                  <a:off x="3470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07" name="Freeform 51"/>
                <p:cNvSpPr>
                  <a:spLocks noEditPoints="1"/>
                </p:cNvSpPr>
                <p:nvPr/>
              </p:nvSpPr>
              <p:spPr bwMode="auto">
                <a:xfrm>
                  <a:off x="3533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08" name="Freeform 52"/>
                <p:cNvSpPr>
                  <a:spLocks noEditPoints="1"/>
                </p:cNvSpPr>
                <p:nvPr/>
              </p:nvSpPr>
              <p:spPr bwMode="auto">
                <a:xfrm>
                  <a:off x="3512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09" name="Freeform 53"/>
                <p:cNvSpPr>
                  <a:spLocks noEditPoints="1"/>
                </p:cNvSpPr>
                <p:nvPr/>
              </p:nvSpPr>
              <p:spPr bwMode="auto">
                <a:xfrm>
                  <a:off x="3512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  <a:gd name="T22" fmla="*/ 0 w 77"/>
                    <a:gd name="T23" fmla="*/ 126 h 126"/>
                    <a:gd name="T24" fmla="*/ 0 w 77"/>
                    <a:gd name="T25" fmla="*/ 126 h 126"/>
                    <a:gd name="T26" fmla="*/ 0 w 77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0" name="Freeform 54"/>
                <p:cNvSpPr>
                  <a:spLocks noEditPoints="1"/>
                </p:cNvSpPr>
                <p:nvPr/>
              </p:nvSpPr>
              <p:spPr bwMode="auto">
                <a:xfrm>
                  <a:off x="3589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1" name="Freeform 55"/>
                <p:cNvSpPr>
                  <a:spLocks noEditPoints="1"/>
                </p:cNvSpPr>
                <p:nvPr/>
              </p:nvSpPr>
              <p:spPr bwMode="auto">
                <a:xfrm>
                  <a:off x="3652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2" name="Freeform 56"/>
                <p:cNvSpPr>
                  <a:spLocks noEditPoints="1"/>
                </p:cNvSpPr>
                <p:nvPr/>
              </p:nvSpPr>
              <p:spPr bwMode="auto">
                <a:xfrm>
                  <a:off x="3631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3" name="Freeform 57"/>
                <p:cNvSpPr>
                  <a:spLocks noEditPoints="1"/>
                </p:cNvSpPr>
                <p:nvPr/>
              </p:nvSpPr>
              <p:spPr bwMode="auto">
                <a:xfrm>
                  <a:off x="3631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4" name="Freeform 58"/>
                <p:cNvSpPr>
                  <a:spLocks noEditPoints="1"/>
                </p:cNvSpPr>
                <p:nvPr/>
              </p:nvSpPr>
              <p:spPr bwMode="auto">
                <a:xfrm>
                  <a:off x="3715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5" name="Freeform 59"/>
                <p:cNvSpPr>
                  <a:spLocks noEditPoints="1"/>
                </p:cNvSpPr>
                <p:nvPr/>
              </p:nvSpPr>
              <p:spPr bwMode="auto">
                <a:xfrm>
                  <a:off x="3771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6" name="Freeform 60"/>
                <p:cNvSpPr>
                  <a:spLocks noEditPoints="1"/>
                </p:cNvSpPr>
                <p:nvPr/>
              </p:nvSpPr>
              <p:spPr bwMode="auto">
                <a:xfrm>
                  <a:off x="3750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7" name="Freeform 61"/>
                <p:cNvSpPr>
                  <a:spLocks noEditPoints="1"/>
                </p:cNvSpPr>
                <p:nvPr/>
              </p:nvSpPr>
              <p:spPr bwMode="auto">
                <a:xfrm>
                  <a:off x="3750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8" name="Freeform 62"/>
                <p:cNvSpPr>
                  <a:spLocks noEditPoints="1"/>
                </p:cNvSpPr>
                <p:nvPr/>
              </p:nvSpPr>
              <p:spPr bwMode="auto">
                <a:xfrm>
                  <a:off x="3834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9" name="Freeform 63"/>
                <p:cNvSpPr>
                  <a:spLocks noEditPoints="1"/>
                </p:cNvSpPr>
                <p:nvPr/>
              </p:nvSpPr>
              <p:spPr bwMode="auto">
                <a:xfrm>
                  <a:off x="3393" y="1809"/>
                  <a:ext cx="518" cy="1"/>
                </a:xfrm>
                <a:custGeom>
                  <a:avLst/>
                  <a:gdLst>
                    <a:gd name="T0" fmla="*/ 0 w 518"/>
                    <a:gd name="T1" fmla="*/ 0 w 518"/>
                    <a:gd name="T2" fmla="*/ 0 w 518"/>
                    <a:gd name="T3" fmla="*/ 518 w 518"/>
                    <a:gd name="T4" fmla="*/ 518 w 518"/>
                    <a:gd name="T5" fmla="*/ 518 w 51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1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518" y="0"/>
                      </a:moveTo>
                      <a:lnTo>
                        <a:pt x="518" y="0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120" name="Group 64"/>
              <p:cNvGrpSpPr>
                <a:grpSpLocks/>
              </p:cNvGrpSpPr>
              <p:nvPr/>
            </p:nvGrpSpPr>
            <p:grpSpPr bwMode="auto">
              <a:xfrm rot="16200000" flipH="1">
                <a:off x="1628" y="3248"/>
                <a:ext cx="564" cy="209"/>
                <a:chOff x="3386" y="1683"/>
                <a:chExt cx="525" cy="217"/>
              </a:xfrm>
            </p:grpSpPr>
            <p:sp>
              <p:nvSpPr>
                <p:cNvPr id="45121" name="Freeform 65"/>
                <p:cNvSpPr>
                  <a:spLocks/>
                </p:cNvSpPr>
                <p:nvPr/>
              </p:nvSpPr>
              <p:spPr bwMode="auto">
                <a:xfrm>
                  <a:off x="3386" y="1753"/>
                  <a:ext cx="525" cy="119"/>
                </a:xfrm>
                <a:custGeom>
                  <a:avLst/>
                  <a:gdLst>
                    <a:gd name="T0" fmla="*/ 525 w 525"/>
                    <a:gd name="T1" fmla="*/ 119 h 119"/>
                    <a:gd name="T2" fmla="*/ 525 w 525"/>
                    <a:gd name="T3" fmla="*/ 0 h 119"/>
                    <a:gd name="T4" fmla="*/ 0 w 525"/>
                    <a:gd name="T5" fmla="*/ 0 h 119"/>
                    <a:gd name="T6" fmla="*/ 0 w 525"/>
                    <a:gd name="T7" fmla="*/ 119 h 119"/>
                    <a:gd name="T8" fmla="*/ 525 w 525"/>
                    <a:gd name="T9" fmla="*/ 119 h 119"/>
                    <a:gd name="T10" fmla="*/ 525 w 525"/>
                    <a:gd name="T11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5" h="119">
                      <a:moveTo>
                        <a:pt x="525" y="119"/>
                      </a:moveTo>
                      <a:lnTo>
                        <a:pt x="525" y="0"/>
                      </a:lnTo>
                      <a:lnTo>
                        <a:pt x="0" y="0"/>
                      </a:lnTo>
                      <a:lnTo>
                        <a:pt x="0" y="119"/>
                      </a:lnTo>
                      <a:lnTo>
                        <a:pt x="525" y="119"/>
                      </a:lnTo>
                      <a:lnTo>
                        <a:pt x="525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2" name="Freeform 66"/>
                <p:cNvSpPr>
                  <a:spLocks/>
                </p:cNvSpPr>
                <p:nvPr/>
              </p:nvSpPr>
              <p:spPr bwMode="auto">
                <a:xfrm>
                  <a:off x="3393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3" name="Freeform 67"/>
                <p:cNvSpPr>
                  <a:spLocks noEditPoints="1"/>
                </p:cNvSpPr>
                <p:nvPr/>
              </p:nvSpPr>
              <p:spPr bwMode="auto">
                <a:xfrm>
                  <a:off x="3470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4" name="Freeform 68"/>
                <p:cNvSpPr>
                  <a:spLocks noEditPoints="1"/>
                </p:cNvSpPr>
                <p:nvPr/>
              </p:nvSpPr>
              <p:spPr bwMode="auto">
                <a:xfrm>
                  <a:off x="3533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5" name="Freeform 69"/>
                <p:cNvSpPr>
                  <a:spLocks noEditPoints="1"/>
                </p:cNvSpPr>
                <p:nvPr/>
              </p:nvSpPr>
              <p:spPr bwMode="auto">
                <a:xfrm>
                  <a:off x="3512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6" name="Freeform 70"/>
                <p:cNvSpPr>
                  <a:spLocks noEditPoints="1"/>
                </p:cNvSpPr>
                <p:nvPr/>
              </p:nvSpPr>
              <p:spPr bwMode="auto">
                <a:xfrm>
                  <a:off x="3512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  <a:gd name="T22" fmla="*/ 0 w 77"/>
                    <a:gd name="T23" fmla="*/ 126 h 126"/>
                    <a:gd name="T24" fmla="*/ 0 w 77"/>
                    <a:gd name="T25" fmla="*/ 126 h 126"/>
                    <a:gd name="T26" fmla="*/ 0 w 77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7" name="Freeform 71"/>
                <p:cNvSpPr>
                  <a:spLocks noEditPoints="1"/>
                </p:cNvSpPr>
                <p:nvPr/>
              </p:nvSpPr>
              <p:spPr bwMode="auto">
                <a:xfrm>
                  <a:off x="3589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8" name="Freeform 72"/>
                <p:cNvSpPr>
                  <a:spLocks noEditPoints="1"/>
                </p:cNvSpPr>
                <p:nvPr/>
              </p:nvSpPr>
              <p:spPr bwMode="auto">
                <a:xfrm>
                  <a:off x="3652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29" name="Freeform 73"/>
                <p:cNvSpPr>
                  <a:spLocks noEditPoints="1"/>
                </p:cNvSpPr>
                <p:nvPr/>
              </p:nvSpPr>
              <p:spPr bwMode="auto">
                <a:xfrm>
                  <a:off x="3631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0" name="Freeform 74"/>
                <p:cNvSpPr>
                  <a:spLocks noEditPoints="1"/>
                </p:cNvSpPr>
                <p:nvPr/>
              </p:nvSpPr>
              <p:spPr bwMode="auto">
                <a:xfrm>
                  <a:off x="3631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1" name="Freeform 75"/>
                <p:cNvSpPr>
                  <a:spLocks noEditPoints="1"/>
                </p:cNvSpPr>
                <p:nvPr/>
              </p:nvSpPr>
              <p:spPr bwMode="auto">
                <a:xfrm>
                  <a:off x="3715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2" name="Freeform 76"/>
                <p:cNvSpPr>
                  <a:spLocks noEditPoints="1"/>
                </p:cNvSpPr>
                <p:nvPr/>
              </p:nvSpPr>
              <p:spPr bwMode="auto">
                <a:xfrm>
                  <a:off x="3771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3" name="Freeform 77"/>
                <p:cNvSpPr>
                  <a:spLocks noEditPoints="1"/>
                </p:cNvSpPr>
                <p:nvPr/>
              </p:nvSpPr>
              <p:spPr bwMode="auto">
                <a:xfrm>
                  <a:off x="3750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4" name="Freeform 78"/>
                <p:cNvSpPr>
                  <a:spLocks noEditPoints="1"/>
                </p:cNvSpPr>
                <p:nvPr/>
              </p:nvSpPr>
              <p:spPr bwMode="auto">
                <a:xfrm>
                  <a:off x="3750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5" name="Freeform 79"/>
                <p:cNvSpPr>
                  <a:spLocks noEditPoints="1"/>
                </p:cNvSpPr>
                <p:nvPr/>
              </p:nvSpPr>
              <p:spPr bwMode="auto">
                <a:xfrm>
                  <a:off x="3834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36" name="Freeform 80"/>
                <p:cNvSpPr>
                  <a:spLocks noEditPoints="1"/>
                </p:cNvSpPr>
                <p:nvPr/>
              </p:nvSpPr>
              <p:spPr bwMode="auto">
                <a:xfrm>
                  <a:off x="3393" y="1809"/>
                  <a:ext cx="518" cy="1"/>
                </a:xfrm>
                <a:custGeom>
                  <a:avLst/>
                  <a:gdLst>
                    <a:gd name="T0" fmla="*/ 0 w 518"/>
                    <a:gd name="T1" fmla="*/ 0 w 518"/>
                    <a:gd name="T2" fmla="*/ 0 w 518"/>
                    <a:gd name="T3" fmla="*/ 518 w 518"/>
                    <a:gd name="T4" fmla="*/ 518 w 518"/>
                    <a:gd name="T5" fmla="*/ 518 w 51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1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518" y="0"/>
                      </a:moveTo>
                      <a:lnTo>
                        <a:pt x="518" y="0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137" name="Line 81"/>
              <p:cNvSpPr>
                <a:spLocks noChangeShapeType="1"/>
              </p:cNvSpPr>
              <p:nvPr/>
            </p:nvSpPr>
            <p:spPr bwMode="auto">
              <a:xfrm flipH="1">
                <a:off x="1559" y="3617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38" name="Line 82"/>
              <p:cNvSpPr>
                <a:spLocks noChangeShapeType="1"/>
              </p:cNvSpPr>
              <p:nvPr/>
            </p:nvSpPr>
            <p:spPr bwMode="auto">
              <a:xfrm flipH="1">
                <a:off x="1893" y="3643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39" name="Line 83"/>
              <p:cNvSpPr>
                <a:spLocks noChangeShapeType="1"/>
              </p:cNvSpPr>
              <p:nvPr/>
            </p:nvSpPr>
            <p:spPr bwMode="auto">
              <a:xfrm flipH="1">
                <a:off x="1553" y="2795"/>
                <a:ext cx="0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0" name="Line 84"/>
              <p:cNvSpPr>
                <a:spLocks noChangeShapeType="1"/>
              </p:cNvSpPr>
              <p:nvPr/>
            </p:nvSpPr>
            <p:spPr bwMode="auto">
              <a:xfrm flipH="1">
                <a:off x="1906" y="2812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1" name="Line 85"/>
              <p:cNvSpPr>
                <a:spLocks noChangeShapeType="1"/>
              </p:cNvSpPr>
              <p:nvPr/>
            </p:nvSpPr>
            <p:spPr bwMode="auto">
              <a:xfrm flipH="1">
                <a:off x="1141" y="2803"/>
                <a:ext cx="4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2" name="Line 86"/>
              <p:cNvSpPr>
                <a:spLocks noChangeShapeType="1"/>
              </p:cNvSpPr>
              <p:nvPr/>
            </p:nvSpPr>
            <p:spPr bwMode="auto">
              <a:xfrm flipH="1">
                <a:off x="1905" y="2812"/>
                <a:ext cx="4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3" name="Rectangle 87"/>
              <p:cNvSpPr>
                <a:spLocks noChangeArrowheads="1"/>
              </p:cNvSpPr>
              <p:nvPr/>
            </p:nvSpPr>
            <p:spPr bwMode="auto">
              <a:xfrm>
                <a:off x="985" y="2750"/>
                <a:ext cx="156" cy="10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44" name="Rectangle 88"/>
              <p:cNvSpPr>
                <a:spLocks noChangeArrowheads="1"/>
              </p:cNvSpPr>
              <p:nvPr/>
            </p:nvSpPr>
            <p:spPr bwMode="auto">
              <a:xfrm>
                <a:off x="2323" y="2778"/>
                <a:ext cx="156" cy="1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45" name="Line 89"/>
              <p:cNvSpPr>
                <a:spLocks noChangeShapeType="1"/>
              </p:cNvSpPr>
              <p:nvPr/>
            </p:nvSpPr>
            <p:spPr bwMode="auto">
              <a:xfrm flipH="1">
                <a:off x="684" y="2803"/>
                <a:ext cx="3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6" name="Line 90"/>
              <p:cNvSpPr>
                <a:spLocks noChangeShapeType="1"/>
              </p:cNvSpPr>
              <p:nvPr/>
            </p:nvSpPr>
            <p:spPr bwMode="auto">
              <a:xfrm flipH="1">
                <a:off x="2466" y="2830"/>
                <a:ext cx="3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7" name="Line 91"/>
              <p:cNvSpPr>
                <a:spLocks noChangeShapeType="1"/>
              </p:cNvSpPr>
              <p:nvPr/>
            </p:nvSpPr>
            <p:spPr bwMode="auto">
              <a:xfrm flipH="1">
                <a:off x="684" y="3900"/>
                <a:ext cx="8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8" name="Line 92"/>
              <p:cNvSpPr>
                <a:spLocks noChangeShapeType="1"/>
              </p:cNvSpPr>
              <p:nvPr/>
            </p:nvSpPr>
            <p:spPr bwMode="auto">
              <a:xfrm flipH="1">
                <a:off x="1905" y="3908"/>
                <a:ext cx="8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49" name="Line 93"/>
              <p:cNvSpPr>
                <a:spLocks noChangeShapeType="1"/>
              </p:cNvSpPr>
              <p:nvPr/>
            </p:nvSpPr>
            <p:spPr bwMode="auto">
              <a:xfrm>
                <a:off x="711" y="2803"/>
                <a:ext cx="0" cy="10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0" name="Oval 94"/>
              <p:cNvSpPr>
                <a:spLocks noChangeArrowheads="1"/>
              </p:cNvSpPr>
              <p:nvPr/>
            </p:nvSpPr>
            <p:spPr bwMode="auto">
              <a:xfrm>
                <a:off x="632" y="3245"/>
                <a:ext cx="157" cy="22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51" name="Line 95"/>
              <p:cNvSpPr>
                <a:spLocks noChangeShapeType="1"/>
              </p:cNvSpPr>
              <p:nvPr/>
            </p:nvSpPr>
            <p:spPr bwMode="auto">
              <a:xfrm>
                <a:off x="2786" y="2839"/>
                <a:ext cx="0" cy="10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3" name="Text Box 97"/>
              <p:cNvSpPr txBox="1">
                <a:spLocks noChangeArrowheads="1"/>
              </p:cNvSpPr>
              <p:nvPr/>
            </p:nvSpPr>
            <p:spPr bwMode="auto">
              <a:xfrm>
                <a:off x="283" y="3275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/>
                  <a:t>V</a:t>
                </a:r>
                <a:r>
                  <a:rPr lang="en-US" altLang="zh-CN" sz="1800" baseline="-25000" dirty="0"/>
                  <a:t>s1</a:t>
                </a:r>
              </a:p>
            </p:txBody>
          </p:sp>
          <p:grpSp>
            <p:nvGrpSpPr>
              <p:cNvPr id="45154" name="Group 98"/>
              <p:cNvGrpSpPr>
                <a:grpSpLocks/>
              </p:cNvGrpSpPr>
              <p:nvPr/>
            </p:nvGrpSpPr>
            <p:grpSpPr bwMode="auto">
              <a:xfrm>
                <a:off x="2840" y="3099"/>
                <a:ext cx="117" cy="177"/>
                <a:chOff x="589" y="2906"/>
                <a:chExt cx="230" cy="281"/>
              </a:xfrm>
            </p:grpSpPr>
            <p:sp>
              <p:nvSpPr>
                <p:cNvPr id="45155" name="Line 99"/>
                <p:cNvSpPr>
                  <a:spLocks noChangeShapeType="1"/>
                </p:cNvSpPr>
                <p:nvPr/>
              </p:nvSpPr>
              <p:spPr bwMode="auto">
                <a:xfrm>
                  <a:off x="589" y="3046"/>
                  <a:ext cx="2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56" name="Line 100"/>
                <p:cNvSpPr>
                  <a:spLocks noChangeShapeType="1"/>
                </p:cNvSpPr>
                <p:nvPr/>
              </p:nvSpPr>
              <p:spPr bwMode="auto">
                <a:xfrm>
                  <a:off x="704" y="2906"/>
                  <a:ext cx="1" cy="2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157" name="Line 101"/>
              <p:cNvSpPr>
                <a:spLocks noChangeShapeType="1"/>
              </p:cNvSpPr>
              <p:nvPr/>
            </p:nvSpPr>
            <p:spPr bwMode="auto">
              <a:xfrm>
                <a:off x="803" y="3563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8" name="Text Box 102"/>
              <p:cNvSpPr txBox="1">
                <a:spLocks noChangeArrowheads="1"/>
              </p:cNvSpPr>
              <p:nvPr/>
            </p:nvSpPr>
            <p:spPr bwMode="auto">
              <a:xfrm>
                <a:off x="958" y="2856"/>
                <a:ext cx="41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/>
                  <a:t>Z</a:t>
                </a:r>
                <a:r>
                  <a:rPr lang="en-US" altLang="zh-CN" sz="1600" baseline="-25000"/>
                  <a:t>1</a:t>
                </a:r>
              </a:p>
            </p:txBody>
          </p:sp>
          <p:sp>
            <p:nvSpPr>
              <p:cNvPr id="45159" name="Text Box 103"/>
              <p:cNvSpPr txBox="1">
                <a:spLocks noChangeArrowheads="1"/>
              </p:cNvSpPr>
              <p:nvPr/>
            </p:nvSpPr>
            <p:spPr bwMode="auto">
              <a:xfrm>
                <a:off x="2266" y="2850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/>
                  <a:t>Z</a:t>
                </a:r>
                <a:r>
                  <a:rPr lang="en-US" altLang="zh-CN" sz="1600" baseline="-25000"/>
                  <a:t>2</a:t>
                </a:r>
              </a:p>
            </p:txBody>
          </p:sp>
          <p:sp>
            <p:nvSpPr>
              <p:cNvPr id="45162" name="Oval 106"/>
              <p:cNvSpPr>
                <a:spLocks noChangeArrowheads="1"/>
              </p:cNvSpPr>
              <p:nvPr/>
            </p:nvSpPr>
            <p:spPr bwMode="auto">
              <a:xfrm>
                <a:off x="1442" y="2980"/>
                <a:ext cx="57" cy="7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63" name="Oval 107"/>
              <p:cNvSpPr>
                <a:spLocks noChangeArrowheads="1"/>
              </p:cNvSpPr>
              <p:nvPr/>
            </p:nvSpPr>
            <p:spPr bwMode="auto">
              <a:xfrm>
                <a:off x="1971" y="2988"/>
                <a:ext cx="57" cy="7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64" name="Text Box 108"/>
              <p:cNvSpPr txBox="1">
                <a:spLocks noChangeArrowheads="1"/>
              </p:cNvSpPr>
              <p:nvPr/>
            </p:nvSpPr>
            <p:spPr bwMode="auto">
              <a:xfrm>
                <a:off x="1557" y="2567"/>
                <a:ext cx="39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1: n</a:t>
                </a:r>
              </a:p>
            </p:txBody>
          </p:sp>
          <p:sp>
            <p:nvSpPr>
              <p:cNvPr id="45166" name="AutoShape 110"/>
              <p:cNvSpPr>
                <a:spLocks noChangeArrowheads="1"/>
              </p:cNvSpPr>
              <p:nvPr/>
            </p:nvSpPr>
            <p:spPr bwMode="auto">
              <a:xfrm>
                <a:off x="985" y="3281"/>
                <a:ext cx="326" cy="247"/>
              </a:xfrm>
              <a:prstGeom prst="curvedDownArrow">
                <a:avLst>
                  <a:gd name="adj1" fmla="val 26397"/>
                  <a:gd name="adj2" fmla="val 52794"/>
                  <a:gd name="adj3" fmla="val 333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67" name="Text Box 111"/>
              <p:cNvSpPr txBox="1">
                <a:spLocks noChangeArrowheads="1"/>
              </p:cNvSpPr>
              <p:nvPr/>
            </p:nvSpPr>
            <p:spPr bwMode="auto">
              <a:xfrm>
                <a:off x="1154" y="3546"/>
                <a:ext cx="4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I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45168" name="AutoShape 112"/>
              <p:cNvSpPr>
                <a:spLocks noChangeArrowheads="1"/>
              </p:cNvSpPr>
              <p:nvPr/>
            </p:nvSpPr>
            <p:spPr bwMode="auto">
              <a:xfrm>
                <a:off x="2298" y="3343"/>
                <a:ext cx="326" cy="248"/>
              </a:xfrm>
              <a:prstGeom prst="curvedDownArrow">
                <a:avLst>
                  <a:gd name="adj1" fmla="val 26290"/>
                  <a:gd name="adj2" fmla="val 52581"/>
                  <a:gd name="adj3" fmla="val 333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69" name="Text Box 113"/>
              <p:cNvSpPr txBox="1">
                <a:spLocks noChangeArrowheads="1"/>
              </p:cNvSpPr>
              <p:nvPr/>
            </p:nvSpPr>
            <p:spPr bwMode="auto">
              <a:xfrm>
                <a:off x="2447" y="3581"/>
                <a:ext cx="274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I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45170" name="Oval 114"/>
              <p:cNvSpPr>
                <a:spLocks noChangeArrowheads="1"/>
              </p:cNvSpPr>
              <p:nvPr/>
            </p:nvSpPr>
            <p:spPr bwMode="auto">
              <a:xfrm>
                <a:off x="2711" y="3274"/>
                <a:ext cx="157" cy="22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5173" name="Group 117"/>
              <p:cNvGrpSpPr>
                <a:grpSpLocks/>
              </p:cNvGrpSpPr>
              <p:nvPr/>
            </p:nvGrpSpPr>
            <p:grpSpPr bwMode="auto">
              <a:xfrm>
                <a:off x="780" y="3101"/>
                <a:ext cx="117" cy="177"/>
                <a:chOff x="589" y="2906"/>
                <a:chExt cx="230" cy="281"/>
              </a:xfrm>
            </p:grpSpPr>
            <p:sp>
              <p:nvSpPr>
                <p:cNvPr id="45174" name="Line 118"/>
                <p:cNvSpPr>
                  <a:spLocks noChangeShapeType="1"/>
                </p:cNvSpPr>
                <p:nvPr/>
              </p:nvSpPr>
              <p:spPr bwMode="auto">
                <a:xfrm>
                  <a:off x="589" y="3046"/>
                  <a:ext cx="2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75" name="Line 119"/>
                <p:cNvSpPr>
                  <a:spLocks noChangeShapeType="1"/>
                </p:cNvSpPr>
                <p:nvPr/>
              </p:nvSpPr>
              <p:spPr bwMode="auto">
                <a:xfrm>
                  <a:off x="704" y="2906"/>
                  <a:ext cx="1" cy="2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176" name="Line 120"/>
              <p:cNvSpPr>
                <a:spLocks noChangeShapeType="1"/>
              </p:cNvSpPr>
              <p:nvPr/>
            </p:nvSpPr>
            <p:spPr bwMode="auto">
              <a:xfrm>
                <a:off x="2828" y="3618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50" name="Oval 194"/>
            <p:cNvSpPr>
              <a:spLocks noChangeArrowheads="1"/>
            </p:cNvSpPr>
            <p:nvPr/>
          </p:nvSpPr>
          <p:spPr bwMode="auto">
            <a:xfrm>
              <a:off x="1183" y="2669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51" name="Oval 195"/>
            <p:cNvSpPr>
              <a:spLocks noChangeArrowheads="1"/>
            </p:cNvSpPr>
            <p:nvPr/>
          </p:nvSpPr>
          <p:spPr bwMode="auto">
            <a:xfrm>
              <a:off x="1156" y="3755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253" name="AutoShape 197"/>
          <p:cNvSpPr>
            <a:spLocks noChangeArrowheads="1"/>
          </p:cNvSpPr>
          <p:nvPr/>
        </p:nvSpPr>
        <p:spPr bwMode="auto">
          <a:xfrm>
            <a:off x="6911976" y="2536752"/>
            <a:ext cx="1976437" cy="1065286"/>
          </a:xfrm>
          <a:prstGeom prst="wedgeEllipseCallout">
            <a:avLst>
              <a:gd name="adj1" fmla="val -12324"/>
              <a:gd name="adj2" fmla="val 85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 err="1"/>
              <a:t>Thevenin</a:t>
            </a:r>
            <a:r>
              <a:rPr lang="en-US" altLang="zh-CN" sz="2000" dirty="0"/>
              <a:t> equivalent</a:t>
            </a:r>
          </a:p>
        </p:txBody>
      </p:sp>
    </p:spTree>
    <p:extLst>
      <p:ext uri="{BB962C8B-B14F-4D97-AF65-F5344CB8AC3E}">
        <p14:creationId xmlns:p14="http://schemas.microsoft.com/office/powerpoint/2010/main" val="32565726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5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08" name="Group 104"/>
          <p:cNvGrpSpPr>
            <a:grpSpLocks/>
          </p:cNvGrpSpPr>
          <p:nvPr/>
        </p:nvGrpSpPr>
        <p:grpSpPr bwMode="auto">
          <a:xfrm>
            <a:off x="446088" y="1927225"/>
            <a:ext cx="4394200" cy="2071688"/>
            <a:chOff x="282" y="424"/>
            <a:chExt cx="2768" cy="1305"/>
          </a:xfrm>
        </p:grpSpPr>
        <p:sp>
          <p:nvSpPr>
            <p:cNvPr id="47107" name="Text Box 3"/>
            <p:cNvSpPr txBox="1">
              <a:spLocks noChangeArrowheads="1"/>
            </p:cNvSpPr>
            <p:nvPr/>
          </p:nvSpPr>
          <p:spPr bwMode="auto">
            <a:xfrm>
              <a:off x="2649" y="1158"/>
              <a:ext cx="4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Vs2</a:t>
              </a:r>
            </a:p>
          </p:txBody>
        </p:sp>
        <p:grpSp>
          <p:nvGrpSpPr>
            <p:cNvPr id="47108" name="Group 4"/>
            <p:cNvGrpSpPr>
              <a:grpSpLocks/>
            </p:cNvGrpSpPr>
            <p:nvPr/>
          </p:nvGrpSpPr>
          <p:grpSpPr bwMode="auto">
            <a:xfrm>
              <a:off x="282" y="424"/>
              <a:ext cx="2471" cy="1305"/>
              <a:chOff x="283" y="2567"/>
              <a:chExt cx="2674" cy="1358"/>
            </a:xfrm>
          </p:grpSpPr>
          <p:grpSp>
            <p:nvGrpSpPr>
              <p:cNvPr id="47109" name="Group 5"/>
              <p:cNvGrpSpPr>
                <a:grpSpLocks/>
              </p:cNvGrpSpPr>
              <p:nvPr/>
            </p:nvGrpSpPr>
            <p:grpSpPr bwMode="auto">
              <a:xfrm rot="5400000">
                <a:off x="1283" y="3238"/>
                <a:ext cx="564" cy="209"/>
                <a:chOff x="3386" y="1683"/>
                <a:chExt cx="525" cy="217"/>
              </a:xfrm>
            </p:grpSpPr>
            <p:sp>
              <p:nvSpPr>
                <p:cNvPr id="47110" name="Freeform 6"/>
                <p:cNvSpPr>
                  <a:spLocks/>
                </p:cNvSpPr>
                <p:nvPr/>
              </p:nvSpPr>
              <p:spPr bwMode="auto">
                <a:xfrm>
                  <a:off x="3386" y="1753"/>
                  <a:ext cx="525" cy="119"/>
                </a:xfrm>
                <a:custGeom>
                  <a:avLst/>
                  <a:gdLst>
                    <a:gd name="T0" fmla="*/ 525 w 525"/>
                    <a:gd name="T1" fmla="*/ 119 h 119"/>
                    <a:gd name="T2" fmla="*/ 525 w 525"/>
                    <a:gd name="T3" fmla="*/ 0 h 119"/>
                    <a:gd name="T4" fmla="*/ 0 w 525"/>
                    <a:gd name="T5" fmla="*/ 0 h 119"/>
                    <a:gd name="T6" fmla="*/ 0 w 525"/>
                    <a:gd name="T7" fmla="*/ 119 h 119"/>
                    <a:gd name="T8" fmla="*/ 525 w 525"/>
                    <a:gd name="T9" fmla="*/ 119 h 119"/>
                    <a:gd name="T10" fmla="*/ 525 w 525"/>
                    <a:gd name="T11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5" h="119">
                      <a:moveTo>
                        <a:pt x="525" y="119"/>
                      </a:moveTo>
                      <a:lnTo>
                        <a:pt x="525" y="0"/>
                      </a:lnTo>
                      <a:lnTo>
                        <a:pt x="0" y="0"/>
                      </a:lnTo>
                      <a:lnTo>
                        <a:pt x="0" y="119"/>
                      </a:lnTo>
                      <a:lnTo>
                        <a:pt x="525" y="119"/>
                      </a:lnTo>
                      <a:lnTo>
                        <a:pt x="525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1" name="Freeform 7"/>
                <p:cNvSpPr>
                  <a:spLocks/>
                </p:cNvSpPr>
                <p:nvPr/>
              </p:nvSpPr>
              <p:spPr bwMode="auto">
                <a:xfrm>
                  <a:off x="3393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2" name="Freeform 8"/>
                <p:cNvSpPr>
                  <a:spLocks noEditPoints="1"/>
                </p:cNvSpPr>
                <p:nvPr/>
              </p:nvSpPr>
              <p:spPr bwMode="auto">
                <a:xfrm>
                  <a:off x="3470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3" name="Freeform 9"/>
                <p:cNvSpPr>
                  <a:spLocks noEditPoints="1"/>
                </p:cNvSpPr>
                <p:nvPr/>
              </p:nvSpPr>
              <p:spPr bwMode="auto">
                <a:xfrm>
                  <a:off x="3533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4" name="Freeform 10"/>
                <p:cNvSpPr>
                  <a:spLocks noEditPoints="1"/>
                </p:cNvSpPr>
                <p:nvPr/>
              </p:nvSpPr>
              <p:spPr bwMode="auto">
                <a:xfrm>
                  <a:off x="3512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5" name="Freeform 11"/>
                <p:cNvSpPr>
                  <a:spLocks noEditPoints="1"/>
                </p:cNvSpPr>
                <p:nvPr/>
              </p:nvSpPr>
              <p:spPr bwMode="auto">
                <a:xfrm>
                  <a:off x="3512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  <a:gd name="T22" fmla="*/ 0 w 77"/>
                    <a:gd name="T23" fmla="*/ 126 h 126"/>
                    <a:gd name="T24" fmla="*/ 0 w 77"/>
                    <a:gd name="T25" fmla="*/ 126 h 126"/>
                    <a:gd name="T26" fmla="*/ 0 w 77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6" name="Freeform 12"/>
                <p:cNvSpPr>
                  <a:spLocks noEditPoints="1"/>
                </p:cNvSpPr>
                <p:nvPr/>
              </p:nvSpPr>
              <p:spPr bwMode="auto">
                <a:xfrm>
                  <a:off x="3589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7" name="Freeform 13"/>
                <p:cNvSpPr>
                  <a:spLocks noEditPoints="1"/>
                </p:cNvSpPr>
                <p:nvPr/>
              </p:nvSpPr>
              <p:spPr bwMode="auto">
                <a:xfrm>
                  <a:off x="3652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8" name="Freeform 14"/>
                <p:cNvSpPr>
                  <a:spLocks noEditPoints="1"/>
                </p:cNvSpPr>
                <p:nvPr/>
              </p:nvSpPr>
              <p:spPr bwMode="auto">
                <a:xfrm>
                  <a:off x="3631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9" name="Freeform 15"/>
                <p:cNvSpPr>
                  <a:spLocks noEditPoints="1"/>
                </p:cNvSpPr>
                <p:nvPr/>
              </p:nvSpPr>
              <p:spPr bwMode="auto">
                <a:xfrm>
                  <a:off x="3631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0" name="Freeform 16"/>
                <p:cNvSpPr>
                  <a:spLocks noEditPoints="1"/>
                </p:cNvSpPr>
                <p:nvPr/>
              </p:nvSpPr>
              <p:spPr bwMode="auto">
                <a:xfrm>
                  <a:off x="3715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1" name="Freeform 17"/>
                <p:cNvSpPr>
                  <a:spLocks noEditPoints="1"/>
                </p:cNvSpPr>
                <p:nvPr/>
              </p:nvSpPr>
              <p:spPr bwMode="auto">
                <a:xfrm>
                  <a:off x="3771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2" name="Freeform 18"/>
                <p:cNvSpPr>
                  <a:spLocks noEditPoints="1"/>
                </p:cNvSpPr>
                <p:nvPr/>
              </p:nvSpPr>
              <p:spPr bwMode="auto">
                <a:xfrm>
                  <a:off x="3750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3" name="Freeform 19"/>
                <p:cNvSpPr>
                  <a:spLocks noEditPoints="1"/>
                </p:cNvSpPr>
                <p:nvPr/>
              </p:nvSpPr>
              <p:spPr bwMode="auto">
                <a:xfrm>
                  <a:off x="3750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4" name="Freeform 20"/>
                <p:cNvSpPr>
                  <a:spLocks noEditPoints="1"/>
                </p:cNvSpPr>
                <p:nvPr/>
              </p:nvSpPr>
              <p:spPr bwMode="auto">
                <a:xfrm>
                  <a:off x="3834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5" name="Freeform 21"/>
                <p:cNvSpPr>
                  <a:spLocks noEditPoints="1"/>
                </p:cNvSpPr>
                <p:nvPr/>
              </p:nvSpPr>
              <p:spPr bwMode="auto">
                <a:xfrm>
                  <a:off x="3393" y="1809"/>
                  <a:ext cx="518" cy="1"/>
                </a:xfrm>
                <a:custGeom>
                  <a:avLst/>
                  <a:gdLst>
                    <a:gd name="T0" fmla="*/ 0 w 518"/>
                    <a:gd name="T1" fmla="*/ 0 w 518"/>
                    <a:gd name="T2" fmla="*/ 0 w 518"/>
                    <a:gd name="T3" fmla="*/ 518 w 518"/>
                    <a:gd name="T4" fmla="*/ 518 w 518"/>
                    <a:gd name="T5" fmla="*/ 518 w 51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1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518" y="0"/>
                      </a:moveTo>
                      <a:lnTo>
                        <a:pt x="518" y="0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126" name="Group 22"/>
              <p:cNvGrpSpPr>
                <a:grpSpLocks/>
              </p:cNvGrpSpPr>
              <p:nvPr/>
            </p:nvGrpSpPr>
            <p:grpSpPr bwMode="auto">
              <a:xfrm rot="16200000" flipH="1">
                <a:off x="1628" y="3248"/>
                <a:ext cx="564" cy="209"/>
                <a:chOff x="3386" y="1683"/>
                <a:chExt cx="525" cy="217"/>
              </a:xfrm>
            </p:grpSpPr>
            <p:sp>
              <p:nvSpPr>
                <p:cNvPr id="47127" name="Freeform 23"/>
                <p:cNvSpPr>
                  <a:spLocks/>
                </p:cNvSpPr>
                <p:nvPr/>
              </p:nvSpPr>
              <p:spPr bwMode="auto">
                <a:xfrm>
                  <a:off x="3386" y="1753"/>
                  <a:ext cx="525" cy="119"/>
                </a:xfrm>
                <a:custGeom>
                  <a:avLst/>
                  <a:gdLst>
                    <a:gd name="T0" fmla="*/ 525 w 525"/>
                    <a:gd name="T1" fmla="*/ 119 h 119"/>
                    <a:gd name="T2" fmla="*/ 525 w 525"/>
                    <a:gd name="T3" fmla="*/ 0 h 119"/>
                    <a:gd name="T4" fmla="*/ 0 w 525"/>
                    <a:gd name="T5" fmla="*/ 0 h 119"/>
                    <a:gd name="T6" fmla="*/ 0 w 525"/>
                    <a:gd name="T7" fmla="*/ 119 h 119"/>
                    <a:gd name="T8" fmla="*/ 525 w 525"/>
                    <a:gd name="T9" fmla="*/ 119 h 119"/>
                    <a:gd name="T10" fmla="*/ 525 w 525"/>
                    <a:gd name="T11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5" h="119">
                      <a:moveTo>
                        <a:pt x="525" y="119"/>
                      </a:moveTo>
                      <a:lnTo>
                        <a:pt x="525" y="0"/>
                      </a:lnTo>
                      <a:lnTo>
                        <a:pt x="0" y="0"/>
                      </a:lnTo>
                      <a:lnTo>
                        <a:pt x="0" y="119"/>
                      </a:lnTo>
                      <a:lnTo>
                        <a:pt x="525" y="119"/>
                      </a:lnTo>
                      <a:lnTo>
                        <a:pt x="525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8" name="Freeform 24"/>
                <p:cNvSpPr>
                  <a:spLocks/>
                </p:cNvSpPr>
                <p:nvPr/>
              </p:nvSpPr>
              <p:spPr bwMode="auto">
                <a:xfrm>
                  <a:off x="3393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9" name="Freeform 25"/>
                <p:cNvSpPr>
                  <a:spLocks noEditPoints="1"/>
                </p:cNvSpPr>
                <p:nvPr/>
              </p:nvSpPr>
              <p:spPr bwMode="auto">
                <a:xfrm>
                  <a:off x="3470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0" name="Freeform 26"/>
                <p:cNvSpPr>
                  <a:spLocks noEditPoints="1"/>
                </p:cNvSpPr>
                <p:nvPr/>
              </p:nvSpPr>
              <p:spPr bwMode="auto">
                <a:xfrm>
                  <a:off x="3533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1" name="Freeform 27"/>
                <p:cNvSpPr>
                  <a:spLocks noEditPoints="1"/>
                </p:cNvSpPr>
                <p:nvPr/>
              </p:nvSpPr>
              <p:spPr bwMode="auto">
                <a:xfrm>
                  <a:off x="3512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2" name="Freeform 28"/>
                <p:cNvSpPr>
                  <a:spLocks noEditPoints="1"/>
                </p:cNvSpPr>
                <p:nvPr/>
              </p:nvSpPr>
              <p:spPr bwMode="auto">
                <a:xfrm>
                  <a:off x="3512" y="1683"/>
                  <a:ext cx="77" cy="126"/>
                </a:xfrm>
                <a:custGeom>
                  <a:avLst/>
                  <a:gdLst>
                    <a:gd name="T0" fmla="*/ 0 w 77"/>
                    <a:gd name="T1" fmla="*/ 126 h 126"/>
                    <a:gd name="T2" fmla="*/ 7 w 77"/>
                    <a:gd name="T3" fmla="*/ 77 h 126"/>
                    <a:gd name="T4" fmla="*/ 21 w 77"/>
                    <a:gd name="T5" fmla="*/ 35 h 126"/>
                    <a:gd name="T6" fmla="*/ 49 w 77"/>
                    <a:gd name="T7" fmla="*/ 7 h 126"/>
                    <a:gd name="T8" fmla="*/ 77 w 77"/>
                    <a:gd name="T9" fmla="*/ 0 h 126"/>
                    <a:gd name="T10" fmla="*/ 77 w 77"/>
                    <a:gd name="T11" fmla="*/ 0 h 126"/>
                    <a:gd name="T12" fmla="*/ 49 w 77"/>
                    <a:gd name="T13" fmla="*/ 7 h 126"/>
                    <a:gd name="T14" fmla="*/ 21 w 77"/>
                    <a:gd name="T15" fmla="*/ 35 h 126"/>
                    <a:gd name="T16" fmla="*/ 7 w 77"/>
                    <a:gd name="T17" fmla="*/ 77 h 126"/>
                    <a:gd name="T18" fmla="*/ 0 w 77"/>
                    <a:gd name="T19" fmla="*/ 126 h 126"/>
                    <a:gd name="T20" fmla="*/ 0 w 77"/>
                    <a:gd name="T21" fmla="*/ 126 h 126"/>
                    <a:gd name="T22" fmla="*/ 0 w 77"/>
                    <a:gd name="T23" fmla="*/ 126 h 126"/>
                    <a:gd name="T24" fmla="*/ 0 w 77"/>
                    <a:gd name="T25" fmla="*/ 126 h 126"/>
                    <a:gd name="T26" fmla="*/ 0 w 77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3" name="Freeform 29"/>
                <p:cNvSpPr>
                  <a:spLocks noEditPoints="1"/>
                </p:cNvSpPr>
                <p:nvPr/>
              </p:nvSpPr>
              <p:spPr bwMode="auto">
                <a:xfrm>
                  <a:off x="3589" y="1683"/>
                  <a:ext cx="84" cy="126"/>
                </a:xfrm>
                <a:custGeom>
                  <a:avLst/>
                  <a:gdLst>
                    <a:gd name="T0" fmla="*/ 0 w 84"/>
                    <a:gd name="T1" fmla="*/ 0 h 126"/>
                    <a:gd name="T2" fmla="*/ 35 w 84"/>
                    <a:gd name="T3" fmla="*/ 7 h 126"/>
                    <a:gd name="T4" fmla="*/ 63 w 84"/>
                    <a:gd name="T5" fmla="*/ 35 h 126"/>
                    <a:gd name="T6" fmla="*/ 77 w 84"/>
                    <a:gd name="T7" fmla="*/ 77 h 126"/>
                    <a:gd name="T8" fmla="*/ 84 w 84"/>
                    <a:gd name="T9" fmla="*/ 126 h 126"/>
                    <a:gd name="T10" fmla="*/ 84 w 84"/>
                    <a:gd name="T11" fmla="*/ 126 h 126"/>
                    <a:gd name="T12" fmla="*/ 77 w 84"/>
                    <a:gd name="T13" fmla="*/ 77 h 126"/>
                    <a:gd name="T14" fmla="*/ 63 w 84"/>
                    <a:gd name="T15" fmla="*/ 35 h 126"/>
                    <a:gd name="T16" fmla="*/ 35 w 84"/>
                    <a:gd name="T17" fmla="*/ 7 h 126"/>
                    <a:gd name="T18" fmla="*/ 0 w 84"/>
                    <a:gd name="T19" fmla="*/ 0 h 126"/>
                    <a:gd name="T20" fmla="*/ 0 w 84"/>
                    <a:gd name="T21" fmla="*/ 0 h 126"/>
                    <a:gd name="T22" fmla="*/ 0 w 84"/>
                    <a:gd name="T23" fmla="*/ 0 h 126"/>
                    <a:gd name="T24" fmla="*/ 0 w 84"/>
                    <a:gd name="T25" fmla="*/ 0 h 126"/>
                    <a:gd name="T26" fmla="*/ 0 w 84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0"/>
                      </a:moveTo>
                      <a:lnTo>
                        <a:pt x="35" y="7"/>
                      </a:lnTo>
                      <a:lnTo>
                        <a:pt x="63" y="35"/>
                      </a:lnTo>
                      <a:lnTo>
                        <a:pt x="77" y="77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77" y="77"/>
                      </a:lnTo>
                      <a:lnTo>
                        <a:pt x="63" y="35"/>
                      </a:lnTo>
                      <a:lnTo>
                        <a:pt x="3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4" name="Freeform 30"/>
                <p:cNvSpPr>
                  <a:spLocks noEditPoints="1"/>
                </p:cNvSpPr>
                <p:nvPr/>
              </p:nvSpPr>
              <p:spPr bwMode="auto">
                <a:xfrm>
                  <a:off x="3652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5" name="Freeform 31"/>
                <p:cNvSpPr>
                  <a:spLocks noEditPoints="1"/>
                </p:cNvSpPr>
                <p:nvPr/>
              </p:nvSpPr>
              <p:spPr bwMode="auto">
                <a:xfrm>
                  <a:off x="3631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6" name="Freeform 32"/>
                <p:cNvSpPr>
                  <a:spLocks noEditPoints="1"/>
                </p:cNvSpPr>
                <p:nvPr/>
              </p:nvSpPr>
              <p:spPr bwMode="auto">
                <a:xfrm>
                  <a:off x="3631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7" name="Freeform 33"/>
                <p:cNvSpPr>
                  <a:spLocks noEditPoints="1"/>
                </p:cNvSpPr>
                <p:nvPr/>
              </p:nvSpPr>
              <p:spPr bwMode="auto">
                <a:xfrm>
                  <a:off x="3715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8" name="Freeform 34"/>
                <p:cNvSpPr>
                  <a:spLocks noEditPoints="1"/>
                </p:cNvSpPr>
                <p:nvPr/>
              </p:nvSpPr>
              <p:spPr bwMode="auto">
                <a:xfrm>
                  <a:off x="3771" y="1809"/>
                  <a:ext cx="21" cy="91"/>
                </a:xfrm>
                <a:custGeom>
                  <a:avLst/>
                  <a:gdLst>
                    <a:gd name="T0" fmla="*/ 21 w 21"/>
                    <a:gd name="T1" fmla="*/ 0 h 91"/>
                    <a:gd name="T2" fmla="*/ 14 w 21"/>
                    <a:gd name="T3" fmla="*/ 49 h 91"/>
                    <a:gd name="T4" fmla="*/ 0 w 21"/>
                    <a:gd name="T5" fmla="*/ 91 h 91"/>
                    <a:gd name="T6" fmla="*/ 0 w 21"/>
                    <a:gd name="T7" fmla="*/ 91 h 91"/>
                    <a:gd name="T8" fmla="*/ 14 w 21"/>
                    <a:gd name="T9" fmla="*/ 49 h 91"/>
                    <a:gd name="T10" fmla="*/ 21 w 21"/>
                    <a:gd name="T11" fmla="*/ 0 h 91"/>
                    <a:gd name="T12" fmla="*/ 21 w 21"/>
                    <a:gd name="T13" fmla="*/ 0 h 91"/>
                    <a:gd name="T14" fmla="*/ 21 w 21"/>
                    <a:gd name="T15" fmla="*/ 0 h 91"/>
                    <a:gd name="T16" fmla="*/ 21 w 21"/>
                    <a:gd name="T17" fmla="*/ 0 h 91"/>
                    <a:gd name="T18" fmla="*/ 21 w 21"/>
                    <a:gd name="T1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0"/>
                      </a:moveTo>
                      <a:lnTo>
                        <a:pt x="14" y="49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14" y="49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9" name="Freeform 35"/>
                <p:cNvSpPr>
                  <a:spLocks noEditPoints="1"/>
                </p:cNvSpPr>
                <p:nvPr/>
              </p:nvSpPr>
              <p:spPr bwMode="auto">
                <a:xfrm>
                  <a:off x="3750" y="1809"/>
                  <a:ext cx="21" cy="91"/>
                </a:xfrm>
                <a:custGeom>
                  <a:avLst/>
                  <a:gdLst>
                    <a:gd name="T0" fmla="*/ 21 w 21"/>
                    <a:gd name="T1" fmla="*/ 91 h 91"/>
                    <a:gd name="T2" fmla="*/ 7 w 21"/>
                    <a:gd name="T3" fmla="*/ 49 h 91"/>
                    <a:gd name="T4" fmla="*/ 0 w 21"/>
                    <a:gd name="T5" fmla="*/ 0 h 91"/>
                    <a:gd name="T6" fmla="*/ 0 w 21"/>
                    <a:gd name="T7" fmla="*/ 0 h 91"/>
                    <a:gd name="T8" fmla="*/ 7 w 21"/>
                    <a:gd name="T9" fmla="*/ 49 h 91"/>
                    <a:gd name="T10" fmla="*/ 21 w 21"/>
                    <a:gd name="T11" fmla="*/ 91 h 91"/>
                    <a:gd name="T12" fmla="*/ 21 w 21"/>
                    <a:gd name="T13" fmla="*/ 91 h 91"/>
                    <a:gd name="T14" fmla="*/ 21 w 21"/>
                    <a:gd name="T15" fmla="*/ 91 h 91"/>
                    <a:gd name="T16" fmla="*/ 21 w 21"/>
                    <a:gd name="T17" fmla="*/ 91 h 91"/>
                    <a:gd name="T18" fmla="*/ 21 w 21"/>
                    <a:gd name="T1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91">
                      <a:moveTo>
                        <a:pt x="21" y="91"/>
                      </a:moveTo>
                      <a:lnTo>
                        <a:pt x="7" y="4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" y="49"/>
                      </a:lnTo>
                      <a:lnTo>
                        <a:pt x="21" y="91"/>
                      </a:lnTo>
                      <a:lnTo>
                        <a:pt x="21" y="91"/>
                      </a:lnTo>
                      <a:close/>
                      <a:moveTo>
                        <a:pt x="21" y="91"/>
                      </a:moveTo>
                      <a:lnTo>
                        <a:pt x="21" y="91"/>
                      </a:lnTo>
                      <a:lnTo>
                        <a:pt x="21" y="91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40" name="Freeform 36"/>
                <p:cNvSpPr>
                  <a:spLocks noEditPoints="1"/>
                </p:cNvSpPr>
                <p:nvPr/>
              </p:nvSpPr>
              <p:spPr bwMode="auto">
                <a:xfrm>
                  <a:off x="3750" y="1683"/>
                  <a:ext cx="84" cy="126"/>
                </a:xfrm>
                <a:custGeom>
                  <a:avLst/>
                  <a:gdLst>
                    <a:gd name="T0" fmla="*/ 0 w 84"/>
                    <a:gd name="T1" fmla="*/ 126 h 126"/>
                    <a:gd name="T2" fmla="*/ 7 w 84"/>
                    <a:gd name="T3" fmla="*/ 77 h 126"/>
                    <a:gd name="T4" fmla="*/ 21 w 84"/>
                    <a:gd name="T5" fmla="*/ 35 h 126"/>
                    <a:gd name="T6" fmla="*/ 49 w 84"/>
                    <a:gd name="T7" fmla="*/ 7 h 126"/>
                    <a:gd name="T8" fmla="*/ 84 w 84"/>
                    <a:gd name="T9" fmla="*/ 0 h 126"/>
                    <a:gd name="T10" fmla="*/ 84 w 84"/>
                    <a:gd name="T11" fmla="*/ 0 h 126"/>
                    <a:gd name="T12" fmla="*/ 49 w 84"/>
                    <a:gd name="T13" fmla="*/ 7 h 126"/>
                    <a:gd name="T14" fmla="*/ 21 w 84"/>
                    <a:gd name="T15" fmla="*/ 35 h 126"/>
                    <a:gd name="T16" fmla="*/ 7 w 84"/>
                    <a:gd name="T17" fmla="*/ 77 h 126"/>
                    <a:gd name="T18" fmla="*/ 0 w 84"/>
                    <a:gd name="T19" fmla="*/ 126 h 126"/>
                    <a:gd name="T20" fmla="*/ 0 w 84"/>
                    <a:gd name="T21" fmla="*/ 126 h 126"/>
                    <a:gd name="T22" fmla="*/ 0 w 84"/>
                    <a:gd name="T23" fmla="*/ 126 h 126"/>
                    <a:gd name="T24" fmla="*/ 0 w 84"/>
                    <a:gd name="T25" fmla="*/ 126 h 126"/>
                    <a:gd name="T26" fmla="*/ 0 w 84"/>
                    <a:gd name="T27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6">
                      <a:moveTo>
                        <a:pt x="0" y="126"/>
                      </a:moveTo>
                      <a:lnTo>
                        <a:pt x="7" y="77"/>
                      </a:lnTo>
                      <a:lnTo>
                        <a:pt x="21" y="35"/>
                      </a:lnTo>
                      <a:lnTo>
                        <a:pt x="49" y="7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49" y="7"/>
                      </a:lnTo>
                      <a:lnTo>
                        <a:pt x="21" y="35"/>
                      </a:lnTo>
                      <a:lnTo>
                        <a:pt x="7" y="77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  <a:moveTo>
                        <a:pt x="0" y="126"/>
                      </a:move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41" name="Freeform 37"/>
                <p:cNvSpPr>
                  <a:spLocks noEditPoints="1"/>
                </p:cNvSpPr>
                <p:nvPr/>
              </p:nvSpPr>
              <p:spPr bwMode="auto">
                <a:xfrm>
                  <a:off x="3834" y="1683"/>
                  <a:ext cx="77" cy="126"/>
                </a:xfrm>
                <a:custGeom>
                  <a:avLst/>
                  <a:gdLst>
                    <a:gd name="T0" fmla="*/ 0 w 77"/>
                    <a:gd name="T1" fmla="*/ 0 h 126"/>
                    <a:gd name="T2" fmla="*/ 28 w 77"/>
                    <a:gd name="T3" fmla="*/ 7 h 126"/>
                    <a:gd name="T4" fmla="*/ 56 w 77"/>
                    <a:gd name="T5" fmla="*/ 35 h 126"/>
                    <a:gd name="T6" fmla="*/ 70 w 77"/>
                    <a:gd name="T7" fmla="*/ 77 h 126"/>
                    <a:gd name="T8" fmla="*/ 77 w 77"/>
                    <a:gd name="T9" fmla="*/ 126 h 126"/>
                    <a:gd name="T10" fmla="*/ 77 w 77"/>
                    <a:gd name="T11" fmla="*/ 126 h 126"/>
                    <a:gd name="T12" fmla="*/ 70 w 77"/>
                    <a:gd name="T13" fmla="*/ 77 h 126"/>
                    <a:gd name="T14" fmla="*/ 56 w 77"/>
                    <a:gd name="T15" fmla="*/ 35 h 126"/>
                    <a:gd name="T16" fmla="*/ 28 w 77"/>
                    <a:gd name="T17" fmla="*/ 7 h 126"/>
                    <a:gd name="T18" fmla="*/ 0 w 77"/>
                    <a:gd name="T19" fmla="*/ 0 h 126"/>
                    <a:gd name="T20" fmla="*/ 0 w 77"/>
                    <a:gd name="T21" fmla="*/ 0 h 126"/>
                    <a:gd name="T22" fmla="*/ 0 w 77"/>
                    <a:gd name="T23" fmla="*/ 0 h 126"/>
                    <a:gd name="T24" fmla="*/ 0 w 77"/>
                    <a:gd name="T25" fmla="*/ 0 h 126"/>
                    <a:gd name="T26" fmla="*/ 0 w 77"/>
                    <a:gd name="T27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7" h="126">
                      <a:moveTo>
                        <a:pt x="0" y="0"/>
                      </a:moveTo>
                      <a:lnTo>
                        <a:pt x="28" y="7"/>
                      </a:lnTo>
                      <a:lnTo>
                        <a:pt x="56" y="35"/>
                      </a:lnTo>
                      <a:lnTo>
                        <a:pt x="70" y="77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0" y="77"/>
                      </a:lnTo>
                      <a:lnTo>
                        <a:pt x="56" y="35"/>
                      </a:lnTo>
                      <a:lnTo>
                        <a:pt x="28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42" name="Freeform 38"/>
                <p:cNvSpPr>
                  <a:spLocks noEditPoints="1"/>
                </p:cNvSpPr>
                <p:nvPr/>
              </p:nvSpPr>
              <p:spPr bwMode="auto">
                <a:xfrm>
                  <a:off x="3393" y="1809"/>
                  <a:ext cx="518" cy="1"/>
                </a:xfrm>
                <a:custGeom>
                  <a:avLst/>
                  <a:gdLst>
                    <a:gd name="T0" fmla="*/ 0 w 518"/>
                    <a:gd name="T1" fmla="*/ 0 w 518"/>
                    <a:gd name="T2" fmla="*/ 0 w 518"/>
                    <a:gd name="T3" fmla="*/ 518 w 518"/>
                    <a:gd name="T4" fmla="*/ 518 w 518"/>
                    <a:gd name="T5" fmla="*/ 518 w 51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1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518" y="0"/>
                      </a:moveTo>
                      <a:lnTo>
                        <a:pt x="518" y="0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rgbClr val="006666"/>
                </a:solidFill>
                <a:ln w="9525">
                  <a:solidFill>
                    <a:srgbClr val="00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143" name="Line 39"/>
              <p:cNvSpPr>
                <a:spLocks noChangeShapeType="1"/>
              </p:cNvSpPr>
              <p:nvPr/>
            </p:nvSpPr>
            <p:spPr bwMode="auto">
              <a:xfrm flipH="1">
                <a:off x="1559" y="3617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4" name="Line 40"/>
              <p:cNvSpPr>
                <a:spLocks noChangeShapeType="1"/>
              </p:cNvSpPr>
              <p:nvPr/>
            </p:nvSpPr>
            <p:spPr bwMode="auto">
              <a:xfrm flipH="1">
                <a:off x="1893" y="3643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5" name="Line 41"/>
              <p:cNvSpPr>
                <a:spLocks noChangeShapeType="1"/>
              </p:cNvSpPr>
              <p:nvPr/>
            </p:nvSpPr>
            <p:spPr bwMode="auto">
              <a:xfrm flipH="1">
                <a:off x="1553" y="2795"/>
                <a:ext cx="0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Line 42"/>
              <p:cNvSpPr>
                <a:spLocks noChangeShapeType="1"/>
              </p:cNvSpPr>
              <p:nvPr/>
            </p:nvSpPr>
            <p:spPr bwMode="auto">
              <a:xfrm flipH="1">
                <a:off x="1906" y="2812"/>
                <a:ext cx="0" cy="2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Line 43"/>
              <p:cNvSpPr>
                <a:spLocks noChangeShapeType="1"/>
              </p:cNvSpPr>
              <p:nvPr/>
            </p:nvSpPr>
            <p:spPr bwMode="auto">
              <a:xfrm flipH="1">
                <a:off x="1141" y="2803"/>
                <a:ext cx="4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8" name="Line 44"/>
              <p:cNvSpPr>
                <a:spLocks noChangeShapeType="1"/>
              </p:cNvSpPr>
              <p:nvPr/>
            </p:nvSpPr>
            <p:spPr bwMode="auto">
              <a:xfrm flipH="1">
                <a:off x="1905" y="2812"/>
                <a:ext cx="4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9" name="Rectangle 45"/>
              <p:cNvSpPr>
                <a:spLocks noChangeArrowheads="1"/>
              </p:cNvSpPr>
              <p:nvPr/>
            </p:nvSpPr>
            <p:spPr bwMode="auto">
              <a:xfrm>
                <a:off x="985" y="2750"/>
                <a:ext cx="156" cy="10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0" name="Rectangle 46"/>
              <p:cNvSpPr>
                <a:spLocks noChangeArrowheads="1"/>
              </p:cNvSpPr>
              <p:nvPr/>
            </p:nvSpPr>
            <p:spPr bwMode="auto">
              <a:xfrm>
                <a:off x="2323" y="2778"/>
                <a:ext cx="156" cy="1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1" name="Line 47"/>
              <p:cNvSpPr>
                <a:spLocks noChangeShapeType="1"/>
              </p:cNvSpPr>
              <p:nvPr/>
            </p:nvSpPr>
            <p:spPr bwMode="auto">
              <a:xfrm flipH="1">
                <a:off x="684" y="2803"/>
                <a:ext cx="3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2" name="Line 48"/>
              <p:cNvSpPr>
                <a:spLocks noChangeShapeType="1"/>
              </p:cNvSpPr>
              <p:nvPr/>
            </p:nvSpPr>
            <p:spPr bwMode="auto">
              <a:xfrm flipH="1">
                <a:off x="2466" y="2830"/>
                <a:ext cx="3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3" name="Line 49"/>
              <p:cNvSpPr>
                <a:spLocks noChangeShapeType="1"/>
              </p:cNvSpPr>
              <p:nvPr/>
            </p:nvSpPr>
            <p:spPr bwMode="auto">
              <a:xfrm flipH="1">
                <a:off x="684" y="3900"/>
                <a:ext cx="8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4" name="Line 50"/>
              <p:cNvSpPr>
                <a:spLocks noChangeShapeType="1"/>
              </p:cNvSpPr>
              <p:nvPr/>
            </p:nvSpPr>
            <p:spPr bwMode="auto">
              <a:xfrm flipH="1">
                <a:off x="1905" y="3908"/>
                <a:ext cx="8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5" name="Line 51"/>
              <p:cNvSpPr>
                <a:spLocks noChangeShapeType="1"/>
              </p:cNvSpPr>
              <p:nvPr/>
            </p:nvSpPr>
            <p:spPr bwMode="auto">
              <a:xfrm>
                <a:off x="711" y="2803"/>
                <a:ext cx="0" cy="10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6" name="Oval 52"/>
              <p:cNvSpPr>
                <a:spLocks noChangeArrowheads="1"/>
              </p:cNvSpPr>
              <p:nvPr/>
            </p:nvSpPr>
            <p:spPr bwMode="auto">
              <a:xfrm>
                <a:off x="632" y="3245"/>
                <a:ext cx="157" cy="22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7" name="Line 53"/>
              <p:cNvSpPr>
                <a:spLocks noChangeShapeType="1"/>
              </p:cNvSpPr>
              <p:nvPr/>
            </p:nvSpPr>
            <p:spPr bwMode="auto">
              <a:xfrm>
                <a:off x="2786" y="2839"/>
                <a:ext cx="0" cy="10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8" name="Text Box 54"/>
              <p:cNvSpPr txBox="1">
                <a:spLocks noChangeArrowheads="1"/>
              </p:cNvSpPr>
              <p:nvPr/>
            </p:nvSpPr>
            <p:spPr bwMode="auto">
              <a:xfrm>
                <a:off x="283" y="3275"/>
                <a:ext cx="434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Vs1</a:t>
                </a:r>
              </a:p>
            </p:txBody>
          </p:sp>
          <p:grpSp>
            <p:nvGrpSpPr>
              <p:cNvPr id="47159" name="Group 55"/>
              <p:cNvGrpSpPr>
                <a:grpSpLocks/>
              </p:cNvGrpSpPr>
              <p:nvPr/>
            </p:nvGrpSpPr>
            <p:grpSpPr bwMode="auto">
              <a:xfrm>
                <a:off x="2840" y="3099"/>
                <a:ext cx="117" cy="177"/>
                <a:chOff x="589" y="2906"/>
                <a:chExt cx="230" cy="281"/>
              </a:xfrm>
            </p:grpSpPr>
            <p:sp>
              <p:nvSpPr>
                <p:cNvPr id="47160" name="Line 56"/>
                <p:cNvSpPr>
                  <a:spLocks noChangeShapeType="1"/>
                </p:cNvSpPr>
                <p:nvPr/>
              </p:nvSpPr>
              <p:spPr bwMode="auto">
                <a:xfrm>
                  <a:off x="589" y="3046"/>
                  <a:ext cx="2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1" name="Line 57"/>
                <p:cNvSpPr>
                  <a:spLocks noChangeShapeType="1"/>
                </p:cNvSpPr>
                <p:nvPr/>
              </p:nvSpPr>
              <p:spPr bwMode="auto">
                <a:xfrm>
                  <a:off x="704" y="2906"/>
                  <a:ext cx="1" cy="2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162" name="Line 58"/>
              <p:cNvSpPr>
                <a:spLocks noChangeShapeType="1"/>
              </p:cNvSpPr>
              <p:nvPr/>
            </p:nvSpPr>
            <p:spPr bwMode="auto">
              <a:xfrm>
                <a:off x="803" y="3563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3" name="Text Box 59"/>
              <p:cNvSpPr txBox="1">
                <a:spLocks noChangeArrowheads="1"/>
              </p:cNvSpPr>
              <p:nvPr/>
            </p:nvSpPr>
            <p:spPr bwMode="auto">
              <a:xfrm>
                <a:off x="958" y="2856"/>
                <a:ext cx="419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/>
                  <a:t>Z</a:t>
                </a:r>
                <a:r>
                  <a:rPr lang="en-US" altLang="zh-CN" sz="1600" baseline="-25000"/>
                  <a:t>1</a:t>
                </a:r>
              </a:p>
            </p:txBody>
          </p:sp>
          <p:sp>
            <p:nvSpPr>
              <p:cNvPr id="47164" name="Text Box 60"/>
              <p:cNvSpPr txBox="1">
                <a:spLocks noChangeArrowheads="1"/>
              </p:cNvSpPr>
              <p:nvPr/>
            </p:nvSpPr>
            <p:spPr bwMode="auto">
              <a:xfrm>
                <a:off x="2266" y="2850"/>
                <a:ext cx="36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/>
                  <a:t>Z</a:t>
                </a:r>
                <a:r>
                  <a:rPr lang="en-US" altLang="zh-CN" sz="1600" baseline="-25000"/>
                  <a:t>2</a:t>
                </a:r>
              </a:p>
            </p:txBody>
          </p:sp>
          <p:sp>
            <p:nvSpPr>
              <p:cNvPr id="47165" name="Oval 61"/>
              <p:cNvSpPr>
                <a:spLocks noChangeArrowheads="1"/>
              </p:cNvSpPr>
              <p:nvPr/>
            </p:nvSpPr>
            <p:spPr bwMode="auto">
              <a:xfrm>
                <a:off x="1442" y="2980"/>
                <a:ext cx="57" cy="7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66" name="Oval 62"/>
              <p:cNvSpPr>
                <a:spLocks noChangeArrowheads="1"/>
              </p:cNvSpPr>
              <p:nvPr/>
            </p:nvSpPr>
            <p:spPr bwMode="auto">
              <a:xfrm>
                <a:off x="1971" y="2988"/>
                <a:ext cx="57" cy="7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67" name="Text Box 63"/>
              <p:cNvSpPr txBox="1">
                <a:spLocks noChangeArrowheads="1"/>
              </p:cNvSpPr>
              <p:nvPr/>
            </p:nvSpPr>
            <p:spPr bwMode="auto">
              <a:xfrm>
                <a:off x="1557" y="2567"/>
                <a:ext cx="471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/>
                  <a:t>1: n</a:t>
                </a:r>
              </a:p>
            </p:txBody>
          </p:sp>
          <p:sp>
            <p:nvSpPr>
              <p:cNvPr id="47168" name="AutoShape 64"/>
              <p:cNvSpPr>
                <a:spLocks noChangeArrowheads="1"/>
              </p:cNvSpPr>
              <p:nvPr/>
            </p:nvSpPr>
            <p:spPr bwMode="auto">
              <a:xfrm>
                <a:off x="985" y="3281"/>
                <a:ext cx="326" cy="247"/>
              </a:xfrm>
              <a:prstGeom prst="curvedDownArrow">
                <a:avLst>
                  <a:gd name="adj1" fmla="val 26397"/>
                  <a:gd name="adj2" fmla="val 52794"/>
                  <a:gd name="adj3" fmla="val 333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69" name="Text Box 65"/>
              <p:cNvSpPr txBox="1">
                <a:spLocks noChangeArrowheads="1"/>
              </p:cNvSpPr>
              <p:nvPr/>
            </p:nvSpPr>
            <p:spPr bwMode="auto">
              <a:xfrm>
                <a:off x="1154" y="3546"/>
                <a:ext cx="457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I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47170" name="AutoShape 66"/>
              <p:cNvSpPr>
                <a:spLocks noChangeArrowheads="1"/>
              </p:cNvSpPr>
              <p:nvPr/>
            </p:nvSpPr>
            <p:spPr bwMode="auto">
              <a:xfrm>
                <a:off x="2298" y="3343"/>
                <a:ext cx="326" cy="248"/>
              </a:xfrm>
              <a:prstGeom prst="curvedDownArrow">
                <a:avLst>
                  <a:gd name="adj1" fmla="val 26290"/>
                  <a:gd name="adj2" fmla="val 52581"/>
                  <a:gd name="adj3" fmla="val 333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71" name="Text Box 67"/>
              <p:cNvSpPr txBox="1">
                <a:spLocks noChangeArrowheads="1"/>
              </p:cNvSpPr>
              <p:nvPr/>
            </p:nvSpPr>
            <p:spPr bwMode="auto">
              <a:xfrm>
                <a:off x="2448" y="3581"/>
                <a:ext cx="274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I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47172" name="Oval 68"/>
              <p:cNvSpPr>
                <a:spLocks noChangeArrowheads="1"/>
              </p:cNvSpPr>
              <p:nvPr/>
            </p:nvSpPr>
            <p:spPr bwMode="auto">
              <a:xfrm>
                <a:off x="2711" y="3274"/>
                <a:ext cx="157" cy="22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7173" name="Group 69"/>
              <p:cNvGrpSpPr>
                <a:grpSpLocks/>
              </p:cNvGrpSpPr>
              <p:nvPr/>
            </p:nvGrpSpPr>
            <p:grpSpPr bwMode="auto">
              <a:xfrm>
                <a:off x="780" y="3101"/>
                <a:ext cx="117" cy="177"/>
                <a:chOff x="589" y="2906"/>
                <a:chExt cx="230" cy="281"/>
              </a:xfrm>
            </p:grpSpPr>
            <p:sp>
              <p:nvSpPr>
                <p:cNvPr id="47174" name="Line 70"/>
                <p:cNvSpPr>
                  <a:spLocks noChangeShapeType="1"/>
                </p:cNvSpPr>
                <p:nvPr/>
              </p:nvSpPr>
              <p:spPr bwMode="auto">
                <a:xfrm>
                  <a:off x="589" y="3046"/>
                  <a:ext cx="2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75" name="Line 71"/>
                <p:cNvSpPr>
                  <a:spLocks noChangeShapeType="1"/>
                </p:cNvSpPr>
                <p:nvPr/>
              </p:nvSpPr>
              <p:spPr bwMode="auto">
                <a:xfrm>
                  <a:off x="704" y="2906"/>
                  <a:ext cx="1" cy="2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176" name="Line 72"/>
              <p:cNvSpPr>
                <a:spLocks noChangeShapeType="1"/>
              </p:cNvSpPr>
              <p:nvPr/>
            </p:nvSpPr>
            <p:spPr bwMode="auto">
              <a:xfrm>
                <a:off x="2828" y="3618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77" name="Oval 73"/>
            <p:cNvSpPr>
              <a:spLocks noChangeArrowheads="1"/>
            </p:cNvSpPr>
            <p:nvPr/>
          </p:nvSpPr>
          <p:spPr bwMode="auto">
            <a:xfrm>
              <a:off x="1979" y="624"/>
              <a:ext cx="52" cy="5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78" name="Oval 74"/>
            <p:cNvSpPr>
              <a:spLocks noChangeArrowheads="1"/>
            </p:cNvSpPr>
            <p:nvPr/>
          </p:nvSpPr>
          <p:spPr bwMode="auto">
            <a:xfrm>
              <a:off x="1968" y="1654"/>
              <a:ext cx="52" cy="5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206" name="Group 102"/>
          <p:cNvGrpSpPr>
            <a:grpSpLocks/>
          </p:cNvGrpSpPr>
          <p:nvPr/>
        </p:nvGrpSpPr>
        <p:grpSpPr bwMode="auto">
          <a:xfrm>
            <a:off x="5068888" y="2136775"/>
            <a:ext cx="4075112" cy="1846263"/>
            <a:chOff x="3193" y="556"/>
            <a:chExt cx="2567" cy="1163"/>
          </a:xfrm>
        </p:grpSpPr>
        <p:sp>
          <p:nvSpPr>
            <p:cNvPr id="47180" name="Line 76"/>
            <p:cNvSpPr>
              <a:spLocks noChangeShapeType="1"/>
            </p:cNvSpPr>
            <p:nvPr/>
          </p:nvSpPr>
          <p:spPr bwMode="auto">
            <a:xfrm flipH="1">
              <a:off x="4118" y="609"/>
              <a:ext cx="4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1" name="Line 77"/>
            <p:cNvSpPr>
              <a:spLocks noChangeShapeType="1"/>
            </p:cNvSpPr>
            <p:nvPr/>
          </p:nvSpPr>
          <p:spPr bwMode="auto">
            <a:xfrm flipH="1">
              <a:off x="4225" y="605"/>
              <a:ext cx="4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2" name="Rectangle 78"/>
            <p:cNvSpPr>
              <a:spLocks noChangeArrowheads="1"/>
            </p:cNvSpPr>
            <p:nvPr/>
          </p:nvSpPr>
          <p:spPr bwMode="auto">
            <a:xfrm>
              <a:off x="3962" y="556"/>
              <a:ext cx="156" cy="1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83" name="Rectangle 79"/>
            <p:cNvSpPr>
              <a:spLocks noChangeArrowheads="1"/>
            </p:cNvSpPr>
            <p:nvPr/>
          </p:nvSpPr>
          <p:spPr bwMode="auto">
            <a:xfrm>
              <a:off x="4643" y="571"/>
              <a:ext cx="156" cy="1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84" name="Line 80"/>
            <p:cNvSpPr>
              <a:spLocks noChangeShapeType="1"/>
            </p:cNvSpPr>
            <p:nvPr/>
          </p:nvSpPr>
          <p:spPr bwMode="auto">
            <a:xfrm flipH="1">
              <a:off x="3661" y="609"/>
              <a:ext cx="3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5" name="Line 81"/>
            <p:cNvSpPr>
              <a:spLocks noChangeShapeType="1"/>
            </p:cNvSpPr>
            <p:nvPr/>
          </p:nvSpPr>
          <p:spPr bwMode="auto">
            <a:xfrm flipH="1">
              <a:off x="4786" y="623"/>
              <a:ext cx="3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6" name="Line 82"/>
            <p:cNvSpPr>
              <a:spLocks noChangeShapeType="1"/>
            </p:cNvSpPr>
            <p:nvPr/>
          </p:nvSpPr>
          <p:spPr bwMode="auto">
            <a:xfrm flipH="1">
              <a:off x="3661" y="1706"/>
              <a:ext cx="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7" name="Line 83"/>
            <p:cNvSpPr>
              <a:spLocks noChangeShapeType="1"/>
            </p:cNvSpPr>
            <p:nvPr/>
          </p:nvSpPr>
          <p:spPr bwMode="auto">
            <a:xfrm flipH="1">
              <a:off x="4225" y="1701"/>
              <a:ext cx="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8" name="Line 84"/>
            <p:cNvSpPr>
              <a:spLocks noChangeShapeType="1"/>
            </p:cNvSpPr>
            <p:nvPr/>
          </p:nvSpPr>
          <p:spPr bwMode="auto">
            <a:xfrm>
              <a:off x="3688" y="609"/>
              <a:ext cx="0" cy="10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9" name="Oval 85"/>
            <p:cNvSpPr>
              <a:spLocks noChangeArrowheads="1"/>
            </p:cNvSpPr>
            <p:nvPr/>
          </p:nvSpPr>
          <p:spPr bwMode="auto">
            <a:xfrm>
              <a:off x="3609" y="1051"/>
              <a:ext cx="157" cy="2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0" name="Line 86"/>
            <p:cNvSpPr>
              <a:spLocks noChangeShapeType="1"/>
            </p:cNvSpPr>
            <p:nvPr/>
          </p:nvSpPr>
          <p:spPr bwMode="auto">
            <a:xfrm>
              <a:off x="5106" y="632"/>
              <a:ext cx="0" cy="10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1" name="Text Box 87"/>
            <p:cNvSpPr txBox="1">
              <a:spLocks noChangeArrowheads="1"/>
            </p:cNvSpPr>
            <p:nvPr/>
          </p:nvSpPr>
          <p:spPr bwMode="auto">
            <a:xfrm>
              <a:off x="3193" y="1068"/>
              <a:ext cx="4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nVs1</a:t>
              </a:r>
            </a:p>
          </p:txBody>
        </p:sp>
        <p:grpSp>
          <p:nvGrpSpPr>
            <p:cNvPr id="47192" name="Group 88"/>
            <p:cNvGrpSpPr>
              <a:grpSpLocks/>
            </p:cNvGrpSpPr>
            <p:nvPr/>
          </p:nvGrpSpPr>
          <p:grpSpPr bwMode="auto">
            <a:xfrm>
              <a:off x="5160" y="892"/>
              <a:ext cx="117" cy="177"/>
              <a:chOff x="589" y="2906"/>
              <a:chExt cx="230" cy="281"/>
            </a:xfrm>
          </p:grpSpPr>
          <p:sp>
            <p:nvSpPr>
              <p:cNvPr id="47193" name="Line 89"/>
              <p:cNvSpPr>
                <a:spLocks noChangeShapeType="1"/>
              </p:cNvSpPr>
              <p:nvPr/>
            </p:nvSpPr>
            <p:spPr bwMode="auto">
              <a:xfrm>
                <a:off x="589" y="3046"/>
                <a:ext cx="2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4" name="Line 90"/>
              <p:cNvSpPr>
                <a:spLocks noChangeShapeType="1"/>
              </p:cNvSpPr>
              <p:nvPr/>
            </p:nvSpPr>
            <p:spPr bwMode="auto">
              <a:xfrm>
                <a:off x="704" y="2906"/>
                <a:ext cx="1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95" name="Line 91"/>
            <p:cNvSpPr>
              <a:spLocks noChangeShapeType="1"/>
            </p:cNvSpPr>
            <p:nvPr/>
          </p:nvSpPr>
          <p:spPr bwMode="auto">
            <a:xfrm>
              <a:off x="3780" y="1369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6" name="Text Box 92"/>
            <p:cNvSpPr txBox="1">
              <a:spLocks noChangeArrowheads="1"/>
            </p:cNvSpPr>
            <p:nvPr/>
          </p:nvSpPr>
          <p:spPr bwMode="auto">
            <a:xfrm>
              <a:off x="3935" y="662"/>
              <a:ext cx="5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n</a:t>
              </a:r>
              <a:r>
                <a:rPr lang="en-US" altLang="zh-CN" sz="2000" baseline="30000"/>
                <a:t>2</a:t>
              </a:r>
              <a:r>
                <a:rPr lang="en-US" altLang="zh-CN" sz="2000"/>
                <a:t> Z</a:t>
              </a:r>
              <a:r>
                <a:rPr lang="en-US" altLang="zh-CN" sz="2000" baseline="-25000"/>
                <a:t>1</a:t>
              </a:r>
            </a:p>
          </p:txBody>
        </p:sp>
        <p:sp>
          <p:nvSpPr>
            <p:cNvPr id="47197" name="Text Box 93"/>
            <p:cNvSpPr txBox="1">
              <a:spLocks noChangeArrowheads="1"/>
            </p:cNvSpPr>
            <p:nvPr/>
          </p:nvSpPr>
          <p:spPr bwMode="auto">
            <a:xfrm>
              <a:off x="4533" y="669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Z</a:t>
              </a:r>
              <a:r>
                <a:rPr lang="en-US" altLang="zh-CN" sz="2000" baseline="-25000"/>
                <a:t>2</a:t>
              </a:r>
              <a:endParaRPr lang="en-US" altLang="zh-CN" sz="2000" baseline="30000"/>
            </a:p>
          </p:txBody>
        </p:sp>
        <p:sp>
          <p:nvSpPr>
            <p:cNvPr id="47198" name="Oval 94"/>
            <p:cNvSpPr>
              <a:spLocks noChangeArrowheads="1"/>
            </p:cNvSpPr>
            <p:nvPr/>
          </p:nvSpPr>
          <p:spPr bwMode="auto">
            <a:xfrm>
              <a:off x="5031" y="1067"/>
              <a:ext cx="157" cy="2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199" name="Group 95"/>
            <p:cNvGrpSpPr>
              <a:grpSpLocks/>
            </p:cNvGrpSpPr>
            <p:nvPr/>
          </p:nvGrpSpPr>
          <p:grpSpPr bwMode="auto">
            <a:xfrm>
              <a:off x="3757" y="907"/>
              <a:ext cx="117" cy="177"/>
              <a:chOff x="589" y="2906"/>
              <a:chExt cx="230" cy="281"/>
            </a:xfrm>
          </p:grpSpPr>
          <p:sp>
            <p:nvSpPr>
              <p:cNvPr id="47200" name="Line 96"/>
              <p:cNvSpPr>
                <a:spLocks noChangeShapeType="1"/>
              </p:cNvSpPr>
              <p:nvPr/>
            </p:nvSpPr>
            <p:spPr bwMode="auto">
              <a:xfrm>
                <a:off x="589" y="3046"/>
                <a:ext cx="2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1" name="Line 97"/>
              <p:cNvSpPr>
                <a:spLocks noChangeShapeType="1"/>
              </p:cNvSpPr>
              <p:nvPr/>
            </p:nvSpPr>
            <p:spPr bwMode="auto">
              <a:xfrm>
                <a:off x="704" y="2906"/>
                <a:ext cx="1" cy="2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202" name="Line 98"/>
            <p:cNvSpPr>
              <a:spLocks noChangeShapeType="1"/>
            </p:cNvSpPr>
            <p:nvPr/>
          </p:nvSpPr>
          <p:spPr bwMode="auto">
            <a:xfrm>
              <a:off x="5148" y="1411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Text Box 99"/>
            <p:cNvSpPr txBox="1">
              <a:spLocks noChangeArrowheads="1"/>
            </p:cNvSpPr>
            <p:nvPr/>
          </p:nvSpPr>
          <p:spPr bwMode="auto">
            <a:xfrm>
              <a:off x="5190" y="1085"/>
              <a:ext cx="5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Vs2</a:t>
              </a:r>
              <a:endParaRPr lang="en-US" altLang="zh-CN" sz="2000" baseline="30000"/>
            </a:p>
          </p:txBody>
        </p:sp>
        <p:sp>
          <p:nvSpPr>
            <p:cNvPr id="47204" name="Oval 100"/>
            <p:cNvSpPr>
              <a:spLocks noChangeArrowheads="1"/>
            </p:cNvSpPr>
            <p:nvPr/>
          </p:nvSpPr>
          <p:spPr bwMode="auto">
            <a:xfrm>
              <a:off x="4367" y="576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205" name="Oval 101"/>
            <p:cNvSpPr>
              <a:spLocks noChangeArrowheads="1"/>
            </p:cNvSpPr>
            <p:nvPr/>
          </p:nvSpPr>
          <p:spPr bwMode="auto">
            <a:xfrm>
              <a:off x="4396" y="1663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207" name="Text Box 103"/>
          <p:cNvSpPr txBox="1">
            <a:spLocks noChangeArrowheads="1"/>
          </p:cNvSpPr>
          <p:nvPr/>
        </p:nvSpPr>
        <p:spPr bwMode="auto">
          <a:xfrm>
            <a:off x="552450" y="2998788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2037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9107" y="332656"/>
            <a:ext cx="7772400" cy="600993"/>
          </a:xfrm>
        </p:spPr>
        <p:txBody>
          <a:bodyPr/>
          <a:lstStyle/>
          <a:p>
            <a:r>
              <a:rPr lang="en-US" altLang="zh-CN" sz="3200" dirty="0"/>
              <a:t>Transformer as a matching device</a:t>
            </a:r>
          </a:p>
        </p:txBody>
      </p:sp>
      <p:grpSp>
        <p:nvGrpSpPr>
          <p:cNvPr id="43091" name="Group 83"/>
          <p:cNvGrpSpPr>
            <a:grpSpLocks/>
          </p:cNvGrpSpPr>
          <p:nvPr/>
        </p:nvGrpSpPr>
        <p:grpSpPr bwMode="auto">
          <a:xfrm>
            <a:off x="825500" y="1492250"/>
            <a:ext cx="3071813" cy="2109788"/>
            <a:chOff x="520" y="940"/>
            <a:chExt cx="1935" cy="1329"/>
          </a:xfrm>
        </p:grpSpPr>
        <p:grpSp>
          <p:nvGrpSpPr>
            <p:cNvPr id="43012" name="Group 4"/>
            <p:cNvGrpSpPr>
              <a:grpSpLocks/>
            </p:cNvGrpSpPr>
            <p:nvPr/>
          </p:nvGrpSpPr>
          <p:grpSpPr bwMode="auto">
            <a:xfrm rot="5400000">
              <a:off x="1041" y="1494"/>
              <a:ext cx="369" cy="68"/>
              <a:chOff x="2241" y="1934"/>
              <a:chExt cx="419" cy="82"/>
            </a:xfrm>
          </p:grpSpPr>
          <p:sp>
            <p:nvSpPr>
              <p:cNvPr id="43013" name="Freeform 5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4" name="Freeform 6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5" name="Freeform 7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6" name="Freeform 8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7" name="Freeform 9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18" name="Group 10"/>
            <p:cNvGrpSpPr>
              <a:grpSpLocks/>
            </p:cNvGrpSpPr>
            <p:nvPr/>
          </p:nvGrpSpPr>
          <p:grpSpPr bwMode="auto">
            <a:xfrm rot="5400000" flipH="1" flipV="1">
              <a:off x="1283" y="1518"/>
              <a:ext cx="369" cy="67"/>
              <a:chOff x="2241" y="1934"/>
              <a:chExt cx="419" cy="82"/>
            </a:xfrm>
          </p:grpSpPr>
          <p:sp>
            <p:nvSpPr>
              <p:cNvPr id="43019" name="Freeform 11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0" name="Freeform 12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1" name="Freeform 13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2" name="Freeform 14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3" name="Freeform 15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1358" y="1292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>
              <a:off x="1310" y="1299"/>
              <a:ext cx="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1215" y="1230"/>
              <a:ext cx="0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flipH="1">
              <a:off x="804" y="1222"/>
              <a:ext cx="411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>
              <a:off x="809" y="1961"/>
              <a:ext cx="3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flipV="1">
              <a:off x="1198" y="1712"/>
              <a:ext cx="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flipV="1">
              <a:off x="1478" y="1217"/>
              <a:ext cx="663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flipV="1">
              <a:off x="1486" y="1222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>
              <a:off x="1494" y="1746"/>
              <a:ext cx="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>
              <a:off x="1494" y="1970"/>
              <a:ext cx="6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4" name="Text Box 26"/>
            <p:cNvSpPr txBox="1">
              <a:spLocks noChangeArrowheads="1"/>
            </p:cNvSpPr>
            <p:nvPr/>
          </p:nvSpPr>
          <p:spPr bwMode="auto">
            <a:xfrm>
              <a:off x="520" y="1075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035" name="Text Box 27"/>
            <p:cNvSpPr txBox="1">
              <a:spLocks noChangeArrowheads="1"/>
            </p:cNvSpPr>
            <p:nvPr/>
          </p:nvSpPr>
          <p:spPr bwMode="auto">
            <a:xfrm>
              <a:off x="573" y="1796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3036" name="Text Box 28"/>
            <p:cNvSpPr txBox="1">
              <a:spLocks noChangeArrowheads="1"/>
            </p:cNvSpPr>
            <p:nvPr/>
          </p:nvSpPr>
          <p:spPr bwMode="auto">
            <a:xfrm>
              <a:off x="2146" y="106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037" name="Text Box 29"/>
            <p:cNvSpPr txBox="1">
              <a:spLocks noChangeArrowheads="1"/>
            </p:cNvSpPr>
            <p:nvPr/>
          </p:nvSpPr>
          <p:spPr bwMode="auto">
            <a:xfrm>
              <a:off x="2184" y="1787"/>
              <a:ext cx="2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3038" name="Line 30"/>
            <p:cNvSpPr>
              <a:spLocks noChangeShapeType="1"/>
            </p:cNvSpPr>
            <p:nvPr/>
          </p:nvSpPr>
          <p:spPr bwMode="auto">
            <a:xfrm>
              <a:off x="919" y="1222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39" name="Line 31"/>
            <p:cNvSpPr>
              <a:spLocks noChangeShapeType="1"/>
            </p:cNvSpPr>
            <p:nvPr/>
          </p:nvSpPr>
          <p:spPr bwMode="auto">
            <a:xfrm flipH="1">
              <a:off x="1839" y="1220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3040" name="Object 32"/>
            <p:cNvGraphicFramePr>
              <a:graphicFrameLocks noChangeAspect="1"/>
            </p:cNvGraphicFramePr>
            <p:nvPr/>
          </p:nvGraphicFramePr>
          <p:xfrm>
            <a:off x="545" y="1446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" y="1446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1" name="Object 33"/>
            <p:cNvGraphicFramePr>
              <a:graphicFrameLocks noChangeAspect="1"/>
            </p:cNvGraphicFramePr>
            <p:nvPr/>
          </p:nvGraphicFramePr>
          <p:xfrm>
            <a:off x="1876" y="1460"/>
            <a:ext cx="23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040" imgH="228600" progId="Equation.DSMT4">
                    <p:embed/>
                  </p:oleObj>
                </mc:Choice>
                <mc:Fallback>
                  <p:oleObj name="Equation" r:id="rId5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" y="1460"/>
                          <a:ext cx="23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2" name="Object 34"/>
            <p:cNvGraphicFramePr>
              <a:graphicFrameLocks noChangeAspect="1"/>
            </p:cNvGraphicFramePr>
            <p:nvPr/>
          </p:nvGraphicFramePr>
          <p:xfrm>
            <a:off x="865" y="940"/>
            <a:ext cx="14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680" imgH="228600" progId="Equation.DSMT4">
                    <p:embed/>
                  </p:oleObj>
                </mc:Choice>
                <mc:Fallback>
                  <p:oleObj name="Equation" r:id="rId7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5" y="940"/>
                          <a:ext cx="145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3" name="Object 35"/>
            <p:cNvGraphicFramePr>
              <a:graphicFrameLocks noChangeAspect="1"/>
            </p:cNvGraphicFramePr>
            <p:nvPr/>
          </p:nvGraphicFramePr>
          <p:xfrm>
            <a:off x="2001" y="944"/>
            <a:ext cx="17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944"/>
                          <a:ext cx="17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4" name="Oval 36"/>
            <p:cNvSpPr>
              <a:spLocks noChangeArrowheads="1"/>
            </p:cNvSpPr>
            <p:nvPr/>
          </p:nvSpPr>
          <p:spPr bwMode="auto">
            <a:xfrm>
              <a:off x="1092" y="1319"/>
              <a:ext cx="35" cy="6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Oval 37"/>
            <p:cNvSpPr>
              <a:spLocks noChangeArrowheads="1"/>
            </p:cNvSpPr>
            <p:nvPr/>
          </p:nvSpPr>
          <p:spPr bwMode="auto">
            <a:xfrm>
              <a:off x="1580" y="1335"/>
              <a:ext cx="43" cy="3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6" name="Text Box 38"/>
            <p:cNvSpPr txBox="1">
              <a:spLocks noChangeArrowheads="1"/>
            </p:cNvSpPr>
            <p:nvPr/>
          </p:nvSpPr>
          <p:spPr bwMode="auto">
            <a:xfrm>
              <a:off x="1174" y="1981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1: n</a:t>
              </a:r>
            </a:p>
          </p:txBody>
        </p:sp>
        <p:sp>
          <p:nvSpPr>
            <p:cNvPr id="43047" name="Line 39"/>
            <p:cNvSpPr>
              <a:spLocks noChangeShapeType="1"/>
            </p:cNvSpPr>
            <p:nvPr/>
          </p:nvSpPr>
          <p:spPr bwMode="auto">
            <a:xfrm>
              <a:off x="1805" y="1229"/>
              <a:ext cx="0" cy="7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8" name="Rectangle 40"/>
            <p:cNvSpPr>
              <a:spLocks noChangeArrowheads="1"/>
            </p:cNvSpPr>
            <p:nvPr/>
          </p:nvSpPr>
          <p:spPr bwMode="auto">
            <a:xfrm>
              <a:off x="1766" y="1498"/>
              <a:ext cx="77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9" name="Text Box 41"/>
            <p:cNvSpPr txBox="1">
              <a:spLocks noChangeArrowheads="1"/>
            </p:cNvSpPr>
            <p:nvPr/>
          </p:nvSpPr>
          <p:spPr bwMode="auto">
            <a:xfrm>
              <a:off x="1561" y="1485"/>
              <a:ext cx="3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R</a:t>
              </a:r>
              <a:r>
                <a:rPr lang="en-US" altLang="zh-CN" sz="1800" baseline="-25000" dirty="0"/>
                <a:t>L</a:t>
              </a:r>
            </a:p>
          </p:txBody>
        </p:sp>
      </p:grpSp>
      <p:sp>
        <p:nvSpPr>
          <p:cNvPr id="43076" name="Text Box 68"/>
          <p:cNvSpPr txBox="1">
            <a:spLocks noChangeArrowheads="1"/>
          </p:cNvSpPr>
          <p:nvPr/>
        </p:nvSpPr>
        <p:spPr bwMode="auto">
          <a:xfrm>
            <a:off x="7227888" y="2938463"/>
            <a:ext cx="430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grpSp>
        <p:nvGrpSpPr>
          <p:cNvPr id="43090" name="Group 82"/>
          <p:cNvGrpSpPr>
            <a:grpSpLocks/>
          </p:cNvGrpSpPr>
          <p:nvPr/>
        </p:nvGrpSpPr>
        <p:grpSpPr bwMode="auto">
          <a:xfrm>
            <a:off x="4665663" y="1479550"/>
            <a:ext cx="2913062" cy="2143125"/>
            <a:chOff x="2939" y="932"/>
            <a:chExt cx="1835" cy="1350"/>
          </a:xfrm>
        </p:grpSpPr>
        <p:grpSp>
          <p:nvGrpSpPr>
            <p:cNvPr id="43051" name="Group 43"/>
            <p:cNvGrpSpPr>
              <a:grpSpLocks/>
            </p:cNvGrpSpPr>
            <p:nvPr/>
          </p:nvGrpSpPr>
          <p:grpSpPr bwMode="auto">
            <a:xfrm rot="5400000">
              <a:off x="3627" y="1507"/>
              <a:ext cx="369" cy="68"/>
              <a:chOff x="2241" y="1934"/>
              <a:chExt cx="419" cy="82"/>
            </a:xfrm>
          </p:grpSpPr>
          <p:sp>
            <p:nvSpPr>
              <p:cNvPr id="43052" name="Freeform 44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3" name="Freeform 45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4" name="Freeform 46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5" name="Freeform 47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6" name="Freeform 48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57" name="Group 49"/>
            <p:cNvGrpSpPr>
              <a:grpSpLocks/>
            </p:cNvGrpSpPr>
            <p:nvPr/>
          </p:nvGrpSpPr>
          <p:grpSpPr bwMode="auto">
            <a:xfrm rot="5400000" flipH="1" flipV="1">
              <a:off x="3869" y="1531"/>
              <a:ext cx="369" cy="67"/>
              <a:chOff x="2241" y="1934"/>
              <a:chExt cx="419" cy="82"/>
            </a:xfrm>
          </p:grpSpPr>
          <p:sp>
            <p:nvSpPr>
              <p:cNvPr id="43058" name="Freeform 50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9" name="Freeform 51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0" name="Freeform 52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1" name="Freeform 53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2" name="Freeform 54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63" name="Line 55"/>
            <p:cNvSpPr>
              <a:spLocks noChangeShapeType="1"/>
            </p:cNvSpPr>
            <p:nvPr/>
          </p:nvSpPr>
          <p:spPr bwMode="auto">
            <a:xfrm>
              <a:off x="3944" y="1305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4" name="Line 56"/>
            <p:cNvSpPr>
              <a:spLocks noChangeShapeType="1"/>
            </p:cNvSpPr>
            <p:nvPr/>
          </p:nvSpPr>
          <p:spPr bwMode="auto">
            <a:xfrm>
              <a:off x="3896" y="1312"/>
              <a:ext cx="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65" name="Line 57"/>
            <p:cNvSpPr>
              <a:spLocks noChangeShapeType="1"/>
            </p:cNvSpPr>
            <p:nvPr/>
          </p:nvSpPr>
          <p:spPr bwMode="auto">
            <a:xfrm>
              <a:off x="3801" y="1243"/>
              <a:ext cx="0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66" name="Line 58"/>
            <p:cNvSpPr>
              <a:spLocks noChangeShapeType="1"/>
            </p:cNvSpPr>
            <p:nvPr/>
          </p:nvSpPr>
          <p:spPr bwMode="auto">
            <a:xfrm flipH="1">
              <a:off x="3211" y="1235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67" name="Line 59"/>
            <p:cNvSpPr>
              <a:spLocks noChangeShapeType="1"/>
            </p:cNvSpPr>
            <p:nvPr/>
          </p:nvSpPr>
          <p:spPr bwMode="auto">
            <a:xfrm>
              <a:off x="3242" y="1974"/>
              <a:ext cx="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68" name="Line 60"/>
            <p:cNvSpPr>
              <a:spLocks noChangeShapeType="1"/>
            </p:cNvSpPr>
            <p:nvPr/>
          </p:nvSpPr>
          <p:spPr bwMode="auto">
            <a:xfrm flipV="1">
              <a:off x="3784" y="1725"/>
              <a:ext cx="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69" name="Line 61"/>
            <p:cNvSpPr>
              <a:spLocks noChangeShapeType="1"/>
            </p:cNvSpPr>
            <p:nvPr/>
          </p:nvSpPr>
          <p:spPr bwMode="auto">
            <a:xfrm>
              <a:off x="4064" y="1235"/>
              <a:ext cx="445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70" name="Line 62"/>
            <p:cNvSpPr>
              <a:spLocks noChangeShapeType="1"/>
            </p:cNvSpPr>
            <p:nvPr/>
          </p:nvSpPr>
          <p:spPr bwMode="auto">
            <a:xfrm flipV="1">
              <a:off x="4072" y="1235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71" name="Line 63"/>
            <p:cNvSpPr>
              <a:spLocks noChangeShapeType="1"/>
            </p:cNvSpPr>
            <p:nvPr/>
          </p:nvSpPr>
          <p:spPr bwMode="auto">
            <a:xfrm>
              <a:off x="4080" y="1759"/>
              <a:ext cx="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72" name="Line 64"/>
            <p:cNvSpPr>
              <a:spLocks noChangeShapeType="1"/>
            </p:cNvSpPr>
            <p:nvPr/>
          </p:nvSpPr>
          <p:spPr bwMode="auto">
            <a:xfrm>
              <a:off x="4080" y="1983"/>
              <a:ext cx="4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73" name="Text Box 65"/>
            <p:cNvSpPr txBox="1">
              <a:spLocks noChangeArrowheads="1"/>
            </p:cNvSpPr>
            <p:nvPr/>
          </p:nvSpPr>
          <p:spPr bwMode="auto">
            <a:xfrm>
              <a:off x="2939" y="1075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074" name="Text Box 66"/>
            <p:cNvSpPr txBox="1">
              <a:spLocks noChangeArrowheads="1"/>
            </p:cNvSpPr>
            <p:nvPr/>
          </p:nvSpPr>
          <p:spPr bwMode="auto">
            <a:xfrm>
              <a:off x="2993" y="1822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3075" name="Text Box 67"/>
            <p:cNvSpPr txBox="1">
              <a:spLocks noChangeArrowheads="1"/>
            </p:cNvSpPr>
            <p:nvPr/>
          </p:nvSpPr>
          <p:spPr bwMode="auto">
            <a:xfrm>
              <a:off x="4502" y="1087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077" name="Line 69"/>
            <p:cNvSpPr>
              <a:spLocks noChangeShapeType="1"/>
            </p:cNvSpPr>
            <p:nvPr/>
          </p:nvSpPr>
          <p:spPr bwMode="auto">
            <a:xfrm>
              <a:off x="3261" y="1235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78" name="Line 70"/>
            <p:cNvSpPr>
              <a:spLocks noChangeShapeType="1"/>
            </p:cNvSpPr>
            <p:nvPr/>
          </p:nvSpPr>
          <p:spPr bwMode="auto">
            <a:xfrm flipH="1">
              <a:off x="4067" y="1246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3079" name="Object 71"/>
            <p:cNvGraphicFramePr>
              <a:graphicFrameLocks noChangeAspect="1"/>
            </p:cNvGraphicFramePr>
            <p:nvPr/>
          </p:nvGraphicFramePr>
          <p:xfrm>
            <a:off x="3131" y="1459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" y="1459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80" name="Object 72"/>
            <p:cNvGraphicFramePr>
              <a:graphicFrameLocks noChangeAspect="1"/>
            </p:cNvGraphicFramePr>
            <p:nvPr/>
          </p:nvGraphicFramePr>
          <p:xfrm>
            <a:off x="4462" y="1473"/>
            <a:ext cx="23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040" imgH="228600" progId="Equation.DSMT4">
                    <p:embed/>
                  </p:oleObj>
                </mc:Choice>
                <mc:Fallback>
                  <p:oleObj name="Equation" r:id="rId5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" y="1473"/>
                          <a:ext cx="23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81" name="Object 73"/>
            <p:cNvGraphicFramePr>
              <a:graphicFrameLocks noChangeAspect="1"/>
            </p:cNvGraphicFramePr>
            <p:nvPr/>
          </p:nvGraphicFramePr>
          <p:xfrm>
            <a:off x="3298" y="953"/>
            <a:ext cx="14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680" imgH="228600" progId="Equation.DSMT4">
                    <p:embed/>
                  </p:oleObj>
                </mc:Choice>
                <mc:Fallback>
                  <p:oleObj name="Equation" r:id="rId7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953"/>
                          <a:ext cx="145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82" name="Object 74"/>
            <p:cNvGraphicFramePr>
              <a:graphicFrameLocks noChangeAspect="1"/>
            </p:cNvGraphicFramePr>
            <p:nvPr/>
          </p:nvGraphicFramePr>
          <p:xfrm>
            <a:off x="4319" y="932"/>
            <a:ext cx="17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932"/>
                          <a:ext cx="17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83" name="Oval 75"/>
            <p:cNvSpPr>
              <a:spLocks noChangeArrowheads="1"/>
            </p:cNvSpPr>
            <p:nvPr/>
          </p:nvSpPr>
          <p:spPr bwMode="auto">
            <a:xfrm>
              <a:off x="3678" y="1332"/>
              <a:ext cx="35" cy="6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4" name="Oval 76"/>
            <p:cNvSpPr>
              <a:spLocks noChangeArrowheads="1"/>
            </p:cNvSpPr>
            <p:nvPr/>
          </p:nvSpPr>
          <p:spPr bwMode="auto">
            <a:xfrm>
              <a:off x="4166" y="1348"/>
              <a:ext cx="43" cy="3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5" name="Text Box 77"/>
            <p:cNvSpPr txBox="1">
              <a:spLocks noChangeArrowheads="1"/>
            </p:cNvSpPr>
            <p:nvPr/>
          </p:nvSpPr>
          <p:spPr bwMode="auto">
            <a:xfrm>
              <a:off x="3760" y="1994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1: n</a:t>
              </a:r>
            </a:p>
          </p:txBody>
        </p:sp>
        <p:sp>
          <p:nvSpPr>
            <p:cNvPr id="43086" name="Line 78"/>
            <p:cNvSpPr>
              <a:spLocks noChangeShapeType="1"/>
            </p:cNvSpPr>
            <p:nvPr/>
          </p:nvSpPr>
          <p:spPr bwMode="auto">
            <a:xfrm>
              <a:off x="3508" y="1255"/>
              <a:ext cx="0" cy="7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7" name="Rectangle 79"/>
            <p:cNvSpPr>
              <a:spLocks noChangeArrowheads="1"/>
            </p:cNvSpPr>
            <p:nvPr/>
          </p:nvSpPr>
          <p:spPr bwMode="auto">
            <a:xfrm>
              <a:off x="3469" y="1524"/>
              <a:ext cx="77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8" name="Text Box 80"/>
            <p:cNvSpPr txBox="1">
              <a:spLocks noChangeArrowheads="1"/>
            </p:cNvSpPr>
            <p:nvPr/>
          </p:nvSpPr>
          <p:spPr bwMode="auto">
            <a:xfrm>
              <a:off x="3098" y="1704"/>
              <a:ext cx="6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R</a:t>
              </a:r>
              <a:r>
                <a:rPr lang="en-US" altLang="zh-CN" sz="1800" baseline="-25000" dirty="0"/>
                <a:t>L</a:t>
              </a:r>
              <a:r>
                <a:rPr lang="en-US" altLang="zh-CN" sz="1800" dirty="0"/>
                <a:t>/n</a:t>
              </a:r>
              <a:r>
                <a:rPr lang="en-US" altLang="zh-CN" sz="1800" baseline="30000" dirty="0"/>
                <a:t>2</a:t>
              </a:r>
            </a:p>
          </p:txBody>
        </p:sp>
      </p:grpSp>
      <p:sp>
        <p:nvSpPr>
          <p:cNvPr id="43089" name="AutoShape 81"/>
          <p:cNvSpPr>
            <a:spLocks noChangeArrowheads="1"/>
          </p:cNvSpPr>
          <p:nvPr/>
        </p:nvSpPr>
        <p:spPr bwMode="auto">
          <a:xfrm>
            <a:off x="3962400" y="2438400"/>
            <a:ext cx="588963" cy="203200"/>
          </a:xfrm>
          <a:prstGeom prst="rightArrow">
            <a:avLst>
              <a:gd name="adj1" fmla="val 50000"/>
              <a:gd name="adj2" fmla="val 724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131" name="Group 123"/>
          <p:cNvGrpSpPr>
            <a:grpSpLocks/>
          </p:cNvGrpSpPr>
          <p:nvPr/>
        </p:nvGrpSpPr>
        <p:grpSpPr bwMode="auto">
          <a:xfrm>
            <a:off x="1079500" y="4070350"/>
            <a:ext cx="2967038" cy="2143125"/>
            <a:chOff x="680" y="2564"/>
            <a:chExt cx="1869" cy="1350"/>
          </a:xfrm>
        </p:grpSpPr>
        <p:grpSp>
          <p:nvGrpSpPr>
            <p:cNvPr id="43093" name="Group 85"/>
            <p:cNvGrpSpPr>
              <a:grpSpLocks/>
            </p:cNvGrpSpPr>
            <p:nvPr/>
          </p:nvGrpSpPr>
          <p:grpSpPr bwMode="auto">
            <a:xfrm rot="5400000">
              <a:off x="1368" y="3139"/>
              <a:ext cx="369" cy="68"/>
              <a:chOff x="2241" y="1934"/>
              <a:chExt cx="419" cy="82"/>
            </a:xfrm>
          </p:grpSpPr>
          <p:sp>
            <p:nvSpPr>
              <p:cNvPr id="43094" name="Freeform 86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5" name="Freeform 87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6" name="Freeform 88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7" name="Freeform 89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8" name="Freeform 90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99" name="Group 91"/>
            <p:cNvGrpSpPr>
              <a:grpSpLocks/>
            </p:cNvGrpSpPr>
            <p:nvPr/>
          </p:nvGrpSpPr>
          <p:grpSpPr bwMode="auto">
            <a:xfrm rot="5400000" flipH="1" flipV="1">
              <a:off x="1610" y="3163"/>
              <a:ext cx="369" cy="67"/>
              <a:chOff x="2241" y="1934"/>
              <a:chExt cx="419" cy="82"/>
            </a:xfrm>
          </p:grpSpPr>
          <p:sp>
            <p:nvSpPr>
              <p:cNvPr id="43100" name="Freeform 92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1" name="Freeform 93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2" name="Freeform 94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3" name="Freeform 95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4" name="Freeform 96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105" name="Line 97"/>
            <p:cNvSpPr>
              <a:spLocks noChangeShapeType="1"/>
            </p:cNvSpPr>
            <p:nvPr/>
          </p:nvSpPr>
          <p:spPr bwMode="auto">
            <a:xfrm>
              <a:off x="1685" y="293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6" name="Line 98"/>
            <p:cNvSpPr>
              <a:spLocks noChangeShapeType="1"/>
            </p:cNvSpPr>
            <p:nvPr/>
          </p:nvSpPr>
          <p:spPr bwMode="auto">
            <a:xfrm>
              <a:off x="1637" y="2944"/>
              <a:ext cx="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07" name="Line 99"/>
            <p:cNvSpPr>
              <a:spLocks noChangeShapeType="1"/>
            </p:cNvSpPr>
            <p:nvPr/>
          </p:nvSpPr>
          <p:spPr bwMode="auto">
            <a:xfrm>
              <a:off x="1542" y="2875"/>
              <a:ext cx="0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08" name="Line 100"/>
            <p:cNvSpPr>
              <a:spLocks noChangeShapeType="1"/>
            </p:cNvSpPr>
            <p:nvPr/>
          </p:nvSpPr>
          <p:spPr bwMode="auto">
            <a:xfrm flipH="1">
              <a:off x="952" y="2867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09" name="Line 101"/>
            <p:cNvSpPr>
              <a:spLocks noChangeShapeType="1"/>
            </p:cNvSpPr>
            <p:nvPr/>
          </p:nvSpPr>
          <p:spPr bwMode="auto">
            <a:xfrm>
              <a:off x="983" y="3606"/>
              <a:ext cx="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0" name="Line 102"/>
            <p:cNvSpPr>
              <a:spLocks noChangeShapeType="1"/>
            </p:cNvSpPr>
            <p:nvPr/>
          </p:nvSpPr>
          <p:spPr bwMode="auto">
            <a:xfrm flipV="1">
              <a:off x="1525" y="3357"/>
              <a:ext cx="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1" name="Line 103"/>
            <p:cNvSpPr>
              <a:spLocks noChangeShapeType="1"/>
            </p:cNvSpPr>
            <p:nvPr/>
          </p:nvSpPr>
          <p:spPr bwMode="auto">
            <a:xfrm>
              <a:off x="1805" y="2867"/>
              <a:ext cx="445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2" name="Line 104"/>
            <p:cNvSpPr>
              <a:spLocks noChangeShapeType="1"/>
            </p:cNvSpPr>
            <p:nvPr/>
          </p:nvSpPr>
          <p:spPr bwMode="auto">
            <a:xfrm flipV="1">
              <a:off x="1813" y="2867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3" name="Line 105"/>
            <p:cNvSpPr>
              <a:spLocks noChangeShapeType="1"/>
            </p:cNvSpPr>
            <p:nvPr/>
          </p:nvSpPr>
          <p:spPr bwMode="auto">
            <a:xfrm>
              <a:off x="1821" y="3391"/>
              <a:ext cx="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4" name="Line 106"/>
            <p:cNvSpPr>
              <a:spLocks noChangeShapeType="1"/>
            </p:cNvSpPr>
            <p:nvPr/>
          </p:nvSpPr>
          <p:spPr bwMode="auto">
            <a:xfrm>
              <a:off x="1821" y="3615"/>
              <a:ext cx="4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5" name="Text Box 107"/>
            <p:cNvSpPr txBox="1">
              <a:spLocks noChangeArrowheads="1"/>
            </p:cNvSpPr>
            <p:nvPr/>
          </p:nvSpPr>
          <p:spPr bwMode="auto">
            <a:xfrm>
              <a:off x="680" y="2707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116" name="Text Box 108"/>
            <p:cNvSpPr txBox="1">
              <a:spLocks noChangeArrowheads="1"/>
            </p:cNvSpPr>
            <p:nvPr/>
          </p:nvSpPr>
          <p:spPr bwMode="auto">
            <a:xfrm>
              <a:off x="734" y="3454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  <p:sp>
          <p:nvSpPr>
            <p:cNvPr id="43117" name="Text Box 109"/>
            <p:cNvSpPr txBox="1">
              <a:spLocks noChangeArrowheads="1"/>
            </p:cNvSpPr>
            <p:nvPr/>
          </p:nvSpPr>
          <p:spPr bwMode="auto">
            <a:xfrm>
              <a:off x="2243" y="2719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+</a:t>
              </a:r>
            </a:p>
          </p:txBody>
        </p:sp>
        <p:sp>
          <p:nvSpPr>
            <p:cNvPr id="43118" name="Line 110"/>
            <p:cNvSpPr>
              <a:spLocks noChangeShapeType="1"/>
            </p:cNvSpPr>
            <p:nvPr/>
          </p:nvSpPr>
          <p:spPr bwMode="auto">
            <a:xfrm>
              <a:off x="1002" y="2867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119" name="Line 111"/>
            <p:cNvSpPr>
              <a:spLocks noChangeShapeType="1"/>
            </p:cNvSpPr>
            <p:nvPr/>
          </p:nvSpPr>
          <p:spPr bwMode="auto">
            <a:xfrm flipH="1">
              <a:off x="1808" y="2878"/>
              <a:ext cx="208" cy="0"/>
            </a:xfrm>
            <a:prstGeom prst="line">
              <a:avLst/>
            </a:prstGeom>
            <a:noFill/>
            <a:ln w="50800">
              <a:solidFill>
                <a:srgbClr val="FF66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3120" name="Object 112"/>
            <p:cNvGraphicFramePr>
              <a:graphicFrameLocks noChangeAspect="1"/>
            </p:cNvGraphicFramePr>
            <p:nvPr/>
          </p:nvGraphicFramePr>
          <p:xfrm>
            <a:off x="872" y="3091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2" y="3091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1" name="Object 113"/>
            <p:cNvGraphicFramePr>
              <a:graphicFrameLocks noChangeAspect="1"/>
            </p:cNvGraphicFramePr>
            <p:nvPr/>
          </p:nvGraphicFramePr>
          <p:xfrm>
            <a:off x="2203" y="3105"/>
            <a:ext cx="23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040" imgH="228600" progId="Equation.DSMT4">
                    <p:embed/>
                  </p:oleObj>
                </mc:Choice>
                <mc:Fallback>
                  <p:oleObj name="Equation" r:id="rId5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3" y="3105"/>
                          <a:ext cx="23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2" name="Object 114"/>
            <p:cNvGraphicFramePr>
              <a:graphicFrameLocks noChangeAspect="1"/>
            </p:cNvGraphicFramePr>
            <p:nvPr/>
          </p:nvGraphicFramePr>
          <p:xfrm>
            <a:off x="1039" y="2585"/>
            <a:ext cx="14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680" imgH="228600" progId="Equation.DSMT4">
                    <p:embed/>
                  </p:oleObj>
                </mc:Choice>
                <mc:Fallback>
                  <p:oleObj name="Equation" r:id="rId7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9" y="2585"/>
                          <a:ext cx="145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3" name="Object 115"/>
            <p:cNvGraphicFramePr>
              <a:graphicFrameLocks noChangeAspect="1"/>
            </p:cNvGraphicFramePr>
            <p:nvPr/>
          </p:nvGraphicFramePr>
          <p:xfrm>
            <a:off x="2060" y="2564"/>
            <a:ext cx="17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0" y="2564"/>
                          <a:ext cx="17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24" name="Oval 116"/>
            <p:cNvSpPr>
              <a:spLocks noChangeArrowheads="1"/>
            </p:cNvSpPr>
            <p:nvPr/>
          </p:nvSpPr>
          <p:spPr bwMode="auto">
            <a:xfrm>
              <a:off x="1419" y="2964"/>
              <a:ext cx="35" cy="6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5" name="Oval 117"/>
            <p:cNvSpPr>
              <a:spLocks noChangeArrowheads="1"/>
            </p:cNvSpPr>
            <p:nvPr/>
          </p:nvSpPr>
          <p:spPr bwMode="auto">
            <a:xfrm>
              <a:off x="1907" y="2980"/>
              <a:ext cx="43" cy="3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6" name="Text Box 118"/>
            <p:cNvSpPr txBox="1">
              <a:spLocks noChangeArrowheads="1"/>
            </p:cNvSpPr>
            <p:nvPr/>
          </p:nvSpPr>
          <p:spPr bwMode="auto">
            <a:xfrm>
              <a:off x="1501" y="3626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1: n</a:t>
              </a:r>
            </a:p>
          </p:txBody>
        </p:sp>
        <p:sp>
          <p:nvSpPr>
            <p:cNvPr id="43128" name="Rectangle 120"/>
            <p:cNvSpPr>
              <a:spLocks noChangeArrowheads="1"/>
            </p:cNvSpPr>
            <p:nvPr/>
          </p:nvSpPr>
          <p:spPr bwMode="auto">
            <a:xfrm>
              <a:off x="1210" y="2810"/>
              <a:ext cx="230" cy="9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9" name="Text Box 121"/>
            <p:cNvSpPr txBox="1">
              <a:spLocks noChangeArrowheads="1"/>
            </p:cNvSpPr>
            <p:nvPr/>
          </p:nvSpPr>
          <p:spPr bwMode="auto">
            <a:xfrm>
              <a:off x="1300" y="2606"/>
              <a:ext cx="3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R</a:t>
              </a:r>
              <a:endParaRPr lang="en-US" altLang="zh-CN" sz="1800" baseline="30000" dirty="0"/>
            </a:p>
          </p:txBody>
        </p:sp>
        <p:sp>
          <p:nvSpPr>
            <p:cNvPr id="43130" name="Text Box 122"/>
            <p:cNvSpPr txBox="1">
              <a:spLocks noChangeArrowheads="1"/>
            </p:cNvSpPr>
            <p:nvPr/>
          </p:nvSpPr>
          <p:spPr bwMode="auto">
            <a:xfrm>
              <a:off x="2276" y="3473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43133" name="Group 125"/>
          <p:cNvGrpSpPr>
            <a:grpSpLocks/>
          </p:cNvGrpSpPr>
          <p:nvPr/>
        </p:nvGrpSpPr>
        <p:grpSpPr bwMode="auto">
          <a:xfrm rot="5400000">
            <a:off x="5718969" y="5055394"/>
            <a:ext cx="585788" cy="107950"/>
            <a:chOff x="2241" y="1934"/>
            <a:chExt cx="419" cy="82"/>
          </a:xfrm>
        </p:grpSpPr>
        <p:sp>
          <p:nvSpPr>
            <p:cNvPr id="43134" name="Freeform 126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5" name="Freeform 127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6" name="Freeform 128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7" name="Freeform 129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8" name="Freeform 130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139" name="Group 131"/>
          <p:cNvGrpSpPr>
            <a:grpSpLocks/>
          </p:cNvGrpSpPr>
          <p:nvPr/>
        </p:nvGrpSpPr>
        <p:grpSpPr bwMode="auto">
          <a:xfrm rot="5400000" flipH="1" flipV="1">
            <a:off x="6102350" y="5094288"/>
            <a:ext cx="585788" cy="106362"/>
            <a:chOff x="2241" y="1934"/>
            <a:chExt cx="419" cy="82"/>
          </a:xfrm>
        </p:grpSpPr>
        <p:sp>
          <p:nvSpPr>
            <p:cNvPr id="43140" name="Freeform 132"/>
            <p:cNvSpPr>
              <a:spLocks/>
            </p:cNvSpPr>
            <p:nvPr/>
          </p:nvSpPr>
          <p:spPr bwMode="auto">
            <a:xfrm>
              <a:off x="224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1" name="Freeform 133"/>
            <p:cNvSpPr>
              <a:spLocks/>
            </p:cNvSpPr>
            <p:nvPr/>
          </p:nvSpPr>
          <p:spPr bwMode="auto">
            <a:xfrm>
              <a:off x="232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2" name="Freeform 134"/>
            <p:cNvSpPr>
              <a:spLocks/>
            </p:cNvSpPr>
            <p:nvPr/>
          </p:nvSpPr>
          <p:spPr bwMode="auto">
            <a:xfrm>
              <a:off x="240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3" name="Freeform 135"/>
            <p:cNvSpPr>
              <a:spLocks/>
            </p:cNvSpPr>
            <p:nvPr/>
          </p:nvSpPr>
          <p:spPr bwMode="auto">
            <a:xfrm>
              <a:off x="248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4" name="Freeform 136"/>
            <p:cNvSpPr>
              <a:spLocks/>
            </p:cNvSpPr>
            <p:nvPr/>
          </p:nvSpPr>
          <p:spPr bwMode="auto">
            <a:xfrm>
              <a:off x="2561" y="1934"/>
              <a:ext cx="99" cy="82"/>
            </a:xfrm>
            <a:custGeom>
              <a:avLst/>
              <a:gdLst>
                <a:gd name="T0" fmla="*/ 0 w 99"/>
                <a:gd name="T1" fmla="*/ 72 h 82"/>
                <a:gd name="T2" fmla="*/ 60 w 99"/>
                <a:gd name="T3" fmla="*/ 2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0" y="72"/>
                  </a:moveTo>
                  <a:cubicBezTo>
                    <a:pt x="22" y="36"/>
                    <a:pt x="44" y="0"/>
                    <a:pt x="60" y="2"/>
                  </a:cubicBezTo>
                  <a:cubicBezTo>
                    <a:pt x="76" y="4"/>
                    <a:pt x="87" y="43"/>
                    <a:pt x="99" y="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145" name="Line 137"/>
          <p:cNvSpPr>
            <a:spLocks noChangeShapeType="1"/>
          </p:cNvSpPr>
          <p:nvPr/>
        </p:nvSpPr>
        <p:spPr bwMode="auto">
          <a:xfrm>
            <a:off x="6221413" y="473551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146" name="Line 138"/>
          <p:cNvSpPr>
            <a:spLocks noChangeShapeType="1"/>
          </p:cNvSpPr>
          <p:nvPr/>
        </p:nvSpPr>
        <p:spPr bwMode="auto">
          <a:xfrm>
            <a:off x="6145213" y="4746625"/>
            <a:ext cx="6350" cy="7921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47" name="Line 139"/>
          <p:cNvSpPr>
            <a:spLocks noChangeShapeType="1"/>
          </p:cNvSpPr>
          <p:nvPr/>
        </p:nvSpPr>
        <p:spPr bwMode="auto">
          <a:xfrm>
            <a:off x="5994400" y="4637088"/>
            <a:ext cx="0" cy="1920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48" name="Line 140"/>
          <p:cNvSpPr>
            <a:spLocks noChangeShapeType="1"/>
          </p:cNvSpPr>
          <p:nvPr/>
        </p:nvSpPr>
        <p:spPr bwMode="auto">
          <a:xfrm flipH="1">
            <a:off x="5057775" y="46243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49" name="Line 141"/>
          <p:cNvSpPr>
            <a:spLocks noChangeShapeType="1"/>
          </p:cNvSpPr>
          <p:nvPr/>
        </p:nvSpPr>
        <p:spPr bwMode="auto">
          <a:xfrm>
            <a:off x="5106988" y="5797550"/>
            <a:ext cx="8604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0" name="Line 142"/>
          <p:cNvSpPr>
            <a:spLocks noChangeShapeType="1"/>
          </p:cNvSpPr>
          <p:nvPr/>
        </p:nvSpPr>
        <p:spPr bwMode="auto">
          <a:xfrm flipV="1">
            <a:off x="5967413" y="5402263"/>
            <a:ext cx="0" cy="3952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1" name="Line 143"/>
          <p:cNvSpPr>
            <a:spLocks noChangeShapeType="1"/>
          </p:cNvSpPr>
          <p:nvPr/>
        </p:nvSpPr>
        <p:spPr bwMode="auto">
          <a:xfrm>
            <a:off x="6411913" y="4624388"/>
            <a:ext cx="969962" cy="12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2" name="Line 144"/>
          <p:cNvSpPr>
            <a:spLocks noChangeShapeType="1"/>
          </p:cNvSpPr>
          <p:nvPr/>
        </p:nvSpPr>
        <p:spPr bwMode="auto">
          <a:xfrm flipV="1">
            <a:off x="6424613" y="4624388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3" name="Line 145"/>
          <p:cNvSpPr>
            <a:spLocks noChangeShapeType="1"/>
          </p:cNvSpPr>
          <p:nvPr/>
        </p:nvSpPr>
        <p:spPr bwMode="auto">
          <a:xfrm>
            <a:off x="6437313" y="5456238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4" name="Line 146"/>
          <p:cNvSpPr>
            <a:spLocks noChangeShapeType="1"/>
          </p:cNvSpPr>
          <p:nvPr/>
        </p:nvSpPr>
        <p:spPr bwMode="auto">
          <a:xfrm>
            <a:off x="6437313" y="5811838"/>
            <a:ext cx="973137" cy="15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5" name="Text Box 147"/>
          <p:cNvSpPr txBox="1">
            <a:spLocks noChangeArrowheads="1"/>
          </p:cNvSpPr>
          <p:nvPr/>
        </p:nvSpPr>
        <p:spPr bwMode="auto">
          <a:xfrm>
            <a:off x="4625975" y="437038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3156" name="Text Box 148"/>
          <p:cNvSpPr txBox="1">
            <a:spLocks noChangeArrowheads="1"/>
          </p:cNvSpPr>
          <p:nvPr/>
        </p:nvSpPr>
        <p:spPr bwMode="auto">
          <a:xfrm>
            <a:off x="4711700" y="5556250"/>
            <a:ext cx="433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3157" name="Text Box 149"/>
          <p:cNvSpPr txBox="1">
            <a:spLocks noChangeArrowheads="1"/>
          </p:cNvSpPr>
          <p:nvPr/>
        </p:nvSpPr>
        <p:spPr bwMode="auto">
          <a:xfrm>
            <a:off x="7370763" y="4368800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+</a:t>
            </a:r>
          </a:p>
        </p:txBody>
      </p:sp>
      <p:sp>
        <p:nvSpPr>
          <p:cNvPr id="43158" name="Line 150"/>
          <p:cNvSpPr>
            <a:spLocks noChangeShapeType="1"/>
          </p:cNvSpPr>
          <p:nvPr/>
        </p:nvSpPr>
        <p:spPr bwMode="auto">
          <a:xfrm>
            <a:off x="5137150" y="4624388"/>
            <a:ext cx="330200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159" name="Line 151"/>
          <p:cNvSpPr>
            <a:spLocks noChangeShapeType="1"/>
          </p:cNvSpPr>
          <p:nvPr/>
        </p:nvSpPr>
        <p:spPr bwMode="auto">
          <a:xfrm flipH="1">
            <a:off x="6416675" y="4641850"/>
            <a:ext cx="330200" cy="0"/>
          </a:xfrm>
          <a:prstGeom prst="line">
            <a:avLst/>
          </a:prstGeom>
          <a:noFill/>
          <a:ln w="50800">
            <a:solidFill>
              <a:srgbClr val="FF66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3160" name="Object 152"/>
          <p:cNvGraphicFramePr>
            <a:graphicFrameLocks noChangeAspect="1"/>
          </p:cNvGraphicFramePr>
          <p:nvPr/>
        </p:nvGraphicFramePr>
        <p:xfrm>
          <a:off x="4930775" y="4979988"/>
          <a:ext cx="3159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4979988"/>
                        <a:ext cx="3159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61" name="Object 153"/>
          <p:cNvGraphicFramePr>
            <a:graphicFrameLocks noChangeAspect="1"/>
          </p:cNvGraphicFramePr>
          <p:nvPr/>
        </p:nvGraphicFramePr>
        <p:xfrm>
          <a:off x="7389813" y="5002213"/>
          <a:ext cx="3667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9813" y="5002213"/>
                        <a:ext cx="3667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62" name="Object 154"/>
          <p:cNvGraphicFramePr>
            <a:graphicFrameLocks noChangeAspect="1"/>
          </p:cNvGraphicFramePr>
          <p:nvPr/>
        </p:nvGraphicFramePr>
        <p:xfrm>
          <a:off x="5195888" y="4176713"/>
          <a:ext cx="2301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228600" progId="Equation.DSMT4">
                  <p:embed/>
                </p:oleObj>
              </mc:Choice>
              <mc:Fallback>
                <p:oleObj name="Equation" r:id="rId7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4176713"/>
                        <a:ext cx="2301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63" name="Object 155"/>
          <p:cNvGraphicFramePr>
            <a:graphicFrameLocks noChangeAspect="1"/>
          </p:cNvGraphicFramePr>
          <p:nvPr/>
        </p:nvGraphicFramePr>
        <p:xfrm>
          <a:off x="6816725" y="4143375"/>
          <a:ext cx="2714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4143375"/>
                        <a:ext cx="2714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64" name="Oval 156"/>
          <p:cNvSpPr>
            <a:spLocks noChangeArrowheads="1"/>
          </p:cNvSpPr>
          <p:nvPr/>
        </p:nvSpPr>
        <p:spPr bwMode="auto">
          <a:xfrm>
            <a:off x="5799138" y="4778375"/>
            <a:ext cx="55562" cy="95250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65" name="Oval 157"/>
          <p:cNvSpPr>
            <a:spLocks noChangeArrowheads="1"/>
          </p:cNvSpPr>
          <p:nvPr/>
        </p:nvSpPr>
        <p:spPr bwMode="auto">
          <a:xfrm>
            <a:off x="6573838" y="4803775"/>
            <a:ext cx="68262" cy="55563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66" name="Text Box 158"/>
          <p:cNvSpPr txBox="1">
            <a:spLocks noChangeArrowheads="1"/>
          </p:cNvSpPr>
          <p:nvPr/>
        </p:nvSpPr>
        <p:spPr bwMode="auto">
          <a:xfrm>
            <a:off x="5929313" y="5829300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1: n</a:t>
            </a:r>
          </a:p>
        </p:txBody>
      </p:sp>
      <p:sp>
        <p:nvSpPr>
          <p:cNvPr id="43167" name="Rectangle 159"/>
          <p:cNvSpPr>
            <a:spLocks noChangeArrowheads="1"/>
          </p:cNvSpPr>
          <p:nvPr/>
        </p:nvSpPr>
        <p:spPr bwMode="auto">
          <a:xfrm>
            <a:off x="6908800" y="4575175"/>
            <a:ext cx="365125" cy="142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68" name="Text Box 160"/>
          <p:cNvSpPr txBox="1">
            <a:spLocks noChangeArrowheads="1"/>
          </p:cNvSpPr>
          <p:nvPr/>
        </p:nvSpPr>
        <p:spPr bwMode="auto">
          <a:xfrm>
            <a:off x="5610225" y="4210050"/>
            <a:ext cx="490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/>
              <a:t>R</a:t>
            </a:r>
            <a:endParaRPr lang="en-US" altLang="zh-CN" sz="1800" baseline="30000" dirty="0"/>
          </a:p>
        </p:txBody>
      </p:sp>
      <p:sp>
        <p:nvSpPr>
          <p:cNvPr id="43169" name="Text Box 161"/>
          <p:cNvSpPr txBox="1">
            <a:spLocks noChangeArrowheads="1"/>
          </p:cNvSpPr>
          <p:nvPr/>
        </p:nvSpPr>
        <p:spPr bwMode="auto">
          <a:xfrm>
            <a:off x="7445375" y="5505450"/>
            <a:ext cx="433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800">
                <a:latin typeface="Tahoma" pitchFamily="34" charset="0"/>
              </a:rPr>
              <a:t>-</a:t>
            </a:r>
          </a:p>
        </p:txBody>
      </p:sp>
      <p:sp>
        <p:nvSpPr>
          <p:cNvPr id="43170" name="Text Box 162"/>
          <p:cNvSpPr txBox="1">
            <a:spLocks noChangeArrowheads="1"/>
          </p:cNvSpPr>
          <p:nvPr/>
        </p:nvSpPr>
        <p:spPr bwMode="auto">
          <a:xfrm>
            <a:off x="6908800" y="4714875"/>
            <a:ext cx="7731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/>
              <a:t>n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R</a:t>
            </a:r>
          </a:p>
        </p:txBody>
      </p:sp>
      <p:sp>
        <p:nvSpPr>
          <p:cNvPr id="43171" name="AutoShape 163"/>
          <p:cNvSpPr>
            <a:spLocks noChangeArrowheads="1"/>
          </p:cNvSpPr>
          <p:nvPr/>
        </p:nvSpPr>
        <p:spPr bwMode="auto">
          <a:xfrm>
            <a:off x="4064000" y="5059363"/>
            <a:ext cx="508000" cy="223837"/>
          </a:xfrm>
          <a:prstGeom prst="rightArrow">
            <a:avLst>
              <a:gd name="adj1" fmla="val 50000"/>
              <a:gd name="adj2" fmla="val 567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0180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670827" y="116632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zh-CN" sz="4000" dirty="0">
                <a:solidFill>
                  <a:schemeClr val="tx2"/>
                </a:solidFill>
              </a:rPr>
              <a:t>Solving Ideal Transformer Problem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377367" y="1542876"/>
            <a:ext cx="8229600" cy="485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200" dirty="0"/>
              <a:t>Method 1: Write out equations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800" dirty="0"/>
              <a:t>Mesh analysis or Nodal analysis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800"/>
              <a:t>Transformer </a:t>
            </a:r>
            <a:r>
              <a:rPr lang="en-US" altLang="zh-CN" sz="2800" dirty="0"/>
              <a:t>VCR equations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200" dirty="0">
                <a:solidFill>
                  <a:srgbClr val="FF6600"/>
                </a:solidFill>
              </a:rPr>
              <a:t>Method 2 : Form equivalent circuit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800" dirty="0">
                <a:solidFill>
                  <a:srgbClr val="FF6600"/>
                </a:solidFill>
              </a:rPr>
              <a:t>Reflecting into secondary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zh-CN" sz="2800" dirty="0">
              <a:solidFill>
                <a:srgbClr val="FF660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zh-CN" sz="2800" dirty="0">
              <a:solidFill>
                <a:srgbClr val="FF660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800" dirty="0">
                <a:solidFill>
                  <a:srgbClr val="FF6600"/>
                </a:solidFill>
              </a:rPr>
              <a:t>Reflecting into primary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altLang="zh-CN" sz="2800" dirty="0">
              <a:solidFill>
                <a:srgbClr val="FF6600"/>
              </a:solidFill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733425" y="4205288"/>
          <a:ext cx="15795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53800" progId="Equation.DSMT4">
                  <p:embed/>
                </p:oleObj>
              </mc:Choice>
              <mc:Fallback>
                <p:oleObj name="Equation" r:id="rId2" imgW="685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4205288"/>
                        <a:ext cx="15795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592388" y="4200525"/>
          <a:ext cx="14430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41200" progId="Equation.DSMT4">
                  <p:embed/>
                </p:oleObj>
              </mc:Choice>
              <mc:Fallback>
                <p:oleObj name="Equation" r:id="rId4" imgW="660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4200525"/>
                        <a:ext cx="144303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676275" y="5584825"/>
          <a:ext cx="12382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393480" progId="Equation.DSMT4">
                  <p:embed/>
                </p:oleObj>
              </mc:Choice>
              <mc:Fallback>
                <p:oleObj name="Equation" r:id="rId6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" y="5584825"/>
                        <a:ext cx="12382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2459038" y="5448300"/>
          <a:ext cx="14668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680" imgH="393480" progId="Equation.DSMT4">
                  <p:embed/>
                </p:oleObj>
              </mc:Choice>
              <mc:Fallback>
                <p:oleObj name="Equation" r:id="rId8" imgW="634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5448300"/>
                        <a:ext cx="14668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2" name="Group 8"/>
          <p:cNvGrpSpPr>
            <a:grpSpLocks/>
          </p:cNvGrpSpPr>
          <p:nvPr/>
        </p:nvGrpSpPr>
        <p:grpSpPr bwMode="auto">
          <a:xfrm>
            <a:off x="4473575" y="3744913"/>
            <a:ext cx="4670425" cy="2044700"/>
            <a:chOff x="2535" y="1829"/>
            <a:chExt cx="3183" cy="1342"/>
          </a:xfrm>
        </p:grpSpPr>
        <p:grpSp>
          <p:nvGrpSpPr>
            <p:cNvPr id="57353" name="Group 9"/>
            <p:cNvGrpSpPr>
              <a:grpSpLocks/>
            </p:cNvGrpSpPr>
            <p:nvPr/>
          </p:nvGrpSpPr>
          <p:grpSpPr bwMode="auto">
            <a:xfrm rot="5400000">
              <a:off x="3942" y="2609"/>
              <a:ext cx="419" cy="82"/>
              <a:chOff x="2241" y="1934"/>
              <a:chExt cx="419" cy="82"/>
            </a:xfrm>
          </p:grpSpPr>
          <p:sp>
            <p:nvSpPr>
              <p:cNvPr id="57354" name="Freeform 10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5" name="Freeform 11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6" name="Freeform 12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7" name="Freeform 13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8" name="Freeform 14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59" name="Group 15"/>
            <p:cNvGrpSpPr>
              <a:grpSpLocks/>
            </p:cNvGrpSpPr>
            <p:nvPr/>
          </p:nvGrpSpPr>
          <p:grpSpPr bwMode="auto">
            <a:xfrm rot="5400000" flipH="1" flipV="1">
              <a:off x="4237" y="2637"/>
              <a:ext cx="419" cy="82"/>
              <a:chOff x="2241" y="1934"/>
              <a:chExt cx="419" cy="82"/>
            </a:xfrm>
          </p:grpSpPr>
          <p:sp>
            <p:nvSpPr>
              <p:cNvPr id="57360" name="Freeform 16"/>
              <p:cNvSpPr>
                <a:spLocks/>
              </p:cNvSpPr>
              <p:nvPr/>
            </p:nvSpPr>
            <p:spPr bwMode="auto">
              <a:xfrm>
                <a:off x="224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1" name="Freeform 17"/>
              <p:cNvSpPr>
                <a:spLocks/>
              </p:cNvSpPr>
              <p:nvPr/>
            </p:nvSpPr>
            <p:spPr bwMode="auto">
              <a:xfrm>
                <a:off x="232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2" name="Freeform 18"/>
              <p:cNvSpPr>
                <a:spLocks/>
              </p:cNvSpPr>
              <p:nvPr/>
            </p:nvSpPr>
            <p:spPr bwMode="auto">
              <a:xfrm>
                <a:off x="240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3" name="Freeform 19"/>
              <p:cNvSpPr>
                <a:spLocks/>
              </p:cNvSpPr>
              <p:nvPr/>
            </p:nvSpPr>
            <p:spPr bwMode="auto">
              <a:xfrm>
                <a:off x="248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4" name="Freeform 20"/>
              <p:cNvSpPr>
                <a:spLocks/>
              </p:cNvSpPr>
              <p:nvPr/>
            </p:nvSpPr>
            <p:spPr bwMode="auto">
              <a:xfrm>
                <a:off x="2561" y="1934"/>
                <a:ext cx="99" cy="82"/>
              </a:xfrm>
              <a:custGeom>
                <a:avLst/>
                <a:gdLst>
                  <a:gd name="T0" fmla="*/ 0 w 99"/>
                  <a:gd name="T1" fmla="*/ 72 h 82"/>
                  <a:gd name="T2" fmla="*/ 60 w 99"/>
                  <a:gd name="T3" fmla="*/ 2 h 82"/>
                  <a:gd name="T4" fmla="*/ 99 w 99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82">
                    <a:moveTo>
                      <a:pt x="0" y="72"/>
                    </a:moveTo>
                    <a:cubicBezTo>
                      <a:pt x="22" y="36"/>
                      <a:pt x="44" y="0"/>
                      <a:pt x="60" y="2"/>
                    </a:cubicBezTo>
                    <a:cubicBezTo>
                      <a:pt x="76" y="4"/>
                      <a:pt x="87" y="43"/>
                      <a:pt x="99" y="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65" name="Line 21"/>
            <p:cNvSpPr>
              <a:spLocks noChangeShapeType="1"/>
            </p:cNvSpPr>
            <p:nvPr/>
          </p:nvSpPr>
          <p:spPr bwMode="auto">
            <a:xfrm>
              <a:off x="4313" y="2383"/>
              <a:ext cx="1" cy="5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6" name="Line 22"/>
            <p:cNvSpPr>
              <a:spLocks noChangeShapeType="1"/>
            </p:cNvSpPr>
            <p:nvPr/>
          </p:nvSpPr>
          <p:spPr bwMode="auto">
            <a:xfrm flipH="1">
              <a:off x="4246" y="2390"/>
              <a:ext cx="9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7" name="Line 23"/>
            <p:cNvSpPr>
              <a:spLocks noChangeShapeType="1"/>
            </p:cNvSpPr>
            <p:nvPr/>
          </p:nvSpPr>
          <p:spPr bwMode="auto">
            <a:xfrm>
              <a:off x="4138" y="2312"/>
              <a:ext cx="0" cy="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8" name="Line 24"/>
            <p:cNvSpPr>
              <a:spLocks noChangeShapeType="1"/>
            </p:cNvSpPr>
            <p:nvPr/>
          </p:nvSpPr>
          <p:spPr bwMode="auto">
            <a:xfrm flipH="1" flipV="1">
              <a:off x="3698" y="2302"/>
              <a:ext cx="44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9" name="Line 25"/>
            <p:cNvSpPr>
              <a:spLocks noChangeShapeType="1"/>
            </p:cNvSpPr>
            <p:nvPr/>
          </p:nvSpPr>
          <p:spPr bwMode="auto">
            <a:xfrm flipV="1">
              <a:off x="3104" y="3142"/>
              <a:ext cx="1014" cy="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0" name="Line 26"/>
            <p:cNvSpPr>
              <a:spLocks noChangeShapeType="1"/>
            </p:cNvSpPr>
            <p:nvPr/>
          </p:nvSpPr>
          <p:spPr bwMode="auto">
            <a:xfrm flipV="1">
              <a:off x="4118" y="2859"/>
              <a:ext cx="0" cy="2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1" name="Line 27"/>
            <p:cNvSpPr>
              <a:spLocks noChangeShapeType="1"/>
            </p:cNvSpPr>
            <p:nvPr/>
          </p:nvSpPr>
          <p:spPr bwMode="auto">
            <a:xfrm>
              <a:off x="4460" y="2303"/>
              <a:ext cx="498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2" name="Line 28"/>
            <p:cNvSpPr>
              <a:spLocks noChangeShapeType="1"/>
            </p:cNvSpPr>
            <p:nvPr/>
          </p:nvSpPr>
          <p:spPr bwMode="auto">
            <a:xfrm flipV="1">
              <a:off x="4470" y="2303"/>
              <a:ext cx="0" cy="1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3" name="Line 29"/>
            <p:cNvSpPr>
              <a:spLocks noChangeShapeType="1"/>
            </p:cNvSpPr>
            <p:nvPr/>
          </p:nvSpPr>
          <p:spPr bwMode="auto">
            <a:xfrm>
              <a:off x="4480" y="2898"/>
              <a:ext cx="0" cy="2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4" name="Line 30"/>
            <p:cNvSpPr>
              <a:spLocks noChangeShapeType="1"/>
            </p:cNvSpPr>
            <p:nvPr/>
          </p:nvSpPr>
          <p:spPr bwMode="auto">
            <a:xfrm flipV="1">
              <a:off x="4480" y="3142"/>
              <a:ext cx="1035" cy="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5" name="Oval 31"/>
            <p:cNvSpPr>
              <a:spLocks noChangeArrowheads="1"/>
            </p:cNvSpPr>
            <p:nvPr/>
          </p:nvSpPr>
          <p:spPr bwMode="auto">
            <a:xfrm>
              <a:off x="3943" y="2439"/>
              <a:ext cx="95" cy="107"/>
            </a:xfrm>
            <a:prstGeom prst="ellipse">
              <a:avLst/>
            </a:prstGeom>
            <a:solidFill>
              <a:srgbClr val="96969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6" name="Oval 32"/>
            <p:cNvSpPr>
              <a:spLocks noChangeArrowheads="1"/>
            </p:cNvSpPr>
            <p:nvPr/>
          </p:nvSpPr>
          <p:spPr bwMode="auto">
            <a:xfrm>
              <a:off x="4527" y="2467"/>
              <a:ext cx="95" cy="107"/>
            </a:xfrm>
            <a:prstGeom prst="ellipse">
              <a:avLst/>
            </a:prstGeom>
            <a:solidFill>
              <a:srgbClr val="96969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7" name="Line 33"/>
            <p:cNvSpPr>
              <a:spLocks noChangeShapeType="1"/>
            </p:cNvSpPr>
            <p:nvPr/>
          </p:nvSpPr>
          <p:spPr bwMode="auto">
            <a:xfrm>
              <a:off x="3113" y="2303"/>
              <a:ext cx="10" cy="8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8" name="Oval 34"/>
            <p:cNvSpPr>
              <a:spLocks noChangeArrowheads="1"/>
            </p:cNvSpPr>
            <p:nvPr/>
          </p:nvSpPr>
          <p:spPr bwMode="auto">
            <a:xfrm>
              <a:off x="2909" y="2450"/>
              <a:ext cx="439" cy="419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9" name="Line 35"/>
            <p:cNvSpPr>
              <a:spLocks noChangeShapeType="1"/>
            </p:cNvSpPr>
            <p:nvPr/>
          </p:nvSpPr>
          <p:spPr bwMode="auto">
            <a:xfrm>
              <a:off x="3055" y="2566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0" name="Line 36"/>
            <p:cNvSpPr>
              <a:spLocks noChangeShapeType="1"/>
            </p:cNvSpPr>
            <p:nvPr/>
          </p:nvSpPr>
          <p:spPr bwMode="auto">
            <a:xfrm>
              <a:off x="3113" y="2498"/>
              <a:ext cx="0" cy="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1" name="Line 37"/>
            <p:cNvSpPr>
              <a:spLocks noChangeShapeType="1"/>
            </p:cNvSpPr>
            <p:nvPr/>
          </p:nvSpPr>
          <p:spPr bwMode="auto">
            <a:xfrm flipV="1">
              <a:off x="3065" y="2733"/>
              <a:ext cx="117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2" name="Text Box 38"/>
            <p:cNvSpPr txBox="1">
              <a:spLocks noChangeArrowheads="1"/>
            </p:cNvSpPr>
            <p:nvPr/>
          </p:nvSpPr>
          <p:spPr bwMode="auto">
            <a:xfrm>
              <a:off x="2535" y="2339"/>
              <a:ext cx="537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V</a:t>
              </a:r>
              <a:r>
                <a:rPr kumimoji="0" lang="en-US" altLang="zh-CN" sz="2800" baseline="-25000">
                  <a:latin typeface="Tahoma" pitchFamily="34" charset="0"/>
                </a:rPr>
                <a:t>s1</a:t>
              </a:r>
            </a:p>
          </p:txBody>
        </p:sp>
        <p:sp>
          <p:nvSpPr>
            <p:cNvPr id="57383" name="Line 39"/>
            <p:cNvSpPr>
              <a:spLocks noChangeShapeType="1"/>
            </p:cNvSpPr>
            <p:nvPr/>
          </p:nvSpPr>
          <p:spPr bwMode="auto">
            <a:xfrm>
              <a:off x="5483" y="2293"/>
              <a:ext cx="10" cy="8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4" name="Oval 40"/>
            <p:cNvSpPr>
              <a:spLocks noChangeArrowheads="1"/>
            </p:cNvSpPr>
            <p:nvPr/>
          </p:nvSpPr>
          <p:spPr bwMode="auto">
            <a:xfrm>
              <a:off x="5279" y="2449"/>
              <a:ext cx="439" cy="419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5" name="Line 41"/>
            <p:cNvSpPr>
              <a:spLocks noChangeShapeType="1"/>
            </p:cNvSpPr>
            <p:nvPr/>
          </p:nvSpPr>
          <p:spPr bwMode="auto">
            <a:xfrm>
              <a:off x="5425" y="2565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>
              <a:off x="5483" y="2497"/>
              <a:ext cx="0" cy="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7" name="Line 43"/>
            <p:cNvSpPr>
              <a:spLocks noChangeShapeType="1"/>
            </p:cNvSpPr>
            <p:nvPr/>
          </p:nvSpPr>
          <p:spPr bwMode="auto">
            <a:xfrm flipV="1">
              <a:off x="5435" y="2732"/>
              <a:ext cx="117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88" name="Rectangle 44"/>
            <p:cNvSpPr>
              <a:spLocks noChangeArrowheads="1"/>
            </p:cNvSpPr>
            <p:nvPr/>
          </p:nvSpPr>
          <p:spPr bwMode="auto">
            <a:xfrm>
              <a:off x="3425" y="2254"/>
              <a:ext cx="371" cy="14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9" name="Rectangle 45"/>
            <p:cNvSpPr>
              <a:spLocks noChangeArrowheads="1"/>
            </p:cNvSpPr>
            <p:nvPr/>
          </p:nvSpPr>
          <p:spPr bwMode="auto">
            <a:xfrm>
              <a:off x="4829" y="2243"/>
              <a:ext cx="371" cy="14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 flipH="1">
              <a:off x="3113" y="2322"/>
              <a:ext cx="3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 flipV="1">
              <a:off x="5192" y="2293"/>
              <a:ext cx="303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92" name="Text Box 48"/>
            <p:cNvSpPr txBox="1">
              <a:spLocks noChangeArrowheads="1"/>
            </p:cNvSpPr>
            <p:nvPr/>
          </p:nvSpPr>
          <p:spPr bwMode="auto">
            <a:xfrm>
              <a:off x="4905" y="2571"/>
              <a:ext cx="53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V</a:t>
              </a:r>
              <a:r>
                <a:rPr kumimoji="0" lang="en-US" altLang="zh-CN" sz="2800" baseline="-25000">
                  <a:latin typeface="Tahoma" pitchFamily="34" charset="0"/>
                </a:rPr>
                <a:t>s2</a:t>
              </a:r>
            </a:p>
          </p:txBody>
        </p:sp>
        <p:sp>
          <p:nvSpPr>
            <p:cNvPr id="57393" name="Text Box 49"/>
            <p:cNvSpPr txBox="1">
              <a:spLocks noChangeArrowheads="1"/>
            </p:cNvSpPr>
            <p:nvPr/>
          </p:nvSpPr>
          <p:spPr bwMode="auto">
            <a:xfrm>
              <a:off x="3421" y="1907"/>
              <a:ext cx="537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Z</a:t>
              </a:r>
              <a:r>
                <a:rPr kumimoji="0" lang="en-US" altLang="zh-CN" sz="2800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57394" name="Text Box 50"/>
            <p:cNvSpPr txBox="1">
              <a:spLocks noChangeArrowheads="1"/>
            </p:cNvSpPr>
            <p:nvPr/>
          </p:nvSpPr>
          <p:spPr bwMode="auto">
            <a:xfrm>
              <a:off x="4818" y="1869"/>
              <a:ext cx="536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itchFamily="34" charset="0"/>
                </a:rPr>
                <a:t>Z</a:t>
              </a:r>
              <a:r>
                <a:rPr kumimoji="0" lang="en-US" altLang="zh-CN" sz="2800" baseline="-25000">
                  <a:latin typeface="Tahoma" pitchFamily="34" charset="0"/>
                </a:rPr>
                <a:t>2</a:t>
              </a:r>
            </a:p>
          </p:txBody>
        </p:sp>
        <p:graphicFrame>
          <p:nvGraphicFramePr>
            <p:cNvPr id="57395" name="Object 51"/>
            <p:cNvGraphicFramePr>
              <a:graphicFrameLocks noChangeAspect="1"/>
            </p:cNvGraphicFramePr>
            <p:nvPr/>
          </p:nvGraphicFramePr>
          <p:xfrm>
            <a:off x="3934" y="1829"/>
            <a:ext cx="58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360" imgH="177480" progId="Equation.DSMT4">
                    <p:embed/>
                  </p:oleObj>
                </mc:Choice>
                <mc:Fallback>
                  <p:oleObj name="Equation" r:id="rId10" imgW="279360" imgH="17748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4" y="1829"/>
                          <a:ext cx="589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3728295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124744"/>
            <a:ext cx="8458200" cy="3456384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dirty="0">
                <a:ea typeface="宋体" charset="-122"/>
              </a:rPr>
              <a:t>     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dirty="0">
                <a:ea typeface="宋体" charset="-122"/>
              </a:rPr>
              <a:t>	</a:t>
            </a:r>
            <a:r>
              <a:rPr lang="en-US" altLang="zh-CN" sz="2400" dirty="0">
                <a:ea typeface="宋体" charset="-122"/>
              </a:rPr>
              <a:t>An ideal transformer is rated at 2400/120V, 9.6 kVA, and has 50 turns on the secondary side.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Calculate: </a:t>
            </a:r>
          </a:p>
          <a:p>
            <a:pPr marL="838200" lvl="1" indent="-381000">
              <a:lnSpc>
                <a:spcPct val="90000"/>
              </a:lnSpc>
              <a:buFontTx/>
              <a:buAutoNum type="alphaLcParenBoth"/>
            </a:pPr>
            <a:r>
              <a:rPr lang="en-US" altLang="zh-CN" sz="2400" dirty="0">
                <a:ea typeface="宋体" charset="-122"/>
              </a:rPr>
              <a:t> the turns ratio, </a:t>
            </a:r>
          </a:p>
          <a:p>
            <a:pPr marL="838200" lvl="1" indent="-381000">
              <a:lnSpc>
                <a:spcPct val="90000"/>
              </a:lnSpc>
              <a:buFontTx/>
              <a:buAutoNum type="alphaLcParenBoth"/>
            </a:pPr>
            <a:r>
              <a:rPr lang="en-US" altLang="zh-CN" sz="2400" dirty="0">
                <a:ea typeface="宋体" charset="-122"/>
              </a:rPr>
              <a:t> the number of turns on the primary side, and </a:t>
            </a:r>
          </a:p>
          <a:p>
            <a:pPr marL="838200" lvl="1" indent="-381000">
              <a:lnSpc>
                <a:spcPct val="90000"/>
              </a:lnSpc>
              <a:buFontTx/>
              <a:buAutoNum type="alphaLcParenBoth"/>
            </a:pPr>
            <a:r>
              <a:rPr lang="en-US" altLang="zh-CN" sz="2400" dirty="0">
                <a:ea typeface="宋体" charset="-122"/>
              </a:rPr>
              <a:t> the current ratings for the primary and secondary windings.</a:t>
            </a:r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>
            <a:off x="950913" y="5038725"/>
            <a:ext cx="682148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b="1">
                <a:solidFill>
                  <a:srgbClr val="080808"/>
                </a:solidFill>
                <a:ea typeface="宋体" charset="-122"/>
              </a:rPr>
              <a:t>Ans: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1600" b="1">
                <a:solidFill>
                  <a:srgbClr val="080808"/>
                </a:solidFill>
                <a:ea typeface="宋体" charset="-122"/>
              </a:rPr>
              <a:t>This is a step-down transformer, n=0.05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1600" b="1">
                <a:solidFill>
                  <a:srgbClr val="080808"/>
                </a:solidFill>
                <a:ea typeface="宋体" charset="-122"/>
              </a:rPr>
              <a:t>N1 = 1000 turns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1600" b="1">
                <a:solidFill>
                  <a:srgbClr val="080808"/>
                </a:solidFill>
                <a:ea typeface="宋体" charset="-122"/>
              </a:rPr>
              <a:t>I1 = 4A and I2 = 80A</a:t>
            </a:r>
          </a:p>
        </p:txBody>
      </p:sp>
      <p:sp>
        <p:nvSpPr>
          <p:cNvPr id="9" name="矩形 8"/>
          <p:cNvSpPr/>
          <p:nvPr/>
        </p:nvSpPr>
        <p:spPr>
          <a:xfrm>
            <a:off x="1043608" y="516789"/>
            <a:ext cx="206338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5288" indent="-395288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4</a:t>
            </a:r>
          </a:p>
        </p:txBody>
      </p:sp>
    </p:spTree>
    <p:extLst>
      <p:ext uri="{BB962C8B-B14F-4D97-AF65-F5344CB8AC3E}">
        <p14:creationId xmlns:p14="http://schemas.microsoft.com/office/powerpoint/2010/main" val="376803224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12060</TotalTime>
  <Words>1921</Words>
  <Application>Microsoft Office PowerPoint</Application>
  <PresentationFormat>全屏显示(4:3)</PresentationFormat>
  <Paragraphs>549</Paragraphs>
  <Slides>50</Slides>
  <Notes>8</Notes>
  <HiddenSlides>8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宋体</vt:lpstr>
      <vt:lpstr>Arial Black</vt:lpstr>
      <vt:lpstr>Calibri</vt:lpstr>
      <vt:lpstr>Cambria Math</vt:lpstr>
      <vt:lpstr>Symbol</vt:lpstr>
      <vt:lpstr>Tahoma</vt:lpstr>
      <vt:lpstr>Times New Roman</vt:lpstr>
      <vt:lpstr>Trebuchet MS</vt:lpstr>
      <vt:lpstr>Verdana</vt:lpstr>
      <vt:lpstr>Wingdings</vt:lpstr>
      <vt:lpstr>Blends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13.5  Ideal Transformers </vt:lpstr>
      <vt:lpstr>PowerPoint 演示文稿</vt:lpstr>
      <vt:lpstr>Transformer as a matching device</vt:lpstr>
      <vt:lpstr>PowerPoint 演示文稿</vt:lpstr>
      <vt:lpstr>Transformer as a matching device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xiongying</dc:creator>
  <cp:lastModifiedBy>grace xiong</cp:lastModifiedBy>
  <cp:revision>390</cp:revision>
  <dcterms:created xsi:type="dcterms:W3CDTF">2013-04-22T02:15:54Z</dcterms:created>
  <dcterms:modified xsi:type="dcterms:W3CDTF">2025-06-10T10:14:53Z</dcterms:modified>
</cp:coreProperties>
</file>